
<file path=[Content_Types].xml><?xml version="1.0" encoding="utf-8"?>
<Types xmlns="http://schemas.openxmlformats.org/package/2006/content-types">
  <Default Extension="png" ContentType="image/png"/>
  <Default Extension="bin" ContentType="application/vnd.openxmlformats-officedocument.oleObject"/>
  <Default Extension="emf" ContentType="image/x-emf"/>
  <Default Extension="rels" ContentType="application/vnd.openxmlformats-package.relationships+xml"/>
  <Default Extension="xml" ContentType="application/xml"/>
  <Default Extension="vml" ContentType="application/vnd.openxmlformats-officedocument.vmlDrawing"/>
  <Default Extension="jpg" ContentType="image/jpeg"/>
  <Override PartName="/ppt/presentation.xml" ContentType="application/vnd.openxmlformats-officedocument.presentationml.presentation.main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1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0.xml" ContentType="application/vnd.openxmlformats-officedocument.presentationml.slide+xml"/>
  <Override PartName="/ppt/slides/slide3.xml" ContentType="application/vnd.openxmlformats-officedocument.presentationml.slide+xml"/>
  <Override PartName="/ppt/slides/slide5.xml" ContentType="application/vnd.openxmlformats-officedocument.presentationml.slide+xml"/>
  <Override PartName="/ppt/slides/slide9.xml" ContentType="application/vnd.openxmlformats-officedocument.presentationml.slide+xml"/>
  <Override PartName="/ppt/slides/slide4.xml" ContentType="application/vnd.openxmlformats-officedocument.presentationml.slide+xml"/>
  <Override PartName="/ppt/slides/slide8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Slides/notesSlide3.xml" ContentType="application/vnd.openxmlformats-officedocument.presentationml.notesSlide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slideLayouts/slideLayout34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notesMasters/notesMaster1.xml" ContentType="application/vnd.openxmlformats-officedocument.presentationml.notesMaster+xml"/>
  <Override PartName="/ppt/theme/theme2.xml" ContentType="application/vnd.openxmlformats-officedocument.theme+xml"/>
  <Override PartName="/ppt/theme/theme1.xml" ContentType="application/vnd.openxmlformats-officedocument.theme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presProps.xml" ContentType="application/vnd.openxmlformats-officedocument.presentationml.presProps+xml"/>
  <Override PartName="/docProps/app.xml" ContentType="application/vnd.openxmlformats-officedocument.extended-properties+xml"/>
  <Override PartName="/docProps/core.xml" ContentType="application/vnd.openxmlformats-package.core-properties+xml"/>
  <Override PartName="/customXml/itemProps2.xml" ContentType="application/vnd.openxmlformats-officedocument.customXmlProperties+xml"/>
  <Override PartName="/customXml/itemProps1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6"/>
  </p:notesMasterIdLst>
  <p:sldIdLst>
    <p:sldId id="256" r:id="rId2"/>
    <p:sldId id="344" r:id="rId3"/>
    <p:sldId id="334" r:id="rId4"/>
    <p:sldId id="343" r:id="rId5"/>
    <p:sldId id="336" r:id="rId6"/>
    <p:sldId id="346" r:id="rId7"/>
    <p:sldId id="353" r:id="rId8"/>
    <p:sldId id="348" r:id="rId9"/>
    <p:sldId id="354" r:id="rId10"/>
    <p:sldId id="352" r:id="rId11"/>
    <p:sldId id="349" r:id="rId12"/>
    <p:sldId id="350" r:id="rId13"/>
    <p:sldId id="357" r:id="rId14"/>
    <p:sldId id="356" r:id="rId15"/>
  </p:sldIdLst>
  <p:sldSz cx="12192000" cy="6858000"/>
  <p:notesSz cx="6858000" cy="9144000"/>
  <p:defaultTextStyle>
    <a:defPPr>
      <a:defRPr lang="ru-RU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Raleway SemiBold" panose="020B0703030101060003" pitchFamily="34" charset="0"/>
        <a:ea typeface="+mn-ea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Raleway SemiBold" panose="020B0703030101060003" pitchFamily="34" charset="0"/>
        <a:ea typeface="+mn-ea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Raleway SemiBold" panose="020B0703030101060003" pitchFamily="34" charset="0"/>
        <a:ea typeface="+mn-ea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Raleway SemiBold" panose="020B0703030101060003" pitchFamily="34" charset="0"/>
        <a:ea typeface="+mn-ea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Raleway SemiBold" panose="020B0703030101060003" pitchFamily="34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Raleway SemiBold" panose="020B0703030101060003" pitchFamily="34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Raleway SemiBold" panose="020B0703030101060003" pitchFamily="34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Raleway SemiBold" panose="020B0703030101060003" pitchFamily="34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Raleway SemiBold" panose="020B0703030101060003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pos="3840">
          <p15:clr>
            <a:srgbClr val="A4A3A4"/>
          </p15:clr>
        </p15:guide>
        <p15:guide id="2" orient="horz" pos="3249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29B96"/>
    <a:srgbClr val="666699"/>
    <a:srgbClr val="FFCCFF"/>
    <a:srgbClr val="FFEDD3"/>
    <a:srgbClr val="FFC000"/>
    <a:srgbClr val="3D97CF"/>
    <a:srgbClr val="EE853E"/>
    <a:srgbClr val="5A6F8C"/>
    <a:srgbClr val="2B2B2B"/>
    <a:srgbClr val="2E2E2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221" autoAdjust="0"/>
    <p:restoredTop sz="93730" autoAdjust="0"/>
  </p:normalViewPr>
  <p:slideViewPr>
    <p:cSldViewPr snapToGrid="0">
      <p:cViewPr varScale="1">
        <p:scale>
          <a:sx n="68" d="100"/>
          <a:sy n="68" d="100"/>
        </p:scale>
        <p:origin x="608" y="76"/>
      </p:cViewPr>
      <p:guideLst>
        <p:guide pos="3840"/>
        <p:guide orient="horz" pos="3249"/>
      </p:guideLst>
    </p:cSldViewPr>
  </p:slideViewPr>
  <p:notesTextViewPr>
    <p:cViewPr>
      <p:scale>
        <a:sx n="3" d="2"/>
        <a:sy n="3" d="2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customXml" Target="../customXml/item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customXml" Target="../customXml/item3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customXml" Target="../customXml/item2.xml"/></Relationships>
</file>

<file path=ppt/drawings/_rels/vmlDrawing1.v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image" Target="../media/image4.png"/><Relationship Id="rId4" Type="http://schemas.openxmlformats.org/officeDocument/2006/relationships/image" Target="../media/image7.png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>
            <a:extLst>
              <a:ext uri="{FF2B5EF4-FFF2-40B4-BE49-F238E27FC236}">
                <a16:creationId xmlns:a16="http://schemas.microsoft.com/office/drawing/2014/main" id="{7711C8D9-35FB-4256-B7B4-73118142532C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+mn-lt"/>
              </a:defRPr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98010164-668F-464C-B7B2-1730F6EED17B}"/>
              </a:ext>
            </a:extLst>
          </p:cNvPr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+mn-lt"/>
              </a:defRPr>
            </a:lvl1pPr>
          </a:lstStyle>
          <a:p>
            <a:pPr>
              <a:defRPr/>
            </a:pPr>
            <a:fld id="{F8A0DAC6-5924-43D2-9238-6A3A8FA5DAE7}" type="datetimeFigureOut">
              <a:rPr lang="ru-RU"/>
              <a:pPr>
                <a:defRPr/>
              </a:pPr>
              <a:t>08.08.2018</a:t>
            </a:fld>
            <a:endParaRPr lang="ru-RU" dirty="0"/>
          </a:p>
        </p:txBody>
      </p:sp>
      <p:sp>
        <p:nvSpPr>
          <p:cNvPr id="4" name="Образ слайда 3">
            <a:extLst>
              <a:ext uri="{FF2B5EF4-FFF2-40B4-BE49-F238E27FC236}">
                <a16:creationId xmlns:a16="http://schemas.microsoft.com/office/drawing/2014/main" id="{55D7B54E-1B69-461A-9760-B9A0B18B3F9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ru-RU" noProof="0" dirty="0"/>
          </a:p>
        </p:txBody>
      </p:sp>
      <p:sp>
        <p:nvSpPr>
          <p:cNvPr id="5" name="Заметки 4">
            <a:extLst>
              <a:ext uri="{FF2B5EF4-FFF2-40B4-BE49-F238E27FC236}">
                <a16:creationId xmlns:a16="http://schemas.microsoft.com/office/drawing/2014/main" id="{7E1E3FF1-3635-4414-8E43-095C316C49C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 noProof="0"/>
              <a:t>Образец текста</a:t>
            </a:r>
          </a:p>
          <a:p>
            <a:pPr lvl="1"/>
            <a:r>
              <a:rPr lang="ru-RU" noProof="0"/>
              <a:t>Второй уровень</a:t>
            </a:r>
          </a:p>
          <a:p>
            <a:pPr lvl="2"/>
            <a:r>
              <a:rPr lang="ru-RU" noProof="0"/>
              <a:t>Третий уровень</a:t>
            </a:r>
          </a:p>
          <a:p>
            <a:pPr lvl="3"/>
            <a:r>
              <a:rPr lang="ru-RU" noProof="0"/>
              <a:t>Четвертый уровень</a:t>
            </a:r>
          </a:p>
          <a:p>
            <a:pPr lvl="4"/>
            <a:r>
              <a:rPr lang="ru-RU" noProof="0"/>
              <a:t>Пятый уровень</a:t>
            </a:r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B3432E30-D37F-4020-BD96-76D507996B32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+mn-lt"/>
              </a:defRPr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31F17E46-5BB4-4DF6-81B8-FE420597A03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+mn-lt"/>
              </a:defRPr>
            </a:lvl1pPr>
          </a:lstStyle>
          <a:p>
            <a:pPr>
              <a:defRPr/>
            </a:pPr>
            <a:fld id="{4D54283D-B617-4C0C-8B6C-DC7F41934E18}" type="slidenum">
              <a:rPr lang="ru-RU"/>
              <a:pPr>
                <a:defRPr/>
              </a:pPr>
              <a:t>‹#›</a:t>
            </a:fld>
            <a:endParaRPr lang="ru-RU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4D54283D-B617-4C0C-8B6C-DC7F41934E18}" type="slidenum">
              <a:rPr lang="ru-RU" smtClean="0"/>
              <a:pPr>
                <a:defRPr/>
              </a:pPr>
              <a:t>1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43469878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4D54283D-B617-4C0C-8B6C-DC7F41934E18}" type="slidenum">
              <a:rPr lang="ru-RU" smtClean="0"/>
              <a:pPr>
                <a:defRPr/>
              </a:pPr>
              <a:t>2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93786352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4D54283D-B617-4C0C-8B6C-DC7F41934E18}" type="slidenum">
              <a:rPr lang="ru-RU" smtClean="0"/>
              <a:pPr>
                <a:defRPr/>
              </a:pPr>
              <a:t>14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27115812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Рисунок 7"/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12192000" cy="6858000"/>
          </a:xfrm>
        </p:spPr>
        <p:txBody>
          <a:bodyPr rtlCol="0">
            <a:normAutofit/>
          </a:bodyPr>
          <a:lstStyle/>
          <a:p>
            <a:pPr lvl="0"/>
            <a:endParaRPr lang="ru-RU" noProof="0" dirty="0"/>
          </a:p>
        </p:txBody>
      </p:sp>
    </p:spTree>
    <p:extLst>
      <p:ext uri="{BB962C8B-B14F-4D97-AF65-F5344CB8AC3E}">
        <p14:creationId xmlns:p14="http://schemas.microsoft.com/office/powerpoint/2010/main" val="272914768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Рисунок 7"/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12192000" cy="6857999"/>
          </a:xfrm>
        </p:spPr>
        <p:txBody>
          <a:bodyPr rtlCol="0">
            <a:normAutofit/>
          </a:bodyPr>
          <a:lstStyle/>
          <a:p>
            <a:pPr lvl="0"/>
            <a:endParaRPr lang="ru-RU" noProof="0" dirty="0"/>
          </a:p>
        </p:txBody>
      </p:sp>
      <p:sp>
        <p:nvSpPr>
          <p:cNvPr id="4" name="Рисунок 3"/>
          <p:cNvSpPr>
            <a:spLocks noGrp="1"/>
          </p:cNvSpPr>
          <p:nvPr>
            <p:ph type="pic" sz="quarter" idx="11"/>
          </p:nvPr>
        </p:nvSpPr>
        <p:spPr>
          <a:xfrm>
            <a:off x="1536700" y="1174049"/>
            <a:ext cx="1828800" cy="3295651"/>
          </a:xfrm>
        </p:spPr>
        <p:txBody>
          <a:bodyPr rtlCol="0">
            <a:normAutofit/>
          </a:bodyPr>
          <a:lstStyle/>
          <a:p>
            <a:pPr lvl="0"/>
            <a:endParaRPr lang="ru-RU" noProof="0" dirty="0"/>
          </a:p>
        </p:txBody>
      </p:sp>
    </p:spTree>
    <p:extLst>
      <p:ext uri="{BB962C8B-B14F-4D97-AF65-F5344CB8AC3E}">
        <p14:creationId xmlns:p14="http://schemas.microsoft.com/office/powerpoint/2010/main" val="306938845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Прямоугольник 6">
            <a:extLst>
              <a:ext uri="{FF2B5EF4-FFF2-40B4-BE49-F238E27FC236}">
                <a16:creationId xmlns:a16="http://schemas.microsoft.com/office/drawing/2014/main" id="{AEF28CCA-ACB3-4A11-933F-7EBB3F7FB433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442913" y="6438900"/>
            <a:ext cx="349250" cy="2301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Raleway SemiBold" panose="020B0003030101060003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Raleway SemiBold" panose="020B0003030101060003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Raleway SemiBold" panose="020B0003030101060003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Raleway SemiBold" panose="020B0003030101060003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Raleway SemiBold" panose="020B0003030101060003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Raleway SemiBold" panose="020B0003030101060003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Raleway SemiBold" panose="020B0003030101060003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Raleway SemiBold" panose="020B0003030101060003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Raleway SemiBold" panose="020B0003030101060003" pitchFamily="34" charset="0"/>
              </a:defRPr>
            </a:lvl9pPr>
          </a:lstStyle>
          <a:p>
            <a:pPr algn="ctr" eaLnBrk="1" hangingPunct="1">
              <a:defRPr/>
            </a:pPr>
            <a:fld id="{113B4B77-E309-4776-BDE2-F9F2DECBECA7}" type="slidenum">
              <a:rPr lang="ru-RU" altLang="ru-RU" sz="900" smtClean="0">
                <a:ea typeface="Lato" panose="020F0502020204030203" pitchFamily="34" charset="0"/>
                <a:cs typeface="Poppins SemiBold" panose="02000000000000000000" pitchFamily="2" charset="0"/>
              </a:rPr>
              <a:pPr algn="ctr" eaLnBrk="1" hangingPunct="1">
                <a:defRPr/>
              </a:pPr>
              <a:t>‹#›</a:t>
            </a:fld>
            <a:endParaRPr lang="ru-RU" altLang="ru-RU" sz="1200">
              <a:ea typeface="Lato" panose="020F0502020204030203" pitchFamily="34" charset="0"/>
              <a:cs typeface="Poppins SemiBold" panose="02000000000000000000" pitchFamily="2" charset="0"/>
            </a:endParaRPr>
          </a:p>
        </p:txBody>
      </p:sp>
      <p:pic>
        <p:nvPicPr>
          <p:cNvPr id="4" name="Рисунок 7">
            <a:extLst>
              <a:ext uri="{FF2B5EF4-FFF2-40B4-BE49-F238E27FC236}">
                <a16:creationId xmlns:a16="http://schemas.microsoft.com/office/drawing/2014/main" id="{AC664F10-4CBB-4938-BF70-C5B071D909F1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8163" y="341313"/>
            <a:ext cx="158750" cy="1603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" name="Рисунок 7"/>
          <p:cNvSpPr>
            <a:spLocks noGrp="1"/>
          </p:cNvSpPr>
          <p:nvPr>
            <p:ph type="pic" sz="quarter" idx="10"/>
          </p:nvPr>
        </p:nvSpPr>
        <p:spPr>
          <a:xfrm>
            <a:off x="8556625" y="0"/>
            <a:ext cx="3635375" cy="6858000"/>
          </a:xfrm>
        </p:spPr>
        <p:txBody>
          <a:bodyPr rtlCol="0">
            <a:normAutofit/>
          </a:bodyPr>
          <a:lstStyle/>
          <a:p>
            <a:pPr lvl="0"/>
            <a:endParaRPr lang="ru-RU" noProof="0" dirty="0"/>
          </a:p>
        </p:txBody>
      </p:sp>
    </p:spTree>
    <p:extLst>
      <p:ext uri="{BB962C8B-B14F-4D97-AF65-F5344CB8AC3E}">
        <p14:creationId xmlns:p14="http://schemas.microsoft.com/office/powerpoint/2010/main" val="342939632"/>
      </p:ext>
    </p:extLst>
  </p:cSld>
  <p:clrMapOvr>
    <a:masterClrMapping/>
  </p:clrMapOvr>
  <p:hf sldNum="0" hd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4_Пользовательский маке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Прямоугольник 6">
            <a:extLst>
              <a:ext uri="{FF2B5EF4-FFF2-40B4-BE49-F238E27FC236}">
                <a16:creationId xmlns:a16="http://schemas.microsoft.com/office/drawing/2014/main" id="{5CFBCA73-2F0C-4522-9A20-54B788A8FBD1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442913" y="6438900"/>
            <a:ext cx="349250" cy="2301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Raleway SemiBold" panose="020B0003030101060003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Raleway SemiBold" panose="020B0003030101060003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Raleway SemiBold" panose="020B0003030101060003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Raleway SemiBold" panose="020B0003030101060003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Raleway SemiBold" panose="020B0003030101060003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Raleway SemiBold" panose="020B0003030101060003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Raleway SemiBold" panose="020B0003030101060003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Raleway SemiBold" panose="020B0003030101060003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Raleway SemiBold" panose="020B0003030101060003" pitchFamily="34" charset="0"/>
              </a:defRPr>
            </a:lvl9pPr>
          </a:lstStyle>
          <a:p>
            <a:pPr algn="ctr" eaLnBrk="1" hangingPunct="1">
              <a:defRPr/>
            </a:pPr>
            <a:fld id="{F587E485-6DB0-4D55-8091-530723EB1461}" type="slidenum">
              <a:rPr lang="ru-RU" altLang="ru-RU" sz="900" smtClean="0">
                <a:ea typeface="Lato" panose="020F0502020204030203" pitchFamily="34" charset="0"/>
                <a:cs typeface="Poppins SemiBold" panose="02000000000000000000" pitchFamily="2" charset="0"/>
              </a:rPr>
              <a:pPr algn="ctr" eaLnBrk="1" hangingPunct="1">
                <a:defRPr/>
              </a:pPr>
              <a:t>‹#›</a:t>
            </a:fld>
            <a:endParaRPr lang="ru-RU" altLang="ru-RU" sz="1200">
              <a:ea typeface="Lato" panose="020F0502020204030203" pitchFamily="34" charset="0"/>
              <a:cs typeface="Poppins SemiBold" panose="02000000000000000000" pitchFamily="2" charset="0"/>
            </a:endParaRPr>
          </a:p>
        </p:txBody>
      </p:sp>
      <p:pic>
        <p:nvPicPr>
          <p:cNvPr id="5" name="Рисунок 7">
            <a:extLst>
              <a:ext uri="{FF2B5EF4-FFF2-40B4-BE49-F238E27FC236}">
                <a16:creationId xmlns:a16="http://schemas.microsoft.com/office/drawing/2014/main" id="{84C42049-9CF1-4C33-9D2B-63ABEFF35087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8163" y="341313"/>
            <a:ext cx="158750" cy="1603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" name="Рисунок 7"/>
          <p:cNvSpPr>
            <a:spLocks noGrp="1"/>
          </p:cNvSpPr>
          <p:nvPr>
            <p:ph type="pic" sz="quarter" idx="10"/>
          </p:nvPr>
        </p:nvSpPr>
        <p:spPr>
          <a:xfrm>
            <a:off x="8556625" y="0"/>
            <a:ext cx="3635375" cy="6858000"/>
          </a:xfrm>
        </p:spPr>
        <p:txBody>
          <a:bodyPr rtlCol="0">
            <a:normAutofit/>
          </a:bodyPr>
          <a:lstStyle/>
          <a:p>
            <a:pPr lvl="0"/>
            <a:endParaRPr lang="ru-RU" noProof="0" dirty="0"/>
          </a:p>
        </p:txBody>
      </p:sp>
      <p:sp>
        <p:nvSpPr>
          <p:cNvPr id="11" name="Рисунок 10"/>
          <p:cNvSpPr>
            <a:spLocks noGrp="1"/>
          </p:cNvSpPr>
          <p:nvPr>
            <p:ph type="pic" sz="quarter" idx="11"/>
          </p:nvPr>
        </p:nvSpPr>
        <p:spPr>
          <a:xfrm>
            <a:off x="985962" y="1502796"/>
            <a:ext cx="2997641" cy="4015409"/>
          </a:xfrm>
        </p:spPr>
        <p:txBody>
          <a:bodyPr rtlCol="0">
            <a:normAutofit/>
          </a:bodyPr>
          <a:lstStyle/>
          <a:p>
            <a:pPr lvl="0"/>
            <a:endParaRPr lang="ru-RU" noProof="0" dirty="0"/>
          </a:p>
        </p:txBody>
      </p:sp>
    </p:spTree>
    <p:extLst>
      <p:ext uri="{BB962C8B-B14F-4D97-AF65-F5344CB8AC3E}">
        <p14:creationId xmlns:p14="http://schemas.microsoft.com/office/powerpoint/2010/main" val="293644306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1_Пользовательский маке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Прямоугольник 6">
            <a:extLst>
              <a:ext uri="{FF2B5EF4-FFF2-40B4-BE49-F238E27FC236}">
                <a16:creationId xmlns:a16="http://schemas.microsoft.com/office/drawing/2014/main" id="{0F6B3C34-BC18-4C25-AA33-07C5907A217C}"/>
              </a:ext>
            </a:extLst>
          </p:cNvPr>
          <p:cNvSpPr/>
          <p:nvPr userDrawn="1"/>
        </p:nvSpPr>
        <p:spPr>
          <a:xfrm>
            <a:off x="8478838" y="0"/>
            <a:ext cx="3713162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ru-RU" dirty="0"/>
          </a:p>
        </p:txBody>
      </p:sp>
      <p:sp>
        <p:nvSpPr>
          <p:cNvPr id="4" name="Прямоугольник 7">
            <a:extLst>
              <a:ext uri="{FF2B5EF4-FFF2-40B4-BE49-F238E27FC236}">
                <a16:creationId xmlns:a16="http://schemas.microsoft.com/office/drawing/2014/main" id="{2EA17AA2-7945-40FC-9355-4675866C879A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442913" y="6438900"/>
            <a:ext cx="349250" cy="2301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Raleway SemiBold" panose="020B0003030101060003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Raleway SemiBold" panose="020B0003030101060003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Raleway SemiBold" panose="020B0003030101060003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Raleway SemiBold" panose="020B0003030101060003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Raleway SemiBold" panose="020B0003030101060003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Raleway SemiBold" panose="020B0003030101060003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Raleway SemiBold" panose="020B0003030101060003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Raleway SemiBold" panose="020B0003030101060003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Raleway SemiBold" panose="020B0003030101060003" pitchFamily="34" charset="0"/>
              </a:defRPr>
            </a:lvl9pPr>
          </a:lstStyle>
          <a:p>
            <a:pPr algn="ctr" eaLnBrk="1" hangingPunct="1">
              <a:defRPr/>
            </a:pPr>
            <a:fld id="{C7D08EDB-785C-43C0-BE23-041849E8AED4}" type="slidenum">
              <a:rPr lang="ru-RU" altLang="ru-RU" sz="900" smtClean="0">
                <a:ea typeface="Lato" panose="020F0502020204030203" pitchFamily="34" charset="0"/>
                <a:cs typeface="Poppins SemiBold" panose="02000000000000000000" pitchFamily="2" charset="0"/>
              </a:rPr>
              <a:pPr algn="ctr" eaLnBrk="1" hangingPunct="1">
                <a:defRPr/>
              </a:pPr>
              <a:t>‹#›</a:t>
            </a:fld>
            <a:endParaRPr lang="ru-RU" altLang="ru-RU" sz="1200">
              <a:ea typeface="Lato" panose="020F0502020204030203" pitchFamily="34" charset="0"/>
              <a:cs typeface="Poppins SemiBold" panose="02000000000000000000" pitchFamily="2" charset="0"/>
            </a:endParaRPr>
          </a:p>
        </p:txBody>
      </p:sp>
      <p:pic>
        <p:nvPicPr>
          <p:cNvPr id="5" name="Рисунок 8">
            <a:extLst>
              <a:ext uri="{FF2B5EF4-FFF2-40B4-BE49-F238E27FC236}">
                <a16:creationId xmlns:a16="http://schemas.microsoft.com/office/drawing/2014/main" id="{207AB24F-3E63-4B3A-B708-5619D6A838F1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8163" y="341313"/>
            <a:ext cx="158750" cy="1603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" name="Рисунок 7"/>
          <p:cNvSpPr>
            <a:spLocks noGrp="1"/>
          </p:cNvSpPr>
          <p:nvPr>
            <p:ph type="pic" sz="quarter" idx="10"/>
          </p:nvPr>
        </p:nvSpPr>
        <p:spPr>
          <a:xfrm>
            <a:off x="6104228" y="0"/>
            <a:ext cx="2374189" cy="6858000"/>
          </a:xfrm>
        </p:spPr>
        <p:txBody>
          <a:bodyPr rtlCol="0">
            <a:normAutofit/>
          </a:bodyPr>
          <a:lstStyle/>
          <a:p>
            <a:pPr lvl="0"/>
            <a:endParaRPr lang="ru-RU" noProof="0" dirty="0"/>
          </a:p>
        </p:txBody>
      </p:sp>
    </p:spTree>
    <p:extLst>
      <p:ext uri="{BB962C8B-B14F-4D97-AF65-F5344CB8AC3E}">
        <p14:creationId xmlns:p14="http://schemas.microsoft.com/office/powerpoint/2010/main" val="368698580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3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</p:bldLst>
  </p:timing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7_Пользовательский маке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Прямоугольник 6">
            <a:extLst>
              <a:ext uri="{FF2B5EF4-FFF2-40B4-BE49-F238E27FC236}">
                <a16:creationId xmlns:a16="http://schemas.microsoft.com/office/drawing/2014/main" id="{737131DA-1213-4163-A8FA-F632AFB7687F}"/>
              </a:ext>
            </a:extLst>
          </p:cNvPr>
          <p:cNvSpPr/>
          <p:nvPr userDrawn="1"/>
        </p:nvSpPr>
        <p:spPr>
          <a:xfrm>
            <a:off x="0" y="0"/>
            <a:ext cx="3713163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ru-RU" dirty="0"/>
          </a:p>
        </p:txBody>
      </p:sp>
      <p:sp>
        <p:nvSpPr>
          <p:cNvPr id="4" name="Прямоугольник 7">
            <a:extLst>
              <a:ext uri="{FF2B5EF4-FFF2-40B4-BE49-F238E27FC236}">
                <a16:creationId xmlns:a16="http://schemas.microsoft.com/office/drawing/2014/main" id="{716C87B2-7FA1-40AE-B178-391CE67CD4D9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11374438" y="6481763"/>
            <a:ext cx="349250" cy="2301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Raleway SemiBold" panose="020B0003030101060003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Raleway SemiBold" panose="020B0003030101060003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Raleway SemiBold" panose="020B0003030101060003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Raleway SemiBold" panose="020B0003030101060003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Raleway SemiBold" panose="020B0003030101060003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Raleway SemiBold" panose="020B0003030101060003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Raleway SemiBold" panose="020B0003030101060003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Raleway SemiBold" panose="020B0003030101060003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Raleway SemiBold" panose="020B0003030101060003" pitchFamily="34" charset="0"/>
              </a:defRPr>
            </a:lvl9pPr>
          </a:lstStyle>
          <a:p>
            <a:pPr algn="ctr" eaLnBrk="1" hangingPunct="1">
              <a:defRPr/>
            </a:pPr>
            <a:fld id="{A702089B-3E1A-40FF-A412-C72F92F51DDB}" type="slidenum">
              <a:rPr lang="ru-RU" altLang="ru-RU" sz="900" smtClean="0">
                <a:ea typeface="Lato" panose="020F0502020204030203" pitchFamily="34" charset="0"/>
                <a:cs typeface="Poppins SemiBold" panose="02000000000000000000" pitchFamily="2" charset="0"/>
              </a:rPr>
              <a:pPr algn="ctr" eaLnBrk="1" hangingPunct="1">
                <a:defRPr/>
              </a:pPr>
              <a:t>‹#›</a:t>
            </a:fld>
            <a:endParaRPr lang="ru-RU" altLang="ru-RU" sz="1200">
              <a:ea typeface="Lato" panose="020F0502020204030203" pitchFamily="34" charset="0"/>
              <a:cs typeface="Poppins SemiBold" panose="02000000000000000000" pitchFamily="2" charset="0"/>
            </a:endParaRPr>
          </a:p>
        </p:txBody>
      </p:sp>
      <p:pic>
        <p:nvPicPr>
          <p:cNvPr id="5" name="Рисунок 8">
            <a:extLst>
              <a:ext uri="{FF2B5EF4-FFF2-40B4-BE49-F238E27FC236}">
                <a16:creationId xmlns:a16="http://schemas.microsoft.com/office/drawing/2014/main" id="{F5B8749F-A043-4820-904F-BE48A639B7F3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469688" y="330200"/>
            <a:ext cx="158750" cy="161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" name="Рисунок 7"/>
          <p:cNvSpPr>
            <a:spLocks noGrp="1"/>
          </p:cNvSpPr>
          <p:nvPr>
            <p:ph type="pic" sz="quarter" idx="10"/>
          </p:nvPr>
        </p:nvSpPr>
        <p:spPr>
          <a:xfrm>
            <a:off x="3713583" y="0"/>
            <a:ext cx="2374189" cy="6858000"/>
          </a:xfrm>
        </p:spPr>
        <p:txBody>
          <a:bodyPr rtlCol="0">
            <a:normAutofit/>
          </a:bodyPr>
          <a:lstStyle/>
          <a:p>
            <a:pPr lvl="0"/>
            <a:endParaRPr lang="ru-RU" noProof="0" dirty="0"/>
          </a:p>
        </p:txBody>
      </p:sp>
    </p:spTree>
    <p:extLst>
      <p:ext uri="{BB962C8B-B14F-4D97-AF65-F5344CB8AC3E}">
        <p14:creationId xmlns:p14="http://schemas.microsoft.com/office/powerpoint/2010/main" val="3402250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3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</p:bldLst>
  </p:timing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1_Пользовательский маке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Прямоугольник 6">
            <a:extLst>
              <a:ext uri="{FF2B5EF4-FFF2-40B4-BE49-F238E27FC236}">
                <a16:creationId xmlns:a16="http://schemas.microsoft.com/office/drawing/2014/main" id="{31038639-2656-42E2-84FC-D33C9CF3FFD9}"/>
              </a:ext>
            </a:extLst>
          </p:cNvPr>
          <p:cNvSpPr/>
          <p:nvPr userDrawn="1"/>
        </p:nvSpPr>
        <p:spPr>
          <a:xfrm>
            <a:off x="0" y="0"/>
            <a:ext cx="3713163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ru-RU" dirty="0"/>
          </a:p>
        </p:txBody>
      </p:sp>
      <p:sp>
        <p:nvSpPr>
          <p:cNvPr id="4" name="Прямоугольник 7">
            <a:extLst>
              <a:ext uri="{FF2B5EF4-FFF2-40B4-BE49-F238E27FC236}">
                <a16:creationId xmlns:a16="http://schemas.microsoft.com/office/drawing/2014/main" id="{9A1224CE-F5FC-4868-BCED-83DCEE42FCA7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11374438" y="6481763"/>
            <a:ext cx="349250" cy="2301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Raleway SemiBold" panose="020B0003030101060003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Raleway SemiBold" panose="020B0003030101060003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Raleway SemiBold" panose="020B0003030101060003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Raleway SemiBold" panose="020B0003030101060003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Raleway SemiBold" panose="020B0003030101060003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Raleway SemiBold" panose="020B0003030101060003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Raleway SemiBold" panose="020B0003030101060003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Raleway SemiBold" panose="020B0003030101060003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Raleway SemiBold" panose="020B0003030101060003" pitchFamily="34" charset="0"/>
              </a:defRPr>
            </a:lvl9pPr>
          </a:lstStyle>
          <a:p>
            <a:pPr algn="ctr" eaLnBrk="1" hangingPunct="1">
              <a:defRPr/>
            </a:pPr>
            <a:fld id="{029060CB-6C2D-42FA-8FB2-ADE7815DDD84}" type="slidenum">
              <a:rPr lang="ru-RU" altLang="ru-RU" sz="900" smtClean="0">
                <a:ea typeface="Lato" panose="020F0502020204030203" pitchFamily="34" charset="0"/>
                <a:cs typeface="Poppins SemiBold" panose="02000000000000000000" pitchFamily="2" charset="0"/>
              </a:rPr>
              <a:pPr algn="ctr" eaLnBrk="1" hangingPunct="1">
                <a:defRPr/>
              </a:pPr>
              <a:t>‹#›</a:t>
            </a:fld>
            <a:endParaRPr lang="ru-RU" altLang="ru-RU" sz="1200">
              <a:ea typeface="Lato" panose="020F0502020204030203" pitchFamily="34" charset="0"/>
              <a:cs typeface="Poppins SemiBold" panose="02000000000000000000" pitchFamily="2" charset="0"/>
            </a:endParaRPr>
          </a:p>
        </p:txBody>
      </p:sp>
      <p:pic>
        <p:nvPicPr>
          <p:cNvPr id="5" name="Рисунок 8">
            <a:extLst>
              <a:ext uri="{FF2B5EF4-FFF2-40B4-BE49-F238E27FC236}">
                <a16:creationId xmlns:a16="http://schemas.microsoft.com/office/drawing/2014/main" id="{B88CDA52-0771-4C8A-BE11-4D518238F9BC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469688" y="330200"/>
            <a:ext cx="158750" cy="161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2" name="Рисунок 11"/>
          <p:cNvSpPr>
            <a:spLocks noGrp="1"/>
          </p:cNvSpPr>
          <p:nvPr>
            <p:ph type="pic" sz="quarter" idx="10"/>
          </p:nvPr>
        </p:nvSpPr>
        <p:spPr>
          <a:xfrm>
            <a:off x="4717433" y="1558457"/>
            <a:ext cx="3009445" cy="4012082"/>
          </a:xfrm>
        </p:spPr>
        <p:txBody>
          <a:bodyPr rtlCol="0">
            <a:normAutofit/>
          </a:bodyPr>
          <a:lstStyle/>
          <a:p>
            <a:pPr lvl="0"/>
            <a:endParaRPr lang="ru-RU" noProof="0" dirty="0"/>
          </a:p>
        </p:txBody>
      </p:sp>
    </p:spTree>
    <p:extLst>
      <p:ext uri="{BB962C8B-B14F-4D97-AF65-F5344CB8AC3E}">
        <p14:creationId xmlns:p14="http://schemas.microsoft.com/office/powerpoint/2010/main" val="385295798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3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</p:bldLst>
  </p:timing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Пользовательский маке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6">
            <a:extLst>
              <a:ext uri="{FF2B5EF4-FFF2-40B4-BE49-F238E27FC236}">
                <a16:creationId xmlns:a16="http://schemas.microsoft.com/office/drawing/2014/main" id="{68483481-277A-44ED-BA83-A15318FB0E7F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11347450" y="6438900"/>
            <a:ext cx="349250" cy="2301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Raleway SemiBold" panose="020B0003030101060003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Raleway SemiBold" panose="020B0003030101060003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Raleway SemiBold" panose="020B0003030101060003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Raleway SemiBold" panose="020B0003030101060003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Raleway SemiBold" panose="020B0003030101060003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Raleway SemiBold" panose="020B0003030101060003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Raleway SemiBold" panose="020B0003030101060003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Raleway SemiBold" panose="020B0003030101060003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Raleway SemiBold" panose="020B0003030101060003" pitchFamily="34" charset="0"/>
              </a:defRPr>
            </a:lvl9pPr>
          </a:lstStyle>
          <a:p>
            <a:pPr algn="ctr" eaLnBrk="1" hangingPunct="1">
              <a:defRPr/>
            </a:pPr>
            <a:fld id="{2B866F7B-4554-47CE-B65B-4F558B942A30}" type="slidenum">
              <a:rPr lang="ru-RU" altLang="ru-RU" sz="900" smtClean="0">
                <a:ea typeface="Lato" panose="020F0502020204030203" pitchFamily="34" charset="0"/>
                <a:cs typeface="Poppins SemiBold" panose="02000000000000000000" pitchFamily="2" charset="0"/>
              </a:rPr>
              <a:pPr algn="ctr" eaLnBrk="1" hangingPunct="1">
                <a:defRPr/>
              </a:pPr>
              <a:t>‹#›</a:t>
            </a:fld>
            <a:endParaRPr lang="ru-RU" altLang="ru-RU" sz="1200">
              <a:ea typeface="Lato" panose="020F0502020204030203" pitchFamily="34" charset="0"/>
              <a:cs typeface="Poppins SemiBold" panose="020000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755636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9_Пользовательский маке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Прямоугольник 6">
            <a:extLst>
              <a:ext uri="{FF2B5EF4-FFF2-40B4-BE49-F238E27FC236}">
                <a16:creationId xmlns:a16="http://schemas.microsoft.com/office/drawing/2014/main" id="{54B1EFD0-2E7C-43A1-8086-FBDCCC2C8DDB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11347450" y="6438900"/>
            <a:ext cx="349250" cy="2301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Raleway SemiBold" panose="020B0003030101060003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Raleway SemiBold" panose="020B0003030101060003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Raleway SemiBold" panose="020B0003030101060003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Raleway SemiBold" panose="020B0003030101060003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Raleway SemiBold" panose="020B0003030101060003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Raleway SemiBold" panose="020B0003030101060003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Raleway SemiBold" panose="020B0003030101060003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Raleway SemiBold" panose="020B0003030101060003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Raleway SemiBold" panose="020B0003030101060003" pitchFamily="34" charset="0"/>
              </a:defRPr>
            </a:lvl9pPr>
          </a:lstStyle>
          <a:p>
            <a:pPr algn="ctr" eaLnBrk="1" hangingPunct="1">
              <a:defRPr/>
            </a:pPr>
            <a:fld id="{45231EA1-A9D5-46AA-A27D-8D1446BCEB51}" type="slidenum">
              <a:rPr lang="ru-RU" altLang="ru-RU" sz="900" smtClean="0">
                <a:ea typeface="Lato" panose="020F0502020204030203" pitchFamily="34" charset="0"/>
                <a:cs typeface="Poppins SemiBold" panose="02000000000000000000" pitchFamily="2" charset="0"/>
              </a:rPr>
              <a:pPr algn="ctr" eaLnBrk="1" hangingPunct="1">
                <a:defRPr/>
              </a:pPr>
              <a:t>‹#›</a:t>
            </a:fld>
            <a:endParaRPr lang="ru-RU" altLang="ru-RU" sz="1200">
              <a:ea typeface="Lato" panose="020F0502020204030203" pitchFamily="34" charset="0"/>
              <a:cs typeface="Poppins SemiBold" panose="02000000000000000000" pitchFamily="2" charset="0"/>
            </a:endParaRPr>
          </a:p>
        </p:txBody>
      </p:sp>
      <p:pic>
        <p:nvPicPr>
          <p:cNvPr id="4" name="Рисунок 7">
            <a:extLst>
              <a:ext uri="{FF2B5EF4-FFF2-40B4-BE49-F238E27FC236}">
                <a16:creationId xmlns:a16="http://schemas.microsoft.com/office/drawing/2014/main" id="{82683D06-F1E9-499E-B2B3-A75C78032E96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442700" y="341313"/>
            <a:ext cx="158750" cy="1603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5" name="Группа 8">
            <a:extLst>
              <a:ext uri="{FF2B5EF4-FFF2-40B4-BE49-F238E27FC236}">
                <a16:creationId xmlns:a16="http://schemas.microsoft.com/office/drawing/2014/main" id="{2CF6A33C-93AF-4ABA-9796-F8076F8A15CD}"/>
              </a:ext>
            </a:extLst>
          </p:cNvPr>
          <p:cNvGrpSpPr>
            <a:grpSpLocks/>
          </p:cNvGrpSpPr>
          <p:nvPr userDrawn="1"/>
        </p:nvGrpSpPr>
        <p:grpSpPr bwMode="auto">
          <a:xfrm>
            <a:off x="296863" y="336550"/>
            <a:ext cx="241300" cy="165100"/>
            <a:chOff x="11345779" y="324853"/>
            <a:chExt cx="240632" cy="165462"/>
          </a:xfrm>
        </p:grpSpPr>
        <p:cxnSp>
          <p:nvCxnSpPr>
            <p:cNvPr id="6" name="Прямая соединительная линия 9">
              <a:extLst>
                <a:ext uri="{FF2B5EF4-FFF2-40B4-BE49-F238E27FC236}">
                  <a16:creationId xmlns:a16="http://schemas.microsoft.com/office/drawing/2014/main" id="{CD1EEED7-AB68-4ADA-A3ED-2F04168FB984}"/>
                </a:ext>
              </a:extLst>
            </p:cNvPr>
            <p:cNvCxnSpPr/>
            <p:nvPr/>
          </p:nvCxnSpPr>
          <p:spPr>
            <a:xfrm>
              <a:off x="11345779" y="324853"/>
              <a:ext cx="240632" cy="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" name="Прямая соединительная линия 10">
              <a:extLst>
                <a:ext uri="{FF2B5EF4-FFF2-40B4-BE49-F238E27FC236}">
                  <a16:creationId xmlns:a16="http://schemas.microsoft.com/office/drawing/2014/main" id="{42F3ED4C-CCBD-4FD2-934E-759BDCB5865C}"/>
                </a:ext>
              </a:extLst>
            </p:cNvPr>
            <p:cNvCxnSpPr/>
            <p:nvPr/>
          </p:nvCxnSpPr>
          <p:spPr>
            <a:xfrm>
              <a:off x="11345779" y="407584"/>
              <a:ext cx="240632" cy="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" name="Прямая соединительная линия 11">
              <a:extLst>
                <a:ext uri="{FF2B5EF4-FFF2-40B4-BE49-F238E27FC236}">
                  <a16:creationId xmlns:a16="http://schemas.microsoft.com/office/drawing/2014/main" id="{21895EFE-348C-4FEF-B3AF-732F1380986C}"/>
                </a:ext>
              </a:extLst>
            </p:cNvPr>
            <p:cNvCxnSpPr/>
            <p:nvPr/>
          </p:nvCxnSpPr>
          <p:spPr>
            <a:xfrm>
              <a:off x="11345779" y="490315"/>
              <a:ext cx="240632" cy="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4" name="Рисунок 13"/>
          <p:cNvSpPr>
            <a:spLocks noGrp="1"/>
          </p:cNvSpPr>
          <p:nvPr>
            <p:ph type="pic" sz="quarter" idx="10"/>
          </p:nvPr>
        </p:nvSpPr>
        <p:spPr>
          <a:xfrm>
            <a:off x="5138591" y="2480806"/>
            <a:ext cx="1829974" cy="3275937"/>
          </a:xfrm>
        </p:spPr>
        <p:txBody>
          <a:bodyPr rtlCol="0">
            <a:normAutofit/>
          </a:bodyPr>
          <a:lstStyle/>
          <a:p>
            <a:pPr lvl="0"/>
            <a:endParaRPr lang="ru-RU" noProof="0" dirty="0"/>
          </a:p>
        </p:txBody>
      </p:sp>
    </p:spTree>
    <p:extLst>
      <p:ext uri="{BB962C8B-B14F-4D97-AF65-F5344CB8AC3E}">
        <p14:creationId xmlns:p14="http://schemas.microsoft.com/office/powerpoint/2010/main" val="268764725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8_Пользовательский маке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Прямоугольник 6">
            <a:extLst>
              <a:ext uri="{FF2B5EF4-FFF2-40B4-BE49-F238E27FC236}">
                <a16:creationId xmlns:a16="http://schemas.microsoft.com/office/drawing/2014/main" id="{18473537-DC6C-445C-8F5A-7D6EA64E4941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11347450" y="6438900"/>
            <a:ext cx="349250" cy="2301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Raleway SemiBold" panose="020B0003030101060003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Raleway SemiBold" panose="020B0003030101060003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Raleway SemiBold" panose="020B0003030101060003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Raleway SemiBold" panose="020B0003030101060003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Raleway SemiBold" panose="020B0003030101060003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Raleway SemiBold" panose="020B0003030101060003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Raleway SemiBold" panose="020B0003030101060003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Raleway SemiBold" panose="020B0003030101060003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Raleway SemiBold" panose="020B0003030101060003" pitchFamily="34" charset="0"/>
              </a:defRPr>
            </a:lvl9pPr>
          </a:lstStyle>
          <a:p>
            <a:pPr algn="ctr" eaLnBrk="1" hangingPunct="1">
              <a:defRPr/>
            </a:pPr>
            <a:fld id="{02B59364-88A1-46CC-B23E-A480BB785429}" type="slidenum">
              <a:rPr lang="ru-RU" altLang="ru-RU" sz="900" smtClean="0">
                <a:ea typeface="Lato" panose="020F0502020204030203" pitchFamily="34" charset="0"/>
                <a:cs typeface="Poppins SemiBold" panose="02000000000000000000" pitchFamily="2" charset="0"/>
              </a:rPr>
              <a:pPr algn="ctr" eaLnBrk="1" hangingPunct="1">
                <a:defRPr/>
              </a:pPr>
              <a:t>‹#›</a:t>
            </a:fld>
            <a:endParaRPr lang="ru-RU" altLang="ru-RU" sz="1200">
              <a:ea typeface="Lato" panose="020F0502020204030203" pitchFamily="34" charset="0"/>
              <a:cs typeface="Poppins SemiBold" panose="02000000000000000000" pitchFamily="2" charset="0"/>
            </a:endParaRPr>
          </a:p>
        </p:txBody>
      </p:sp>
      <p:pic>
        <p:nvPicPr>
          <p:cNvPr id="4" name="Рисунок 7">
            <a:extLst>
              <a:ext uri="{FF2B5EF4-FFF2-40B4-BE49-F238E27FC236}">
                <a16:creationId xmlns:a16="http://schemas.microsoft.com/office/drawing/2014/main" id="{AE2B355A-513E-4159-8F89-08A4EB97A256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442700" y="341313"/>
            <a:ext cx="158750" cy="1603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5" name="Группа 8">
            <a:extLst>
              <a:ext uri="{FF2B5EF4-FFF2-40B4-BE49-F238E27FC236}">
                <a16:creationId xmlns:a16="http://schemas.microsoft.com/office/drawing/2014/main" id="{8D64607B-A57C-43ED-A5F2-DD4EAC1E8F03}"/>
              </a:ext>
            </a:extLst>
          </p:cNvPr>
          <p:cNvGrpSpPr>
            <a:grpSpLocks/>
          </p:cNvGrpSpPr>
          <p:nvPr userDrawn="1"/>
        </p:nvGrpSpPr>
        <p:grpSpPr bwMode="auto">
          <a:xfrm>
            <a:off x="296863" y="336550"/>
            <a:ext cx="241300" cy="165100"/>
            <a:chOff x="11345779" y="324853"/>
            <a:chExt cx="240632" cy="165462"/>
          </a:xfrm>
        </p:grpSpPr>
        <p:cxnSp>
          <p:nvCxnSpPr>
            <p:cNvPr id="6" name="Прямая соединительная линия 9">
              <a:extLst>
                <a:ext uri="{FF2B5EF4-FFF2-40B4-BE49-F238E27FC236}">
                  <a16:creationId xmlns:a16="http://schemas.microsoft.com/office/drawing/2014/main" id="{23475647-5819-4916-9F92-47E69E2E4064}"/>
                </a:ext>
              </a:extLst>
            </p:cNvPr>
            <p:cNvCxnSpPr/>
            <p:nvPr/>
          </p:nvCxnSpPr>
          <p:spPr>
            <a:xfrm>
              <a:off x="11345779" y="324853"/>
              <a:ext cx="240632" cy="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" name="Прямая соединительная линия 10">
              <a:extLst>
                <a:ext uri="{FF2B5EF4-FFF2-40B4-BE49-F238E27FC236}">
                  <a16:creationId xmlns:a16="http://schemas.microsoft.com/office/drawing/2014/main" id="{B86F076A-737F-4181-BCAC-3D7F066502DE}"/>
                </a:ext>
              </a:extLst>
            </p:cNvPr>
            <p:cNvCxnSpPr/>
            <p:nvPr/>
          </p:nvCxnSpPr>
          <p:spPr>
            <a:xfrm>
              <a:off x="11345779" y="407584"/>
              <a:ext cx="240632" cy="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" name="Прямая соединительная линия 11">
              <a:extLst>
                <a:ext uri="{FF2B5EF4-FFF2-40B4-BE49-F238E27FC236}">
                  <a16:creationId xmlns:a16="http://schemas.microsoft.com/office/drawing/2014/main" id="{A7F02FE5-C9D9-44FD-800C-D40FDF0CB7D5}"/>
                </a:ext>
              </a:extLst>
            </p:cNvPr>
            <p:cNvCxnSpPr/>
            <p:nvPr/>
          </p:nvCxnSpPr>
          <p:spPr>
            <a:xfrm>
              <a:off x="11345779" y="490315"/>
              <a:ext cx="240632" cy="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4" name="Рисунок 13"/>
          <p:cNvSpPr>
            <a:spLocks noGrp="1"/>
          </p:cNvSpPr>
          <p:nvPr>
            <p:ph type="pic" sz="quarter" idx="10"/>
          </p:nvPr>
        </p:nvSpPr>
        <p:spPr>
          <a:xfrm>
            <a:off x="5868063" y="1979875"/>
            <a:ext cx="4738977" cy="3005593"/>
          </a:xfrm>
        </p:spPr>
        <p:txBody>
          <a:bodyPr rtlCol="0">
            <a:normAutofit/>
          </a:bodyPr>
          <a:lstStyle/>
          <a:p>
            <a:pPr lvl="0"/>
            <a:endParaRPr lang="ru-RU" noProof="0" dirty="0"/>
          </a:p>
        </p:txBody>
      </p:sp>
    </p:spTree>
    <p:extLst>
      <p:ext uri="{BB962C8B-B14F-4D97-AF65-F5344CB8AC3E}">
        <p14:creationId xmlns:p14="http://schemas.microsoft.com/office/powerpoint/2010/main" val="19861119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3_Пользовательский маке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Прямоугольник 6">
            <a:extLst>
              <a:ext uri="{FF2B5EF4-FFF2-40B4-BE49-F238E27FC236}">
                <a16:creationId xmlns:a16="http://schemas.microsoft.com/office/drawing/2014/main" id="{26E22725-4763-46E8-AC41-683CE190929B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5921375" y="6438900"/>
            <a:ext cx="349250" cy="2301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Raleway SemiBold" panose="020B0003030101060003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Raleway SemiBold" panose="020B0003030101060003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Raleway SemiBold" panose="020B0003030101060003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Raleway SemiBold" panose="020B0003030101060003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Raleway SemiBold" panose="020B0003030101060003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Raleway SemiBold" panose="020B0003030101060003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Raleway SemiBold" panose="020B0003030101060003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Raleway SemiBold" panose="020B0003030101060003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Raleway SemiBold" panose="020B0003030101060003" pitchFamily="34" charset="0"/>
              </a:defRPr>
            </a:lvl9pPr>
          </a:lstStyle>
          <a:p>
            <a:pPr algn="ctr" eaLnBrk="1" hangingPunct="1">
              <a:defRPr/>
            </a:pPr>
            <a:fld id="{B44EB110-F8B3-46CB-B985-F1E0D118AD31}" type="slidenum">
              <a:rPr lang="ru-RU" altLang="ru-RU" sz="900" smtClean="0">
                <a:ea typeface="Lato" panose="020F0502020204030203" pitchFamily="34" charset="0"/>
                <a:cs typeface="Poppins SemiBold" panose="02000000000000000000" pitchFamily="2" charset="0"/>
              </a:rPr>
              <a:pPr algn="ctr" eaLnBrk="1" hangingPunct="1">
                <a:defRPr/>
              </a:pPr>
              <a:t>‹#›</a:t>
            </a:fld>
            <a:endParaRPr lang="ru-RU" altLang="ru-RU" sz="1200">
              <a:ea typeface="Lato" panose="020F0502020204030203" pitchFamily="34" charset="0"/>
              <a:cs typeface="Poppins SemiBold" panose="02000000000000000000" pitchFamily="2" charset="0"/>
            </a:endParaRPr>
          </a:p>
        </p:txBody>
      </p:sp>
      <p:pic>
        <p:nvPicPr>
          <p:cNvPr id="4" name="Рисунок 7">
            <a:extLst>
              <a:ext uri="{FF2B5EF4-FFF2-40B4-BE49-F238E27FC236}">
                <a16:creationId xmlns:a16="http://schemas.microsoft.com/office/drawing/2014/main" id="{9BA3514D-CF02-44CD-834D-5A56935681E3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442700" y="341313"/>
            <a:ext cx="158750" cy="1603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5" name="Группа 8">
            <a:extLst>
              <a:ext uri="{FF2B5EF4-FFF2-40B4-BE49-F238E27FC236}">
                <a16:creationId xmlns:a16="http://schemas.microsoft.com/office/drawing/2014/main" id="{CEBD0EC7-2F92-4CC4-AE53-BA72F3696ADA}"/>
              </a:ext>
            </a:extLst>
          </p:cNvPr>
          <p:cNvGrpSpPr>
            <a:grpSpLocks/>
          </p:cNvGrpSpPr>
          <p:nvPr userDrawn="1"/>
        </p:nvGrpSpPr>
        <p:grpSpPr bwMode="auto">
          <a:xfrm>
            <a:off x="296863" y="336550"/>
            <a:ext cx="241300" cy="165100"/>
            <a:chOff x="11345779" y="324853"/>
            <a:chExt cx="240632" cy="165462"/>
          </a:xfrm>
        </p:grpSpPr>
        <p:cxnSp>
          <p:nvCxnSpPr>
            <p:cNvPr id="6" name="Прямая соединительная линия 9">
              <a:extLst>
                <a:ext uri="{FF2B5EF4-FFF2-40B4-BE49-F238E27FC236}">
                  <a16:creationId xmlns:a16="http://schemas.microsoft.com/office/drawing/2014/main" id="{36FA479B-F63E-4A75-A745-2B569E4601D8}"/>
                </a:ext>
              </a:extLst>
            </p:cNvPr>
            <p:cNvCxnSpPr/>
            <p:nvPr/>
          </p:nvCxnSpPr>
          <p:spPr>
            <a:xfrm>
              <a:off x="11345779" y="324853"/>
              <a:ext cx="240632" cy="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" name="Прямая соединительная линия 10">
              <a:extLst>
                <a:ext uri="{FF2B5EF4-FFF2-40B4-BE49-F238E27FC236}">
                  <a16:creationId xmlns:a16="http://schemas.microsoft.com/office/drawing/2014/main" id="{4DBE2DC1-5972-4C1F-95BD-6F292706B08C}"/>
                </a:ext>
              </a:extLst>
            </p:cNvPr>
            <p:cNvCxnSpPr/>
            <p:nvPr/>
          </p:nvCxnSpPr>
          <p:spPr>
            <a:xfrm>
              <a:off x="11345779" y="407584"/>
              <a:ext cx="240632" cy="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" name="Прямая соединительная линия 11">
              <a:extLst>
                <a:ext uri="{FF2B5EF4-FFF2-40B4-BE49-F238E27FC236}">
                  <a16:creationId xmlns:a16="http://schemas.microsoft.com/office/drawing/2014/main" id="{A078E7D6-1B02-4CF4-B5D3-0571A3695222}"/>
                </a:ext>
              </a:extLst>
            </p:cNvPr>
            <p:cNvCxnSpPr/>
            <p:nvPr/>
          </p:nvCxnSpPr>
          <p:spPr>
            <a:xfrm>
              <a:off x="11345779" y="490315"/>
              <a:ext cx="240632" cy="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3" name="Рисунок 13"/>
          <p:cNvSpPr>
            <a:spLocks noGrp="1"/>
          </p:cNvSpPr>
          <p:nvPr>
            <p:ph type="pic" sz="quarter" idx="10"/>
          </p:nvPr>
        </p:nvSpPr>
        <p:spPr>
          <a:xfrm>
            <a:off x="1512047" y="2542501"/>
            <a:ext cx="4141694" cy="2615609"/>
          </a:xfrm>
        </p:spPr>
        <p:txBody>
          <a:bodyPr rtlCol="0">
            <a:normAutofit/>
          </a:bodyPr>
          <a:lstStyle/>
          <a:p>
            <a:pPr lvl="0"/>
            <a:endParaRPr lang="ru-RU" noProof="0" dirty="0"/>
          </a:p>
        </p:txBody>
      </p:sp>
    </p:spTree>
    <p:extLst>
      <p:ext uri="{BB962C8B-B14F-4D97-AF65-F5344CB8AC3E}">
        <p14:creationId xmlns:p14="http://schemas.microsoft.com/office/powerpoint/2010/main" val="164791505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Пользовательский маке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Прямоугольник 6">
            <a:extLst>
              <a:ext uri="{FF2B5EF4-FFF2-40B4-BE49-F238E27FC236}">
                <a16:creationId xmlns:a16="http://schemas.microsoft.com/office/drawing/2014/main" id="{4417C6BF-9776-415B-8B77-E5996EB26735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11250613" y="6438900"/>
            <a:ext cx="350837" cy="2301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Raleway SemiBold" panose="020B0003030101060003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Raleway SemiBold" panose="020B0003030101060003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Raleway SemiBold" panose="020B0003030101060003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Raleway SemiBold" panose="020B0003030101060003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Raleway SemiBold" panose="020B0003030101060003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Raleway SemiBold" panose="020B0003030101060003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Raleway SemiBold" panose="020B0003030101060003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Raleway SemiBold" panose="020B0003030101060003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Raleway SemiBold" panose="020B0003030101060003" pitchFamily="34" charset="0"/>
              </a:defRPr>
            </a:lvl9pPr>
          </a:lstStyle>
          <a:p>
            <a:pPr algn="ctr" eaLnBrk="1" hangingPunct="1">
              <a:defRPr/>
            </a:pPr>
            <a:fld id="{699D2824-1258-499F-993C-6333E7B243DC}" type="slidenum">
              <a:rPr lang="ru-RU" altLang="ru-RU" sz="900" smtClean="0">
                <a:ea typeface="Lato" panose="020F0502020204030203" pitchFamily="34" charset="0"/>
                <a:cs typeface="Poppins SemiBold" panose="02000000000000000000" pitchFamily="2" charset="0"/>
              </a:rPr>
              <a:pPr algn="ctr" eaLnBrk="1" hangingPunct="1">
                <a:defRPr/>
              </a:pPr>
              <a:t>‹#›</a:t>
            </a:fld>
            <a:endParaRPr lang="ru-RU" altLang="ru-RU" sz="1200">
              <a:ea typeface="Lato" panose="020F0502020204030203" pitchFamily="34" charset="0"/>
              <a:cs typeface="Poppins SemiBold" panose="02000000000000000000" pitchFamily="2" charset="0"/>
            </a:endParaRPr>
          </a:p>
        </p:txBody>
      </p:sp>
      <p:pic>
        <p:nvPicPr>
          <p:cNvPr id="4" name="Рисунок 7">
            <a:extLst>
              <a:ext uri="{FF2B5EF4-FFF2-40B4-BE49-F238E27FC236}">
                <a16:creationId xmlns:a16="http://schemas.microsoft.com/office/drawing/2014/main" id="{DB7F5C48-94C2-4ED0-8C06-A79311902843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345863" y="341313"/>
            <a:ext cx="160337" cy="1603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5" name="Группа 8">
            <a:extLst>
              <a:ext uri="{FF2B5EF4-FFF2-40B4-BE49-F238E27FC236}">
                <a16:creationId xmlns:a16="http://schemas.microsoft.com/office/drawing/2014/main" id="{4508B975-3C32-43CD-9C1F-4303AE0FA16C}"/>
              </a:ext>
            </a:extLst>
          </p:cNvPr>
          <p:cNvGrpSpPr>
            <a:grpSpLocks/>
          </p:cNvGrpSpPr>
          <p:nvPr userDrawn="1"/>
        </p:nvGrpSpPr>
        <p:grpSpPr bwMode="auto">
          <a:xfrm>
            <a:off x="296863" y="336550"/>
            <a:ext cx="241300" cy="165100"/>
            <a:chOff x="11345779" y="324853"/>
            <a:chExt cx="240632" cy="165462"/>
          </a:xfrm>
        </p:grpSpPr>
        <p:cxnSp>
          <p:nvCxnSpPr>
            <p:cNvPr id="6" name="Прямая соединительная линия 9">
              <a:extLst>
                <a:ext uri="{FF2B5EF4-FFF2-40B4-BE49-F238E27FC236}">
                  <a16:creationId xmlns:a16="http://schemas.microsoft.com/office/drawing/2014/main" id="{67170EA5-80C5-47A2-B3FA-AE59319F617F}"/>
                </a:ext>
              </a:extLst>
            </p:cNvPr>
            <p:cNvCxnSpPr/>
            <p:nvPr/>
          </p:nvCxnSpPr>
          <p:spPr>
            <a:xfrm>
              <a:off x="11345779" y="324853"/>
              <a:ext cx="240632" cy="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" name="Прямая соединительная линия 10">
              <a:extLst>
                <a:ext uri="{FF2B5EF4-FFF2-40B4-BE49-F238E27FC236}">
                  <a16:creationId xmlns:a16="http://schemas.microsoft.com/office/drawing/2014/main" id="{D6A0DE13-6FFA-460E-96C6-5EC8A6F164F5}"/>
                </a:ext>
              </a:extLst>
            </p:cNvPr>
            <p:cNvCxnSpPr/>
            <p:nvPr/>
          </p:nvCxnSpPr>
          <p:spPr>
            <a:xfrm>
              <a:off x="11345779" y="407584"/>
              <a:ext cx="240632" cy="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" name="Прямая соединительная линия 11">
              <a:extLst>
                <a:ext uri="{FF2B5EF4-FFF2-40B4-BE49-F238E27FC236}">
                  <a16:creationId xmlns:a16="http://schemas.microsoft.com/office/drawing/2014/main" id="{17D07CDF-8066-4430-9DD2-37FB464A518B}"/>
                </a:ext>
              </a:extLst>
            </p:cNvPr>
            <p:cNvCxnSpPr/>
            <p:nvPr/>
          </p:nvCxnSpPr>
          <p:spPr>
            <a:xfrm>
              <a:off x="11345779" y="490315"/>
              <a:ext cx="240632" cy="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3" name="Рисунок 12"/>
          <p:cNvSpPr>
            <a:spLocks noGrp="1"/>
          </p:cNvSpPr>
          <p:nvPr>
            <p:ph type="pic" sz="quarter" idx="10"/>
          </p:nvPr>
        </p:nvSpPr>
        <p:spPr>
          <a:xfrm>
            <a:off x="1419225" y="2511016"/>
            <a:ext cx="1214823" cy="1214823"/>
          </a:xfrm>
          <a:prstGeom prst="ellipse">
            <a:avLst/>
          </a:prstGeom>
        </p:spPr>
        <p:txBody>
          <a:bodyPr rtlCol="0">
            <a:normAutofit/>
          </a:bodyPr>
          <a:lstStyle/>
          <a:p>
            <a:pPr lvl="0"/>
            <a:endParaRPr lang="ru-RU" noProof="0" dirty="0"/>
          </a:p>
        </p:txBody>
      </p:sp>
    </p:spTree>
    <p:extLst>
      <p:ext uri="{BB962C8B-B14F-4D97-AF65-F5344CB8AC3E}">
        <p14:creationId xmlns:p14="http://schemas.microsoft.com/office/powerpoint/2010/main" val="351895837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Пользовательский маке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Прямоугольник 6">
            <a:extLst>
              <a:ext uri="{FF2B5EF4-FFF2-40B4-BE49-F238E27FC236}">
                <a16:creationId xmlns:a16="http://schemas.microsoft.com/office/drawing/2014/main" id="{4E9DC02E-A816-4317-8C59-9EED72928E07}"/>
              </a:ext>
            </a:extLst>
          </p:cNvPr>
          <p:cNvSpPr/>
          <p:nvPr userDrawn="1"/>
        </p:nvSpPr>
        <p:spPr>
          <a:xfrm>
            <a:off x="0" y="0"/>
            <a:ext cx="5448300" cy="6858000"/>
          </a:xfrm>
          <a:prstGeom prst="rect">
            <a:avLst/>
          </a:prstGeom>
          <a:solidFill>
            <a:schemeClr val="bg2">
              <a:lumMod val="1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ru-RU" dirty="0"/>
          </a:p>
        </p:txBody>
      </p:sp>
      <p:sp>
        <p:nvSpPr>
          <p:cNvPr id="4" name="Прямоугольник 7">
            <a:extLst>
              <a:ext uri="{FF2B5EF4-FFF2-40B4-BE49-F238E27FC236}">
                <a16:creationId xmlns:a16="http://schemas.microsoft.com/office/drawing/2014/main" id="{DC9EC454-DF44-44D6-B711-A20DB42A7B22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442913" y="6438900"/>
            <a:ext cx="349250" cy="2301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Raleway SemiBold" panose="020B0003030101060003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Raleway SemiBold" panose="020B0003030101060003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Raleway SemiBold" panose="020B0003030101060003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Raleway SemiBold" panose="020B0003030101060003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Raleway SemiBold" panose="020B0003030101060003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Raleway SemiBold" panose="020B0003030101060003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Raleway SemiBold" panose="020B0003030101060003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Raleway SemiBold" panose="020B0003030101060003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Raleway SemiBold" panose="020B0003030101060003" pitchFamily="34" charset="0"/>
              </a:defRPr>
            </a:lvl9pPr>
          </a:lstStyle>
          <a:p>
            <a:pPr algn="ctr" eaLnBrk="1" hangingPunct="1">
              <a:defRPr/>
            </a:pPr>
            <a:fld id="{7DD9EB26-DB88-4390-B3E8-4B4EC703884B}" type="slidenum">
              <a:rPr lang="ru-RU" altLang="ru-RU" sz="900" smtClean="0">
                <a:solidFill>
                  <a:schemeClr val="bg1"/>
                </a:solidFill>
                <a:ea typeface="Lato" panose="020F0502020204030203" pitchFamily="34" charset="0"/>
                <a:cs typeface="Poppins SemiBold" panose="02000000000000000000" pitchFamily="2" charset="0"/>
              </a:rPr>
              <a:pPr algn="ctr" eaLnBrk="1" hangingPunct="1">
                <a:defRPr/>
              </a:pPr>
              <a:t>‹#›</a:t>
            </a:fld>
            <a:endParaRPr lang="ru-RU" altLang="ru-RU" sz="1200">
              <a:solidFill>
                <a:schemeClr val="bg1"/>
              </a:solidFill>
              <a:ea typeface="Lato" panose="020F0502020204030203" pitchFamily="34" charset="0"/>
              <a:cs typeface="Poppins SemiBold" panose="02000000000000000000" pitchFamily="2" charset="0"/>
            </a:endParaRPr>
          </a:p>
        </p:txBody>
      </p:sp>
      <p:pic>
        <p:nvPicPr>
          <p:cNvPr id="5" name="Рисунок 8">
            <a:extLst>
              <a:ext uri="{FF2B5EF4-FFF2-40B4-BE49-F238E27FC236}">
                <a16:creationId xmlns:a16="http://schemas.microsoft.com/office/drawing/2014/main" id="{C89B8ED3-B14F-4640-9CA6-873DBD1F19A4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8163" y="341313"/>
            <a:ext cx="158750" cy="1603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9" name="Рисунок 7"/>
          <p:cNvSpPr>
            <a:spLocks noGrp="1"/>
          </p:cNvSpPr>
          <p:nvPr>
            <p:ph type="pic" sz="quarter" idx="10"/>
          </p:nvPr>
        </p:nvSpPr>
        <p:spPr>
          <a:xfrm>
            <a:off x="5447721" y="0"/>
            <a:ext cx="6744279" cy="6858000"/>
          </a:xfrm>
        </p:spPr>
        <p:txBody>
          <a:bodyPr rtlCol="0">
            <a:normAutofit/>
          </a:bodyPr>
          <a:lstStyle/>
          <a:p>
            <a:pPr lvl="0"/>
            <a:endParaRPr lang="ru-RU" noProof="0" dirty="0"/>
          </a:p>
        </p:txBody>
      </p:sp>
    </p:spTree>
    <p:extLst>
      <p:ext uri="{BB962C8B-B14F-4D97-AF65-F5344CB8AC3E}">
        <p14:creationId xmlns:p14="http://schemas.microsoft.com/office/powerpoint/2010/main" val="17905805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Пользовательский маке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Прямоугольник 6">
            <a:extLst>
              <a:ext uri="{FF2B5EF4-FFF2-40B4-BE49-F238E27FC236}">
                <a16:creationId xmlns:a16="http://schemas.microsoft.com/office/drawing/2014/main" id="{A11FC0B1-B37B-4E0C-A673-085A70A7FFAA}"/>
              </a:ext>
            </a:extLst>
          </p:cNvPr>
          <p:cNvSpPr/>
          <p:nvPr userDrawn="1"/>
        </p:nvSpPr>
        <p:spPr>
          <a:xfrm>
            <a:off x="4776788" y="0"/>
            <a:ext cx="7415212" cy="6858000"/>
          </a:xfrm>
          <a:prstGeom prst="rect">
            <a:avLst/>
          </a:prstGeom>
          <a:solidFill>
            <a:schemeClr val="bg2">
              <a:lumMod val="1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ru-RU" dirty="0"/>
          </a:p>
        </p:txBody>
      </p:sp>
      <p:sp>
        <p:nvSpPr>
          <p:cNvPr id="4" name="Прямоугольник 7">
            <a:extLst>
              <a:ext uri="{FF2B5EF4-FFF2-40B4-BE49-F238E27FC236}">
                <a16:creationId xmlns:a16="http://schemas.microsoft.com/office/drawing/2014/main" id="{55964EA4-3D95-4889-B07F-FBA3D810E102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11472863" y="6438900"/>
            <a:ext cx="349250" cy="2301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Raleway SemiBold" panose="020B0003030101060003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Raleway SemiBold" panose="020B0003030101060003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Raleway SemiBold" panose="020B0003030101060003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Raleway SemiBold" panose="020B0003030101060003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Raleway SemiBold" panose="020B0003030101060003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Raleway SemiBold" panose="020B0003030101060003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Raleway SemiBold" panose="020B0003030101060003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Raleway SemiBold" panose="020B0003030101060003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Raleway SemiBold" panose="020B0003030101060003" pitchFamily="34" charset="0"/>
              </a:defRPr>
            </a:lvl9pPr>
          </a:lstStyle>
          <a:p>
            <a:pPr algn="ctr" eaLnBrk="1" hangingPunct="1">
              <a:defRPr/>
            </a:pPr>
            <a:fld id="{225F8569-E07D-47E8-91B6-BBBC916FEAA5}" type="slidenum">
              <a:rPr lang="ru-RU" altLang="ru-RU" sz="900" smtClean="0">
                <a:solidFill>
                  <a:schemeClr val="bg1"/>
                </a:solidFill>
                <a:ea typeface="Lato" panose="020F0502020204030203" pitchFamily="34" charset="0"/>
                <a:cs typeface="Poppins SemiBold" panose="02000000000000000000" pitchFamily="2" charset="0"/>
              </a:rPr>
              <a:pPr algn="ctr" eaLnBrk="1" hangingPunct="1">
                <a:defRPr/>
              </a:pPr>
              <a:t>‹#›</a:t>
            </a:fld>
            <a:endParaRPr lang="ru-RU" altLang="ru-RU" sz="1200">
              <a:solidFill>
                <a:schemeClr val="bg1"/>
              </a:solidFill>
              <a:ea typeface="Lato" panose="020F0502020204030203" pitchFamily="34" charset="0"/>
              <a:cs typeface="Poppins SemiBold" panose="02000000000000000000" pitchFamily="2" charset="0"/>
            </a:endParaRPr>
          </a:p>
        </p:txBody>
      </p:sp>
      <p:pic>
        <p:nvPicPr>
          <p:cNvPr id="5" name="Рисунок 8">
            <a:extLst>
              <a:ext uri="{FF2B5EF4-FFF2-40B4-BE49-F238E27FC236}">
                <a16:creationId xmlns:a16="http://schemas.microsoft.com/office/drawing/2014/main" id="{802EDD3C-6284-4715-9D47-120119D29F8F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568113" y="341313"/>
            <a:ext cx="158750" cy="1603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Рисунок 7"/>
          <p:cNvSpPr>
            <a:spLocks noGrp="1"/>
          </p:cNvSpPr>
          <p:nvPr>
            <p:ph type="pic" sz="quarter" idx="10"/>
          </p:nvPr>
        </p:nvSpPr>
        <p:spPr>
          <a:xfrm>
            <a:off x="1" y="0"/>
            <a:ext cx="4776715" cy="6858000"/>
          </a:xfrm>
        </p:spPr>
        <p:txBody>
          <a:bodyPr rtlCol="0">
            <a:normAutofit/>
          </a:bodyPr>
          <a:lstStyle/>
          <a:p>
            <a:pPr lvl="0"/>
            <a:endParaRPr lang="ru-RU" noProof="0" dirty="0"/>
          </a:p>
        </p:txBody>
      </p:sp>
    </p:spTree>
    <p:extLst>
      <p:ext uri="{BB962C8B-B14F-4D97-AF65-F5344CB8AC3E}">
        <p14:creationId xmlns:p14="http://schemas.microsoft.com/office/powerpoint/2010/main" val="203044458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3_Пользовательский маке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Прямоугольник 6">
            <a:extLst>
              <a:ext uri="{FF2B5EF4-FFF2-40B4-BE49-F238E27FC236}">
                <a16:creationId xmlns:a16="http://schemas.microsoft.com/office/drawing/2014/main" id="{A16D3917-6035-4860-977A-98FFBCD3D956}"/>
              </a:ext>
            </a:extLst>
          </p:cNvPr>
          <p:cNvSpPr/>
          <p:nvPr userDrawn="1"/>
        </p:nvSpPr>
        <p:spPr>
          <a:xfrm>
            <a:off x="5838825" y="0"/>
            <a:ext cx="6353175" cy="6858000"/>
          </a:xfrm>
          <a:prstGeom prst="rect">
            <a:avLst/>
          </a:prstGeom>
          <a:solidFill>
            <a:schemeClr val="bg2">
              <a:lumMod val="1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ru-RU" dirty="0"/>
          </a:p>
        </p:txBody>
      </p:sp>
      <p:sp>
        <p:nvSpPr>
          <p:cNvPr id="4" name="Прямоугольник 7">
            <a:extLst>
              <a:ext uri="{FF2B5EF4-FFF2-40B4-BE49-F238E27FC236}">
                <a16:creationId xmlns:a16="http://schemas.microsoft.com/office/drawing/2014/main" id="{7880FC3A-143D-4B12-957E-CA8FDDFF928A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11472863" y="6438900"/>
            <a:ext cx="349250" cy="2301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Raleway SemiBold" panose="020B0003030101060003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Raleway SemiBold" panose="020B0003030101060003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Raleway SemiBold" panose="020B0003030101060003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Raleway SemiBold" panose="020B0003030101060003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Raleway SemiBold" panose="020B0003030101060003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Raleway SemiBold" panose="020B0003030101060003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Raleway SemiBold" panose="020B0003030101060003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Raleway SemiBold" panose="020B0003030101060003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Raleway SemiBold" panose="020B0003030101060003" pitchFamily="34" charset="0"/>
              </a:defRPr>
            </a:lvl9pPr>
          </a:lstStyle>
          <a:p>
            <a:pPr algn="ctr" eaLnBrk="1" hangingPunct="1">
              <a:defRPr/>
            </a:pPr>
            <a:fld id="{71CD4E18-A744-4BDD-93AE-5F891D741838}" type="slidenum">
              <a:rPr lang="ru-RU" altLang="ru-RU" sz="900" smtClean="0">
                <a:solidFill>
                  <a:schemeClr val="bg1"/>
                </a:solidFill>
                <a:ea typeface="Lato" panose="020F0502020204030203" pitchFamily="34" charset="0"/>
                <a:cs typeface="Poppins SemiBold" panose="02000000000000000000" pitchFamily="2" charset="0"/>
              </a:rPr>
              <a:pPr algn="ctr" eaLnBrk="1" hangingPunct="1">
                <a:defRPr/>
              </a:pPr>
              <a:t>‹#›</a:t>
            </a:fld>
            <a:endParaRPr lang="ru-RU" altLang="ru-RU" sz="1200">
              <a:solidFill>
                <a:schemeClr val="bg1"/>
              </a:solidFill>
              <a:ea typeface="Lato" panose="020F0502020204030203" pitchFamily="34" charset="0"/>
              <a:cs typeface="Poppins SemiBold" panose="02000000000000000000" pitchFamily="2" charset="0"/>
            </a:endParaRPr>
          </a:p>
        </p:txBody>
      </p:sp>
      <p:pic>
        <p:nvPicPr>
          <p:cNvPr id="5" name="Рисунок 8">
            <a:extLst>
              <a:ext uri="{FF2B5EF4-FFF2-40B4-BE49-F238E27FC236}">
                <a16:creationId xmlns:a16="http://schemas.microsoft.com/office/drawing/2014/main" id="{E2333D48-8ACC-4154-AFCA-37EE696B467C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568113" y="341313"/>
            <a:ext cx="158750" cy="1603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" name="Рисунок 6"/>
          <p:cNvSpPr>
            <a:spLocks noGrp="1"/>
          </p:cNvSpPr>
          <p:nvPr>
            <p:ph type="pic" sz="quarter" idx="10"/>
          </p:nvPr>
        </p:nvSpPr>
        <p:spPr>
          <a:xfrm>
            <a:off x="0" y="-1"/>
            <a:ext cx="5838825" cy="3678865"/>
          </a:xfrm>
        </p:spPr>
        <p:txBody>
          <a:bodyPr rtlCol="0">
            <a:normAutofit/>
          </a:bodyPr>
          <a:lstStyle/>
          <a:p>
            <a:pPr lvl="0"/>
            <a:endParaRPr lang="ru-RU" noProof="0" dirty="0"/>
          </a:p>
        </p:txBody>
      </p:sp>
    </p:spTree>
    <p:extLst>
      <p:ext uri="{BB962C8B-B14F-4D97-AF65-F5344CB8AC3E}">
        <p14:creationId xmlns:p14="http://schemas.microsoft.com/office/powerpoint/2010/main" val="365918142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_Пользовательский маке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6">
            <a:extLst>
              <a:ext uri="{FF2B5EF4-FFF2-40B4-BE49-F238E27FC236}">
                <a16:creationId xmlns:a16="http://schemas.microsoft.com/office/drawing/2014/main" id="{121119AA-F583-41D5-83EF-4C5C39DBB27D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>
              <a:lumMod val="1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ru-RU" dirty="0"/>
          </a:p>
        </p:txBody>
      </p:sp>
      <p:sp>
        <p:nvSpPr>
          <p:cNvPr id="3" name="Прямоугольник 7">
            <a:extLst>
              <a:ext uri="{FF2B5EF4-FFF2-40B4-BE49-F238E27FC236}">
                <a16:creationId xmlns:a16="http://schemas.microsoft.com/office/drawing/2014/main" id="{791080BF-311D-4D88-A06A-F17198E5490E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11472863" y="6438900"/>
            <a:ext cx="349250" cy="2301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Raleway SemiBold" panose="020B0003030101060003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Raleway SemiBold" panose="020B0003030101060003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Raleway SemiBold" panose="020B0003030101060003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Raleway SemiBold" panose="020B0003030101060003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Raleway SemiBold" panose="020B0003030101060003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Raleway SemiBold" panose="020B0003030101060003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Raleway SemiBold" panose="020B0003030101060003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Raleway SemiBold" panose="020B0003030101060003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Raleway SemiBold" panose="020B0003030101060003" pitchFamily="34" charset="0"/>
              </a:defRPr>
            </a:lvl9pPr>
          </a:lstStyle>
          <a:p>
            <a:pPr algn="ctr" eaLnBrk="1" hangingPunct="1">
              <a:defRPr/>
            </a:pPr>
            <a:fld id="{F38830DB-1696-4888-983B-AA60A2989C81}" type="slidenum">
              <a:rPr lang="ru-RU" altLang="ru-RU" sz="900" smtClean="0">
                <a:solidFill>
                  <a:schemeClr val="bg1"/>
                </a:solidFill>
                <a:ea typeface="Lato" panose="020F0502020204030203" pitchFamily="34" charset="0"/>
                <a:cs typeface="Poppins SemiBold" panose="02000000000000000000" pitchFamily="2" charset="0"/>
              </a:rPr>
              <a:pPr algn="ctr" eaLnBrk="1" hangingPunct="1">
                <a:defRPr/>
              </a:pPr>
              <a:t>‹#›</a:t>
            </a:fld>
            <a:endParaRPr lang="ru-RU" altLang="ru-RU" sz="1200">
              <a:solidFill>
                <a:schemeClr val="bg1"/>
              </a:solidFill>
              <a:ea typeface="Lato" panose="020F0502020204030203" pitchFamily="34" charset="0"/>
              <a:cs typeface="Poppins SemiBold" panose="02000000000000000000" pitchFamily="2" charset="0"/>
            </a:endParaRPr>
          </a:p>
        </p:txBody>
      </p:sp>
      <p:pic>
        <p:nvPicPr>
          <p:cNvPr id="4" name="Рисунок 8">
            <a:extLst>
              <a:ext uri="{FF2B5EF4-FFF2-40B4-BE49-F238E27FC236}">
                <a16:creationId xmlns:a16="http://schemas.microsoft.com/office/drawing/2014/main" id="{E273DE62-B604-41D3-94A5-A9B414632515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568113" y="339725"/>
            <a:ext cx="158750" cy="1603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5" name="Группа 9">
            <a:extLst>
              <a:ext uri="{FF2B5EF4-FFF2-40B4-BE49-F238E27FC236}">
                <a16:creationId xmlns:a16="http://schemas.microsoft.com/office/drawing/2014/main" id="{9A6B85F2-F1FF-46D7-8DF1-6630019359D6}"/>
              </a:ext>
            </a:extLst>
          </p:cNvPr>
          <p:cNvGrpSpPr>
            <a:grpSpLocks/>
          </p:cNvGrpSpPr>
          <p:nvPr userDrawn="1"/>
        </p:nvGrpSpPr>
        <p:grpSpPr bwMode="auto">
          <a:xfrm>
            <a:off x="296863" y="336550"/>
            <a:ext cx="241300" cy="165100"/>
            <a:chOff x="11345779" y="324853"/>
            <a:chExt cx="240632" cy="165462"/>
          </a:xfrm>
        </p:grpSpPr>
        <p:cxnSp>
          <p:nvCxnSpPr>
            <p:cNvPr id="6" name="Прямая соединительная линия 10">
              <a:extLst>
                <a:ext uri="{FF2B5EF4-FFF2-40B4-BE49-F238E27FC236}">
                  <a16:creationId xmlns:a16="http://schemas.microsoft.com/office/drawing/2014/main" id="{DF714C10-208E-431A-A022-E2F998DF533C}"/>
                </a:ext>
              </a:extLst>
            </p:cNvPr>
            <p:cNvCxnSpPr/>
            <p:nvPr/>
          </p:nvCxnSpPr>
          <p:spPr>
            <a:xfrm>
              <a:off x="11345779" y="324853"/>
              <a:ext cx="240632" cy="0"/>
            </a:xfrm>
            <a:prstGeom prst="line">
              <a:avLst/>
            </a:prstGeom>
            <a:ln w="28575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" name="Прямая соединительная линия 11">
              <a:extLst>
                <a:ext uri="{FF2B5EF4-FFF2-40B4-BE49-F238E27FC236}">
                  <a16:creationId xmlns:a16="http://schemas.microsoft.com/office/drawing/2014/main" id="{2304D868-18B2-44E5-BA0F-828CA461A64F}"/>
                </a:ext>
              </a:extLst>
            </p:cNvPr>
            <p:cNvCxnSpPr/>
            <p:nvPr/>
          </p:nvCxnSpPr>
          <p:spPr>
            <a:xfrm>
              <a:off x="11345779" y="407584"/>
              <a:ext cx="240632" cy="0"/>
            </a:xfrm>
            <a:prstGeom prst="line">
              <a:avLst/>
            </a:prstGeom>
            <a:ln w="28575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" name="Прямая соединительная линия 12">
              <a:extLst>
                <a:ext uri="{FF2B5EF4-FFF2-40B4-BE49-F238E27FC236}">
                  <a16:creationId xmlns:a16="http://schemas.microsoft.com/office/drawing/2014/main" id="{4DEBA1FB-047C-4B3E-93B9-5B1A297D2FDD}"/>
                </a:ext>
              </a:extLst>
            </p:cNvPr>
            <p:cNvCxnSpPr/>
            <p:nvPr/>
          </p:nvCxnSpPr>
          <p:spPr>
            <a:xfrm>
              <a:off x="11345779" y="490315"/>
              <a:ext cx="240632" cy="0"/>
            </a:xfrm>
            <a:prstGeom prst="line">
              <a:avLst/>
            </a:prstGeom>
            <a:ln w="28575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2029559648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0_Пользовательский маке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Прямоугольник 6">
            <a:extLst>
              <a:ext uri="{FF2B5EF4-FFF2-40B4-BE49-F238E27FC236}">
                <a16:creationId xmlns:a16="http://schemas.microsoft.com/office/drawing/2014/main" id="{DAE18CC4-6CF9-40A0-A2B5-AD88AE119AB1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>
              <a:lumMod val="1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ru-RU" dirty="0"/>
          </a:p>
        </p:txBody>
      </p:sp>
      <p:sp>
        <p:nvSpPr>
          <p:cNvPr id="4" name="Прямоугольник 7">
            <a:extLst>
              <a:ext uri="{FF2B5EF4-FFF2-40B4-BE49-F238E27FC236}">
                <a16:creationId xmlns:a16="http://schemas.microsoft.com/office/drawing/2014/main" id="{DA72A9B4-8B97-4110-B419-EB5C2BF30231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11472863" y="6438900"/>
            <a:ext cx="349250" cy="2301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Raleway SemiBold" panose="020B0003030101060003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Raleway SemiBold" panose="020B0003030101060003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Raleway SemiBold" panose="020B0003030101060003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Raleway SemiBold" panose="020B0003030101060003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Raleway SemiBold" panose="020B0003030101060003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Raleway SemiBold" panose="020B0003030101060003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Raleway SemiBold" panose="020B0003030101060003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Raleway SemiBold" panose="020B0003030101060003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Raleway SemiBold" panose="020B0003030101060003" pitchFamily="34" charset="0"/>
              </a:defRPr>
            </a:lvl9pPr>
          </a:lstStyle>
          <a:p>
            <a:pPr algn="ctr" eaLnBrk="1" hangingPunct="1">
              <a:defRPr/>
            </a:pPr>
            <a:fld id="{5A094446-B3D0-4CFE-B794-5F688E87C7D8}" type="slidenum">
              <a:rPr lang="ru-RU" altLang="ru-RU" sz="900" smtClean="0">
                <a:solidFill>
                  <a:schemeClr val="bg1"/>
                </a:solidFill>
                <a:ea typeface="Lato" panose="020F0502020204030203" pitchFamily="34" charset="0"/>
                <a:cs typeface="Poppins SemiBold" panose="02000000000000000000" pitchFamily="2" charset="0"/>
              </a:rPr>
              <a:pPr algn="ctr" eaLnBrk="1" hangingPunct="1">
                <a:defRPr/>
              </a:pPr>
              <a:t>‹#›</a:t>
            </a:fld>
            <a:endParaRPr lang="ru-RU" altLang="ru-RU" sz="1200">
              <a:solidFill>
                <a:schemeClr val="bg1"/>
              </a:solidFill>
              <a:ea typeface="Lato" panose="020F0502020204030203" pitchFamily="34" charset="0"/>
              <a:cs typeface="Poppins SemiBold" panose="02000000000000000000" pitchFamily="2" charset="0"/>
            </a:endParaRPr>
          </a:p>
        </p:txBody>
      </p:sp>
      <p:pic>
        <p:nvPicPr>
          <p:cNvPr id="5" name="Рисунок 8">
            <a:extLst>
              <a:ext uri="{FF2B5EF4-FFF2-40B4-BE49-F238E27FC236}">
                <a16:creationId xmlns:a16="http://schemas.microsoft.com/office/drawing/2014/main" id="{8DFDF6D1-D685-4D08-A793-8884E239F4C7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568113" y="339725"/>
            <a:ext cx="158750" cy="1603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6" name="Группа 9">
            <a:extLst>
              <a:ext uri="{FF2B5EF4-FFF2-40B4-BE49-F238E27FC236}">
                <a16:creationId xmlns:a16="http://schemas.microsoft.com/office/drawing/2014/main" id="{9D61B4B1-FDB5-472D-B980-9C6A9D7A0D2E}"/>
              </a:ext>
            </a:extLst>
          </p:cNvPr>
          <p:cNvGrpSpPr>
            <a:grpSpLocks/>
          </p:cNvGrpSpPr>
          <p:nvPr userDrawn="1"/>
        </p:nvGrpSpPr>
        <p:grpSpPr bwMode="auto">
          <a:xfrm>
            <a:off x="296863" y="336550"/>
            <a:ext cx="241300" cy="165100"/>
            <a:chOff x="11345779" y="324853"/>
            <a:chExt cx="240632" cy="165462"/>
          </a:xfrm>
        </p:grpSpPr>
        <p:cxnSp>
          <p:nvCxnSpPr>
            <p:cNvPr id="7" name="Прямая соединительная линия 10">
              <a:extLst>
                <a:ext uri="{FF2B5EF4-FFF2-40B4-BE49-F238E27FC236}">
                  <a16:creationId xmlns:a16="http://schemas.microsoft.com/office/drawing/2014/main" id="{6D77E667-E8FD-4507-B9D1-E3D51B64A836}"/>
                </a:ext>
              </a:extLst>
            </p:cNvPr>
            <p:cNvCxnSpPr/>
            <p:nvPr/>
          </p:nvCxnSpPr>
          <p:spPr>
            <a:xfrm>
              <a:off x="11345779" y="324853"/>
              <a:ext cx="240632" cy="0"/>
            </a:xfrm>
            <a:prstGeom prst="line">
              <a:avLst/>
            </a:prstGeom>
            <a:ln w="28575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" name="Прямая соединительная линия 11">
              <a:extLst>
                <a:ext uri="{FF2B5EF4-FFF2-40B4-BE49-F238E27FC236}">
                  <a16:creationId xmlns:a16="http://schemas.microsoft.com/office/drawing/2014/main" id="{728420EA-1BDD-404A-A9EF-101D5E45AEA0}"/>
                </a:ext>
              </a:extLst>
            </p:cNvPr>
            <p:cNvCxnSpPr/>
            <p:nvPr/>
          </p:nvCxnSpPr>
          <p:spPr>
            <a:xfrm>
              <a:off x="11345779" y="407584"/>
              <a:ext cx="240632" cy="0"/>
            </a:xfrm>
            <a:prstGeom prst="line">
              <a:avLst/>
            </a:prstGeom>
            <a:ln w="28575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Прямая соединительная линия 12">
              <a:extLst>
                <a:ext uri="{FF2B5EF4-FFF2-40B4-BE49-F238E27FC236}">
                  <a16:creationId xmlns:a16="http://schemas.microsoft.com/office/drawing/2014/main" id="{4AA9FE46-4190-47B9-9E60-8AC27251D57F}"/>
                </a:ext>
              </a:extLst>
            </p:cNvPr>
            <p:cNvCxnSpPr/>
            <p:nvPr/>
          </p:nvCxnSpPr>
          <p:spPr>
            <a:xfrm>
              <a:off x="11345779" y="490315"/>
              <a:ext cx="240632" cy="0"/>
            </a:xfrm>
            <a:prstGeom prst="line">
              <a:avLst/>
            </a:prstGeom>
            <a:ln w="28575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3" name="Рисунок 13"/>
          <p:cNvSpPr>
            <a:spLocks noGrp="1"/>
          </p:cNvSpPr>
          <p:nvPr>
            <p:ph type="pic" sz="quarter" idx="10"/>
          </p:nvPr>
        </p:nvSpPr>
        <p:spPr>
          <a:xfrm>
            <a:off x="5138591" y="2480806"/>
            <a:ext cx="1829974" cy="3275937"/>
          </a:xfrm>
        </p:spPr>
        <p:txBody>
          <a:bodyPr rtlCol="0">
            <a:normAutofit/>
          </a:bodyPr>
          <a:lstStyle/>
          <a:p>
            <a:pPr lvl="0"/>
            <a:endParaRPr lang="ru-RU" noProof="0" dirty="0"/>
          </a:p>
        </p:txBody>
      </p:sp>
    </p:spTree>
    <p:extLst>
      <p:ext uri="{BB962C8B-B14F-4D97-AF65-F5344CB8AC3E}">
        <p14:creationId xmlns:p14="http://schemas.microsoft.com/office/powerpoint/2010/main" val="1951615733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Пользовательский маке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Рисунок 7"/>
          <p:cNvSpPr>
            <a:spLocks noGrp="1"/>
          </p:cNvSpPr>
          <p:nvPr>
            <p:ph type="pic" sz="quarter" idx="10"/>
          </p:nvPr>
        </p:nvSpPr>
        <p:spPr>
          <a:xfrm>
            <a:off x="1" y="0"/>
            <a:ext cx="12192000" cy="2171700"/>
          </a:xfrm>
        </p:spPr>
        <p:txBody>
          <a:bodyPr rtlCol="0">
            <a:normAutofit/>
          </a:bodyPr>
          <a:lstStyle/>
          <a:p>
            <a:pPr lvl="0"/>
            <a:endParaRPr lang="ru-RU" noProof="0" dirty="0"/>
          </a:p>
        </p:txBody>
      </p:sp>
      <p:sp>
        <p:nvSpPr>
          <p:cNvPr id="7" name="Рисунок 7"/>
          <p:cNvSpPr>
            <a:spLocks noGrp="1"/>
          </p:cNvSpPr>
          <p:nvPr>
            <p:ph type="pic" sz="quarter" idx="11"/>
          </p:nvPr>
        </p:nvSpPr>
        <p:spPr>
          <a:xfrm>
            <a:off x="0" y="4686300"/>
            <a:ext cx="12192000" cy="2171700"/>
          </a:xfrm>
        </p:spPr>
        <p:txBody>
          <a:bodyPr rtlCol="0">
            <a:normAutofit/>
          </a:bodyPr>
          <a:lstStyle/>
          <a:p>
            <a:pPr lvl="0"/>
            <a:endParaRPr lang="ru-RU" noProof="0" dirty="0"/>
          </a:p>
        </p:txBody>
      </p:sp>
    </p:spTree>
    <p:extLst>
      <p:ext uri="{BB962C8B-B14F-4D97-AF65-F5344CB8AC3E}">
        <p14:creationId xmlns:p14="http://schemas.microsoft.com/office/powerpoint/2010/main" val="3968603817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Прямоугольник 6">
            <a:extLst>
              <a:ext uri="{FF2B5EF4-FFF2-40B4-BE49-F238E27FC236}">
                <a16:creationId xmlns:a16="http://schemas.microsoft.com/office/drawing/2014/main" id="{160BF317-1D87-4939-8579-56069438D63D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442913" y="6438900"/>
            <a:ext cx="349250" cy="2301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Raleway SemiBold" panose="020B0003030101060003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Raleway SemiBold" panose="020B0003030101060003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Raleway SemiBold" panose="020B0003030101060003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Raleway SemiBold" panose="020B0003030101060003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Raleway SemiBold" panose="020B0003030101060003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Raleway SemiBold" panose="020B0003030101060003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Raleway SemiBold" panose="020B0003030101060003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Raleway SemiBold" panose="020B0003030101060003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Raleway SemiBold" panose="020B0003030101060003" pitchFamily="34" charset="0"/>
              </a:defRPr>
            </a:lvl9pPr>
          </a:lstStyle>
          <a:p>
            <a:pPr algn="ctr" eaLnBrk="1" hangingPunct="1">
              <a:defRPr/>
            </a:pPr>
            <a:fld id="{697EE12B-1395-4D9B-B64A-8E00FE874F25}" type="slidenum">
              <a:rPr lang="ru-RU" altLang="ru-RU" sz="900" smtClean="0">
                <a:ea typeface="Lato" panose="020F0502020204030203" pitchFamily="34" charset="0"/>
                <a:cs typeface="Poppins SemiBold" panose="02000000000000000000" pitchFamily="2" charset="0"/>
              </a:rPr>
              <a:pPr algn="ctr" eaLnBrk="1" hangingPunct="1">
                <a:defRPr/>
              </a:pPr>
              <a:t>‹#›</a:t>
            </a:fld>
            <a:endParaRPr lang="ru-RU" altLang="ru-RU" sz="1200">
              <a:ea typeface="Lato" panose="020F0502020204030203" pitchFamily="34" charset="0"/>
              <a:cs typeface="Poppins SemiBold" panose="02000000000000000000" pitchFamily="2" charset="0"/>
            </a:endParaRPr>
          </a:p>
        </p:txBody>
      </p:sp>
      <p:pic>
        <p:nvPicPr>
          <p:cNvPr id="4" name="Рисунок 7">
            <a:extLst>
              <a:ext uri="{FF2B5EF4-FFF2-40B4-BE49-F238E27FC236}">
                <a16:creationId xmlns:a16="http://schemas.microsoft.com/office/drawing/2014/main" id="{09BABB20-CD97-4DD4-A251-933CAD01D336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8163" y="341313"/>
            <a:ext cx="158750" cy="1603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" name="Рисунок 7"/>
          <p:cNvSpPr>
            <a:spLocks noGrp="1"/>
          </p:cNvSpPr>
          <p:nvPr>
            <p:ph type="pic" sz="quarter" idx="10"/>
          </p:nvPr>
        </p:nvSpPr>
        <p:spPr>
          <a:xfrm>
            <a:off x="7448551" y="0"/>
            <a:ext cx="4743450" cy="6858000"/>
          </a:xfrm>
        </p:spPr>
        <p:txBody>
          <a:bodyPr rtlCol="0">
            <a:normAutofit/>
          </a:bodyPr>
          <a:lstStyle/>
          <a:p>
            <a:pPr lvl="0"/>
            <a:endParaRPr lang="ru-RU" noProof="0" dirty="0"/>
          </a:p>
        </p:txBody>
      </p:sp>
    </p:spTree>
    <p:extLst>
      <p:ext uri="{BB962C8B-B14F-4D97-AF65-F5344CB8AC3E}">
        <p14:creationId xmlns:p14="http://schemas.microsoft.com/office/powerpoint/2010/main" val="1411807805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5_Пользовательский маке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Прямоугольник 6">
            <a:extLst>
              <a:ext uri="{FF2B5EF4-FFF2-40B4-BE49-F238E27FC236}">
                <a16:creationId xmlns:a16="http://schemas.microsoft.com/office/drawing/2014/main" id="{F9D52246-9969-4C90-9B70-0D7132EFE2E7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11282363" y="6438900"/>
            <a:ext cx="350837" cy="2301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Raleway SemiBold" panose="020B0003030101060003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Raleway SemiBold" panose="020B0003030101060003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Raleway SemiBold" panose="020B0003030101060003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Raleway SemiBold" panose="020B0003030101060003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Raleway SemiBold" panose="020B0003030101060003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Raleway SemiBold" panose="020B0003030101060003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Raleway SemiBold" panose="020B0003030101060003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Raleway SemiBold" panose="020B0003030101060003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Raleway SemiBold" panose="020B0003030101060003" pitchFamily="34" charset="0"/>
              </a:defRPr>
            </a:lvl9pPr>
          </a:lstStyle>
          <a:p>
            <a:pPr algn="ctr" eaLnBrk="1" hangingPunct="1">
              <a:defRPr/>
            </a:pPr>
            <a:fld id="{186155B8-B336-4538-B3F4-30F871BBB9CD}" type="slidenum">
              <a:rPr lang="ru-RU" altLang="ru-RU" sz="900" smtClean="0">
                <a:ea typeface="Lato" panose="020F0502020204030203" pitchFamily="34" charset="0"/>
                <a:cs typeface="Poppins SemiBold" panose="02000000000000000000" pitchFamily="2" charset="0"/>
              </a:rPr>
              <a:pPr algn="ctr" eaLnBrk="1" hangingPunct="1">
                <a:defRPr/>
              </a:pPr>
              <a:t>‹#›</a:t>
            </a:fld>
            <a:endParaRPr lang="ru-RU" altLang="ru-RU" sz="1200">
              <a:ea typeface="Lato" panose="020F0502020204030203" pitchFamily="34" charset="0"/>
              <a:cs typeface="Poppins SemiBold" panose="02000000000000000000" pitchFamily="2" charset="0"/>
            </a:endParaRPr>
          </a:p>
        </p:txBody>
      </p:sp>
      <p:pic>
        <p:nvPicPr>
          <p:cNvPr id="4" name="Рисунок 7">
            <a:extLst>
              <a:ext uri="{FF2B5EF4-FFF2-40B4-BE49-F238E27FC236}">
                <a16:creationId xmlns:a16="http://schemas.microsoft.com/office/drawing/2014/main" id="{8EBAF293-FFD7-48D7-A900-E42F253025D4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356975" y="341313"/>
            <a:ext cx="158750" cy="1603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5" name="Группа 8">
            <a:extLst>
              <a:ext uri="{FF2B5EF4-FFF2-40B4-BE49-F238E27FC236}">
                <a16:creationId xmlns:a16="http://schemas.microsoft.com/office/drawing/2014/main" id="{F8E14C0C-58A5-4618-84FA-6772DAEB3A9B}"/>
              </a:ext>
            </a:extLst>
          </p:cNvPr>
          <p:cNvGrpSpPr>
            <a:grpSpLocks/>
          </p:cNvGrpSpPr>
          <p:nvPr userDrawn="1"/>
        </p:nvGrpSpPr>
        <p:grpSpPr bwMode="auto">
          <a:xfrm>
            <a:off x="296863" y="336550"/>
            <a:ext cx="241300" cy="165100"/>
            <a:chOff x="11345779" y="324853"/>
            <a:chExt cx="240632" cy="165462"/>
          </a:xfrm>
        </p:grpSpPr>
        <p:cxnSp>
          <p:nvCxnSpPr>
            <p:cNvPr id="7" name="Прямая соединительная линия 9">
              <a:extLst>
                <a:ext uri="{FF2B5EF4-FFF2-40B4-BE49-F238E27FC236}">
                  <a16:creationId xmlns:a16="http://schemas.microsoft.com/office/drawing/2014/main" id="{461A876B-3285-4B45-A16E-285B5A201BD3}"/>
                </a:ext>
              </a:extLst>
            </p:cNvPr>
            <p:cNvCxnSpPr/>
            <p:nvPr/>
          </p:nvCxnSpPr>
          <p:spPr>
            <a:xfrm>
              <a:off x="11345779" y="324853"/>
              <a:ext cx="240632" cy="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" name="Прямая соединительная линия 10">
              <a:extLst>
                <a:ext uri="{FF2B5EF4-FFF2-40B4-BE49-F238E27FC236}">
                  <a16:creationId xmlns:a16="http://schemas.microsoft.com/office/drawing/2014/main" id="{E7A5E2A5-650F-41B6-99A1-53A33EEFF02C}"/>
                </a:ext>
              </a:extLst>
            </p:cNvPr>
            <p:cNvCxnSpPr/>
            <p:nvPr/>
          </p:nvCxnSpPr>
          <p:spPr>
            <a:xfrm>
              <a:off x="11345779" y="407584"/>
              <a:ext cx="240632" cy="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Прямая соединительная линия 11">
              <a:extLst>
                <a:ext uri="{FF2B5EF4-FFF2-40B4-BE49-F238E27FC236}">
                  <a16:creationId xmlns:a16="http://schemas.microsoft.com/office/drawing/2014/main" id="{4BAD4B13-C0AF-4B55-83D8-5B1742E2B11A}"/>
                </a:ext>
              </a:extLst>
            </p:cNvPr>
            <p:cNvCxnSpPr/>
            <p:nvPr/>
          </p:nvCxnSpPr>
          <p:spPr>
            <a:xfrm>
              <a:off x="11345779" y="490315"/>
              <a:ext cx="240632" cy="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6" name="Рисунок 7"/>
          <p:cNvSpPr>
            <a:spLocks noGrp="1"/>
          </p:cNvSpPr>
          <p:nvPr>
            <p:ph type="pic" sz="quarter" idx="10"/>
          </p:nvPr>
        </p:nvSpPr>
        <p:spPr>
          <a:xfrm>
            <a:off x="1" y="1279478"/>
            <a:ext cx="6155140" cy="4299045"/>
          </a:xfrm>
        </p:spPr>
        <p:txBody>
          <a:bodyPr rtlCol="0">
            <a:normAutofit/>
          </a:bodyPr>
          <a:lstStyle/>
          <a:p>
            <a:pPr lvl="0"/>
            <a:endParaRPr lang="ru-RU" noProof="0" dirty="0"/>
          </a:p>
        </p:txBody>
      </p:sp>
    </p:spTree>
    <p:extLst>
      <p:ext uri="{BB962C8B-B14F-4D97-AF65-F5344CB8AC3E}">
        <p14:creationId xmlns:p14="http://schemas.microsoft.com/office/powerpoint/2010/main" val="4294386105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6_Пользовательский маке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Прямоугольник 6">
            <a:extLst>
              <a:ext uri="{FF2B5EF4-FFF2-40B4-BE49-F238E27FC236}">
                <a16:creationId xmlns:a16="http://schemas.microsoft.com/office/drawing/2014/main" id="{D88E2142-B8AF-4D7D-B146-FDDCA8901E5F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11345863" y="6438900"/>
            <a:ext cx="350837" cy="2301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Raleway SemiBold" panose="020B0003030101060003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Raleway SemiBold" panose="020B0003030101060003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Raleway SemiBold" panose="020B0003030101060003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Raleway SemiBold" panose="020B0003030101060003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Raleway SemiBold" panose="020B0003030101060003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Raleway SemiBold" panose="020B0003030101060003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Raleway SemiBold" panose="020B0003030101060003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Raleway SemiBold" panose="020B0003030101060003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Raleway SemiBold" panose="020B0003030101060003" pitchFamily="34" charset="0"/>
              </a:defRPr>
            </a:lvl9pPr>
          </a:lstStyle>
          <a:p>
            <a:pPr algn="ctr" eaLnBrk="1" hangingPunct="1">
              <a:defRPr/>
            </a:pPr>
            <a:fld id="{C263582A-CD3A-4932-A1C3-66345066D052}" type="slidenum">
              <a:rPr lang="ru-RU" altLang="ru-RU" sz="900" smtClean="0">
                <a:ea typeface="Lato" panose="020F0502020204030203" pitchFamily="34" charset="0"/>
                <a:cs typeface="Poppins SemiBold" panose="02000000000000000000" pitchFamily="2" charset="0"/>
              </a:rPr>
              <a:pPr algn="ctr" eaLnBrk="1" hangingPunct="1">
                <a:defRPr/>
              </a:pPr>
              <a:t>‹#›</a:t>
            </a:fld>
            <a:endParaRPr lang="ru-RU" altLang="ru-RU" sz="1200">
              <a:ea typeface="Lato" panose="020F0502020204030203" pitchFamily="34" charset="0"/>
              <a:cs typeface="Poppins SemiBold" panose="02000000000000000000" pitchFamily="2" charset="0"/>
            </a:endParaRPr>
          </a:p>
        </p:txBody>
      </p:sp>
      <p:pic>
        <p:nvPicPr>
          <p:cNvPr id="4" name="Рисунок 7">
            <a:extLst>
              <a:ext uri="{FF2B5EF4-FFF2-40B4-BE49-F238E27FC236}">
                <a16:creationId xmlns:a16="http://schemas.microsoft.com/office/drawing/2014/main" id="{9A35E877-83A6-49A3-B723-CDD3A317E3BB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345863" y="341313"/>
            <a:ext cx="160337" cy="1603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5" name="Группа 8">
            <a:extLst>
              <a:ext uri="{FF2B5EF4-FFF2-40B4-BE49-F238E27FC236}">
                <a16:creationId xmlns:a16="http://schemas.microsoft.com/office/drawing/2014/main" id="{3B35D16A-5A6E-4E28-8C21-5ABC5C79C4D7}"/>
              </a:ext>
            </a:extLst>
          </p:cNvPr>
          <p:cNvGrpSpPr>
            <a:grpSpLocks/>
          </p:cNvGrpSpPr>
          <p:nvPr userDrawn="1"/>
        </p:nvGrpSpPr>
        <p:grpSpPr bwMode="auto">
          <a:xfrm>
            <a:off x="296863" y="336550"/>
            <a:ext cx="241300" cy="165100"/>
            <a:chOff x="11345779" y="324853"/>
            <a:chExt cx="240632" cy="165462"/>
          </a:xfrm>
        </p:grpSpPr>
        <p:cxnSp>
          <p:nvCxnSpPr>
            <p:cNvPr id="7" name="Прямая соединительная линия 9">
              <a:extLst>
                <a:ext uri="{FF2B5EF4-FFF2-40B4-BE49-F238E27FC236}">
                  <a16:creationId xmlns:a16="http://schemas.microsoft.com/office/drawing/2014/main" id="{F7021100-9BD7-43D1-9977-8E84C278509A}"/>
                </a:ext>
              </a:extLst>
            </p:cNvPr>
            <p:cNvCxnSpPr/>
            <p:nvPr/>
          </p:nvCxnSpPr>
          <p:spPr>
            <a:xfrm>
              <a:off x="11345779" y="324853"/>
              <a:ext cx="240632" cy="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" name="Прямая соединительная линия 10">
              <a:extLst>
                <a:ext uri="{FF2B5EF4-FFF2-40B4-BE49-F238E27FC236}">
                  <a16:creationId xmlns:a16="http://schemas.microsoft.com/office/drawing/2014/main" id="{B32C908E-40EC-4A36-AFF8-95258C86DE8E}"/>
                </a:ext>
              </a:extLst>
            </p:cNvPr>
            <p:cNvCxnSpPr/>
            <p:nvPr/>
          </p:nvCxnSpPr>
          <p:spPr>
            <a:xfrm>
              <a:off x="11345779" y="407584"/>
              <a:ext cx="240632" cy="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Прямая соединительная линия 11">
              <a:extLst>
                <a:ext uri="{FF2B5EF4-FFF2-40B4-BE49-F238E27FC236}">
                  <a16:creationId xmlns:a16="http://schemas.microsoft.com/office/drawing/2014/main" id="{D7AC1030-93A3-4283-B29B-ADA04CF17BC7}"/>
                </a:ext>
              </a:extLst>
            </p:cNvPr>
            <p:cNvCxnSpPr/>
            <p:nvPr/>
          </p:nvCxnSpPr>
          <p:spPr>
            <a:xfrm>
              <a:off x="11345779" y="490315"/>
              <a:ext cx="240632" cy="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6" name="Рисунок 7"/>
          <p:cNvSpPr>
            <a:spLocks noGrp="1"/>
          </p:cNvSpPr>
          <p:nvPr>
            <p:ph type="pic" sz="quarter" idx="10"/>
          </p:nvPr>
        </p:nvSpPr>
        <p:spPr>
          <a:xfrm>
            <a:off x="1" y="1279478"/>
            <a:ext cx="6155140" cy="5578522"/>
          </a:xfrm>
        </p:spPr>
        <p:txBody>
          <a:bodyPr rtlCol="0">
            <a:normAutofit/>
          </a:bodyPr>
          <a:lstStyle/>
          <a:p>
            <a:pPr lvl="0"/>
            <a:endParaRPr lang="ru-RU" noProof="0" dirty="0"/>
          </a:p>
        </p:txBody>
      </p:sp>
    </p:spTree>
    <p:extLst>
      <p:ext uri="{BB962C8B-B14F-4D97-AF65-F5344CB8AC3E}">
        <p14:creationId xmlns:p14="http://schemas.microsoft.com/office/powerpoint/2010/main" val="551569574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4_Пользовательский маке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Рисунок 7"/>
          <p:cNvSpPr>
            <a:spLocks noGrp="1"/>
          </p:cNvSpPr>
          <p:nvPr>
            <p:ph type="pic" sz="quarter" idx="11"/>
          </p:nvPr>
        </p:nvSpPr>
        <p:spPr>
          <a:xfrm>
            <a:off x="0" y="1719618"/>
            <a:ext cx="12192001" cy="5138382"/>
          </a:xfrm>
        </p:spPr>
        <p:txBody>
          <a:bodyPr rtlCol="0">
            <a:normAutofit/>
          </a:bodyPr>
          <a:lstStyle/>
          <a:p>
            <a:pPr lvl="0"/>
            <a:endParaRPr lang="ru-RU" noProof="0" dirty="0"/>
          </a:p>
        </p:txBody>
      </p:sp>
    </p:spTree>
    <p:extLst>
      <p:ext uri="{BB962C8B-B14F-4D97-AF65-F5344CB8AC3E}">
        <p14:creationId xmlns:p14="http://schemas.microsoft.com/office/powerpoint/2010/main" val="1886114237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2_Пользовательский маке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Рисунок 7"/>
          <p:cNvSpPr>
            <a:spLocks noGrp="1"/>
          </p:cNvSpPr>
          <p:nvPr>
            <p:ph type="pic" sz="quarter" idx="11"/>
          </p:nvPr>
        </p:nvSpPr>
        <p:spPr>
          <a:xfrm>
            <a:off x="0" y="1970725"/>
            <a:ext cx="12192001" cy="2916550"/>
          </a:xfrm>
        </p:spPr>
        <p:txBody>
          <a:bodyPr rtlCol="0">
            <a:normAutofit/>
          </a:bodyPr>
          <a:lstStyle/>
          <a:p>
            <a:pPr lvl="0"/>
            <a:endParaRPr lang="ru-RU" noProof="0" dirty="0"/>
          </a:p>
        </p:txBody>
      </p:sp>
    </p:spTree>
    <p:extLst>
      <p:ext uri="{BB962C8B-B14F-4D97-AF65-F5344CB8AC3E}">
        <p14:creationId xmlns:p14="http://schemas.microsoft.com/office/powerpoint/2010/main" val="3289756766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Рисунок 7"/>
          <p:cNvSpPr>
            <a:spLocks noGrp="1"/>
          </p:cNvSpPr>
          <p:nvPr>
            <p:ph type="pic" sz="quarter" idx="10"/>
          </p:nvPr>
        </p:nvSpPr>
        <p:spPr>
          <a:xfrm>
            <a:off x="1" y="1828800"/>
            <a:ext cx="12192000" cy="5029200"/>
          </a:xfrm>
        </p:spPr>
        <p:txBody>
          <a:bodyPr rtlCol="0">
            <a:normAutofit/>
          </a:bodyPr>
          <a:lstStyle/>
          <a:p>
            <a:pPr lvl="0"/>
            <a:endParaRPr lang="ru-RU" noProof="0" dirty="0"/>
          </a:p>
        </p:txBody>
      </p:sp>
      <p:sp>
        <p:nvSpPr>
          <p:cNvPr id="10" name="Рисунок 9"/>
          <p:cNvSpPr>
            <a:spLocks noGrp="1"/>
          </p:cNvSpPr>
          <p:nvPr>
            <p:ph type="pic" sz="quarter" idx="11"/>
          </p:nvPr>
        </p:nvSpPr>
        <p:spPr>
          <a:xfrm>
            <a:off x="1282274" y="2530224"/>
            <a:ext cx="1460500" cy="1883033"/>
          </a:xfrm>
        </p:spPr>
        <p:txBody>
          <a:bodyPr rtlCol="0">
            <a:normAutofit/>
          </a:bodyPr>
          <a:lstStyle/>
          <a:p>
            <a:pPr lvl="0"/>
            <a:endParaRPr lang="ru-RU" noProof="0" dirty="0"/>
          </a:p>
        </p:txBody>
      </p:sp>
      <p:sp>
        <p:nvSpPr>
          <p:cNvPr id="11" name="Рисунок 9"/>
          <p:cNvSpPr>
            <a:spLocks noGrp="1"/>
          </p:cNvSpPr>
          <p:nvPr>
            <p:ph type="pic" sz="quarter" idx="12"/>
          </p:nvPr>
        </p:nvSpPr>
        <p:spPr>
          <a:xfrm>
            <a:off x="3331712" y="2530224"/>
            <a:ext cx="1460500" cy="1883033"/>
          </a:xfrm>
        </p:spPr>
        <p:txBody>
          <a:bodyPr rtlCol="0">
            <a:normAutofit/>
          </a:bodyPr>
          <a:lstStyle/>
          <a:p>
            <a:pPr lvl="0"/>
            <a:endParaRPr lang="ru-RU" noProof="0" dirty="0"/>
          </a:p>
        </p:txBody>
      </p:sp>
      <p:sp>
        <p:nvSpPr>
          <p:cNvPr id="12" name="Рисунок 9"/>
          <p:cNvSpPr>
            <a:spLocks noGrp="1"/>
          </p:cNvSpPr>
          <p:nvPr>
            <p:ph type="pic" sz="quarter" idx="13"/>
          </p:nvPr>
        </p:nvSpPr>
        <p:spPr>
          <a:xfrm>
            <a:off x="5381150" y="2530224"/>
            <a:ext cx="1460500" cy="1883033"/>
          </a:xfrm>
        </p:spPr>
        <p:txBody>
          <a:bodyPr rtlCol="0">
            <a:normAutofit/>
          </a:bodyPr>
          <a:lstStyle/>
          <a:p>
            <a:pPr lvl="0"/>
            <a:endParaRPr lang="ru-RU" noProof="0" dirty="0"/>
          </a:p>
        </p:txBody>
      </p:sp>
      <p:sp>
        <p:nvSpPr>
          <p:cNvPr id="13" name="Рисунок 9"/>
          <p:cNvSpPr>
            <a:spLocks noGrp="1"/>
          </p:cNvSpPr>
          <p:nvPr>
            <p:ph type="pic" sz="quarter" idx="14"/>
          </p:nvPr>
        </p:nvSpPr>
        <p:spPr>
          <a:xfrm>
            <a:off x="7430588" y="2530224"/>
            <a:ext cx="1460500" cy="1883033"/>
          </a:xfrm>
        </p:spPr>
        <p:txBody>
          <a:bodyPr rtlCol="0">
            <a:normAutofit/>
          </a:bodyPr>
          <a:lstStyle/>
          <a:p>
            <a:pPr lvl="0"/>
            <a:endParaRPr lang="ru-RU" noProof="0" dirty="0"/>
          </a:p>
        </p:txBody>
      </p:sp>
      <p:sp>
        <p:nvSpPr>
          <p:cNvPr id="14" name="Рисунок 9"/>
          <p:cNvSpPr>
            <a:spLocks noGrp="1"/>
          </p:cNvSpPr>
          <p:nvPr>
            <p:ph type="pic" sz="quarter" idx="15"/>
          </p:nvPr>
        </p:nvSpPr>
        <p:spPr>
          <a:xfrm>
            <a:off x="9480026" y="2530224"/>
            <a:ext cx="1460500" cy="1883033"/>
          </a:xfrm>
        </p:spPr>
        <p:txBody>
          <a:bodyPr rtlCol="0">
            <a:normAutofit/>
          </a:bodyPr>
          <a:lstStyle/>
          <a:p>
            <a:pPr lvl="0"/>
            <a:endParaRPr lang="ru-RU" noProof="0" dirty="0"/>
          </a:p>
        </p:txBody>
      </p:sp>
    </p:spTree>
    <p:extLst>
      <p:ext uri="{BB962C8B-B14F-4D97-AF65-F5344CB8AC3E}">
        <p14:creationId xmlns:p14="http://schemas.microsoft.com/office/powerpoint/2010/main" val="838404769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Пользовательский маке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Прямоугольник 6">
            <a:extLst>
              <a:ext uri="{FF2B5EF4-FFF2-40B4-BE49-F238E27FC236}">
                <a16:creationId xmlns:a16="http://schemas.microsoft.com/office/drawing/2014/main" id="{44BA8A57-DDF3-4213-9D64-1699FA73473D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5921375" y="6465888"/>
            <a:ext cx="349250" cy="231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Raleway SemiBold" panose="020B0003030101060003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Raleway SemiBold" panose="020B0003030101060003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Raleway SemiBold" panose="020B0003030101060003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Raleway SemiBold" panose="020B0003030101060003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Raleway SemiBold" panose="020B0003030101060003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Raleway SemiBold" panose="020B0003030101060003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Raleway SemiBold" panose="020B0003030101060003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Raleway SemiBold" panose="020B0003030101060003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Raleway SemiBold" panose="020B0003030101060003" pitchFamily="34" charset="0"/>
              </a:defRPr>
            </a:lvl9pPr>
          </a:lstStyle>
          <a:p>
            <a:pPr algn="ctr" eaLnBrk="1" hangingPunct="1">
              <a:defRPr/>
            </a:pPr>
            <a:fld id="{04AE4DB1-4D64-4436-96E6-1B8B07C012E6}" type="slidenum">
              <a:rPr lang="ru-RU" altLang="ru-RU" sz="900" smtClean="0">
                <a:ea typeface="Lato" panose="020F0502020204030203" pitchFamily="34" charset="0"/>
                <a:cs typeface="Poppins SemiBold" panose="02000000000000000000" pitchFamily="2" charset="0"/>
              </a:rPr>
              <a:pPr algn="ctr" eaLnBrk="1" hangingPunct="1">
                <a:defRPr/>
              </a:pPr>
              <a:t>‹#›</a:t>
            </a:fld>
            <a:endParaRPr lang="ru-RU" altLang="ru-RU" sz="1200">
              <a:ea typeface="Lato" panose="020F0502020204030203" pitchFamily="34" charset="0"/>
              <a:cs typeface="Poppins SemiBold" panose="02000000000000000000" pitchFamily="2" charset="0"/>
            </a:endParaRPr>
          </a:p>
        </p:txBody>
      </p:sp>
      <p:sp>
        <p:nvSpPr>
          <p:cNvPr id="7" name="Рисунок 9"/>
          <p:cNvSpPr>
            <a:spLocks noGrp="1"/>
          </p:cNvSpPr>
          <p:nvPr>
            <p:ph type="pic" sz="quarter" idx="11"/>
          </p:nvPr>
        </p:nvSpPr>
        <p:spPr>
          <a:xfrm>
            <a:off x="1405106" y="2117558"/>
            <a:ext cx="1829416" cy="2252959"/>
          </a:xfrm>
        </p:spPr>
        <p:txBody>
          <a:bodyPr rtlCol="0">
            <a:normAutofit/>
          </a:bodyPr>
          <a:lstStyle/>
          <a:p>
            <a:pPr lvl="0"/>
            <a:endParaRPr lang="ru-RU" noProof="0" dirty="0"/>
          </a:p>
        </p:txBody>
      </p:sp>
      <p:sp>
        <p:nvSpPr>
          <p:cNvPr id="13" name="Рисунок 9"/>
          <p:cNvSpPr>
            <a:spLocks noGrp="1"/>
          </p:cNvSpPr>
          <p:nvPr>
            <p:ph type="pic" sz="quarter" idx="12"/>
          </p:nvPr>
        </p:nvSpPr>
        <p:spPr>
          <a:xfrm>
            <a:off x="3931545" y="2117558"/>
            <a:ext cx="1829416" cy="2252959"/>
          </a:xfrm>
        </p:spPr>
        <p:txBody>
          <a:bodyPr rtlCol="0">
            <a:normAutofit/>
          </a:bodyPr>
          <a:lstStyle/>
          <a:p>
            <a:pPr lvl="0"/>
            <a:endParaRPr lang="ru-RU" noProof="0" dirty="0"/>
          </a:p>
        </p:txBody>
      </p:sp>
      <p:sp>
        <p:nvSpPr>
          <p:cNvPr id="14" name="Рисунок 9"/>
          <p:cNvSpPr>
            <a:spLocks noGrp="1"/>
          </p:cNvSpPr>
          <p:nvPr>
            <p:ph type="pic" sz="quarter" idx="13"/>
          </p:nvPr>
        </p:nvSpPr>
        <p:spPr>
          <a:xfrm>
            <a:off x="6457984" y="2117558"/>
            <a:ext cx="1829416" cy="2252959"/>
          </a:xfrm>
        </p:spPr>
        <p:txBody>
          <a:bodyPr rtlCol="0">
            <a:normAutofit/>
          </a:bodyPr>
          <a:lstStyle/>
          <a:p>
            <a:pPr lvl="0"/>
            <a:endParaRPr lang="ru-RU" noProof="0" dirty="0"/>
          </a:p>
        </p:txBody>
      </p:sp>
      <p:sp>
        <p:nvSpPr>
          <p:cNvPr id="15" name="Рисунок 9"/>
          <p:cNvSpPr>
            <a:spLocks noGrp="1"/>
          </p:cNvSpPr>
          <p:nvPr>
            <p:ph type="pic" sz="quarter" idx="14"/>
          </p:nvPr>
        </p:nvSpPr>
        <p:spPr>
          <a:xfrm>
            <a:off x="8984422" y="2117558"/>
            <a:ext cx="1829416" cy="2252959"/>
          </a:xfrm>
        </p:spPr>
        <p:txBody>
          <a:bodyPr rtlCol="0">
            <a:normAutofit/>
          </a:bodyPr>
          <a:lstStyle/>
          <a:p>
            <a:pPr lvl="0"/>
            <a:endParaRPr lang="ru-RU" noProof="0" dirty="0"/>
          </a:p>
        </p:txBody>
      </p:sp>
    </p:spTree>
    <p:extLst>
      <p:ext uri="{BB962C8B-B14F-4D97-AF65-F5344CB8AC3E}">
        <p14:creationId xmlns:p14="http://schemas.microsoft.com/office/powerpoint/2010/main" val="3780722360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Прямоугольник 6">
            <a:extLst>
              <a:ext uri="{FF2B5EF4-FFF2-40B4-BE49-F238E27FC236}">
                <a16:creationId xmlns:a16="http://schemas.microsoft.com/office/drawing/2014/main" id="{2F1DABE9-3D45-49ED-98C7-A7400E550CA9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442913" y="6438900"/>
            <a:ext cx="349250" cy="2301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Raleway SemiBold" panose="020B0003030101060003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Raleway SemiBold" panose="020B0003030101060003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Raleway SemiBold" panose="020B0003030101060003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Raleway SemiBold" panose="020B0003030101060003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Raleway SemiBold" panose="020B0003030101060003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Raleway SemiBold" panose="020B0003030101060003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Raleway SemiBold" panose="020B0003030101060003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Raleway SemiBold" panose="020B0003030101060003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Raleway SemiBold" panose="020B0003030101060003" pitchFamily="34" charset="0"/>
              </a:defRPr>
            </a:lvl9pPr>
          </a:lstStyle>
          <a:p>
            <a:pPr algn="ctr" eaLnBrk="1" hangingPunct="1">
              <a:defRPr/>
            </a:pPr>
            <a:fld id="{A477261C-5C42-4FA0-8AD3-7C88DC280BF5}" type="slidenum">
              <a:rPr lang="ru-RU" altLang="ru-RU" sz="900" smtClean="0">
                <a:ea typeface="Lato" panose="020F0502020204030203" pitchFamily="34" charset="0"/>
                <a:cs typeface="Poppins SemiBold" panose="02000000000000000000" pitchFamily="2" charset="0"/>
              </a:rPr>
              <a:pPr algn="ctr" eaLnBrk="1" hangingPunct="1">
                <a:defRPr/>
              </a:pPr>
              <a:t>‹#›</a:t>
            </a:fld>
            <a:endParaRPr lang="ru-RU" altLang="ru-RU" sz="1200">
              <a:ea typeface="Lato" panose="020F0502020204030203" pitchFamily="34" charset="0"/>
              <a:cs typeface="Poppins SemiBold" panose="02000000000000000000" pitchFamily="2" charset="0"/>
            </a:endParaRPr>
          </a:p>
        </p:txBody>
      </p:sp>
      <p:sp>
        <p:nvSpPr>
          <p:cNvPr id="10" name="Рисунок 7"/>
          <p:cNvSpPr>
            <a:spLocks noGrp="1"/>
          </p:cNvSpPr>
          <p:nvPr>
            <p:ph type="pic" sz="quarter" idx="10"/>
          </p:nvPr>
        </p:nvSpPr>
        <p:spPr>
          <a:xfrm>
            <a:off x="1" y="0"/>
            <a:ext cx="12192000" cy="2171700"/>
          </a:xfrm>
        </p:spPr>
        <p:txBody>
          <a:bodyPr rtlCol="0">
            <a:normAutofit/>
          </a:bodyPr>
          <a:lstStyle/>
          <a:p>
            <a:pPr lvl="0"/>
            <a:endParaRPr lang="ru-RU" noProof="0" dirty="0"/>
          </a:p>
        </p:txBody>
      </p:sp>
      <p:sp>
        <p:nvSpPr>
          <p:cNvPr id="13" name="Рисунок 12"/>
          <p:cNvSpPr>
            <a:spLocks noGrp="1"/>
          </p:cNvSpPr>
          <p:nvPr>
            <p:ph type="pic" sz="quarter" idx="11"/>
          </p:nvPr>
        </p:nvSpPr>
        <p:spPr>
          <a:xfrm>
            <a:off x="754063" y="2647950"/>
            <a:ext cx="3084011" cy="3409950"/>
          </a:xfrm>
        </p:spPr>
        <p:txBody>
          <a:bodyPr rtlCol="0">
            <a:normAutofit/>
          </a:bodyPr>
          <a:lstStyle/>
          <a:p>
            <a:pPr lvl="0"/>
            <a:endParaRPr lang="ru-RU" noProof="0" dirty="0"/>
          </a:p>
        </p:txBody>
      </p:sp>
      <p:sp>
        <p:nvSpPr>
          <p:cNvPr id="14" name="Рисунок 12"/>
          <p:cNvSpPr>
            <a:spLocks noGrp="1"/>
          </p:cNvSpPr>
          <p:nvPr>
            <p:ph type="pic" sz="quarter" idx="12"/>
          </p:nvPr>
        </p:nvSpPr>
        <p:spPr>
          <a:xfrm>
            <a:off x="4087813" y="2647949"/>
            <a:ext cx="2865437" cy="1599197"/>
          </a:xfrm>
        </p:spPr>
        <p:txBody>
          <a:bodyPr rtlCol="0">
            <a:normAutofit/>
          </a:bodyPr>
          <a:lstStyle/>
          <a:p>
            <a:pPr lvl="0"/>
            <a:endParaRPr lang="ru-RU" noProof="0" dirty="0"/>
          </a:p>
        </p:txBody>
      </p:sp>
      <p:sp>
        <p:nvSpPr>
          <p:cNvPr id="15" name="Рисунок 12"/>
          <p:cNvSpPr>
            <a:spLocks noGrp="1"/>
          </p:cNvSpPr>
          <p:nvPr>
            <p:ph type="pic" sz="quarter" idx="13"/>
          </p:nvPr>
        </p:nvSpPr>
        <p:spPr>
          <a:xfrm>
            <a:off x="4087813" y="4463716"/>
            <a:ext cx="2865437" cy="1594184"/>
          </a:xfrm>
        </p:spPr>
        <p:txBody>
          <a:bodyPr rtlCol="0">
            <a:normAutofit/>
          </a:bodyPr>
          <a:lstStyle/>
          <a:p>
            <a:pPr lvl="0"/>
            <a:endParaRPr lang="ru-RU" noProof="0" dirty="0"/>
          </a:p>
        </p:txBody>
      </p:sp>
    </p:spTree>
    <p:extLst>
      <p:ext uri="{BB962C8B-B14F-4D97-AF65-F5344CB8AC3E}">
        <p14:creationId xmlns:p14="http://schemas.microsoft.com/office/powerpoint/2010/main" val="1274637795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Пользовательский маке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Рисунок 12"/>
          <p:cNvSpPr>
            <a:spLocks noGrp="1"/>
          </p:cNvSpPr>
          <p:nvPr>
            <p:ph type="pic" sz="quarter" idx="12"/>
          </p:nvPr>
        </p:nvSpPr>
        <p:spPr>
          <a:xfrm>
            <a:off x="4644274" y="825165"/>
            <a:ext cx="1949032" cy="2261937"/>
          </a:xfrm>
        </p:spPr>
        <p:txBody>
          <a:bodyPr rtlCol="0">
            <a:normAutofit/>
          </a:bodyPr>
          <a:lstStyle/>
          <a:p>
            <a:pPr lvl="0"/>
            <a:endParaRPr lang="ru-RU" noProof="0" dirty="0"/>
          </a:p>
        </p:txBody>
      </p:sp>
      <p:sp>
        <p:nvSpPr>
          <p:cNvPr id="8" name="Рисунок 12"/>
          <p:cNvSpPr>
            <a:spLocks noGrp="1"/>
          </p:cNvSpPr>
          <p:nvPr>
            <p:ph type="pic" sz="quarter" idx="13"/>
          </p:nvPr>
        </p:nvSpPr>
        <p:spPr>
          <a:xfrm>
            <a:off x="754063" y="4595061"/>
            <a:ext cx="3641474" cy="1507957"/>
          </a:xfrm>
        </p:spPr>
        <p:txBody>
          <a:bodyPr rtlCol="0">
            <a:normAutofit/>
          </a:bodyPr>
          <a:lstStyle/>
          <a:p>
            <a:pPr lvl="0"/>
            <a:endParaRPr lang="ru-RU" noProof="0" dirty="0"/>
          </a:p>
        </p:txBody>
      </p:sp>
      <p:sp>
        <p:nvSpPr>
          <p:cNvPr id="9" name="Рисунок 12"/>
          <p:cNvSpPr>
            <a:spLocks noGrp="1"/>
          </p:cNvSpPr>
          <p:nvPr>
            <p:ph type="pic" sz="quarter" idx="14"/>
          </p:nvPr>
        </p:nvSpPr>
        <p:spPr>
          <a:xfrm>
            <a:off x="4644274" y="3311693"/>
            <a:ext cx="1949031" cy="2791326"/>
          </a:xfrm>
        </p:spPr>
        <p:txBody>
          <a:bodyPr rtlCol="0">
            <a:normAutofit/>
          </a:bodyPr>
          <a:lstStyle/>
          <a:p>
            <a:pPr lvl="0"/>
            <a:endParaRPr lang="ru-RU" noProof="0" dirty="0"/>
          </a:p>
        </p:txBody>
      </p:sp>
      <p:sp>
        <p:nvSpPr>
          <p:cNvPr id="10" name="Рисунок 12"/>
          <p:cNvSpPr>
            <a:spLocks noGrp="1"/>
          </p:cNvSpPr>
          <p:nvPr>
            <p:ph type="pic" sz="quarter" idx="15"/>
          </p:nvPr>
        </p:nvSpPr>
        <p:spPr>
          <a:xfrm>
            <a:off x="6842042" y="3311693"/>
            <a:ext cx="1864851" cy="2791326"/>
          </a:xfrm>
        </p:spPr>
        <p:txBody>
          <a:bodyPr rtlCol="0">
            <a:normAutofit/>
          </a:bodyPr>
          <a:lstStyle/>
          <a:p>
            <a:pPr lvl="0"/>
            <a:endParaRPr lang="ru-RU" noProof="0" dirty="0"/>
          </a:p>
        </p:txBody>
      </p:sp>
      <p:sp>
        <p:nvSpPr>
          <p:cNvPr id="11" name="Рисунок 12"/>
          <p:cNvSpPr>
            <a:spLocks noGrp="1"/>
          </p:cNvSpPr>
          <p:nvPr>
            <p:ph type="pic" sz="quarter" idx="16"/>
          </p:nvPr>
        </p:nvSpPr>
        <p:spPr>
          <a:xfrm>
            <a:off x="6842042" y="825164"/>
            <a:ext cx="4563895" cy="2261937"/>
          </a:xfrm>
        </p:spPr>
        <p:txBody>
          <a:bodyPr rtlCol="0">
            <a:normAutofit/>
          </a:bodyPr>
          <a:lstStyle/>
          <a:p>
            <a:pPr lvl="0"/>
            <a:endParaRPr lang="ru-RU" noProof="0" dirty="0"/>
          </a:p>
        </p:txBody>
      </p:sp>
      <p:sp>
        <p:nvSpPr>
          <p:cNvPr id="12" name="Рисунок 12"/>
          <p:cNvSpPr>
            <a:spLocks noGrp="1"/>
          </p:cNvSpPr>
          <p:nvPr>
            <p:ph type="pic" sz="quarter" idx="17"/>
          </p:nvPr>
        </p:nvSpPr>
        <p:spPr>
          <a:xfrm>
            <a:off x="8955630" y="3311694"/>
            <a:ext cx="2494465" cy="1283367"/>
          </a:xfrm>
        </p:spPr>
        <p:txBody>
          <a:bodyPr rtlCol="0">
            <a:normAutofit/>
          </a:bodyPr>
          <a:lstStyle/>
          <a:p>
            <a:pPr lvl="0"/>
            <a:endParaRPr lang="ru-RU" noProof="0" dirty="0"/>
          </a:p>
        </p:txBody>
      </p:sp>
      <p:sp>
        <p:nvSpPr>
          <p:cNvPr id="13" name="Рисунок 12"/>
          <p:cNvSpPr>
            <a:spLocks noGrp="1"/>
          </p:cNvSpPr>
          <p:nvPr>
            <p:ph type="pic" sz="quarter" idx="18"/>
          </p:nvPr>
        </p:nvSpPr>
        <p:spPr>
          <a:xfrm>
            <a:off x="8955630" y="4819654"/>
            <a:ext cx="2494465" cy="1283363"/>
          </a:xfrm>
        </p:spPr>
        <p:txBody>
          <a:bodyPr rtlCol="0">
            <a:normAutofit/>
          </a:bodyPr>
          <a:lstStyle/>
          <a:p>
            <a:pPr lvl="0"/>
            <a:endParaRPr lang="ru-RU" noProof="0" dirty="0"/>
          </a:p>
        </p:txBody>
      </p:sp>
    </p:spTree>
    <p:extLst>
      <p:ext uri="{BB962C8B-B14F-4D97-AF65-F5344CB8AC3E}">
        <p14:creationId xmlns:p14="http://schemas.microsoft.com/office/powerpoint/2010/main" val="3732483850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2_Пользовательский маке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Прямоугольник 6">
            <a:extLst>
              <a:ext uri="{FF2B5EF4-FFF2-40B4-BE49-F238E27FC236}">
                <a16:creationId xmlns:a16="http://schemas.microsoft.com/office/drawing/2014/main" id="{293C4529-8FEF-4743-B8C9-3AAAAE830776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11250613" y="6438900"/>
            <a:ext cx="350837" cy="2301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Raleway SemiBold" panose="020B0003030101060003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Raleway SemiBold" panose="020B0003030101060003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Raleway SemiBold" panose="020B0003030101060003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Raleway SemiBold" panose="020B0003030101060003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Raleway SemiBold" panose="020B0003030101060003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Raleway SemiBold" panose="020B0003030101060003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Raleway SemiBold" panose="020B0003030101060003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Raleway SemiBold" panose="020B0003030101060003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Raleway SemiBold" panose="020B0003030101060003" pitchFamily="34" charset="0"/>
              </a:defRPr>
            </a:lvl9pPr>
          </a:lstStyle>
          <a:p>
            <a:pPr algn="ctr" eaLnBrk="1" hangingPunct="1">
              <a:defRPr/>
            </a:pPr>
            <a:fld id="{E328696D-B294-44A8-A140-0598694F8B81}" type="slidenum">
              <a:rPr lang="ru-RU" altLang="ru-RU" sz="900" smtClean="0">
                <a:ea typeface="Lato" panose="020F0502020204030203" pitchFamily="34" charset="0"/>
                <a:cs typeface="Poppins SemiBold" panose="02000000000000000000" pitchFamily="2" charset="0"/>
              </a:rPr>
              <a:pPr algn="ctr" eaLnBrk="1" hangingPunct="1">
                <a:defRPr/>
              </a:pPr>
              <a:t>‹#›</a:t>
            </a:fld>
            <a:endParaRPr lang="ru-RU" altLang="ru-RU" sz="1200">
              <a:ea typeface="Lato" panose="020F0502020204030203" pitchFamily="34" charset="0"/>
              <a:cs typeface="Poppins SemiBold" panose="02000000000000000000" pitchFamily="2" charset="0"/>
            </a:endParaRPr>
          </a:p>
        </p:txBody>
      </p:sp>
      <p:pic>
        <p:nvPicPr>
          <p:cNvPr id="13" name="Рисунок 7">
            <a:extLst>
              <a:ext uri="{FF2B5EF4-FFF2-40B4-BE49-F238E27FC236}">
                <a16:creationId xmlns:a16="http://schemas.microsoft.com/office/drawing/2014/main" id="{F3438E08-4F07-4A98-9D48-BF2AB764225C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345863" y="341313"/>
            <a:ext cx="160337" cy="1603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14" name="Группа 8">
            <a:extLst>
              <a:ext uri="{FF2B5EF4-FFF2-40B4-BE49-F238E27FC236}">
                <a16:creationId xmlns:a16="http://schemas.microsoft.com/office/drawing/2014/main" id="{7BEA9A08-BBC4-4E4F-86AF-3B01C139CDF3}"/>
              </a:ext>
            </a:extLst>
          </p:cNvPr>
          <p:cNvGrpSpPr>
            <a:grpSpLocks/>
          </p:cNvGrpSpPr>
          <p:nvPr userDrawn="1"/>
        </p:nvGrpSpPr>
        <p:grpSpPr bwMode="auto">
          <a:xfrm>
            <a:off x="296863" y="336550"/>
            <a:ext cx="241300" cy="165100"/>
            <a:chOff x="11345779" y="324853"/>
            <a:chExt cx="240632" cy="165462"/>
          </a:xfrm>
        </p:grpSpPr>
        <p:cxnSp>
          <p:nvCxnSpPr>
            <p:cNvPr id="15" name="Прямая соединительная линия 9">
              <a:extLst>
                <a:ext uri="{FF2B5EF4-FFF2-40B4-BE49-F238E27FC236}">
                  <a16:creationId xmlns:a16="http://schemas.microsoft.com/office/drawing/2014/main" id="{2326FCEF-A3C6-4700-951D-6E10C19C448C}"/>
                </a:ext>
              </a:extLst>
            </p:cNvPr>
            <p:cNvCxnSpPr/>
            <p:nvPr/>
          </p:nvCxnSpPr>
          <p:spPr>
            <a:xfrm>
              <a:off x="11345779" y="324853"/>
              <a:ext cx="240632" cy="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Прямая соединительная линия 10">
              <a:extLst>
                <a:ext uri="{FF2B5EF4-FFF2-40B4-BE49-F238E27FC236}">
                  <a16:creationId xmlns:a16="http://schemas.microsoft.com/office/drawing/2014/main" id="{10786441-64BF-4423-A792-8A2096F45872}"/>
                </a:ext>
              </a:extLst>
            </p:cNvPr>
            <p:cNvCxnSpPr/>
            <p:nvPr/>
          </p:nvCxnSpPr>
          <p:spPr>
            <a:xfrm>
              <a:off x="11345779" y="407584"/>
              <a:ext cx="240632" cy="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Прямая соединительная линия 11">
              <a:extLst>
                <a:ext uri="{FF2B5EF4-FFF2-40B4-BE49-F238E27FC236}">
                  <a16:creationId xmlns:a16="http://schemas.microsoft.com/office/drawing/2014/main" id="{CA7149C6-8C54-49B9-971D-D2E8CFD66E95}"/>
                </a:ext>
              </a:extLst>
            </p:cNvPr>
            <p:cNvCxnSpPr/>
            <p:nvPr/>
          </p:nvCxnSpPr>
          <p:spPr>
            <a:xfrm>
              <a:off x="11345779" y="490315"/>
              <a:ext cx="240632" cy="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6" name="Рисунок 12"/>
          <p:cNvSpPr>
            <a:spLocks noGrp="1"/>
          </p:cNvSpPr>
          <p:nvPr>
            <p:ph type="pic" sz="quarter" idx="12"/>
          </p:nvPr>
        </p:nvSpPr>
        <p:spPr>
          <a:xfrm>
            <a:off x="4644274" y="825165"/>
            <a:ext cx="2107400" cy="3023821"/>
          </a:xfrm>
        </p:spPr>
        <p:txBody>
          <a:bodyPr rtlCol="0">
            <a:normAutofit/>
          </a:bodyPr>
          <a:lstStyle/>
          <a:p>
            <a:pPr lvl="0"/>
            <a:endParaRPr lang="ru-RU" noProof="0" dirty="0"/>
          </a:p>
        </p:txBody>
      </p:sp>
      <p:sp>
        <p:nvSpPr>
          <p:cNvPr id="7" name="Рисунок 12"/>
          <p:cNvSpPr>
            <a:spLocks noGrp="1"/>
          </p:cNvSpPr>
          <p:nvPr>
            <p:ph type="pic" sz="quarter" idx="14"/>
          </p:nvPr>
        </p:nvSpPr>
        <p:spPr>
          <a:xfrm>
            <a:off x="4644274" y="3923414"/>
            <a:ext cx="2107400" cy="2179605"/>
          </a:xfrm>
        </p:spPr>
        <p:txBody>
          <a:bodyPr rtlCol="0">
            <a:normAutofit/>
          </a:bodyPr>
          <a:lstStyle/>
          <a:p>
            <a:pPr lvl="0"/>
            <a:endParaRPr lang="ru-RU" noProof="0" dirty="0"/>
          </a:p>
        </p:txBody>
      </p:sp>
      <p:sp>
        <p:nvSpPr>
          <p:cNvPr id="8" name="Рисунок 12"/>
          <p:cNvSpPr>
            <a:spLocks noGrp="1"/>
          </p:cNvSpPr>
          <p:nvPr>
            <p:ph type="pic" sz="quarter" idx="15"/>
          </p:nvPr>
        </p:nvSpPr>
        <p:spPr>
          <a:xfrm>
            <a:off x="6842042" y="3168502"/>
            <a:ext cx="1864851" cy="2934517"/>
          </a:xfrm>
        </p:spPr>
        <p:txBody>
          <a:bodyPr rtlCol="0">
            <a:normAutofit/>
          </a:bodyPr>
          <a:lstStyle/>
          <a:p>
            <a:pPr lvl="0"/>
            <a:endParaRPr lang="ru-RU" noProof="0" dirty="0"/>
          </a:p>
        </p:txBody>
      </p:sp>
      <p:sp>
        <p:nvSpPr>
          <p:cNvPr id="9" name="Рисунок 12"/>
          <p:cNvSpPr>
            <a:spLocks noGrp="1"/>
          </p:cNvSpPr>
          <p:nvPr>
            <p:ph type="pic" sz="quarter" idx="16"/>
          </p:nvPr>
        </p:nvSpPr>
        <p:spPr>
          <a:xfrm>
            <a:off x="6842042" y="825164"/>
            <a:ext cx="4608054" cy="2261937"/>
          </a:xfrm>
        </p:spPr>
        <p:txBody>
          <a:bodyPr rtlCol="0">
            <a:normAutofit/>
          </a:bodyPr>
          <a:lstStyle/>
          <a:p>
            <a:pPr lvl="0"/>
            <a:endParaRPr lang="ru-RU" noProof="0" dirty="0"/>
          </a:p>
        </p:txBody>
      </p:sp>
      <p:sp>
        <p:nvSpPr>
          <p:cNvPr id="10" name="Рисунок 12"/>
          <p:cNvSpPr>
            <a:spLocks noGrp="1"/>
          </p:cNvSpPr>
          <p:nvPr>
            <p:ph type="pic" sz="quarter" idx="17"/>
          </p:nvPr>
        </p:nvSpPr>
        <p:spPr>
          <a:xfrm>
            <a:off x="8797262" y="3168502"/>
            <a:ext cx="2652834" cy="1426559"/>
          </a:xfrm>
        </p:spPr>
        <p:txBody>
          <a:bodyPr rtlCol="0">
            <a:normAutofit/>
          </a:bodyPr>
          <a:lstStyle/>
          <a:p>
            <a:pPr lvl="0"/>
            <a:endParaRPr lang="ru-RU" noProof="0" dirty="0"/>
          </a:p>
        </p:txBody>
      </p:sp>
      <p:sp>
        <p:nvSpPr>
          <p:cNvPr id="11" name="Рисунок 12"/>
          <p:cNvSpPr>
            <a:spLocks noGrp="1"/>
          </p:cNvSpPr>
          <p:nvPr>
            <p:ph type="pic" sz="quarter" idx="18"/>
          </p:nvPr>
        </p:nvSpPr>
        <p:spPr>
          <a:xfrm>
            <a:off x="8797262" y="4676462"/>
            <a:ext cx="2652834" cy="1426555"/>
          </a:xfrm>
        </p:spPr>
        <p:txBody>
          <a:bodyPr rtlCol="0">
            <a:normAutofit/>
          </a:bodyPr>
          <a:lstStyle/>
          <a:p>
            <a:pPr lvl="0"/>
            <a:endParaRPr lang="ru-RU" noProof="0" dirty="0"/>
          </a:p>
        </p:txBody>
      </p:sp>
    </p:spTree>
    <p:extLst>
      <p:ext uri="{BB962C8B-B14F-4D97-AF65-F5344CB8AC3E}">
        <p14:creationId xmlns:p14="http://schemas.microsoft.com/office/powerpoint/2010/main" val="2201355339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0_Пользовательский маке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Рисунок 6"/>
          <p:cNvSpPr>
            <a:spLocks noGrp="1"/>
          </p:cNvSpPr>
          <p:nvPr>
            <p:ph type="pic" sz="quarter" idx="11"/>
          </p:nvPr>
        </p:nvSpPr>
        <p:spPr>
          <a:xfrm>
            <a:off x="3354978" y="713581"/>
            <a:ext cx="2374900" cy="2015971"/>
          </a:xfrm>
        </p:spPr>
        <p:txBody>
          <a:bodyPr rtlCol="0">
            <a:normAutofit/>
          </a:bodyPr>
          <a:lstStyle/>
          <a:p>
            <a:pPr lvl="0"/>
            <a:endParaRPr lang="ru-RU" noProof="0" dirty="0"/>
          </a:p>
        </p:txBody>
      </p:sp>
      <p:sp>
        <p:nvSpPr>
          <p:cNvPr id="9" name="Рисунок 6"/>
          <p:cNvSpPr>
            <a:spLocks noGrp="1"/>
          </p:cNvSpPr>
          <p:nvPr>
            <p:ph type="pic" sz="quarter" idx="12"/>
          </p:nvPr>
        </p:nvSpPr>
        <p:spPr>
          <a:xfrm>
            <a:off x="3354978" y="2913145"/>
            <a:ext cx="2374900" cy="3231274"/>
          </a:xfrm>
        </p:spPr>
        <p:txBody>
          <a:bodyPr rtlCol="0">
            <a:normAutofit/>
          </a:bodyPr>
          <a:lstStyle/>
          <a:p>
            <a:pPr lvl="0"/>
            <a:endParaRPr lang="ru-RU" noProof="0" dirty="0"/>
          </a:p>
        </p:txBody>
      </p:sp>
      <p:sp>
        <p:nvSpPr>
          <p:cNvPr id="10" name="Рисунок 6"/>
          <p:cNvSpPr>
            <a:spLocks noGrp="1"/>
          </p:cNvSpPr>
          <p:nvPr>
            <p:ph type="pic" sz="quarter" idx="13"/>
          </p:nvPr>
        </p:nvSpPr>
        <p:spPr>
          <a:xfrm>
            <a:off x="5936676" y="4266548"/>
            <a:ext cx="5377317" cy="1877871"/>
          </a:xfrm>
        </p:spPr>
        <p:txBody>
          <a:bodyPr rtlCol="0">
            <a:normAutofit/>
          </a:bodyPr>
          <a:lstStyle/>
          <a:p>
            <a:pPr lvl="0"/>
            <a:endParaRPr lang="ru-RU" noProof="0" dirty="0"/>
          </a:p>
        </p:txBody>
      </p:sp>
      <p:sp>
        <p:nvSpPr>
          <p:cNvPr id="11" name="Рисунок 6"/>
          <p:cNvSpPr>
            <a:spLocks noGrp="1"/>
          </p:cNvSpPr>
          <p:nvPr>
            <p:ph type="pic" sz="quarter" idx="14"/>
          </p:nvPr>
        </p:nvSpPr>
        <p:spPr>
          <a:xfrm>
            <a:off x="5936676" y="713581"/>
            <a:ext cx="1760661" cy="2015971"/>
          </a:xfrm>
        </p:spPr>
        <p:txBody>
          <a:bodyPr rtlCol="0">
            <a:normAutofit/>
          </a:bodyPr>
          <a:lstStyle/>
          <a:p>
            <a:pPr lvl="0"/>
            <a:endParaRPr lang="ru-RU" noProof="0" dirty="0"/>
          </a:p>
        </p:txBody>
      </p:sp>
      <p:sp>
        <p:nvSpPr>
          <p:cNvPr id="12" name="Рисунок 6"/>
          <p:cNvSpPr>
            <a:spLocks noGrp="1"/>
          </p:cNvSpPr>
          <p:nvPr>
            <p:ph type="pic" sz="quarter" idx="15"/>
          </p:nvPr>
        </p:nvSpPr>
        <p:spPr>
          <a:xfrm>
            <a:off x="5936675" y="2913145"/>
            <a:ext cx="1760661" cy="1169810"/>
          </a:xfrm>
        </p:spPr>
        <p:txBody>
          <a:bodyPr rtlCol="0">
            <a:normAutofit/>
          </a:bodyPr>
          <a:lstStyle/>
          <a:p>
            <a:pPr lvl="0"/>
            <a:endParaRPr lang="ru-RU" noProof="0" dirty="0"/>
          </a:p>
        </p:txBody>
      </p:sp>
      <p:sp>
        <p:nvSpPr>
          <p:cNvPr id="13" name="Рисунок 6"/>
          <p:cNvSpPr>
            <a:spLocks noGrp="1"/>
          </p:cNvSpPr>
          <p:nvPr>
            <p:ph type="pic" sz="quarter" idx="16"/>
          </p:nvPr>
        </p:nvSpPr>
        <p:spPr>
          <a:xfrm>
            <a:off x="7876839" y="713581"/>
            <a:ext cx="3437154" cy="2015971"/>
          </a:xfrm>
        </p:spPr>
        <p:txBody>
          <a:bodyPr rtlCol="0">
            <a:normAutofit/>
          </a:bodyPr>
          <a:lstStyle/>
          <a:p>
            <a:pPr lvl="0"/>
            <a:endParaRPr lang="ru-RU" noProof="0" dirty="0"/>
          </a:p>
        </p:txBody>
      </p:sp>
      <p:sp>
        <p:nvSpPr>
          <p:cNvPr id="14" name="Рисунок 6"/>
          <p:cNvSpPr>
            <a:spLocks noGrp="1"/>
          </p:cNvSpPr>
          <p:nvPr>
            <p:ph type="pic" sz="quarter" idx="17"/>
          </p:nvPr>
        </p:nvSpPr>
        <p:spPr>
          <a:xfrm>
            <a:off x="7876837" y="2913145"/>
            <a:ext cx="3437156" cy="1169810"/>
          </a:xfrm>
        </p:spPr>
        <p:txBody>
          <a:bodyPr rtlCol="0">
            <a:normAutofit/>
          </a:bodyPr>
          <a:lstStyle/>
          <a:p>
            <a:pPr lvl="0"/>
            <a:endParaRPr lang="ru-RU" noProof="0" dirty="0"/>
          </a:p>
        </p:txBody>
      </p:sp>
    </p:spTree>
    <p:extLst>
      <p:ext uri="{BB962C8B-B14F-4D97-AF65-F5344CB8AC3E}">
        <p14:creationId xmlns:p14="http://schemas.microsoft.com/office/powerpoint/2010/main" val="3950955691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_Пользовательский маке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Рисунок 12"/>
          <p:cNvSpPr>
            <a:spLocks noGrp="1"/>
          </p:cNvSpPr>
          <p:nvPr>
            <p:ph type="pic" sz="quarter" idx="16"/>
          </p:nvPr>
        </p:nvSpPr>
        <p:spPr>
          <a:xfrm>
            <a:off x="1" y="0"/>
            <a:ext cx="3087322" cy="2277599"/>
          </a:xfrm>
        </p:spPr>
        <p:txBody>
          <a:bodyPr rtlCol="0">
            <a:normAutofit/>
          </a:bodyPr>
          <a:lstStyle/>
          <a:p>
            <a:pPr lvl="0"/>
            <a:endParaRPr lang="ru-RU" noProof="0" dirty="0"/>
          </a:p>
        </p:txBody>
      </p:sp>
      <p:sp>
        <p:nvSpPr>
          <p:cNvPr id="7" name="Рисунок 12"/>
          <p:cNvSpPr>
            <a:spLocks noGrp="1"/>
          </p:cNvSpPr>
          <p:nvPr>
            <p:ph type="pic" sz="quarter" idx="17"/>
          </p:nvPr>
        </p:nvSpPr>
        <p:spPr>
          <a:xfrm>
            <a:off x="-1" y="2272570"/>
            <a:ext cx="3087323" cy="2044249"/>
          </a:xfrm>
        </p:spPr>
        <p:txBody>
          <a:bodyPr rtlCol="0">
            <a:normAutofit/>
          </a:bodyPr>
          <a:lstStyle/>
          <a:p>
            <a:pPr lvl="0"/>
            <a:endParaRPr lang="ru-RU" noProof="0" dirty="0"/>
          </a:p>
        </p:txBody>
      </p:sp>
      <p:sp>
        <p:nvSpPr>
          <p:cNvPr id="8" name="Рисунок 12"/>
          <p:cNvSpPr>
            <a:spLocks noGrp="1"/>
          </p:cNvSpPr>
          <p:nvPr>
            <p:ph type="pic" sz="quarter" idx="18"/>
          </p:nvPr>
        </p:nvSpPr>
        <p:spPr>
          <a:xfrm>
            <a:off x="3080084" y="2261938"/>
            <a:ext cx="3023004" cy="2052080"/>
          </a:xfrm>
        </p:spPr>
        <p:txBody>
          <a:bodyPr rtlCol="0">
            <a:normAutofit/>
          </a:bodyPr>
          <a:lstStyle/>
          <a:p>
            <a:pPr lvl="0"/>
            <a:endParaRPr lang="ru-RU" noProof="0" dirty="0"/>
          </a:p>
        </p:txBody>
      </p:sp>
      <p:sp>
        <p:nvSpPr>
          <p:cNvPr id="10" name="Рисунок 12"/>
          <p:cNvSpPr>
            <a:spLocks noGrp="1"/>
          </p:cNvSpPr>
          <p:nvPr>
            <p:ph type="pic" sz="quarter" idx="20"/>
          </p:nvPr>
        </p:nvSpPr>
        <p:spPr>
          <a:xfrm>
            <a:off x="9176084" y="2272570"/>
            <a:ext cx="3023004" cy="2038647"/>
          </a:xfrm>
        </p:spPr>
        <p:txBody>
          <a:bodyPr rtlCol="0">
            <a:normAutofit/>
          </a:bodyPr>
          <a:lstStyle/>
          <a:p>
            <a:pPr lvl="0"/>
            <a:endParaRPr lang="ru-RU" noProof="0" dirty="0"/>
          </a:p>
        </p:txBody>
      </p:sp>
      <p:sp>
        <p:nvSpPr>
          <p:cNvPr id="11" name="Рисунок 12"/>
          <p:cNvSpPr>
            <a:spLocks noGrp="1"/>
          </p:cNvSpPr>
          <p:nvPr>
            <p:ph type="pic" sz="quarter" idx="21"/>
          </p:nvPr>
        </p:nvSpPr>
        <p:spPr>
          <a:xfrm>
            <a:off x="1956391" y="4303386"/>
            <a:ext cx="4139609" cy="2554614"/>
          </a:xfrm>
        </p:spPr>
        <p:txBody>
          <a:bodyPr rtlCol="0">
            <a:normAutofit/>
          </a:bodyPr>
          <a:lstStyle/>
          <a:p>
            <a:pPr lvl="0"/>
            <a:endParaRPr lang="ru-RU" noProof="0" dirty="0"/>
          </a:p>
        </p:txBody>
      </p:sp>
      <p:sp>
        <p:nvSpPr>
          <p:cNvPr id="12" name="Рисунок 12"/>
          <p:cNvSpPr>
            <a:spLocks noGrp="1"/>
          </p:cNvSpPr>
          <p:nvPr>
            <p:ph type="pic" sz="quarter" idx="22"/>
          </p:nvPr>
        </p:nvSpPr>
        <p:spPr>
          <a:xfrm>
            <a:off x="0" y="4314019"/>
            <a:ext cx="1956391" cy="2543982"/>
          </a:xfrm>
        </p:spPr>
        <p:txBody>
          <a:bodyPr rtlCol="0">
            <a:normAutofit/>
          </a:bodyPr>
          <a:lstStyle/>
          <a:p>
            <a:pPr lvl="0"/>
            <a:endParaRPr lang="ru-RU" noProof="0" dirty="0"/>
          </a:p>
        </p:txBody>
      </p:sp>
      <p:sp>
        <p:nvSpPr>
          <p:cNvPr id="14" name="Рисунок 12"/>
          <p:cNvSpPr>
            <a:spLocks noGrp="1"/>
          </p:cNvSpPr>
          <p:nvPr>
            <p:ph type="pic" sz="quarter" idx="24"/>
          </p:nvPr>
        </p:nvSpPr>
        <p:spPr>
          <a:xfrm>
            <a:off x="6096000" y="4303387"/>
            <a:ext cx="4089991" cy="2554614"/>
          </a:xfrm>
        </p:spPr>
        <p:txBody>
          <a:bodyPr rtlCol="0">
            <a:normAutofit/>
          </a:bodyPr>
          <a:lstStyle/>
          <a:p>
            <a:pPr lvl="0"/>
            <a:endParaRPr lang="ru-RU" noProof="0" dirty="0"/>
          </a:p>
        </p:txBody>
      </p:sp>
      <p:sp>
        <p:nvSpPr>
          <p:cNvPr id="15" name="Рисунок 12"/>
          <p:cNvSpPr>
            <a:spLocks noGrp="1"/>
          </p:cNvSpPr>
          <p:nvPr>
            <p:ph type="pic" sz="quarter" idx="25"/>
          </p:nvPr>
        </p:nvSpPr>
        <p:spPr>
          <a:xfrm>
            <a:off x="3087322" y="7831"/>
            <a:ext cx="3008678" cy="2261937"/>
          </a:xfrm>
        </p:spPr>
        <p:txBody>
          <a:bodyPr rtlCol="0">
            <a:normAutofit/>
          </a:bodyPr>
          <a:lstStyle/>
          <a:p>
            <a:pPr lvl="0"/>
            <a:endParaRPr lang="ru-RU" noProof="0" dirty="0"/>
          </a:p>
        </p:txBody>
      </p:sp>
      <p:sp>
        <p:nvSpPr>
          <p:cNvPr id="16" name="Рисунок 12"/>
          <p:cNvSpPr>
            <a:spLocks noGrp="1"/>
          </p:cNvSpPr>
          <p:nvPr>
            <p:ph type="pic" sz="quarter" idx="26"/>
          </p:nvPr>
        </p:nvSpPr>
        <p:spPr>
          <a:xfrm>
            <a:off x="6096001" y="0"/>
            <a:ext cx="6095848" cy="2277599"/>
          </a:xfrm>
        </p:spPr>
        <p:txBody>
          <a:bodyPr rtlCol="0">
            <a:normAutofit/>
          </a:bodyPr>
          <a:lstStyle/>
          <a:p>
            <a:pPr lvl="0"/>
            <a:endParaRPr lang="ru-RU" noProof="0" dirty="0"/>
          </a:p>
        </p:txBody>
      </p:sp>
      <p:sp>
        <p:nvSpPr>
          <p:cNvPr id="17" name="Рисунок 12"/>
          <p:cNvSpPr>
            <a:spLocks noGrp="1"/>
          </p:cNvSpPr>
          <p:nvPr>
            <p:ph type="pic" sz="quarter" idx="27"/>
          </p:nvPr>
        </p:nvSpPr>
        <p:spPr>
          <a:xfrm>
            <a:off x="10185991" y="4303386"/>
            <a:ext cx="2013097" cy="2562447"/>
          </a:xfrm>
        </p:spPr>
        <p:txBody>
          <a:bodyPr rtlCol="0">
            <a:normAutofit/>
          </a:bodyPr>
          <a:lstStyle/>
          <a:p>
            <a:pPr lvl="0"/>
            <a:endParaRPr lang="ru-RU" noProof="0" dirty="0"/>
          </a:p>
        </p:txBody>
      </p:sp>
      <p:sp>
        <p:nvSpPr>
          <p:cNvPr id="18" name="Рисунок 12"/>
          <p:cNvSpPr>
            <a:spLocks noGrp="1"/>
          </p:cNvSpPr>
          <p:nvPr>
            <p:ph type="pic" sz="quarter" idx="28"/>
          </p:nvPr>
        </p:nvSpPr>
        <p:spPr>
          <a:xfrm>
            <a:off x="6103088" y="2261937"/>
            <a:ext cx="3080084" cy="2052081"/>
          </a:xfrm>
        </p:spPr>
        <p:txBody>
          <a:bodyPr rtlCol="0">
            <a:normAutofit/>
          </a:bodyPr>
          <a:lstStyle/>
          <a:p>
            <a:pPr lvl="0"/>
            <a:endParaRPr lang="ru-RU" noProof="0" dirty="0"/>
          </a:p>
        </p:txBody>
      </p:sp>
    </p:spTree>
    <p:extLst>
      <p:ext uri="{BB962C8B-B14F-4D97-AF65-F5344CB8AC3E}">
        <p14:creationId xmlns:p14="http://schemas.microsoft.com/office/powerpoint/2010/main" val="2952240424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Рисунок 7"/>
          <p:cNvSpPr>
            <a:spLocks noGrp="1"/>
          </p:cNvSpPr>
          <p:nvPr>
            <p:ph type="pic" sz="quarter" idx="10"/>
          </p:nvPr>
        </p:nvSpPr>
        <p:spPr>
          <a:xfrm>
            <a:off x="1" y="0"/>
            <a:ext cx="12192000" cy="2171700"/>
          </a:xfrm>
        </p:spPr>
        <p:txBody>
          <a:bodyPr rtlCol="0">
            <a:normAutofit/>
          </a:bodyPr>
          <a:lstStyle/>
          <a:p>
            <a:pPr lvl="0"/>
            <a:endParaRPr lang="ru-RU" noProof="0" dirty="0"/>
          </a:p>
        </p:txBody>
      </p:sp>
    </p:spTree>
    <p:extLst>
      <p:ext uri="{BB962C8B-B14F-4D97-AF65-F5344CB8AC3E}">
        <p14:creationId xmlns:p14="http://schemas.microsoft.com/office/powerpoint/2010/main" val="3900288213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Пользовательский маке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Рисунок 7"/>
          <p:cNvSpPr>
            <a:spLocks noGrp="1"/>
          </p:cNvSpPr>
          <p:nvPr>
            <p:ph type="pic" sz="quarter" idx="10"/>
          </p:nvPr>
        </p:nvSpPr>
        <p:spPr>
          <a:xfrm>
            <a:off x="1" y="-16071"/>
            <a:ext cx="12192000" cy="3129420"/>
          </a:xfrm>
          <a:custGeom>
            <a:avLst/>
            <a:gdLst>
              <a:gd name="connsiteX0" fmla="*/ 0 w 10000"/>
              <a:gd name="connsiteY0" fmla="*/ 2000 h 10000"/>
              <a:gd name="connsiteX1" fmla="*/ 10000 w 10000"/>
              <a:gd name="connsiteY1" fmla="*/ 0 h 10000"/>
              <a:gd name="connsiteX2" fmla="*/ 10000 w 10000"/>
              <a:gd name="connsiteY2" fmla="*/ 10000 h 10000"/>
              <a:gd name="connsiteX3" fmla="*/ 0 w 10000"/>
              <a:gd name="connsiteY3" fmla="*/ 10000 h 10000"/>
              <a:gd name="connsiteX4" fmla="*/ 0 w 10000"/>
              <a:gd name="connsiteY4" fmla="*/ 2000 h 10000"/>
              <a:gd name="connsiteX0" fmla="*/ 0 w 10000"/>
              <a:gd name="connsiteY0" fmla="*/ 0 h 10074"/>
              <a:gd name="connsiteX1" fmla="*/ 10000 w 10000"/>
              <a:gd name="connsiteY1" fmla="*/ 74 h 10074"/>
              <a:gd name="connsiteX2" fmla="*/ 10000 w 10000"/>
              <a:gd name="connsiteY2" fmla="*/ 10074 h 10074"/>
              <a:gd name="connsiteX3" fmla="*/ 0 w 10000"/>
              <a:gd name="connsiteY3" fmla="*/ 10074 h 10074"/>
              <a:gd name="connsiteX4" fmla="*/ 0 w 10000"/>
              <a:gd name="connsiteY4" fmla="*/ 0 h 10074"/>
              <a:gd name="connsiteX0" fmla="*/ 0 w 10000"/>
              <a:gd name="connsiteY0" fmla="*/ 0 h 14410"/>
              <a:gd name="connsiteX1" fmla="*/ 10000 w 10000"/>
              <a:gd name="connsiteY1" fmla="*/ 74 h 14410"/>
              <a:gd name="connsiteX2" fmla="*/ 10000 w 10000"/>
              <a:gd name="connsiteY2" fmla="*/ 10074 h 14410"/>
              <a:gd name="connsiteX3" fmla="*/ 11 w 10000"/>
              <a:gd name="connsiteY3" fmla="*/ 14410 h 14410"/>
              <a:gd name="connsiteX4" fmla="*/ 0 w 10000"/>
              <a:gd name="connsiteY4" fmla="*/ 0 h 144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0000" h="14410">
                <a:moveTo>
                  <a:pt x="0" y="0"/>
                </a:moveTo>
                <a:lnTo>
                  <a:pt x="10000" y="74"/>
                </a:lnTo>
                <a:lnTo>
                  <a:pt x="10000" y="10074"/>
                </a:lnTo>
                <a:lnTo>
                  <a:pt x="11" y="14410"/>
                </a:lnTo>
                <a:cubicBezTo>
                  <a:pt x="7" y="9607"/>
                  <a:pt x="4" y="4803"/>
                  <a:pt x="0" y="0"/>
                </a:cubicBezTo>
                <a:close/>
              </a:path>
            </a:pathLst>
          </a:custGeom>
        </p:spPr>
        <p:txBody>
          <a:bodyPr rtlCol="0">
            <a:normAutofit/>
          </a:bodyPr>
          <a:lstStyle/>
          <a:p>
            <a:pPr lvl="0"/>
            <a:endParaRPr lang="ru-RU" noProof="0" dirty="0"/>
          </a:p>
        </p:txBody>
      </p:sp>
      <p:sp>
        <p:nvSpPr>
          <p:cNvPr id="8" name="Рисунок 7"/>
          <p:cNvSpPr>
            <a:spLocks noGrp="1"/>
          </p:cNvSpPr>
          <p:nvPr>
            <p:ph type="pic" sz="quarter" idx="11"/>
          </p:nvPr>
        </p:nvSpPr>
        <p:spPr>
          <a:xfrm>
            <a:off x="1446213" y="2033588"/>
            <a:ext cx="1787525" cy="1787525"/>
          </a:xfrm>
          <a:prstGeom prst="ellipse">
            <a:avLst/>
          </a:prstGeom>
        </p:spPr>
        <p:txBody>
          <a:bodyPr rtlCol="0">
            <a:normAutofit/>
          </a:bodyPr>
          <a:lstStyle/>
          <a:p>
            <a:pPr lvl="0"/>
            <a:endParaRPr lang="ru-RU" noProof="0" dirty="0"/>
          </a:p>
        </p:txBody>
      </p:sp>
      <p:sp>
        <p:nvSpPr>
          <p:cNvPr id="9" name="Рисунок 7"/>
          <p:cNvSpPr>
            <a:spLocks noGrp="1"/>
          </p:cNvSpPr>
          <p:nvPr>
            <p:ph type="pic" sz="quarter" idx="12"/>
          </p:nvPr>
        </p:nvSpPr>
        <p:spPr>
          <a:xfrm>
            <a:off x="5202238" y="2033587"/>
            <a:ext cx="1787525" cy="1787525"/>
          </a:xfrm>
          <a:prstGeom prst="ellipse">
            <a:avLst/>
          </a:prstGeom>
        </p:spPr>
        <p:txBody>
          <a:bodyPr rtlCol="0">
            <a:normAutofit/>
          </a:bodyPr>
          <a:lstStyle/>
          <a:p>
            <a:pPr lvl="0"/>
            <a:endParaRPr lang="ru-RU" noProof="0" dirty="0"/>
          </a:p>
        </p:txBody>
      </p:sp>
      <p:sp>
        <p:nvSpPr>
          <p:cNvPr id="10" name="Рисунок 7"/>
          <p:cNvSpPr>
            <a:spLocks noGrp="1"/>
          </p:cNvSpPr>
          <p:nvPr>
            <p:ph type="pic" sz="quarter" idx="13"/>
          </p:nvPr>
        </p:nvSpPr>
        <p:spPr>
          <a:xfrm>
            <a:off x="8958263" y="2033587"/>
            <a:ext cx="1787525" cy="1787525"/>
          </a:xfrm>
          <a:prstGeom prst="ellipse">
            <a:avLst/>
          </a:prstGeom>
        </p:spPr>
        <p:txBody>
          <a:bodyPr rtlCol="0">
            <a:normAutofit/>
          </a:bodyPr>
          <a:lstStyle/>
          <a:p>
            <a:pPr lvl="0"/>
            <a:endParaRPr lang="ru-RU" noProof="0" dirty="0"/>
          </a:p>
        </p:txBody>
      </p:sp>
    </p:spTree>
    <p:extLst>
      <p:ext uri="{BB962C8B-B14F-4D97-AF65-F5344CB8AC3E}">
        <p14:creationId xmlns:p14="http://schemas.microsoft.com/office/powerpoint/2010/main" val="2937397200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Рисунок 7"/>
          <p:cNvSpPr>
            <a:spLocks noGrp="1"/>
          </p:cNvSpPr>
          <p:nvPr>
            <p:ph type="pic" sz="quarter" idx="10"/>
          </p:nvPr>
        </p:nvSpPr>
        <p:spPr>
          <a:xfrm>
            <a:off x="1" y="0"/>
            <a:ext cx="12192000" cy="2033516"/>
          </a:xfrm>
        </p:spPr>
        <p:txBody>
          <a:bodyPr rtlCol="0">
            <a:normAutofit/>
          </a:bodyPr>
          <a:lstStyle/>
          <a:p>
            <a:pPr lvl="0"/>
            <a:endParaRPr lang="ru-RU" noProof="0" dirty="0"/>
          </a:p>
        </p:txBody>
      </p:sp>
      <p:sp>
        <p:nvSpPr>
          <p:cNvPr id="7" name="Рисунок 6"/>
          <p:cNvSpPr>
            <a:spLocks noGrp="1"/>
          </p:cNvSpPr>
          <p:nvPr>
            <p:ph type="pic" sz="quarter" idx="11"/>
          </p:nvPr>
        </p:nvSpPr>
        <p:spPr>
          <a:xfrm>
            <a:off x="859477" y="2797458"/>
            <a:ext cx="2757488" cy="1528763"/>
          </a:xfrm>
        </p:spPr>
        <p:txBody>
          <a:bodyPr rtlCol="0">
            <a:normAutofit/>
          </a:bodyPr>
          <a:lstStyle/>
          <a:p>
            <a:pPr lvl="0"/>
            <a:endParaRPr lang="ru-RU" noProof="0" dirty="0"/>
          </a:p>
        </p:txBody>
      </p:sp>
      <p:sp>
        <p:nvSpPr>
          <p:cNvPr id="8" name="Рисунок 6"/>
          <p:cNvSpPr>
            <a:spLocks noGrp="1"/>
          </p:cNvSpPr>
          <p:nvPr>
            <p:ph type="pic" sz="quarter" idx="12"/>
          </p:nvPr>
        </p:nvSpPr>
        <p:spPr>
          <a:xfrm>
            <a:off x="4737716" y="2797458"/>
            <a:ext cx="2757488" cy="1528763"/>
          </a:xfrm>
        </p:spPr>
        <p:txBody>
          <a:bodyPr rtlCol="0">
            <a:normAutofit/>
          </a:bodyPr>
          <a:lstStyle/>
          <a:p>
            <a:pPr lvl="0"/>
            <a:endParaRPr lang="ru-RU" noProof="0" dirty="0"/>
          </a:p>
        </p:txBody>
      </p:sp>
      <p:sp>
        <p:nvSpPr>
          <p:cNvPr id="9" name="Рисунок 6"/>
          <p:cNvSpPr>
            <a:spLocks noGrp="1"/>
          </p:cNvSpPr>
          <p:nvPr>
            <p:ph type="pic" sz="quarter" idx="13"/>
          </p:nvPr>
        </p:nvSpPr>
        <p:spPr>
          <a:xfrm>
            <a:off x="8615955" y="2797457"/>
            <a:ext cx="2757488" cy="1528763"/>
          </a:xfrm>
        </p:spPr>
        <p:txBody>
          <a:bodyPr rtlCol="0">
            <a:normAutofit/>
          </a:bodyPr>
          <a:lstStyle/>
          <a:p>
            <a:pPr lvl="0"/>
            <a:endParaRPr lang="ru-RU" noProof="0" dirty="0"/>
          </a:p>
        </p:txBody>
      </p:sp>
    </p:spTree>
    <p:extLst>
      <p:ext uri="{BB962C8B-B14F-4D97-AF65-F5344CB8AC3E}">
        <p14:creationId xmlns:p14="http://schemas.microsoft.com/office/powerpoint/2010/main" val="3666620192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3">
            <a:extLst>
              <a:ext uri="{FF2B5EF4-FFF2-40B4-BE49-F238E27FC236}">
                <a16:creationId xmlns:a16="http://schemas.microsoft.com/office/drawing/2014/main" id="{E1CED023-E48A-48A5-A9FE-0EB2AC6C80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314A670-F01F-4597-B9B9-3E9EFEBB0F5D}" type="datetimeFigureOut">
              <a:rPr lang="ru-RU"/>
              <a:pPr>
                <a:defRPr/>
              </a:pPr>
              <a:t>08.08.2018</a:t>
            </a:fld>
            <a:endParaRPr lang="ru-RU" dirty="0"/>
          </a:p>
        </p:txBody>
      </p:sp>
      <p:sp>
        <p:nvSpPr>
          <p:cNvPr id="6" name="Нижний колонтитул 4">
            <a:extLst>
              <a:ext uri="{FF2B5EF4-FFF2-40B4-BE49-F238E27FC236}">
                <a16:creationId xmlns:a16="http://schemas.microsoft.com/office/drawing/2014/main" id="{ED4A30E9-EA30-42AC-A401-812C4B30AE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7" name="Номер слайда 5">
            <a:extLst>
              <a:ext uri="{FF2B5EF4-FFF2-40B4-BE49-F238E27FC236}">
                <a16:creationId xmlns:a16="http://schemas.microsoft.com/office/drawing/2014/main" id="{87D829AD-7540-466A-B05D-5DDBAEE2E8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1A82D6D-8F6F-45F9-8B3C-73D2BE8E0C19}" type="slidenum">
              <a:rPr lang="ru-RU"/>
              <a:pPr>
                <a:defRPr/>
              </a:pPr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272382048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ru-RU" noProof="0" dirty="0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3">
            <a:extLst>
              <a:ext uri="{FF2B5EF4-FFF2-40B4-BE49-F238E27FC236}">
                <a16:creationId xmlns:a16="http://schemas.microsoft.com/office/drawing/2014/main" id="{4B9FF05E-2152-4EE6-956D-7FEB8FB87A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B101E88-D6DF-46B7-9675-CA16326E6DAA}" type="datetimeFigureOut">
              <a:rPr lang="ru-RU"/>
              <a:pPr>
                <a:defRPr/>
              </a:pPr>
              <a:t>08.08.2018</a:t>
            </a:fld>
            <a:endParaRPr lang="ru-RU" dirty="0"/>
          </a:p>
        </p:txBody>
      </p:sp>
      <p:sp>
        <p:nvSpPr>
          <p:cNvPr id="6" name="Нижний колонтитул 4">
            <a:extLst>
              <a:ext uri="{FF2B5EF4-FFF2-40B4-BE49-F238E27FC236}">
                <a16:creationId xmlns:a16="http://schemas.microsoft.com/office/drawing/2014/main" id="{C4BA0540-AAA2-4616-B257-D7963FB04D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7" name="Номер слайда 5">
            <a:extLst>
              <a:ext uri="{FF2B5EF4-FFF2-40B4-BE49-F238E27FC236}">
                <a16:creationId xmlns:a16="http://schemas.microsoft.com/office/drawing/2014/main" id="{CEAA6ED0-9F9A-413E-9CE2-1C6FB05BA0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F2C7105-7262-4415-87C9-E28B1BA5BED3}" type="slidenum">
              <a:rPr lang="ru-RU"/>
              <a:pPr>
                <a:defRPr/>
              </a:pPr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813888293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54C0B143-CE1C-48B1-8F69-B10A5B127C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D877C9A-E606-4F79-BA08-071BE6D088CE}" type="datetimeFigureOut">
              <a:rPr lang="ru-RU"/>
              <a:pPr>
                <a:defRPr/>
              </a:pPr>
              <a:t>08.08.2018</a:t>
            </a:fld>
            <a:endParaRPr lang="ru-RU" dirty="0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756E9185-17EA-4A4F-9300-7E593260E2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6A90E49C-0276-458F-811F-7FDD619F2F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C89E854-D948-4F93-87AA-D3B2F43A4522}" type="slidenum">
              <a:rPr lang="ru-RU"/>
              <a:pPr>
                <a:defRPr/>
              </a:pPr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038389061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BF6E2096-8F94-4807-B20F-57476A454B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2EABFA4-46E4-4D5B-84C3-6C7587B7395D}" type="datetimeFigureOut">
              <a:rPr lang="ru-RU"/>
              <a:pPr>
                <a:defRPr/>
              </a:pPr>
              <a:t>08.08.2018</a:t>
            </a:fld>
            <a:endParaRPr lang="ru-RU" dirty="0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A112AC90-ACFB-4344-98BD-C0329B3907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F7EE1744-75E5-487E-BEC9-39EF894CE1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C3BC5F8-324B-48AD-B509-391C53341A1A}" type="slidenum">
              <a:rPr lang="ru-RU"/>
              <a:pPr>
                <a:defRPr/>
              </a:pPr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7450430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34" Type="http://schemas.openxmlformats.org/officeDocument/2006/relationships/slideLayout" Target="../slideLayouts/slideLayout34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slideLayout" Target="../slideLayouts/slideLayout33.xml"/><Relationship Id="rId38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29" Type="http://schemas.openxmlformats.org/officeDocument/2006/relationships/slideLayout" Target="../slideLayouts/slideLayout29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slideLayout" Target="../slideLayouts/slideLayout32.xml"/><Relationship Id="rId37" Type="http://schemas.openxmlformats.org/officeDocument/2006/relationships/slideLayout" Target="../slideLayouts/slideLayout37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36" Type="http://schemas.openxmlformats.org/officeDocument/2006/relationships/slideLayout" Target="../slideLayouts/slideLayout36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31" Type="http://schemas.openxmlformats.org/officeDocument/2006/relationships/slideLayout" Target="../slideLayouts/slideLayout3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35" Type="http://schemas.openxmlformats.org/officeDocument/2006/relationships/slideLayout" Target="../slideLayouts/slideLayout35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Заголовок 1">
            <a:extLst>
              <a:ext uri="{FF2B5EF4-FFF2-40B4-BE49-F238E27FC236}">
                <a16:creationId xmlns:a16="http://schemas.microsoft.com/office/drawing/2014/main" id="{2A709A2D-9E3D-4D9B-BCCB-BD26DDFCEC18}"/>
              </a:ext>
            </a:extLst>
          </p:cNvPr>
          <p:cNvSpPr>
            <a:spLocks noGrp="1"/>
          </p:cNvSpPr>
          <p:nvPr>
            <p:ph type="title"/>
          </p:nvPr>
        </p:nvSpPr>
        <p:spPr bwMode="auto"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ru-RU" altLang="ru-RU"/>
              <a:t>Образец заголовка</a:t>
            </a:r>
          </a:p>
        </p:txBody>
      </p:sp>
      <p:sp>
        <p:nvSpPr>
          <p:cNvPr id="1027" name="Текст 2">
            <a:extLst>
              <a:ext uri="{FF2B5EF4-FFF2-40B4-BE49-F238E27FC236}">
                <a16:creationId xmlns:a16="http://schemas.microsoft.com/office/drawing/2014/main" id="{7948B22B-96C8-413D-8708-45DB7D03DF91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ru-RU" altLang="ru-RU"/>
              <a:t>Образец текста</a:t>
            </a:r>
          </a:p>
          <a:p>
            <a:pPr lvl="1"/>
            <a:r>
              <a:rPr lang="ru-RU" altLang="ru-RU"/>
              <a:t>Второй уровень</a:t>
            </a:r>
          </a:p>
          <a:p>
            <a:pPr lvl="2"/>
            <a:r>
              <a:rPr lang="ru-RU" altLang="ru-RU"/>
              <a:t>Третий уровень</a:t>
            </a:r>
          </a:p>
          <a:p>
            <a:pPr lvl="3"/>
            <a:r>
              <a:rPr lang="ru-RU" altLang="ru-RU"/>
              <a:t>Четвертый уровень</a:t>
            </a:r>
          </a:p>
          <a:p>
            <a:pPr lvl="4"/>
            <a:r>
              <a:rPr lang="ru-RU" alt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32E9909B-5CA4-4825-9E05-943A339CF2D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</a:defRPr>
            </a:lvl1pPr>
          </a:lstStyle>
          <a:p>
            <a:pPr>
              <a:defRPr/>
            </a:pPr>
            <a:fld id="{888BA87E-D565-4C47-9BBF-B89BF0D34876}" type="datetimeFigureOut">
              <a:rPr lang="ru-RU"/>
              <a:pPr>
                <a:defRPr/>
              </a:pPr>
              <a:t>08.08.2018</a:t>
            </a:fld>
            <a:endParaRPr lang="ru-RU" dirty="0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9FF8945F-B136-43A9-B80C-6D99765C79D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eaLnBrk="1" fontAlgn="auto" hangingPunct="1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</a:defRPr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438EF0BB-472A-4BB1-BBF9-1F52F5A9F09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eaLnBrk="1" fontAlgn="auto" hangingPunct="1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</a:defRPr>
            </a:lvl1pPr>
          </a:lstStyle>
          <a:p>
            <a:pPr>
              <a:defRPr/>
            </a:pPr>
            <a:fld id="{918E4574-86E1-45A5-9A6D-75719EA22831}" type="slidenum">
              <a:rPr lang="ru-RU"/>
              <a:pPr>
                <a:defRPr/>
              </a:pPr>
              <a:t>‹#›</a:t>
            </a:fld>
            <a:endParaRPr lang="ru-RU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94" r:id="rId1"/>
    <p:sldLayoutId id="2147483795" r:id="rId2"/>
    <p:sldLayoutId id="2147483796" r:id="rId3"/>
    <p:sldLayoutId id="2147483797" r:id="rId4"/>
    <p:sldLayoutId id="2147483798" r:id="rId5"/>
    <p:sldLayoutId id="2147483799" r:id="rId6"/>
    <p:sldLayoutId id="2147483800" r:id="rId7"/>
    <p:sldLayoutId id="2147483801" r:id="rId8"/>
    <p:sldLayoutId id="2147483802" r:id="rId9"/>
    <p:sldLayoutId id="2147483803" r:id="rId10"/>
    <p:sldLayoutId id="2147483804" r:id="rId11"/>
    <p:sldLayoutId id="2147483805" r:id="rId12"/>
    <p:sldLayoutId id="2147483806" r:id="rId13"/>
    <p:sldLayoutId id="2147483807" r:id="rId14"/>
    <p:sldLayoutId id="2147483808" r:id="rId15"/>
    <p:sldLayoutId id="2147483809" r:id="rId16"/>
    <p:sldLayoutId id="2147483810" r:id="rId17"/>
    <p:sldLayoutId id="2147483811" r:id="rId18"/>
    <p:sldLayoutId id="2147483812" r:id="rId19"/>
    <p:sldLayoutId id="2147483813" r:id="rId20"/>
    <p:sldLayoutId id="2147483814" r:id="rId21"/>
    <p:sldLayoutId id="2147483815" r:id="rId22"/>
    <p:sldLayoutId id="2147483816" r:id="rId23"/>
    <p:sldLayoutId id="2147483817" r:id="rId24"/>
    <p:sldLayoutId id="2147483818" r:id="rId25"/>
    <p:sldLayoutId id="2147483819" r:id="rId26"/>
    <p:sldLayoutId id="2147483820" r:id="rId27"/>
    <p:sldLayoutId id="2147483821" r:id="rId28"/>
    <p:sldLayoutId id="2147483822" r:id="rId29"/>
    <p:sldLayoutId id="2147483823" r:id="rId30"/>
    <p:sldLayoutId id="2147483824" r:id="rId31"/>
    <p:sldLayoutId id="2147483825" r:id="rId32"/>
    <p:sldLayoutId id="2147483826" r:id="rId33"/>
    <p:sldLayoutId id="2147483790" r:id="rId34"/>
    <p:sldLayoutId id="2147483791" r:id="rId35"/>
    <p:sldLayoutId id="2147483792" r:id="rId36"/>
    <p:sldLayoutId id="2147483793" r:id="rId37"/>
  </p:sldLayoutIdLst>
  <p:txStyles>
    <p:titleStyle>
      <a:lvl1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Raleway SemiBold" panose="020B0003030101060003" pitchFamily="34" charset="0"/>
        </a:defRPr>
      </a:lvl2pPr>
      <a:lvl3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Raleway SemiBold" panose="020B0003030101060003" pitchFamily="34" charset="0"/>
        </a:defRPr>
      </a:lvl3pPr>
      <a:lvl4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Raleway SemiBold" panose="020B0003030101060003" pitchFamily="34" charset="0"/>
        </a:defRPr>
      </a:lvl4pPr>
      <a:lvl5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Raleway SemiBold" panose="020B0003030101060003" pitchFamily="34" charset="0"/>
        </a:defRPr>
      </a:lvl5pPr>
      <a:lvl6pPr marL="4572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Raleway SemiBold" panose="020B0003030101060003" pitchFamily="34" charset="0"/>
        </a:defRPr>
      </a:lvl6pPr>
      <a:lvl7pPr marL="9144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Raleway SemiBold" panose="020B0003030101060003" pitchFamily="34" charset="0"/>
        </a:defRPr>
      </a:lvl7pPr>
      <a:lvl8pPr marL="13716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Raleway SemiBold" panose="020B0003030101060003" pitchFamily="34" charset="0"/>
        </a:defRPr>
      </a:lvl8pPr>
      <a:lvl9pPr marL="18288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Raleway SemiBold" panose="020B0003030101060003" pitchFamily="34" charset="0"/>
        </a:defRPr>
      </a:lvl9pPr>
    </p:titleStyle>
    <p:bodyStyle>
      <a:lvl1pPr marL="228600" indent="-228600" algn="l" rtl="0" eaLnBrk="0" fontAlgn="base" hangingPunct="0">
        <a:lnSpc>
          <a:spcPct val="90000"/>
        </a:lnSpc>
        <a:spcBef>
          <a:spcPts val="1000"/>
        </a:spcBef>
        <a:spcAft>
          <a:spcPct val="0"/>
        </a:spcAft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oleObject" Target="../embeddings/oleObject1.bin"/><Relationship Id="rId7" Type="http://schemas.openxmlformats.org/officeDocument/2006/relationships/oleObject" Target="../embeddings/oleObject3.bin"/><Relationship Id="rId2" Type="http://schemas.openxmlformats.org/officeDocument/2006/relationships/slideLayout" Target="../slideLayouts/slideLayout31.xml"/><Relationship Id="rId1" Type="http://schemas.openxmlformats.org/officeDocument/2006/relationships/vmlDrawing" Target="../drawings/vmlDrawing1.vml"/><Relationship Id="rId6" Type="http://schemas.openxmlformats.org/officeDocument/2006/relationships/image" Target="../media/image5.png"/><Relationship Id="rId5" Type="http://schemas.openxmlformats.org/officeDocument/2006/relationships/oleObject" Target="../embeddings/oleObject2.bin"/><Relationship Id="rId10" Type="http://schemas.openxmlformats.org/officeDocument/2006/relationships/image" Target="../media/image7.png"/><Relationship Id="rId4" Type="http://schemas.openxmlformats.org/officeDocument/2006/relationships/image" Target="../media/image4.png"/><Relationship Id="rId9" Type="http://schemas.openxmlformats.org/officeDocument/2006/relationships/oleObject" Target="../embeddings/oleObject4.bin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9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9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9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9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9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9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9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9.jp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Прямоугольник 5">
            <a:extLst>
              <a:ext uri="{FF2B5EF4-FFF2-40B4-BE49-F238E27FC236}">
                <a16:creationId xmlns:a16="http://schemas.microsoft.com/office/drawing/2014/main" id="{07E520EA-5F2A-4D8A-BD76-DAD2517D46BD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>
              <a:lumMod val="10000"/>
              <a:alpha val="89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ru-RU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1DFADA0-5E43-48D1-BDC7-1C83EA86746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-191669" y="1065695"/>
            <a:ext cx="10120312" cy="646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Raleway SemiBold" panose="020B0703030101060003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Raleway SemiBold" panose="020B0703030101060003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Raleway SemiBold" panose="020B0703030101060003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Raleway SemiBold" panose="020B0703030101060003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Raleway SemiBold" panose="020B0703030101060003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Raleway SemiBold" panose="020B0703030101060003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Raleway SemiBold" panose="020B0703030101060003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Raleway SemiBold" panose="020B0703030101060003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Raleway SemiBold" panose="020B0703030101060003" pitchFamily="34" charset="0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ru-RU" sz="3600" dirty="0">
                <a:solidFill>
                  <a:schemeClr val="bg1"/>
                </a:solidFill>
                <a:latin typeface="Raleway Medium" panose="020B0603030101060003" pitchFamily="34" charset="0"/>
              </a:rPr>
              <a:t>Helping </a:t>
            </a:r>
            <a:r>
              <a:rPr lang="en-US" altLang="ru-RU" sz="3600" dirty="0">
                <a:solidFill>
                  <a:srgbClr val="E23936"/>
                </a:solidFill>
                <a:latin typeface="Raleway ExtraBold" panose="020B0903030101060003" pitchFamily="34" charset="0"/>
              </a:rPr>
              <a:t>DevOps Transformation</a:t>
            </a:r>
            <a:endParaRPr lang="en-US" altLang="ru-RU" sz="3600" dirty="0">
              <a:solidFill>
                <a:schemeClr val="bg1"/>
              </a:solidFill>
              <a:latin typeface="Raleway ExtraBold" panose="020B0903030101060003" pitchFamily="34" charset="0"/>
            </a:endParaRPr>
          </a:p>
        </p:txBody>
      </p:sp>
      <p:grpSp>
        <p:nvGrpSpPr>
          <p:cNvPr id="36864" name="Group 36863">
            <a:extLst>
              <a:ext uri="{FF2B5EF4-FFF2-40B4-BE49-F238E27FC236}">
                <a16:creationId xmlns:a16="http://schemas.microsoft.com/office/drawing/2014/main" id="{EF8582F1-C5DB-4534-89E0-07978C7C0FAC}"/>
              </a:ext>
            </a:extLst>
          </p:cNvPr>
          <p:cNvGrpSpPr/>
          <p:nvPr/>
        </p:nvGrpSpPr>
        <p:grpSpPr>
          <a:xfrm>
            <a:off x="591895" y="2381574"/>
            <a:ext cx="2380130" cy="4599595"/>
            <a:chOff x="591895" y="2381574"/>
            <a:chExt cx="2380130" cy="4599595"/>
          </a:xfrm>
        </p:grpSpPr>
        <p:sp>
          <p:nvSpPr>
            <p:cNvPr id="30" name="Freeform: Shape 29">
              <a:extLst>
                <a:ext uri="{FF2B5EF4-FFF2-40B4-BE49-F238E27FC236}">
                  <a16:creationId xmlns:a16="http://schemas.microsoft.com/office/drawing/2014/main" id="{8B5294FF-0750-4E16-9783-831B09A1BD47}"/>
                </a:ext>
              </a:extLst>
            </p:cNvPr>
            <p:cNvSpPr/>
            <p:nvPr/>
          </p:nvSpPr>
          <p:spPr>
            <a:xfrm>
              <a:off x="591895" y="3218137"/>
              <a:ext cx="2380130" cy="3763032"/>
            </a:xfrm>
            <a:custGeom>
              <a:avLst/>
              <a:gdLst>
                <a:gd name="connsiteX0" fmla="*/ 847165 w 1603937"/>
                <a:gd name="connsiteY0" fmla="*/ 0 h 2003612"/>
                <a:gd name="connsiteX1" fmla="*/ 860612 w 1603937"/>
                <a:gd name="connsiteY1" fmla="*/ 94129 h 2003612"/>
                <a:gd name="connsiteX2" fmla="*/ 820271 w 1603937"/>
                <a:gd name="connsiteY2" fmla="*/ 389965 h 2003612"/>
                <a:gd name="connsiteX3" fmla="*/ 766483 w 1603937"/>
                <a:gd name="connsiteY3" fmla="*/ 470647 h 2003612"/>
                <a:gd name="connsiteX4" fmla="*/ 726142 w 1603937"/>
                <a:gd name="connsiteY4" fmla="*/ 510988 h 2003612"/>
                <a:gd name="connsiteX5" fmla="*/ 672353 w 1603937"/>
                <a:gd name="connsiteY5" fmla="*/ 524435 h 2003612"/>
                <a:gd name="connsiteX6" fmla="*/ 537883 w 1603937"/>
                <a:gd name="connsiteY6" fmla="*/ 564776 h 2003612"/>
                <a:gd name="connsiteX7" fmla="*/ 510989 w 1603937"/>
                <a:gd name="connsiteY7" fmla="*/ 591671 h 2003612"/>
                <a:gd name="connsiteX8" fmla="*/ 174812 w 1603937"/>
                <a:gd name="connsiteY8" fmla="*/ 578224 h 2003612"/>
                <a:gd name="connsiteX9" fmla="*/ 80683 w 1603937"/>
                <a:gd name="connsiteY9" fmla="*/ 537882 h 2003612"/>
                <a:gd name="connsiteX10" fmla="*/ 40342 w 1603937"/>
                <a:gd name="connsiteY10" fmla="*/ 524435 h 2003612"/>
                <a:gd name="connsiteX11" fmla="*/ 13447 w 1603937"/>
                <a:gd name="connsiteY11" fmla="*/ 443753 h 2003612"/>
                <a:gd name="connsiteX12" fmla="*/ 0 w 1603937"/>
                <a:gd name="connsiteY12" fmla="*/ 403412 h 2003612"/>
                <a:gd name="connsiteX13" fmla="*/ 13447 w 1603937"/>
                <a:gd name="connsiteY13" fmla="*/ 215153 h 2003612"/>
                <a:gd name="connsiteX14" fmla="*/ 53789 w 1603937"/>
                <a:gd name="connsiteY14" fmla="*/ 188259 h 2003612"/>
                <a:gd name="connsiteX15" fmla="*/ 134471 w 1603937"/>
                <a:gd name="connsiteY15" fmla="*/ 147918 h 2003612"/>
                <a:gd name="connsiteX16" fmla="*/ 484095 w 1603937"/>
                <a:gd name="connsiteY16" fmla="*/ 161365 h 2003612"/>
                <a:gd name="connsiteX17" fmla="*/ 510989 w 1603937"/>
                <a:gd name="connsiteY17" fmla="*/ 201706 h 2003612"/>
                <a:gd name="connsiteX18" fmla="*/ 551330 w 1603937"/>
                <a:gd name="connsiteY18" fmla="*/ 215153 h 2003612"/>
                <a:gd name="connsiteX19" fmla="*/ 605118 w 1603937"/>
                <a:gd name="connsiteY19" fmla="*/ 255494 h 2003612"/>
                <a:gd name="connsiteX20" fmla="*/ 672353 w 1603937"/>
                <a:gd name="connsiteY20" fmla="*/ 349624 h 2003612"/>
                <a:gd name="connsiteX21" fmla="*/ 712695 w 1603937"/>
                <a:gd name="connsiteY21" fmla="*/ 363071 h 2003612"/>
                <a:gd name="connsiteX22" fmla="*/ 766483 w 1603937"/>
                <a:gd name="connsiteY22" fmla="*/ 389965 h 2003612"/>
                <a:gd name="connsiteX23" fmla="*/ 806824 w 1603937"/>
                <a:gd name="connsiteY23" fmla="*/ 430306 h 2003612"/>
                <a:gd name="connsiteX24" fmla="*/ 860612 w 1603937"/>
                <a:gd name="connsiteY24" fmla="*/ 443753 h 2003612"/>
                <a:gd name="connsiteX25" fmla="*/ 900953 w 1603937"/>
                <a:gd name="connsiteY25" fmla="*/ 457200 h 2003612"/>
                <a:gd name="connsiteX26" fmla="*/ 1371600 w 1603937"/>
                <a:gd name="connsiteY26" fmla="*/ 403412 h 2003612"/>
                <a:gd name="connsiteX27" fmla="*/ 1385047 w 1603937"/>
                <a:gd name="connsiteY27" fmla="*/ 349624 h 2003612"/>
                <a:gd name="connsiteX28" fmla="*/ 1371600 w 1603937"/>
                <a:gd name="connsiteY28" fmla="*/ 174812 h 2003612"/>
                <a:gd name="connsiteX29" fmla="*/ 981636 w 1603937"/>
                <a:gd name="connsiteY29" fmla="*/ 201706 h 2003612"/>
                <a:gd name="connsiteX30" fmla="*/ 954742 w 1603937"/>
                <a:gd name="connsiteY30" fmla="*/ 242047 h 2003612"/>
                <a:gd name="connsiteX31" fmla="*/ 887506 w 1603937"/>
                <a:gd name="connsiteY31" fmla="*/ 309282 h 2003612"/>
                <a:gd name="connsiteX32" fmla="*/ 860612 w 1603937"/>
                <a:gd name="connsiteY32" fmla="*/ 389965 h 2003612"/>
                <a:gd name="connsiteX33" fmla="*/ 833718 w 1603937"/>
                <a:gd name="connsiteY33" fmla="*/ 430306 h 2003612"/>
                <a:gd name="connsiteX34" fmla="*/ 820271 w 1603937"/>
                <a:gd name="connsiteY34" fmla="*/ 470647 h 2003612"/>
                <a:gd name="connsiteX35" fmla="*/ 766483 w 1603937"/>
                <a:gd name="connsiteY35" fmla="*/ 551329 h 2003612"/>
                <a:gd name="connsiteX36" fmla="*/ 739589 w 1603937"/>
                <a:gd name="connsiteY36" fmla="*/ 591671 h 2003612"/>
                <a:gd name="connsiteX37" fmla="*/ 685800 w 1603937"/>
                <a:gd name="connsiteY37" fmla="*/ 658906 h 2003612"/>
                <a:gd name="connsiteX38" fmla="*/ 645459 w 1603937"/>
                <a:gd name="connsiteY38" fmla="*/ 712694 h 2003612"/>
                <a:gd name="connsiteX39" fmla="*/ 605118 w 1603937"/>
                <a:gd name="connsiteY39" fmla="*/ 726141 h 2003612"/>
                <a:gd name="connsiteX40" fmla="*/ 443753 w 1603937"/>
                <a:gd name="connsiteY40" fmla="*/ 712694 h 2003612"/>
                <a:gd name="connsiteX41" fmla="*/ 430306 w 1603937"/>
                <a:gd name="connsiteY41" fmla="*/ 672353 h 2003612"/>
                <a:gd name="connsiteX42" fmla="*/ 403412 w 1603937"/>
                <a:gd name="connsiteY42" fmla="*/ 618565 h 2003612"/>
                <a:gd name="connsiteX43" fmla="*/ 376518 w 1603937"/>
                <a:gd name="connsiteY43" fmla="*/ 537882 h 2003612"/>
                <a:gd name="connsiteX44" fmla="*/ 430306 w 1603937"/>
                <a:gd name="connsiteY44" fmla="*/ 349624 h 2003612"/>
                <a:gd name="connsiteX45" fmla="*/ 484095 w 1603937"/>
                <a:gd name="connsiteY45" fmla="*/ 363071 h 2003612"/>
                <a:gd name="connsiteX46" fmla="*/ 524436 w 1603937"/>
                <a:gd name="connsiteY46" fmla="*/ 416859 h 2003612"/>
                <a:gd name="connsiteX47" fmla="*/ 564777 w 1603937"/>
                <a:gd name="connsiteY47" fmla="*/ 457200 h 2003612"/>
                <a:gd name="connsiteX48" fmla="*/ 591671 w 1603937"/>
                <a:gd name="connsiteY48" fmla="*/ 537882 h 2003612"/>
                <a:gd name="connsiteX49" fmla="*/ 618565 w 1603937"/>
                <a:gd name="connsiteY49" fmla="*/ 578224 h 2003612"/>
                <a:gd name="connsiteX50" fmla="*/ 658906 w 1603937"/>
                <a:gd name="connsiteY50" fmla="*/ 672353 h 2003612"/>
                <a:gd name="connsiteX51" fmla="*/ 672353 w 1603937"/>
                <a:gd name="connsiteY51" fmla="*/ 712694 h 2003612"/>
                <a:gd name="connsiteX52" fmla="*/ 685800 w 1603937"/>
                <a:gd name="connsiteY52" fmla="*/ 766482 h 2003612"/>
                <a:gd name="connsiteX53" fmla="*/ 712695 w 1603937"/>
                <a:gd name="connsiteY53" fmla="*/ 793376 h 2003612"/>
                <a:gd name="connsiteX54" fmla="*/ 766483 w 1603937"/>
                <a:gd name="connsiteY54" fmla="*/ 860612 h 2003612"/>
                <a:gd name="connsiteX55" fmla="*/ 793377 w 1603937"/>
                <a:gd name="connsiteY55" fmla="*/ 900953 h 2003612"/>
                <a:gd name="connsiteX56" fmla="*/ 874059 w 1603937"/>
                <a:gd name="connsiteY56" fmla="*/ 968188 h 2003612"/>
                <a:gd name="connsiteX57" fmla="*/ 1385047 w 1603937"/>
                <a:gd name="connsiteY57" fmla="*/ 954741 h 2003612"/>
                <a:gd name="connsiteX58" fmla="*/ 1452283 w 1603937"/>
                <a:gd name="connsiteY58" fmla="*/ 887506 h 2003612"/>
                <a:gd name="connsiteX59" fmla="*/ 1519518 w 1603937"/>
                <a:gd name="connsiteY59" fmla="*/ 793376 h 2003612"/>
                <a:gd name="connsiteX60" fmla="*/ 1546412 w 1603937"/>
                <a:gd name="connsiteY60" fmla="*/ 699247 h 2003612"/>
                <a:gd name="connsiteX61" fmla="*/ 1519518 w 1603937"/>
                <a:gd name="connsiteY61" fmla="*/ 443753 h 2003612"/>
                <a:gd name="connsiteX62" fmla="*/ 1479177 w 1603937"/>
                <a:gd name="connsiteY62" fmla="*/ 416859 h 2003612"/>
                <a:gd name="connsiteX63" fmla="*/ 1411942 w 1603937"/>
                <a:gd name="connsiteY63" fmla="*/ 363071 h 2003612"/>
                <a:gd name="connsiteX64" fmla="*/ 1290918 w 1603937"/>
                <a:gd name="connsiteY64" fmla="*/ 389965 h 2003612"/>
                <a:gd name="connsiteX65" fmla="*/ 1223683 w 1603937"/>
                <a:gd name="connsiteY65" fmla="*/ 470647 h 2003612"/>
                <a:gd name="connsiteX66" fmla="*/ 1183342 w 1603937"/>
                <a:gd name="connsiteY66" fmla="*/ 497541 h 2003612"/>
                <a:gd name="connsiteX67" fmla="*/ 1143000 w 1603937"/>
                <a:gd name="connsiteY67" fmla="*/ 578224 h 2003612"/>
                <a:gd name="connsiteX68" fmla="*/ 1116106 w 1603937"/>
                <a:gd name="connsiteY68" fmla="*/ 618565 h 2003612"/>
                <a:gd name="connsiteX69" fmla="*/ 1089212 w 1603937"/>
                <a:gd name="connsiteY69" fmla="*/ 699247 h 2003612"/>
                <a:gd name="connsiteX70" fmla="*/ 1062318 w 1603937"/>
                <a:gd name="connsiteY70" fmla="*/ 779929 h 2003612"/>
                <a:gd name="connsiteX71" fmla="*/ 1048871 w 1603937"/>
                <a:gd name="connsiteY71" fmla="*/ 820271 h 2003612"/>
                <a:gd name="connsiteX72" fmla="*/ 1062318 w 1603937"/>
                <a:gd name="connsiteY72" fmla="*/ 1021976 h 2003612"/>
                <a:gd name="connsiteX73" fmla="*/ 1089212 w 1603937"/>
                <a:gd name="connsiteY73" fmla="*/ 1102659 h 2003612"/>
                <a:gd name="connsiteX74" fmla="*/ 1183342 w 1603937"/>
                <a:gd name="connsiteY74" fmla="*/ 1183341 h 2003612"/>
                <a:gd name="connsiteX75" fmla="*/ 1223683 w 1603937"/>
                <a:gd name="connsiteY75" fmla="*/ 1223682 h 2003612"/>
                <a:gd name="connsiteX76" fmla="*/ 1304365 w 1603937"/>
                <a:gd name="connsiteY76" fmla="*/ 1277471 h 2003612"/>
                <a:gd name="connsiteX77" fmla="*/ 1573306 w 1603937"/>
                <a:gd name="connsiteY77" fmla="*/ 1250576 h 2003612"/>
                <a:gd name="connsiteX78" fmla="*/ 1532965 w 1603937"/>
                <a:gd name="connsiteY78" fmla="*/ 712694 h 2003612"/>
                <a:gd name="connsiteX79" fmla="*/ 1465730 w 1603937"/>
                <a:gd name="connsiteY79" fmla="*/ 645459 h 2003612"/>
                <a:gd name="connsiteX80" fmla="*/ 1385047 w 1603937"/>
                <a:gd name="connsiteY80" fmla="*/ 591671 h 2003612"/>
                <a:gd name="connsiteX81" fmla="*/ 1331259 w 1603937"/>
                <a:gd name="connsiteY81" fmla="*/ 551329 h 2003612"/>
                <a:gd name="connsiteX82" fmla="*/ 1277471 w 1603937"/>
                <a:gd name="connsiteY82" fmla="*/ 578224 h 2003612"/>
                <a:gd name="connsiteX83" fmla="*/ 1264024 w 1603937"/>
                <a:gd name="connsiteY83" fmla="*/ 618565 h 2003612"/>
                <a:gd name="connsiteX84" fmla="*/ 1237130 w 1603937"/>
                <a:gd name="connsiteY84" fmla="*/ 672353 h 2003612"/>
                <a:gd name="connsiteX85" fmla="*/ 1196789 w 1603937"/>
                <a:gd name="connsiteY85" fmla="*/ 766482 h 2003612"/>
                <a:gd name="connsiteX86" fmla="*/ 1169895 w 1603937"/>
                <a:gd name="connsiteY86" fmla="*/ 806824 h 2003612"/>
                <a:gd name="connsiteX87" fmla="*/ 1102659 w 1603937"/>
                <a:gd name="connsiteY87" fmla="*/ 981635 h 2003612"/>
                <a:gd name="connsiteX88" fmla="*/ 1035424 w 1603937"/>
                <a:gd name="connsiteY88" fmla="*/ 1116106 h 2003612"/>
                <a:gd name="connsiteX89" fmla="*/ 995083 w 1603937"/>
                <a:gd name="connsiteY89" fmla="*/ 1156447 h 2003612"/>
                <a:gd name="connsiteX90" fmla="*/ 941295 w 1603937"/>
                <a:gd name="connsiteY90" fmla="*/ 1169894 h 2003612"/>
                <a:gd name="connsiteX91" fmla="*/ 510989 w 1603937"/>
                <a:gd name="connsiteY91" fmla="*/ 1156447 h 2003612"/>
                <a:gd name="connsiteX92" fmla="*/ 470647 w 1603937"/>
                <a:gd name="connsiteY92" fmla="*/ 1129553 h 2003612"/>
                <a:gd name="connsiteX93" fmla="*/ 376518 w 1603937"/>
                <a:gd name="connsiteY93" fmla="*/ 1062318 h 2003612"/>
                <a:gd name="connsiteX94" fmla="*/ 349624 w 1603937"/>
                <a:gd name="connsiteY94" fmla="*/ 1021976 h 2003612"/>
                <a:gd name="connsiteX95" fmla="*/ 255495 w 1603937"/>
                <a:gd name="connsiteY95" fmla="*/ 981635 h 2003612"/>
                <a:gd name="connsiteX96" fmla="*/ 174812 w 1603937"/>
                <a:gd name="connsiteY96" fmla="*/ 874059 h 2003612"/>
                <a:gd name="connsiteX97" fmla="*/ 121024 w 1603937"/>
                <a:gd name="connsiteY97" fmla="*/ 793376 h 2003612"/>
                <a:gd name="connsiteX98" fmla="*/ 134471 w 1603937"/>
                <a:gd name="connsiteY98" fmla="*/ 699247 h 2003612"/>
                <a:gd name="connsiteX99" fmla="*/ 242047 w 1603937"/>
                <a:gd name="connsiteY99" fmla="*/ 672353 h 2003612"/>
                <a:gd name="connsiteX100" fmla="*/ 497542 w 1603937"/>
                <a:gd name="connsiteY100" fmla="*/ 699247 h 2003612"/>
                <a:gd name="connsiteX101" fmla="*/ 591671 w 1603937"/>
                <a:gd name="connsiteY101" fmla="*/ 726141 h 2003612"/>
                <a:gd name="connsiteX102" fmla="*/ 632012 w 1603937"/>
                <a:gd name="connsiteY102" fmla="*/ 779929 h 2003612"/>
                <a:gd name="connsiteX103" fmla="*/ 658906 w 1603937"/>
                <a:gd name="connsiteY103" fmla="*/ 860612 h 2003612"/>
                <a:gd name="connsiteX104" fmla="*/ 685800 w 1603937"/>
                <a:gd name="connsiteY104" fmla="*/ 1223682 h 2003612"/>
                <a:gd name="connsiteX105" fmla="*/ 712695 w 1603937"/>
                <a:gd name="connsiteY105" fmla="*/ 1277471 h 2003612"/>
                <a:gd name="connsiteX106" fmla="*/ 766483 w 1603937"/>
                <a:gd name="connsiteY106" fmla="*/ 1331259 h 2003612"/>
                <a:gd name="connsiteX107" fmla="*/ 847165 w 1603937"/>
                <a:gd name="connsiteY107" fmla="*/ 1425388 h 2003612"/>
                <a:gd name="connsiteX108" fmla="*/ 1129553 w 1603937"/>
                <a:gd name="connsiteY108" fmla="*/ 1398494 h 2003612"/>
                <a:gd name="connsiteX109" fmla="*/ 1156447 w 1603937"/>
                <a:gd name="connsiteY109" fmla="*/ 1331259 h 2003612"/>
                <a:gd name="connsiteX110" fmla="*/ 1183342 w 1603937"/>
                <a:gd name="connsiteY110" fmla="*/ 1223682 h 2003612"/>
                <a:gd name="connsiteX111" fmla="*/ 1210236 w 1603937"/>
                <a:gd name="connsiteY111" fmla="*/ 1008529 h 2003612"/>
                <a:gd name="connsiteX112" fmla="*/ 1183342 w 1603937"/>
                <a:gd name="connsiteY112" fmla="*/ 712694 h 2003612"/>
                <a:gd name="connsiteX113" fmla="*/ 1143000 w 1603937"/>
                <a:gd name="connsiteY113" fmla="*/ 699247 h 2003612"/>
                <a:gd name="connsiteX114" fmla="*/ 1075765 w 1603937"/>
                <a:gd name="connsiteY114" fmla="*/ 658906 h 2003612"/>
                <a:gd name="connsiteX115" fmla="*/ 1008530 w 1603937"/>
                <a:gd name="connsiteY115" fmla="*/ 645459 h 2003612"/>
                <a:gd name="connsiteX116" fmla="*/ 954742 w 1603937"/>
                <a:gd name="connsiteY116" fmla="*/ 632012 h 2003612"/>
                <a:gd name="connsiteX117" fmla="*/ 564777 w 1603937"/>
                <a:gd name="connsiteY117" fmla="*/ 645459 h 2003612"/>
                <a:gd name="connsiteX118" fmla="*/ 524436 w 1603937"/>
                <a:gd name="connsiteY118" fmla="*/ 685800 h 2003612"/>
                <a:gd name="connsiteX119" fmla="*/ 497542 w 1603937"/>
                <a:gd name="connsiteY119" fmla="*/ 739588 h 2003612"/>
                <a:gd name="connsiteX120" fmla="*/ 470647 w 1603937"/>
                <a:gd name="connsiteY120" fmla="*/ 779929 h 2003612"/>
                <a:gd name="connsiteX121" fmla="*/ 430306 w 1603937"/>
                <a:gd name="connsiteY121" fmla="*/ 847165 h 2003612"/>
                <a:gd name="connsiteX122" fmla="*/ 416859 w 1603937"/>
                <a:gd name="connsiteY122" fmla="*/ 900953 h 2003612"/>
                <a:gd name="connsiteX123" fmla="*/ 403412 w 1603937"/>
                <a:gd name="connsiteY123" fmla="*/ 941294 h 2003612"/>
                <a:gd name="connsiteX124" fmla="*/ 376518 w 1603937"/>
                <a:gd name="connsiteY124" fmla="*/ 1143000 h 2003612"/>
                <a:gd name="connsiteX125" fmla="*/ 457200 w 1603937"/>
                <a:gd name="connsiteY125" fmla="*/ 1479176 h 2003612"/>
                <a:gd name="connsiteX126" fmla="*/ 551330 w 1603937"/>
                <a:gd name="connsiteY126" fmla="*/ 1532965 h 2003612"/>
                <a:gd name="connsiteX127" fmla="*/ 658906 w 1603937"/>
                <a:gd name="connsiteY127" fmla="*/ 1559859 h 2003612"/>
                <a:gd name="connsiteX128" fmla="*/ 1183342 w 1603937"/>
                <a:gd name="connsiteY128" fmla="*/ 1519518 h 2003612"/>
                <a:gd name="connsiteX129" fmla="*/ 1210236 w 1603937"/>
                <a:gd name="connsiteY129" fmla="*/ 1479176 h 2003612"/>
                <a:gd name="connsiteX130" fmla="*/ 1250577 w 1603937"/>
                <a:gd name="connsiteY130" fmla="*/ 1425388 h 2003612"/>
                <a:gd name="connsiteX131" fmla="*/ 1277471 w 1603937"/>
                <a:gd name="connsiteY131" fmla="*/ 1344706 h 2003612"/>
                <a:gd name="connsiteX132" fmla="*/ 1304365 w 1603937"/>
                <a:gd name="connsiteY132" fmla="*/ 1250576 h 2003612"/>
                <a:gd name="connsiteX133" fmla="*/ 1196789 w 1603937"/>
                <a:gd name="connsiteY133" fmla="*/ 793376 h 2003612"/>
                <a:gd name="connsiteX134" fmla="*/ 1156447 w 1603937"/>
                <a:gd name="connsiteY134" fmla="*/ 766482 h 2003612"/>
                <a:gd name="connsiteX135" fmla="*/ 1089212 w 1603937"/>
                <a:gd name="connsiteY135" fmla="*/ 779929 h 2003612"/>
                <a:gd name="connsiteX136" fmla="*/ 1062318 w 1603937"/>
                <a:gd name="connsiteY136" fmla="*/ 860612 h 2003612"/>
                <a:gd name="connsiteX137" fmla="*/ 1048871 w 1603937"/>
                <a:gd name="connsiteY137" fmla="*/ 900953 h 2003612"/>
                <a:gd name="connsiteX138" fmla="*/ 1062318 w 1603937"/>
                <a:gd name="connsiteY138" fmla="*/ 1156447 h 2003612"/>
                <a:gd name="connsiteX139" fmla="*/ 1102659 w 1603937"/>
                <a:gd name="connsiteY139" fmla="*/ 1196788 h 2003612"/>
                <a:gd name="connsiteX140" fmla="*/ 1210236 w 1603937"/>
                <a:gd name="connsiteY140" fmla="*/ 1317812 h 2003612"/>
                <a:gd name="connsiteX141" fmla="*/ 1264024 w 1603937"/>
                <a:gd name="connsiteY141" fmla="*/ 1344706 h 2003612"/>
                <a:gd name="connsiteX142" fmla="*/ 1385047 w 1603937"/>
                <a:gd name="connsiteY142" fmla="*/ 1411941 h 2003612"/>
                <a:gd name="connsiteX143" fmla="*/ 1411942 w 1603937"/>
                <a:gd name="connsiteY143" fmla="*/ 1452282 h 2003612"/>
                <a:gd name="connsiteX144" fmla="*/ 1425389 w 1603937"/>
                <a:gd name="connsiteY144" fmla="*/ 1492624 h 2003612"/>
                <a:gd name="connsiteX145" fmla="*/ 1452283 w 1603937"/>
                <a:gd name="connsiteY145" fmla="*/ 1613647 h 2003612"/>
                <a:gd name="connsiteX146" fmla="*/ 1465730 w 1603937"/>
                <a:gd name="connsiteY146" fmla="*/ 1653988 h 2003612"/>
                <a:gd name="connsiteX147" fmla="*/ 1479177 w 1603937"/>
                <a:gd name="connsiteY147" fmla="*/ 1734671 h 2003612"/>
                <a:gd name="connsiteX148" fmla="*/ 1492624 w 1603937"/>
                <a:gd name="connsiteY148" fmla="*/ 1775012 h 2003612"/>
                <a:gd name="connsiteX149" fmla="*/ 1465730 w 1603937"/>
                <a:gd name="connsiteY149" fmla="*/ 1936376 h 2003612"/>
                <a:gd name="connsiteX150" fmla="*/ 1438836 w 1603937"/>
                <a:gd name="connsiteY150" fmla="*/ 1976718 h 2003612"/>
                <a:gd name="connsiteX151" fmla="*/ 1425389 w 1603937"/>
                <a:gd name="connsiteY151" fmla="*/ 2003612 h 20036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</a:cxnLst>
              <a:rect l="l" t="t" r="r" b="b"/>
              <a:pathLst>
                <a:path w="1603937" h="2003612">
                  <a:moveTo>
                    <a:pt x="847165" y="0"/>
                  </a:moveTo>
                  <a:cubicBezTo>
                    <a:pt x="851647" y="31376"/>
                    <a:pt x="860612" y="62434"/>
                    <a:pt x="860612" y="94129"/>
                  </a:cubicBezTo>
                  <a:cubicBezTo>
                    <a:pt x="860612" y="126098"/>
                    <a:pt x="863885" y="324543"/>
                    <a:pt x="820271" y="389965"/>
                  </a:cubicBezTo>
                  <a:cubicBezTo>
                    <a:pt x="802342" y="416859"/>
                    <a:pt x="789339" y="447791"/>
                    <a:pt x="766483" y="470647"/>
                  </a:cubicBezTo>
                  <a:cubicBezTo>
                    <a:pt x="753036" y="484094"/>
                    <a:pt x="742653" y="501553"/>
                    <a:pt x="726142" y="510988"/>
                  </a:cubicBezTo>
                  <a:cubicBezTo>
                    <a:pt x="710096" y="520157"/>
                    <a:pt x="690055" y="519124"/>
                    <a:pt x="672353" y="524435"/>
                  </a:cubicBezTo>
                  <a:cubicBezTo>
                    <a:pt x="508654" y="573544"/>
                    <a:pt x="661864" y="533781"/>
                    <a:pt x="537883" y="564776"/>
                  </a:cubicBezTo>
                  <a:cubicBezTo>
                    <a:pt x="528918" y="573741"/>
                    <a:pt x="523659" y="591202"/>
                    <a:pt x="510989" y="591671"/>
                  </a:cubicBezTo>
                  <a:cubicBezTo>
                    <a:pt x="398917" y="595822"/>
                    <a:pt x="286676" y="586215"/>
                    <a:pt x="174812" y="578224"/>
                  </a:cubicBezTo>
                  <a:cubicBezTo>
                    <a:pt x="149587" y="576422"/>
                    <a:pt x="98878" y="545680"/>
                    <a:pt x="80683" y="537882"/>
                  </a:cubicBezTo>
                  <a:cubicBezTo>
                    <a:pt x="67655" y="532298"/>
                    <a:pt x="53789" y="528917"/>
                    <a:pt x="40342" y="524435"/>
                  </a:cubicBezTo>
                  <a:lnTo>
                    <a:pt x="13447" y="443753"/>
                  </a:lnTo>
                  <a:lnTo>
                    <a:pt x="0" y="403412"/>
                  </a:lnTo>
                  <a:cubicBezTo>
                    <a:pt x="4482" y="340659"/>
                    <a:pt x="-1812" y="276187"/>
                    <a:pt x="13447" y="215153"/>
                  </a:cubicBezTo>
                  <a:cubicBezTo>
                    <a:pt x="17367" y="199474"/>
                    <a:pt x="39334" y="195487"/>
                    <a:pt x="53789" y="188259"/>
                  </a:cubicBezTo>
                  <a:cubicBezTo>
                    <a:pt x="165131" y="132589"/>
                    <a:pt x="18864" y="224989"/>
                    <a:pt x="134471" y="147918"/>
                  </a:cubicBezTo>
                  <a:cubicBezTo>
                    <a:pt x="251012" y="152400"/>
                    <a:pt x="368640" y="144871"/>
                    <a:pt x="484095" y="161365"/>
                  </a:cubicBezTo>
                  <a:cubicBezTo>
                    <a:pt x="500094" y="163651"/>
                    <a:pt x="498369" y="191610"/>
                    <a:pt x="510989" y="201706"/>
                  </a:cubicBezTo>
                  <a:cubicBezTo>
                    <a:pt x="522057" y="210561"/>
                    <a:pt x="537883" y="210671"/>
                    <a:pt x="551330" y="215153"/>
                  </a:cubicBezTo>
                  <a:cubicBezTo>
                    <a:pt x="569259" y="228600"/>
                    <a:pt x="589271" y="239647"/>
                    <a:pt x="605118" y="255494"/>
                  </a:cubicBezTo>
                  <a:cubicBezTo>
                    <a:pt x="654170" y="304546"/>
                    <a:pt x="608827" y="296686"/>
                    <a:pt x="672353" y="349624"/>
                  </a:cubicBezTo>
                  <a:cubicBezTo>
                    <a:pt x="683242" y="358698"/>
                    <a:pt x="699666" y="357487"/>
                    <a:pt x="712695" y="363071"/>
                  </a:cubicBezTo>
                  <a:cubicBezTo>
                    <a:pt x="731120" y="370967"/>
                    <a:pt x="750171" y="378314"/>
                    <a:pt x="766483" y="389965"/>
                  </a:cubicBezTo>
                  <a:cubicBezTo>
                    <a:pt x="781958" y="401018"/>
                    <a:pt x="790313" y="420871"/>
                    <a:pt x="806824" y="430306"/>
                  </a:cubicBezTo>
                  <a:cubicBezTo>
                    <a:pt x="822870" y="439475"/>
                    <a:pt x="842842" y="438676"/>
                    <a:pt x="860612" y="443753"/>
                  </a:cubicBezTo>
                  <a:cubicBezTo>
                    <a:pt x="874241" y="447647"/>
                    <a:pt x="887506" y="452718"/>
                    <a:pt x="900953" y="457200"/>
                  </a:cubicBezTo>
                  <a:cubicBezTo>
                    <a:pt x="999770" y="454206"/>
                    <a:pt x="1302053" y="565689"/>
                    <a:pt x="1371600" y="403412"/>
                  </a:cubicBezTo>
                  <a:cubicBezTo>
                    <a:pt x="1378880" y="386425"/>
                    <a:pt x="1380565" y="367553"/>
                    <a:pt x="1385047" y="349624"/>
                  </a:cubicBezTo>
                  <a:cubicBezTo>
                    <a:pt x="1380565" y="291353"/>
                    <a:pt x="1426471" y="194931"/>
                    <a:pt x="1371600" y="174812"/>
                  </a:cubicBezTo>
                  <a:cubicBezTo>
                    <a:pt x="1249268" y="129957"/>
                    <a:pt x="1110270" y="180959"/>
                    <a:pt x="981636" y="201706"/>
                  </a:cubicBezTo>
                  <a:cubicBezTo>
                    <a:pt x="965681" y="204279"/>
                    <a:pt x="965384" y="229884"/>
                    <a:pt x="954742" y="242047"/>
                  </a:cubicBezTo>
                  <a:cubicBezTo>
                    <a:pt x="933870" y="265900"/>
                    <a:pt x="887506" y="309282"/>
                    <a:pt x="887506" y="309282"/>
                  </a:cubicBezTo>
                  <a:cubicBezTo>
                    <a:pt x="878541" y="336176"/>
                    <a:pt x="876337" y="366377"/>
                    <a:pt x="860612" y="389965"/>
                  </a:cubicBezTo>
                  <a:cubicBezTo>
                    <a:pt x="851647" y="403412"/>
                    <a:pt x="840946" y="415851"/>
                    <a:pt x="833718" y="430306"/>
                  </a:cubicBezTo>
                  <a:cubicBezTo>
                    <a:pt x="827379" y="442984"/>
                    <a:pt x="827155" y="458256"/>
                    <a:pt x="820271" y="470647"/>
                  </a:cubicBezTo>
                  <a:cubicBezTo>
                    <a:pt x="804574" y="498902"/>
                    <a:pt x="784412" y="524435"/>
                    <a:pt x="766483" y="551329"/>
                  </a:cubicBezTo>
                  <a:lnTo>
                    <a:pt x="739589" y="591671"/>
                  </a:lnTo>
                  <a:cubicBezTo>
                    <a:pt x="673098" y="691409"/>
                    <a:pt x="749669" y="582264"/>
                    <a:pt x="685800" y="658906"/>
                  </a:cubicBezTo>
                  <a:cubicBezTo>
                    <a:pt x="671452" y="676123"/>
                    <a:pt x="662676" y="698346"/>
                    <a:pt x="645459" y="712694"/>
                  </a:cubicBezTo>
                  <a:cubicBezTo>
                    <a:pt x="634570" y="721768"/>
                    <a:pt x="618565" y="721659"/>
                    <a:pt x="605118" y="726141"/>
                  </a:cubicBezTo>
                  <a:cubicBezTo>
                    <a:pt x="551330" y="721659"/>
                    <a:pt x="495341" y="728567"/>
                    <a:pt x="443753" y="712694"/>
                  </a:cubicBezTo>
                  <a:cubicBezTo>
                    <a:pt x="430205" y="708526"/>
                    <a:pt x="435890" y="685381"/>
                    <a:pt x="430306" y="672353"/>
                  </a:cubicBezTo>
                  <a:cubicBezTo>
                    <a:pt x="422410" y="653928"/>
                    <a:pt x="410857" y="637177"/>
                    <a:pt x="403412" y="618565"/>
                  </a:cubicBezTo>
                  <a:cubicBezTo>
                    <a:pt x="392883" y="592244"/>
                    <a:pt x="376518" y="537882"/>
                    <a:pt x="376518" y="537882"/>
                  </a:cubicBezTo>
                  <a:cubicBezTo>
                    <a:pt x="378729" y="511346"/>
                    <a:pt x="348822" y="361264"/>
                    <a:pt x="430306" y="349624"/>
                  </a:cubicBezTo>
                  <a:cubicBezTo>
                    <a:pt x="448602" y="347010"/>
                    <a:pt x="466165" y="358589"/>
                    <a:pt x="484095" y="363071"/>
                  </a:cubicBezTo>
                  <a:cubicBezTo>
                    <a:pt x="497542" y="381000"/>
                    <a:pt x="509851" y="399843"/>
                    <a:pt x="524436" y="416859"/>
                  </a:cubicBezTo>
                  <a:cubicBezTo>
                    <a:pt x="536812" y="431298"/>
                    <a:pt x="555542" y="440576"/>
                    <a:pt x="564777" y="457200"/>
                  </a:cubicBezTo>
                  <a:cubicBezTo>
                    <a:pt x="578544" y="481981"/>
                    <a:pt x="582706" y="510988"/>
                    <a:pt x="591671" y="537882"/>
                  </a:cubicBezTo>
                  <a:cubicBezTo>
                    <a:pt x="596782" y="553214"/>
                    <a:pt x="609600" y="564777"/>
                    <a:pt x="618565" y="578224"/>
                  </a:cubicBezTo>
                  <a:cubicBezTo>
                    <a:pt x="646551" y="690168"/>
                    <a:pt x="612474" y="579489"/>
                    <a:pt x="658906" y="672353"/>
                  </a:cubicBezTo>
                  <a:cubicBezTo>
                    <a:pt x="665245" y="685031"/>
                    <a:pt x="668459" y="699065"/>
                    <a:pt x="672353" y="712694"/>
                  </a:cubicBezTo>
                  <a:cubicBezTo>
                    <a:pt x="677430" y="730464"/>
                    <a:pt x="677535" y="749952"/>
                    <a:pt x="685800" y="766482"/>
                  </a:cubicBezTo>
                  <a:cubicBezTo>
                    <a:pt x="691470" y="777822"/>
                    <a:pt x="703730" y="784411"/>
                    <a:pt x="712695" y="793376"/>
                  </a:cubicBezTo>
                  <a:cubicBezTo>
                    <a:pt x="738873" y="871913"/>
                    <a:pt x="705659" y="799788"/>
                    <a:pt x="766483" y="860612"/>
                  </a:cubicBezTo>
                  <a:cubicBezTo>
                    <a:pt x="777911" y="872040"/>
                    <a:pt x="783031" y="888538"/>
                    <a:pt x="793377" y="900953"/>
                  </a:cubicBezTo>
                  <a:cubicBezTo>
                    <a:pt x="825732" y="939780"/>
                    <a:pt x="834393" y="941744"/>
                    <a:pt x="874059" y="968188"/>
                  </a:cubicBezTo>
                  <a:lnTo>
                    <a:pt x="1385047" y="954741"/>
                  </a:lnTo>
                  <a:cubicBezTo>
                    <a:pt x="1416438" y="950361"/>
                    <a:pt x="1433266" y="912862"/>
                    <a:pt x="1452283" y="887506"/>
                  </a:cubicBezTo>
                  <a:cubicBezTo>
                    <a:pt x="1461423" y="875319"/>
                    <a:pt x="1509685" y="813043"/>
                    <a:pt x="1519518" y="793376"/>
                  </a:cubicBezTo>
                  <a:cubicBezTo>
                    <a:pt x="1529164" y="774084"/>
                    <a:pt x="1542103" y="716481"/>
                    <a:pt x="1546412" y="699247"/>
                  </a:cubicBezTo>
                  <a:cubicBezTo>
                    <a:pt x="1537447" y="614082"/>
                    <a:pt x="1539353" y="527059"/>
                    <a:pt x="1519518" y="443753"/>
                  </a:cubicBezTo>
                  <a:cubicBezTo>
                    <a:pt x="1515775" y="428031"/>
                    <a:pt x="1490605" y="428287"/>
                    <a:pt x="1479177" y="416859"/>
                  </a:cubicBezTo>
                  <a:cubicBezTo>
                    <a:pt x="1418353" y="356035"/>
                    <a:pt x="1490478" y="389250"/>
                    <a:pt x="1411942" y="363071"/>
                  </a:cubicBezTo>
                  <a:cubicBezTo>
                    <a:pt x="1371601" y="372036"/>
                    <a:pt x="1330123" y="376897"/>
                    <a:pt x="1290918" y="389965"/>
                  </a:cubicBezTo>
                  <a:cubicBezTo>
                    <a:pt x="1230435" y="410126"/>
                    <a:pt x="1262099" y="424547"/>
                    <a:pt x="1223683" y="470647"/>
                  </a:cubicBezTo>
                  <a:cubicBezTo>
                    <a:pt x="1213337" y="483062"/>
                    <a:pt x="1196789" y="488576"/>
                    <a:pt x="1183342" y="497541"/>
                  </a:cubicBezTo>
                  <a:cubicBezTo>
                    <a:pt x="1106271" y="613143"/>
                    <a:pt x="1198669" y="466885"/>
                    <a:pt x="1143000" y="578224"/>
                  </a:cubicBezTo>
                  <a:cubicBezTo>
                    <a:pt x="1135773" y="592679"/>
                    <a:pt x="1122670" y="603797"/>
                    <a:pt x="1116106" y="618565"/>
                  </a:cubicBezTo>
                  <a:cubicBezTo>
                    <a:pt x="1104592" y="644470"/>
                    <a:pt x="1098177" y="672353"/>
                    <a:pt x="1089212" y="699247"/>
                  </a:cubicBezTo>
                  <a:lnTo>
                    <a:pt x="1062318" y="779929"/>
                  </a:lnTo>
                  <a:lnTo>
                    <a:pt x="1048871" y="820271"/>
                  </a:lnTo>
                  <a:cubicBezTo>
                    <a:pt x="1053353" y="887506"/>
                    <a:pt x="1052788" y="955269"/>
                    <a:pt x="1062318" y="1021976"/>
                  </a:cubicBezTo>
                  <a:cubicBezTo>
                    <a:pt x="1066327" y="1050040"/>
                    <a:pt x="1069166" y="1082613"/>
                    <a:pt x="1089212" y="1102659"/>
                  </a:cubicBezTo>
                  <a:cubicBezTo>
                    <a:pt x="1189312" y="1202759"/>
                    <a:pt x="1062588" y="1079839"/>
                    <a:pt x="1183342" y="1183341"/>
                  </a:cubicBezTo>
                  <a:cubicBezTo>
                    <a:pt x="1197781" y="1195717"/>
                    <a:pt x="1208672" y="1212007"/>
                    <a:pt x="1223683" y="1223682"/>
                  </a:cubicBezTo>
                  <a:cubicBezTo>
                    <a:pt x="1249197" y="1243526"/>
                    <a:pt x="1304365" y="1277471"/>
                    <a:pt x="1304365" y="1277471"/>
                  </a:cubicBezTo>
                  <a:cubicBezTo>
                    <a:pt x="1394012" y="1268506"/>
                    <a:pt x="1533848" y="1331570"/>
                    <a:pt x="1573306" y="1250576"/>
                  </a:cubicBezTo>
                  <a:cubicBezTo>
                    <a:pt x="1592651" y="1210867"/>
                    <a:pt x="1648651" y="844907"/>
                    <a:pt x="1532965" y="712694"/>
                  </a:cubicBezTo>
                  <a:cubicBezTo>
                    <a:pt x="1512094" y="688841"/>
                    <a:pt x="1490261" y="665529"/>
                    <a:pt x="1465730" y="645459"/>
                  </a:cubicBezTo>
                  <a:cubicBezTo>
                    <a:pt x="1440713" y="624991"/>
                    <a:pt x="1410905" y="611065"/>
                    <a:pt x="1385047" y="591671"/>
                  </a:cubicBezTo>
                  <a:lnTo>
                    <a:pt x="1331259" y="551329"/>
                  </a:lnTo>
                  <a:cubicBezTo>
                    <a:pt x="1313330" y="560294"/>
                    <a:pt x="1291645" y="564049"/>
                    <a:pt x="1277471" y="578224"/>
                  </a:cubicBezTo>
                  <a:cubicBezTo>
                    <a:pt x="1267448" y="588247"/>
                    <a:pt x="1269608" y="605537"/>
                    <a:pt x="1264024" y="618565"/>
                  </a:cubicBezTo>
                  <a:cubicBezTo>
                    <a:pt x="1256128" y="636990"/>
                    <a:pt x="1245425" y="654104"/>
                    <a:pt x="1237130" y="672353"/>
                  </a:cubicBezTo>
                  <a:cubicBezTo>
                    <a:pt x="1223004" y="703430"/>
                    <a:pt x="1212055" y="735949"/>
                    <a:pt x="1196789" y="766482"/>
                  </a:cubicBezTo>
                  <a:cubicBezTo>
                    <a:pt x="1189561" y="780937"/>
                    <a:pt x="1176373" y="792017"/>
                    <a:pt x="1169895" y="806824"/>
                  </a:cubicBezTo>
                  <a:cubicBezTo>
                    <a:pt x="1144871" y="864021"/>
                    <a:pt x="1125287" y="923448"/>
                    <a:pt x="1102659" y="981635"/>
                  </a:cubicBezTo>
                  <a:cubicBezTo>
                    <a:pt x="1081287" y="1036590"/>
                    <a:pt x="1071695" y="1067745"/>
                    <a:pt x="1035424" y="1116106"/>
                  </a:cubicBezTo>
                  <a:cubicBezTo>
                    <a:pt x="1024014" y="1131320"/>
                    <a:pt x="1011594" y="1147012"/>
                    <a:pt x="995083" y="1156447"/>
                  </a:cubicBezTo>
                  <a:cubicBezTo>
                    <a:pt x="979037" y="1165616"/>
                    <a:pt x="959224" y="1165412"/>
                    <a:pt x="941295" y="1169894"/>
                  </a:cubicBezTo>
                  <a:cubicBezTo>
                    <a:pt x="797860" y="1165412"/>
                    <a:pt x="653970" y="1168702"/>
                    <a:pt x="510989" y="1156447"/>
                  </a:cubicBezTo>
                  <a:cubicBezTo>
                    <a:pt x="494886" y="1155067"/>
                    <a:pt x="483798" y="1138947"/>
                    <a:pt x="470647" y="1129553"/>
                  </a:cubicBezTo>
                  <a:cubicBezTo>
                    <a:pt x="353874" y="1046144"/>
                    <a:pt x="471603" y="1125708"/>
                    <a:pt x="376518" y="1062318"/>
                  </a:cubicBezTo>
                  <a:cubicBezTo>
                    <a:pt x="367553" y="1048871"/>
                    <a:pt x="361052" y="1033404"/>
                    <a:pt x="349624" y="1021976"/>
                  </a:cubicBezTo>
                  <a:cubicBezTo>
                    <a:pt x="318670" y="991022"/>
                    <a:pt x="296643" y="991922"/>
                    <a:pt x="255495" y="981635"/>
                  </a:cubicBezTo>
                  <a:cubicBezTo>
                    <a:pt x="228601" y="945776"/>
                    <a:pt x="199675" y="911355"/>
                    <a:pt x="174812" y="874059"/>
                  </a:cubicBezTo>
                  <a:lnTo>
                    <a:pt x="121024" y="793376"/>
                  </a:lnTo>
                  <a:cubicBezTo>
                    <a:pt x="125506" y="762000"/>
                    <a:pt x="112059" y="721659"/>
                    <a:pt x="134471" y="699247"/>
                  </a:cubicBezTo>
                  <a:cubicBezTo>
                    <a:pt x="160607" y="673111"/>
                    <a:pt x="242047" y="672353"/>
                    <a:pt x="242047" y="672353"/>
                  </a:cubicBezTo>
                  <a:cubicBezTo>
                    <a:pt x="327212" y="681318"/>
                    <a:pt x="412626" y="688171"/>
                    <a:pt x="497542" y="699247"/>
                  </a:cubicBezTo>
                  <a:cubicBezTo>
                    <a:pt x="525281" y="702865"/>
                    <a:pt x="564322" y="717025"/>
                    <a:pt x="591671" y="726141"/>
                  </a:cubicBezTo>
                  <a:cubicBezTo>
                    <a:pt x="605118" y="744070"/>
                    <a:pt x="621989" y="759883"/>
                    <a:pt x="632012" y="779929"/>
                  </a:cubicBezTo>
                  <a:cubicBezTo>
                    <a:pt x="644690" y="805285"/>
                    <a:pt x="658906" y="860612"/>
                    <a:pt x="658906" y="860612"/>
                  </a:cubicBezTo>
                  <a:cubicBezTo>
                    <a:pt x="659068" y="864347"/>
                    <a:pt x="649848" y="1127813"/>
                    <a:pt x="685800" y="1223682"/>
                  </a:cubicBezTo>
                  <a:cubicBezTo>
                    <a:pt x="692839" y="1242452"/>
                    <a:pt x="700667" y="1261434"/>
                    <a:pt x="712695" y="1277471"/>
                  </a:cubicBezTo>
                  <a:cubicBezTo>
                    <a:pt x="727909" y="1297756"/>
                    <a:pt x="751269" y="1310974"/>
                    <a:pt x="766483" y="1331259"/>
                  </a:cubicBezTo>
                  <a:cubicBezTo>
                    <a:pt x="845590" y="1436736"/>
                    <a:pt x="730170" y="1337642"/>
                    <a:pt x="847165" y="1425388"/>
                  </a:cubicBezTo>
                  <a:cubicBezTo>
                    <a:pt x="941294" y="1416423"/>
                    <a:pt x="1039094" y="1426025"/>
                    <a:pt x="1129553" y="1398494"/>
                  </a:cubicBezTo>
                  <a:cubicBezTo>
                    <a:pt x="1152645" y="1391466"/>
                    <a:pt x="1147971" y="1353860"/>
                    <a:pt x="1156447" y="1331259"/>
                  </a:cubicBezTo>
                  <a:cubicBezTo>
                    <a:pt x="1170889" y="1292748"/>
                    <a:pt x="1177167" y="1266904"/>
                    <a:pt x="1183342" y="1223682"/>
                  </a:cubicBezTo>
                  <a:cubicBezTo>
                    <a:pt x="1193563" y="1152133"/>
                    <a:pt x="1210236" y="1008529"/>
                    <a:pt x="1210236" y="1008529"/>
                  </a:cubicBezTo>
                  <a:cubicBezTo>
                    <a:pt x="1201271" y="909917"/>
                    <a:pt x="1204377" y="809452"/>
                    <a:pt x="1183342" y="712694"/>
                  </a:cubicBezTo>
                  <a:cubicBezTo>
                    <a:pt x="1180331" y="698843"/>
                    <a:pt x="1155678" y="705586"/>
                    <a:pt x="1143000" y="699247"/>
                  </a:cubicBezTo>
                  <a:cubicBezTo>
                    <a:pt x="1119623" y="687559"/>
                    <a:pt x="1100032" y="668613"/>
                    <a:pt x="1075765" y="658906"/>
                  </a:cubicBezTo>
                  <a:cubicBezTo>
                    <a:pt x="1054544" y="650418"/>
                    <a:pt x="1030841" y="650417"/>
                    <a:pt x="1008530" y="645459"/>
                  </a:cubicBezTo>
                  <a:cubicBezTo>
                    <a:pt x="990489" y="641450"/>
                    <a:pt x="972671" y="636494"/>
                    <a:pt x="954742" y="632012"/>
                  </a:cubicBezTo>
                  <a:cubicBezTo>
                    <a:pt x="824754" y="636494"/>
                    <a:pt x="693838" y="629326"/>
                    <a:pt x="564777" y="645459"/>
                  </a:cubicBezTo>
                  <a:cubicBezTo>
                    <a:pt x="545907" y="647818"/>
                    <a:pt x="535489" y="670325"/>
                    <a:pt x="524436" y="685800"/>
                  </a:cubicBezTo>
                  <a:cubicBezTo>
                    <a:pt x="512785" y="702112"/>
                    <a:pt x="507488" y="722184"/>
                    <a:pt x="497542" y="739588"/>
                  </a:cubicBezTo>
                  <a:cubicBezTo>
                    <a:pt x="489524" y="753620"/>
                    <a:pt x="479213" y="766224"/>
                    <a:pt x="470647" y="779929"/>
                  </a:cubicBezTo>
                  <a:cubicBezTo>
                    <a:pt x="456795" y="802093"/>
                    <a:pt x="443753" y="824753"/>
                    <a:pt x="430306" y="847165"/>
                  </a:cubicBezTo>
                  <a:cubicBezTo>
                    <a:pt x="425824" y="865094"/>
                    <a:pt x="421936" y="883183"/>
                    <a:pt x="416859" y="900953"/>
                  </a:cubicBezTo>
                  <a:cubicBezTo>
                    <a:pt x="412965" y="914582"/>
                    <a:pt x="405417" y="927262"/>
                    <a:pt x="403412" y="941294"/>
                  </a:cubicBezTo>
                  <a:cubicBezTo>
                    <a:pt x="368132" y="1188258"/>
                    <a:pt x="409498" y="1011079"/>
                    <a:pt x="376518" y="1143000"/>
                  </a:cubicBezTo>
                  <a:cubicBezTo>
                    <a:pt x="393311" y="1254953"/>
                    <a:pt x="378127" y="1386925"/>
                    <a:pt x="457200" y="1479176"/>
                  </a:cubicBezTo>
                  <a:cubicBezTo>
                    <a:pt x="469005" y="1492948"/>
                    <a:pt x="539169" y="1528911"/>
                    <a:pt x="551330" y="1532965"/>
                  </a:cubicBezTo>
                  <a:cubicBezTo>
                    <a:pt x="586395" y="1544653"/>
                    <a:pt x="658906" y="1559859"/>
                    <a:pt x="658906" y="1559859"/>
                  </a:cubicBezTo>
                  <a:cubicBezTo>
                    <a:pt x="783296" y="1556497"/>
                    <a:pt x="1068614" y="1662927"/>
                    <a:pt x="1183342" y="1519518"/>
                  </a:cubicBezTo>
                  <a:cubicBezTo>
                    <a:pt x="1193438" y="1506898"/>
                    <a:pt x="1200842" y="1492327"/>
                    <a:pt x="1210236" y="1479176"/>
                  </a:cubicBezTo>
                  <a:cubicBezTo>
                    <a:pt x="1223262" y="1460939"/>
                    <a:pt x="1237130" y="1443317"/>
                    <a:pt x="1250577" y="1425388"/>
                  </a:cubicBezTo>
                  <a:cubicBezTo>
                    <a:pt x="1259542" y="1398494"/>
                    <a:pt x="1270595" y="1372208"/>
                    <a:pt x="1277471" y="1344706"/>
                  </a:cubicBezTo>
                  <a:cubicBezTo>
                    <a:pt x="1294356" y="1277167"/>
                    <a:pt x="1285074" y="1308451"/>
                    <a:pt x="1304365" y="1250576"/>
                  </a:cubicBezTo>
                  <a:cubicBezTo>
                    <a:pt x="1265566" y="862588"/>
                    <a:pt x="1368617" y="922247"/>
                    <a:pt x="1196789" y="793376"/>
                  </a:cubicBezTo>
                  <a:cubicBezTo>
                    <a:pt x="1183860" y="783679"/>
                    <a:pt x="1169894" y="775447"/>
                    <a:pt x="1156447" y="766482"/>
                  </a:cubicBezTo>
                  <a:cubicBezTo>
                    <a:pt x="1134035" y="770964"/>
                    <a:pt x="1105373" y="763768"/>
                    <a:pt x="1089212" y="779929"/>
                  </a:cubicBezTo>
                  <a:cubicBezTo>
                    <a:pt x="1069166" y="799975"/>
                    <a:pt x="1071283" y="833718"/>
                    <a:pt x="1062318" y="860612"/>
                  </a:cubicBezTo>
                  <a:lnTo>
                    <a:pt x="1048871" y="900953"/>
                  </a:lnTo>
                  <a:cubicBezTo>
                    <a:pt x="1053353" y="986118"/>
                    <a:pt x="1047062" y="1072540"/>
                    <a:pt x="1062318" y="1156447"/>
                  </a:cubicBezTo>
                  <a:cubicBezTo>
                    <a:pt x="1065720" y="1175157"/>
                    <a:pt x="1090283" y="1182349"/>
                    <a:pt x="1102659" y="1196788"/>
                  </a:cubicBezTo>
                  <a:cubicBezTo>
                    <a:pt x="1132796" y="1231948"/>
                    <a:pt x="1168479" y="1296933"/>
                    <a:pt x="1210236" y="1317812"/>
                  </a:cubicBezTo>
                  <a:cubicBezTo>
                    <a:pt x="1228165" y="1326777"/>
                    <a:pt x="1246835" y="1334393"/>
                    <a:pt x="1264024" y="1344706"/>
                  </a:cubicBezTo>
                  <a:cubicBezTo>
                    <a:pt x="1379619" y="1414063"/>
                    <a:pt x="1303904" y="1384893"/>
                    <a:pt x="1385047" y="1411941"/>
                  </a:cubicBezTo>
                  <a:cubicBezTo>
                    <a:pt x="1394012" y="1425388"/>
                    <a:pt x="1404714" y="1437827"/>
                    <a:pt x="1411942" y="1452282"/>
                  </a:cubicBezTo>
                  <a:cubicBezTo>
                    <a:pt x="1418281" y="1464960"/>
                    <a:pt x="1421495" y="1478995"/>
                    <a:pt x="1425389" y="1492624"/>
                  </a:cubicBezTo>
                  <a:cubicBezTo>
                    <a:pt x="1452999" y="1589261"/>
                    <a:pt x="1424551" y="1502720"/>
                    <a:pt x="1452283" y="1613647"/>
                  </a:cubicBezTo>
                  <a:cubicBezTo>
                    <a:pt x="1455721" y="1627398"/>
                    <a:pt x="1461248" y="1640541"/>
                    <a:pt x="1465730" y="1653988"/>
                  </a:cubicBezTo>
                  <a:cubicBezTo>
                    <a:pt x="1470212" y="1680882"/>
                    <a:pt x="1473262" y="1708055"/>
                    <a:pt x="1479177" y="1734671"/>
                  </a:cubicBezTo>
                  <a:cubicBezTo>
                    <a:pt x="1482252" y="1748508"/>
                    <a:pt x="1492624" y="1760838"/>
                    <a:pt x="1492624" y="1775012"/>
                  </a:cubicBezTo>
                  <a:cubicBezTo>
                    <a:pt x="1492624" y="1804838"/>
                    <a:pt x="1486770" y="1894296"/>
                    <a:pt x="1465730" y="1936376"/>
                  </a:cubicBezTo>
                  <a:cubicBezTo>
                    <a:pt x="1458502" y="1950831"/>
                    <a:pt x="1447151" y="1962860"/>
                    <a:pt x="1438836" y="1976718"/>
                  </a:cubicBezTo>
                  <a:cubicBezTo>
                    <a:pt x="1433679" y="1985313"/>
                    <a:pt x="1429871" y="1994647"/>
                    <a:pt x="1425389" y="2003612"/>
                  </a:cubicBezTo>
                </a:path>
              </a:pathLst>
            </a:custGeom>
            <a:noFill/>
            <a:ln w="28575">
              <a:solidFill>
                <a:schemeClr val="bg2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17" name="Group 16">
              <a:extLst>
                <a:ext uri="{FF2B5EF4-FFF2-40B4-BE49-F238E27FC236}">
                  <a16:creationId xmlns:a16="http://schemas.microsoft.com/office/drawing/2014/main" id="{55555765-277B-45E4-81FA-0DEBFB937580}"/>
                </a:ext>
              </a:extLst>
            </p:cNvPr>
            <p:cNvGrpSpPr/>
            <p:nvPr/>
          </p:nvGrpSpPr>
          <p:grpSpPr>
            <a:xfrm rot="10800000">
              <a:off x="1393816" y="2381574"/>
              <a:ext cx="914400" cy="914400"/>
              <a:chOff x="9757619" y="2093495"/>
              <a:chExt cx="914400" cy="914400"/>
            </a:xfrm>
            <a:gradFill>
              <a:gsLst>
                <a:gs pos="0">
                  <a:schemeClr val="accent1">
                    <a:lumMod val="5000"/>
                    <a:lumOff val="95000"/>
                  </a:schemeClr>
                </a:gs>
                <a:gs pos="74000">
                  <a:schemeClr val="bg2">
                    <a:lumMod val="90000"/>
                  </a:schemeClr>
                </a:gs>
                <a:gs pos="83000">
                  <a:schemeClr val="accent1">
                    <a:lumMod val="45000"/>
                    <a:lumOff val="55000"/>
                  </a:schemeClr>
                </a:gs>
                <a:gs pos="100000">
                  <a:schemeClr val="accent1">
                    <a:lumMod val="30000"/>
                    <a:lumOff val="70000"/>
                  </a:schemeClr>
                </a:gs>
              </a:gsLst>
              <a:path path="circle">
                <a:fillToRect l="100000" t="100000"/>
              </a:path>
            </a:gradFill>
          </p:grpSpPr>
          <p:grpSp>
            <p:nvGrpSpPr>
              <p:cNvPr id="18" name="Graphic 2" descr="Lightbulb">
                <a:extLst>
                  <a:ext uri="{FF2B5EF4-FFF2-40B4-BE49-F238E27FC236}">
                    <a16:creationId xmlns:a16="http://schemas.microsoft.com/office/drawing/2014/main" id="{13A6E969-530B-4193-995B-AE1F80BAF26B}"/>
                  </a:ext>
                </a:extLst>
              </p:cNvPr>
              <p:cNvGrpSpPr/>
              <p:nvPr/>
            </p:nvGrpSpPr>
            <p:grpSpPr>
              <a:xfrm rot="10800000">
                <a:off x="9757619" y="2093495"/>
                <a:ext cx="914400" cy="914400"/>
                <a:chOff x="9757619" y="2093495"/>
                <a:chExt cx="914400" cy="914400"/>
              </a:xfrm>
              <a:grpFill/>
            </p:grpSpPr>
            <p:sp>
              <p:nvSpPr>
                <p:cNvPr id="20" name="Freeform: Shape 19">
                  <a:extLst>
                    <a:ext uri="{FF2B5EF4-FFF2-40B4-BE49-F238E27FC236}">
                      <a16:creationId xmlns:a16="http://schemas.microsoft.com/office/drawing/2014/main" id="{8B8D8659-C068-4CA9-99B2-6307F4F49F43}"/>
                    </a:ext>
                  </a:extLst>
                </p:cNvPr>
                <p:cNvSpPr/>
                <p:nvPr/>
              </p:nvSpPr>
              <p:spPr>
                <a:xfrm>
                  <a:off x="10083850" y="2695951"/>
                  <a:ext cx="257175" cy="66675"/>
                </a:xfrm>
                <a:custGeom>
                  <a:avLst/>
                  <a:gdLst/>
                  <a:ahLst/>
                  <a:cxnLst/>
                  <a:rect l="0" t="0" r="0" b="0"/>
                  <a:pathLst>
                    <a:path w="257175" h="66675">
                      <a:moveTo>
                        <a:pt x="35719" y="7144"/>
                      </a:moveTo>
                      <a:lnTo>
                        <a:pt x="226219" y="7144"/>
                      </a:lnTo>
                      <a:cubicBezTo>
                        <a:pt x="242411" y="7144"/>
                        <a:pt x="254794" y="19526"/>
                        <a:pt x="254794" y="35719"/>
                      </a:cubicBezTo>
                      <a:cubicBezTo>
                        <a:pt x="254794" y="51911"/>
                        <a:pt x="242411" y="64294"/>
                        <a:pt x="226219" y="64294"/>
                      </a:cubicBezTo>
                      <a:lnTo>
                        <a:pt x="35719" y="64294"/>
                      </a:lnTo>
                      <a:cubicBezTo>
                        <a:pt x="19526" y="64294"/>
                        <a:pt x="7144" y="51911"/>
                        <a:pt x="7144" y="35719"/>
                      </a:cubicBezTo>
                      <a:cubicBezTo>
                        <a:pt x="7144" y="19526"/>
                        <a:pt x="19526" y="7144"/>
                        <a:pt x="35719" y="7144"/>
                      </a:cubicBezTo>
                      <a:close/>
                    </a:path>
                  </a:pathLst>
                </a:custGeom>
                <a:solidFill>
                  <a:schemeClr val="bg1">
                    <a:lumMod val="95000"/>
                  </a:schemeClr>
                </a:solidFill>
                <a:ln w="9525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 dirty="0"/>
                </a:p>
              </p:txBody>
            </p:sp>
            <p:sp>
              <p:nvSpPr>
                <p:cNvPr id="21" name="Freeform: Shape 20">
                  <a:extLst>
                    <a:ext uri="{FF2B5EF4-FFF2-40B4-BE49-F238E27FC236}">
                      <a16:creationId xmlns:a16="http://schemas.microsoft.com/office/drawing/2014/main" id="{CB94DE0F-6ED1-4594-82D6-19A77CB1117F}"/>
                    </a:ext>
                  </a:extLst>
                </p:cNvPr>
                <p:cNvSpPr/>
                <p:nvPr/>
              </p:nvSpPr>
              <p:spPr>
                <a:xfrm>
                  <a:off x="10083850" y="2791201"/>
                  <a:ext cx="257175" cy="66675"/>
                </a:xfrm>
                <a:custGeom>
                  <a:avLst/>
                  <a:gdLst/>
                  <a:ahLst/>
                  <a:cxnLst/>
                  <a:rect l="0" t="0" r="0" b="0"/>
                  <a:pathLst>
                    <a:path w="257175" h="66675">
                      <a:moveTo>
                        <a:pt x="35719" y="7144"/>
                      </a:moveTo>
                      <a:lnTo>
                        <a:pt x="226219" y="7144"/>
                      </a:lnTo>
                      <a:cubicBezTo>
                        <a:pt x="242411" y="7144"/>
                        <a:pt x="254794" y="19526"/>
                        <a:pt x="254794" y="35719"/>
                      </a:cubicBezTo>
                      <a:cubicBezTo>
                        <a:pt x="254794" y="51911"/>
                        <a:pt x="242411" y="64294"/>
                        <a:pt x="226219" y="64294"/>
                      </a:cubicBezTo>
                      <a:lnTo>
                        <a:pt x="35719" y="64294"/>
                      </a:lnTo>
                      <a:cubicBezTo>
                        <a:pt x="19526" y="64294"/>
                        <a:pt x="7144" y="51911"/>
                        <a:pt x="7144" y="35719"/>
                      </a:cubicBezTo>
                      <a:cubicBezTo>
                        <a:pt x="7144" y="19526"/>
                        <a:pt x="19526" y="7144"/>
                        <a:pt x="35719" y="7144"/>
                      </a:cubicBezTo>
                      <a:close/>
                    </a:path>
                  </a:pathLst>
                </a:custGeom>
                <a:solidFill>
                  <a:schemeClr val="bg2"/>
                </a:solidFill>
                <a:ln w="9525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2" name="Freeform: Shape 21">
                  <a:extLst>
                    <a:ext uri="{FF2B5EF4-FFF2-40B4-BE49-F238E27FC236}">
                      <a16:creationId xmlns:a16="http://schemas.microsoft.com/office/drawing/2014/main" id="{CAE5DA39-4960-48C2-A455-680759D6D352}"/>
                    </a:ext>
                  </a:extLst>
                </p:cNvPr>
                <p:cNvSpPr/>
                <p:nvPr/>
              </p:nvSpPr>
              <p:spPr>
                <a:xfrm>
                  <a:off x="10145763" y="2886451"/>
                  <a:ext cx="133350" cy="66675"/>
                </a:xfrm>
                <a:custGeom>
                  <a:avLst/>
                  <a:gdLst/>
                  <a:ahLst/>
                  <a:cxnLst/>
                  <a:rect l="0" t="0" r="0" b="0"/>
                  <a:pathLst>
                    <a:path w="133350" h="66675">
                      <a:moveTo>
                        <a:pt x="7144" y="7144"/>
                      </a:moveTo>
                      <a:cubicBezTo>
                        <a:pt x="10001" y="39529"/>
                        <a:pt x="36671" y="64294"/>
                        <a:pt x="69056" y="64294"/>
                      </a:cubicBezTo>
                      <a:cubicBezTo>
                        <a:pt x="101441" y="64294"/>
                        <a:pt x="128111" y="39529"/>
                        <a:pt x="130969" y="7144"/>
                      </a:cubicBezTo>
                      <a:lnTo>
                        <a:pt x="7144" y="7144"/>
                      </a:lnTo>
                      <a:close/>
                    </a:path>
                  </a:pathLst>
                </a:custGeom>
                <a:solidFill>
                  <a:schemeClr val="tx2">
                    <a:lumMod val="20000"/>
                    <a:lumOff val="80000"/>
                  </a:schemeClr>
                </a:solidFill>
                <a:ln w="9525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 dirty="0"/>
                </a:p>
              </p:txBody>
            </p:sp>
            <p:sp>
              <p:nvSpPr>
                <p:cNvPr id="23" name="Freeform: Shape 22">
                  <a:extLst>
                    <a:ext uri="{FF2B5EF4-FFF2-40B4-BE49-F238E27FC236}">
                      <a16:creationId xmlns:a16="http://schemas.microsoft.com/office/drawing/2014/main" id="{63FE4E93-F418-4B70-BE07-048F74B44B96}"/>
                    </a:ext>
                  </a:extLst>
                </p:cNvPr>
                <p:cNvSpPr/>
                <p:nvPr/>
              </p:nvSpPr>
              <p:spPr>
                <a:xfrm>
                  <a:off x="9960025" y="2143501"/>
                  <a:ext cx="504825" cy="523875"/>
                </a:xfrm>
                <a:custGeom>
                  <a:avLst/>
                  <a:gdLst/>
                  <a:ahLst/>
                  <a:cxnLst/>
                  <a:rect l="0" t="0" r="0" b="0"/>
                  <a:pathLst>
                    <a:path w="504825" h="523875">
                      <a:moveTo>
                        <a:pt x="254794" y="7144"/>
                      </a:moveTo>
                      <a:cubicBezTo>
                        <a:pt x="254794" y="7144"/>
                        <a:pt x="254794" y="7144"/>
                        <a:pt x="254794" y="7144"/>
                      </a:cubicBezTo>
                      <a:cubicBezTo>
                        <a:pt x="254794" y="7144"/>
                        <a:pt x="254794" y="7144"/>
                        <a:pt x="254794" y="7144"/>
                      </a:cubicBezTo>
                      <a:cubicBezTo>
                        <a:pt x="119539" y="8096"/>
                        <a:pt x="10001" y="116681"/>
                        <a:pt x="7144" y="251936"/>
                      </a:cubicBezTo>
                      <a:lnTo>
                        <a:pt x="7144" y="260509"/>
                      </a:lnTo>
                      <a:cubicBezTo>
                        <a:pt x="8096" y="290036"/>
                        <a:pt x="13811" y="318611"/>
                        <a:pt x="24289" y="346234"/>
                      </a:cubicBezTo>
                      <a:cubicBezTo>
                        <a:pt x="34766" y="371951"/>
                        <a:pt x="49054" y="395764"/>
                        <a:pt x="67151" y="416719"/>
                      </a:cubicBezTo>
                      <a:cubicBezTo>
                        <a:pt x="90011" y="441484"/>
                        <a:pt x="114776" y="490061"/>
                        <a:pt x="125254" y="511016"/>
                      </a:cubicBezTo>
                      <a:cubicBezTo>
                        <a:pt x="128111" y="517684"/>
                        <a:pt x="134779" y="521494"/>
                        <a:pt x="142399" y="521494"/>
                      </a:cubicBezTo>
                      <a:lnTo>
                        <a:pt x="367189" y="521494"/>
                      </a:lnTo>
                      <a:cubicBezTo>
                        <a:pt x="374809" y="521494"/>
                        <a:pt x="381476" y="517684"/>
                        <a:pt x="384334" y="511016"/>
                      </a:cubicBezTo>
                      <a:cubicBezTo>
                        <a:pt x="394811" y="490061"/>
                        <a:pt x="419576" y="441484"/>
                        <a:pt x="442436" y="416719"/>
                      </a:cubicBezTo>
                      <a:cubicBezTo>
                        <a:pt x="460534" y="395764"/>
                        <a:pt x="475774" y="371951"/>
                        <a:pt x="485299" y="346234"/>
                      </a:cubicBezTo>
                      <a:cubicBezTo>
                        <a:pt x="495776" y="318611"/>
                        <a:pt x="501491" y="290036"/>
                        <a:pt x="502444" y="260509"/>
                      </a:cubicBezTo>
                      <a:lnTo>
                        <a:pt x="502444" y="251936"/>
                      </a:lnTo>
                      <a:cubicBezTo>
                        <a:pt x="499586" y="116681"/>
                        <a:pt x="390049" y="8096"/>
                        <a:pt x="254794" y="7144"/>
                      </a:cubicBezTo>
                      <a:close/>
                      <a:moveTo>
                        <a:pt x="445294" y="259556"/>
                      </a:moveTo>
                      <a:cubicBezTo>
                        <a:pt x="444341" y="282416"/>
                        <a:pt x="439579" y="305276"/>
                        <a:pt x="431959" y="326231"/>
                      </a:cubicBezTo>
                      <a:cubicBezTo>
                        <a:pt x="424339" y="345281"/>
                        <a:pt x="413861" y="363379"/>
                        <a:pt x="399574" y="378619"/>
                      </a:cubicBezTo>
                      <a:cubicBezTo>
                        <a:pt x="377666" y="405289"/>
                        <a:pt x="358616" y="433864"/>
                        <a:pt x="344329" y="464344"/>
                      </a:cubicBezTo>
                      <a:lnTo>
                        <a:pt x="254794" y="464344"/>
                      </a:lnTo>
                      <a:lnTo>
                        <a:pt x="166211" y="464344"/>
                      </a:lnTo>
                      <a:cubicBezTo>
                        <a:pt x="150971" y="433864"/>
                        <a:pt x="131921" y="405289"/>
                        <a:pt x="110966" y="378619"/>
                      </a:cubicBezTo>
                      <a:cubicBezTo>
                        <a:pt x="97631" y="363379"/>
                        <a:pt x="86201" y="345281"/>
                        <a:pt x="78581" y="326231"/>
                      </a:cubicBezTo>
                      <a:cubicBezTo>
                        <a:pt x="70009" y="305276"/>
                        <a:pt x="66199" y="282416"/>
                        <a:pt x="65246" y="259556"/>
                      </a:cubicBezTo>
                      <a:lnTo>
                        <a:pt x="65246" y="251936"/>
                      </a:lnTo>
                      <a:cubicBezTo>
                        <a:pt x="67151" y="148114"/>
                        <a:pt x="151924" y="64294"/>
                        <a:pt x="255746" y="63341"/>
                      </a:cubicBezTo>
                      <a:lnTo>
                        <a:pt x="255746" y="63341"/>
                      </a:lnTo>
                      <a:lnTo>
                        <a:pt x="255746" y="63341"/>
                      </a:lnTo>
                      <a:cubicBezTo>
                        <a:pt x="255746" y="63341"/>
                        <a:pt x="255746" y="63341"/>
                        <a:pt x="255746" y="63341"/>
                      </a:cubicBezTo>
                      <a:cubicBezTo>
                        <a:pt x="255746" y="63341"/>
                        <a:pt x="255746" y="63341"/>
                        <a:pt x="255746" y="63341"/>
                      </a:cubicBezTo>
                      <a:lnTo>
                        <a:pt x="255746" y="63341"/>
                      </a:lnTo>
                      <a:lnTo>
                        <a:pt x="255746" y="63341"/>
                      </a:lnTo>
                      <a:cubicBezTo>
                        <a:pt x="359569" y="64294"/>
                        <a:pt x="444341" y="147161"/>
                        <a:pt x="446246" y="251936"/>
                      </a:cubicBezTo>
                      <a:lnTo>
                        <a:pt x="446246" y="259556"/>
                      </a:lnTo>
                      <a:close/>
                    </a:path>
                  </a:pathLst>
                </a:custGeom>
                <a:grpFill/>
                <a:ln w="9525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 dirty="0"/>
                </a:p>
              </p:txBody>
            </p:sp>
          </p:grpSp>
          <p:sp>
            <p:nvSpPr>
              <p:cNvPr id="19" name="Freeform: Shape 18">
                <a:extLst>
                  <a:ext uri="{FF2B5EF4-FFF2-40B4-BE49-F238E27FC236}">
                    <a16:creationId xmlns:a16="http://schemas.microsoft.com/office/drawing/2014/main" id="{92455C61-0793-4DBB-8BF9-03D1BF5FF2BF}"/>
                  </a:ext>
                </a:extLst>
              </p:cNvPr>
              <p:cNvSpPr/>
              <p:nvPr/>
            </p:nvSpPr>
            <p:spPr>
              <a:xfrm>
                <a:off x="10008394" y="2462213"/>
                <a:ext cx="426244" cy="457200"/>
              </a:xfrm>
              <a:custGeom>
                <a:avLst/>
                <a:gdLst>
                  <a:gd name="connsiteX0" fmla="*/ 114300 w 426244"/>
                  <a:gd name="connsiteY0" fmla="*/ 4762 h 457200"/>
                  <a:gd name="connsiteX1" fmla="*/ 26194 w 426244"/>
                  <a:gd name="connsiteY1" fmla="*/ 130968 h 457200"/>
                  <a:gd name="connsiteX2" fmla="*/ 0 w 426244"/>
                  <a:gd name="connsiteY2" fmla="*/ 307181 h 457200"/>
                  <a:gd name="connsiteX3" fmla="*/ 119062 w 426244"/>
                  <a:gd name="connsiteY3" fmla="*/ 433387 h 457200"/>
                  <a:gd name="connsiteX4" fmla="*/ 254794 w 426244"/>
                  <a:gd name="connsiteY4" fmla="*/ 457200 h 457200"/>
                  <a:gd name="connsiteX5" fmla="*/ 369094 w 426244"/>
                  <a:gd name="connsiteY5" fmla="*/ 388143 h 457200"/>
                  <a:gd name="connsiteX6" fmla="*/ 426244 w 426244"/>
                  <a:gd name="connsiteY6" fmla="*/ 223837 h 457200"/>
                  <a:gd name="connsiteX7" fmla="*/ 381000 w 426244"/>
                  <a:gd name="connsiteY7" fmla="*/ 128587 h 457200"/>
                  <a:gd name="connsiteX8" fmla="*/ 345281 w 426244"/>
                  <a:gd name="connsiteY8" fmla="*/ 54768 h 457200"/>
                  <a:gd name="connsiteX9" fmla="*/ 302419 w 426244"/>
                  <a:gd name="connsiteY9" fmla="*/ 9525 h 457200"/>
                  <a:gd name="connsiteX10" fmla="*/ 254794 w 426244"/>
                  <a:gd name="connsiteY10" fmla="*/ 0 h 457200"/>
                  <a:gd name="connsiteX11" fmla="*/ 114300 w 426244"/>
                  <a:gd name="connsiteY11" fmla="*/ 4762 h 4572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426244" h="457200">
                    <a:moveTo>
                      <a:pt x="114300" y="4762"/>
                    </a:moveTo>
                    <a:lnTo>
                      <a:pt x="26194" y="130968"/>
                    </a:lnTo>
                    <a:lnTo>
                      <a:pt x="0" y="307181"/>
                    </a:lnTo>
                    <a:lnTo>
                      <a:pt x="119062" y="433387"/>
                    </a:lnTo>
                    <a:lnTo>
                      <a:pt x="254794" y="457200"/>
                    </a:lnTo>
                    <a:lnTo>
                      <a:pt x="369094" y="388143"/>
                    </a:lnTo>
                    <a:lnTo>
                      <a:pt x="426244" y="223837"/>
                    </a:lnTo>
                    <a:lnTo>
                      <a:pt x="381000" y="128587"/>
                    </a:lnTo>
                    <a:lnTo>
                      <a:pt x="345281" y="54768"/>
                    </a:lnTo>
                    <a:lnTo>
                      <a:pt x="302419" y="9525"/>
                    </a:lnTo>
                    <a:lnTo>
                      <a:pt x="254794" y="0"/>
                    </a:lnTo>
                    <a:lnTo>
                      <a:pt x="114300" y="4762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</p:grpSp>
      <p:grpSp>
        <p:nvGrpSpPr>
          <p:cNvPr id="31" name="Group 30">
            <a:extLst>
              <a:ext uri="{FF2B5EF4-FFF2-40B4-BE49-F238E27FC236}">
                <a16:creationId xmlns:a16="http://schemas.microsoft.com/office/drawing/2014/main" id="{DCBE6B62-A2B2-4E0A-9208-77D5179B9475}"/>
              </a:ext>
            </a:extLst>
          </p:cNvPr>
          <p:cNvGrpSpPr/>
          <p:nvPr/>
        </p:nvGrpSpPr>
        <p:grpSpPr>
          <a:xfrm>
            <a:off x="9757619" y="-26894"/>
            <a:ext cx="914400" cy="3034789"/>
            <a:chOff x="9757619" y="-26894"/>
            <a:chExt cx="914400" cy="3034789"/>
          </a:xfrm>
        </p:grpSpPr>
        <p:cxnSp>
          <p:nvCxnSpPr>
            <p:cNvPr id="26" name="Straight Connector 25">
              <a:extLst>
                <a:ext uri="{FF2B5EF4-FFF2-40B4-BE49-F238E27FC236}">
                  <a16:creationId xmlns:a16="http://schemas.microsoft.com/office/drawing/2014/main" id="{A5348050-D971-41B5-AEE8-856EABC5BDBD}"/>
                </a:ext>
              </a:extLst>
            </p:cNvPr>
            <p:cNvCxnSpPr/>
            <p:nvPr/>
          </p:nvCxnSpPr>
          <p:spPr>
            <a:xfrm flipV="1">
              <a:off x="10223528" y="-26894"/>
              <a:ext cx="0" cy="2181601"/>
            </a:xfrm>
            <a:prstGeom prst="line">
              <a:avLst/>
            </a:prstGeom>
            <a:ln w="57150"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15" name="Group 14">
              <a:extLst>
                <a:ext uri="{FF2B5EF4-FFF2-40B4-BE49-F238E27FC236}">
                  <a16:creationId xmlns:a16="http://schemas.microsoft.com/office/drawing/2014/main" id="{C06EB8CE-EA91-426B-86EB-62FAC860BC63}"/>
                </a:ext>
              </a:extLst>
            </p:cNvPr>
            <p:cNvGrpSpPr/>
            <p:nvPr/>
          </p:nvGrpSpPr>
          <p:grpSpPr>
            <a:xfrm>
              <a:off x="9757619" y="2093495"/>
              <a:ext cx="914400" cy="914400"/>
              <a:chOff x="9757619" y="2093495"/>
              <a:chExt cx="914400" cy="914400"/>
            </a:xfrm>
          </p:grpSpPr>
          <p:grpSp>
            <p:nvGrpSpPr>
              <p:cNvPr id="4" name="Graphic 2" descr="Lightbulb">
                <a:extLst>
                  <a:ext uri="{FF2B5EF4-FFF2-40B4-BE49-F238E27FC236}">
                    <a16:creationId xmlns:a16="http://schemas.microsoft.com/office/drawing/2014/main" id="{FD2BB3C1-3444-4585-9E80-54FB43266207}"/>
                  </a:ext>
                </a:extLst>
              </p:cNvPr>
              <p:cNvGrpSpPr/>
              <p:nvPr/>
            </p:nvGrpSpPr>
            <p:grpSpPr>
              <a:xfrm rot="10800000">
                <a:off x="9757619" y="2093495"/>
                <a:ext cx="914400" cy="914400"/>
                <a:chOff x="9757619" y="2093495"/>
                <a:chExt cx="914400" cy="914400"/>
              </a:xfrm>
            </p:grpSpPr>
            <p:sp>
              <p:nvSpPr>
                <p:cNvPr id="7" name="Freeform: Shape 6">
                  <a:extLst>
                    <a:ext uri="{FF2B5EF4-FFF2-40B4-BE49-F238E27FC236}">
                      <a16:creationId xmlns:a16="http://schemas.microsoft.com/office/drawing/2014/main" id="{6FEA3A4F-F5F3-4DB7-8456-4768B01FDB91}"/>
                    </a:ext>
                  </a:extLst>
                </p:cNvPr>
                <p:cNvSpPr/>
                <p:nvPr/>
              </p:nvSpPr>
              <p:spPr>
                <a:xfrm>
                  <a:off x="10083850" y="2695951"/>
                  <a:ext cx="257175" cy="66675"/>
                </a:xfrm>
                <a:custGeom>
                  <a:avLst/>
                  <a:gdLst/>
                  <a:ahLst/>
                  <a:cxnLst/>
                  <a:rect l="0" t="0" r="0" b="0"/>
                  <a:pathLst>
                    <a:path w="257175" h="66675">
                      <a:moveTo>
                        <a:pt x="35719" y="7144"/>
                      </a:moveTo>
                      <a:lnTo>
                        <a:pt x="226219" y="7144"/>
                      </a:lnTo>
                      <a:cubicBezTo>
                        <a:pt x="242411" y="7144"/>
                        <a:pt x="254794" y="19526"/>
                        <a:pt x="254794" y="35719"/>
                      </a:cubicBezTo>
                      <a:cubicBezTo>
                        <a:pt x="254794" y="51911"/>
                        <a:pt x="242411" y="64294"/>
                        <a:pt x="226219" y="64294"/>
                      </a:cubicBezTo>
                      <a:lnTo>
                        <a:pt x="35719" y="64294"/>
                      </a:lnTo>
                      <a:cubicBezTo>
                        <a:pt x="19526" y="64294"/>
                        <a:pt x="7144" y="51911"/>
                        <a:pt x="7144" y="35719"/>
                      </a:cubicBezTo>
                      <a:cubicBezTo>
                        <a:pt x="7144" y="19526"/>
                        <a:pt x="19526" y="7144"/>
                        <a:pt x="35719" y="7144"/>
                      </a:cubicBezTo>
                      <a:close/>
                    </a:path>
                  </a:pathLst>
                </a:custGeom>
                <a:solidFill>
                  <a:srgbClr val="FFFF00"/>
                </a:solidFill>
                <a:ln w="9525" cap="flat">
                  <a:solidFill>
                    <a:srgbClr val="FFFF00"/>
                  </a:solidFill>
                  <a:prstDash val="solid"/>
                  <a:miter/>
                </a:ln>
              </p:spPr>
              <p:txBody>
                <a:bodyPr/>
                <a:lstStyle/>
                <a:p>
                  <a:endParaRPr lang="en-US" dirty="0"/>
                </a:p>
              </p:txBody>
            </p:sp>
            <p:sp>
              <p:nvSpPr>
                <p:cNvPr id="8" name="Freeform: Shape 7">
                  <a:extLst>
                    <a:ext uri="{FF2B5EF4-FFF2-40B4-BE49-F238E27FC236}">
                      <a16:creationId xmlns:a16="http://schemas.microsoft.com/office/drawing/2014/main" id="{5CC37F91-1EDC-4A39-B54C-5EC0BAB5E1B8}"/>
                    </a:ext>
                  </a:extLst>
                </p:cNvPr>
                <p:cNvSpPr/>
                <p:nvPr/>
              </p:nvSpPr>
              <p:spPr>
                <a:xfrm>
                  <a:off x="10083850" y="2791201"/>
                  <a:ext cx="257175" cy="66675"/>
                </a:xfrm>
                <a:custGeom>
                  <a:avLst/>
                  <a:gdLst/>
                  <a:ahLst/>
                  <a:cxnLst/>
                  <a:rect l="0" t="0" r="0" b="0"/>
                  <a:pathLst>
                    <a:path w="257175" h="66675">
                      <a:moveTo>
                        <a:pt x="35719" y="7144"/>
                      </a:moveTo>
                      <a:lnTo>
                        <a:pt x="226219" y="7144"/>
                      </a:lnTo>
                      <a:cubicBezTo>
                        <a:pt x="242411" y="7144"/>
                        <a:pt x="254794" y="19526"/>
                        <a:pt x="254794" y="35719"/>
                      </a:cubicBezTo>
                      <a:cubicBezTo>
                        <a:pt x="254794" y="51911"/>
                        <a:pt x="242411" y="64294"/>
                        <a:pt x="226219" y="64294"/>
                      </a:cubicBezTo>
                      <a:lnTo>
                        <a:pt x="35719" y="64294"/>
                      </a:lnTo>
                      <a:cubicBezTo>
                        <a:pt x="19526" y="64294"/>
                        <a:pt x="7144" y="51911"/>
                        <a:pt x="7144" y="35719"/>
                      </a:cubicBezTo>
                      <a:cubicBezTo>
                        <a:pt x="7144" y="19526"/>
                        <a:pt x="19526" y="7144"/>
                        <a:pt x="35719" y="7144"/>
                      </a:cubicBezTo>
                      <a:close/>
                    </a:path>
                  </a:pathLst>
                </a:custGeom>
                <a:solidFill>
                  <a:srgbClr val="FFFF00"/>
                </a:solidFill>
                <a:ln w="9525" cap="flat">
                  <a:solidFill>
                    <a:srgbClr val="FFFF00"/>
                  </a:solidFill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0" name="Freeform: Shape 9">
                  <a:extLst>
                    <a:ext uri="{FF2B5EF4-FFF2-40B4-BE49-F238E27FC236}">
                      <a16:creationId xmlns:a16="http://schemas.microsoft.com/office/drawing/2014/main" id="{EB1A4252-13E8-43EB-A5F8-64A9E33EED4F}"/>
                    </a:ext>
                  </a:extLst>
                </p:cNvPr>
                <p:cNvSpPr/>
                <p:nvPr/>
              </p:nvSpPr>
              <p:spPr>
                <a:xfrm>
                  <a:off x="10145763" y="2886451"/>
                  <a:ext cx="133350" cy="66675"/>
                </a:xfrm>
                <a:custGeom>
                  <a:avLst/>
                  <a:gdLst/>
                  <a:ahLst/>
                  <a:cxnLst/>
                  <a:rect l="0" t="0" r="0" b="0"/>
                  <a:pathLst>
                    <a:path w="133350" h="66675">
                      <a:moveTo>
                        <a:pt x="7144" y="7144"/>
                      </a:moveTo>
                      <a:cubicBezTo>
                        <a:pt x="10001" y="39529"/>
                        <a:pt x="36671" y="64294"/>
                        <a:pt x="69056" y="64294"/>
                      </a:cubicBezTo>
                      <a:cubicBezTo>
                        <a:pt x="101441" y="64294"/>
                        <a:pt x="128111" y="39529"/>
                        <a:pt x="130969" y="7144"/>
                      </a:cubicBezTo>
                      <a:lnTo>
                        <a:pt x="7144" y="7144"/>
                      </a:lnTo>
                      <a:close/>
                    </a:path>
                  </a:pathLst>
                </a:custGeom>
                <a:solidFill>
                  <a:srgbClr val="FFFF00"/>
                </a:solidFill>
                <a:ln w="9525" cap="flat">
                  <a:solidFill>
                    <a:srgbClr val="FFFF00"/>
                  </a:solidFill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1" name="Freeform: Shape 10">
                  <a:extLst>
                    <a:ext uri="{FF2B5EF4-FFF2-40B4-BE49-F238E27FC236}">
                      <a16:creationId xmlns:a16="http://schemas.microsoft.com/office/drawing/2014/main" id="{2AAC16E2-8A3E-4664-B069-26A9B96006C1}"/>
                    </a:ext>
                  </a:extLst>
                </p:cNvPr>
                <p:cNvSpPr/>
                <p:nvPr/>
              </p:nvSpPr>
              <p:spPr>
                <a:xfrm>
                  <a:off x="9960025" y="2143501"/>
                  <a:ext cx="504825" cy="523875"/>
                </a:xfrm>
                <a:custGeom>
                  <a:avLst/>
                  <a:gdLst/>
                  <a:ahLst/>
                  <a:cxnLst/>
                  <a:rect l="0" t="0" r="0" b="0"/>
                  <a:pathLst>
                    <a:path w="504825" h="523875">
                      <a:moveTo>
                        <a:pt x="254794" y="7144"/>
                      </a:moveTo>
                      <a:cubicBezTo>
                        <a:pt x="254794" y="7144"/>
                        <a:pt x="254794" y="7144"/>
                        <a:pt x="254794" y="7144"/>
                      </a:cubicBezTo>
                      <a:cubicBezTo>
                        <a:pt x="254794" y="7144"/>
                        <a:pt x="254794" y="7144"/>
                        <a:pt x="254794" y="7144"/>
                      </a:cubicBezTo>
                      <a:cubicBezTo>
                        <a:pt x="119539" y="8096"/>
                        <a:pt x="10001" y="116681"/>
                        <a:pt x="7144" y="251936"/>
                      </a:cubicBezTo>
                      <a:lnTo>
                        <a:pt x="7144" y="260509"/>
                      </a:lnTo>
                      <a:cubicBezTo>
                        <a:pt x="8096" y="290036"/>
                        <a:pt x="13811" y="318611"/>
                        <a:pt x="24289" y="346234"/>
                      </a:cubicBezTo>
                      <a:cubicBezTo>
                        <a:pt x="34766" y="371951"/>
                        <a:pt x="49054" y="395764"/>
                        <a:pt x="67151" y="416719"/>
                      </a:cubicBezTo>
                      <a:cubicBezTo>
                        <a:pt x="90011" y="441484"/>
                        <a:pt x="114776" y="490061"/>
                        <a:pt x="125254" y="511016"/>
                      </a:cubicBezTo>
                      <a:cubicBezTo>
                        <a:pt x="128111" y="517684"/>
                        <a:pt x="134779" y="521494"/>
                        <a:pt x="142399" y="521494"/>
                      </a:cubicBezTo>
                      <a:lnTo>
                        <a:pt x="367189" y="521494"/>
                      </a:lnTo>
                      <a:cubicBezTo>
                        <a:pt x="374809" y="521494"/>
                        <a:pt x="381476" y="517684"/>
                        <a:pt x="384334" y="511016"/>
                      </a:cubicBezTo>
                      <a:cubicBezTo>
                        <a:pt x="394811" y="490061"/>
                        <a:pt x="419576" y="441484"/>
                        <a:pt x="442436" y="416719"/>
                      </a:cubicBezTo>
                      <a:cubicBezTo>
                        <a:pt x="460534" y="395764"/>
                        <a:pt x="475774" y="371951"/>
                        <a:pt x="485299" y="346234"/>
                      </a:cubicBezTo>
                      <a:cubicBezTo>
                        <a:pt x="495776" y="318611"/>
                        <a:pt x="501491" y="290036"/>
                        <a:pt x="502444" y="260509"/>
                      </a:cubicBezTo>
                      <a:lnTo>
                        <a:pt x="502444" y="251936"/>
                      </a:lnTo>
                      <a:cubicBezTo>
                        <a:pt x="499586" y="116681"/>
                        <a:pt x="390049" y="8096"/>
                        <a:pt x="254794" y="7144"/>
                      </a:cubicBezTo>
                      <a:close/>
                      <a:moveTo>
                        <a:pt x="445294" y="259556"/>
                      </a:moveTo>
                      <a:cubicBezTo>
                        <a:pt x="444341" y="282416"/>
                        <a:pt x="439579" y="305276"/>
                        <a:pt x="431959" y="326231"/>
                      </a:cubicBezTo>
                      <a:cubicBezTo>
                        <a:pt x="424339" y="345281"/>
                        <a:pt x="413861" y="363379"/>
                        <a:pt x="399574" y="378619"/>
                      </a:cubicBezTo>
                      <a:cubicBezTo>
                        <a:pt x="377666" y="405289"/>
                        <a:pt x="358616" y="433864"/>
                        <a:pt x="344329" y="464344"/>
                      </a:cubicBezTo>
                      <a:lnTo>
                        <a:pt x="254794" y="464344"/>
                      </a:lnTo>
                      <a:lnTo>
                        <a:pt x="166211" y="464344"/>
                      </a:lnTo>
                      <a:cubicBezTo>
                        <a:pt x="150971" y="433864"/>
                        <a:pt x="131921" y="405289"/>
                        <a:pt x="110966" y="378619"/>
                      </a:cubicBezTo>
                      <a:cubicBezTo>
                        <a:pt x="97631" y="363379"/>
                        <a:pt x="86201" y="345281"/>
                        <a:pt x="78581" y="326231"/>
                      </a:cubicBezTo>
                      <a:cubicBezTo>
                        <a:pt x="70009" y="305276"/>
                        <a:pt x="66199" y="282416"/>
                        <a:pt x="65246" y="259556"/>
                      </a:cubicBezTo>
                      <a:lnTo>
                        <a:pt x="65246" y="251936"/>
                      </a:lnTo>
                      <a:cubicBezTo>
                        <a:pt x="67151" y="148114"/>
                        <a:pt x="151924" y="64294"/>
                        <a:pt x="255746" y="63341"/>
                      </a:cubicBezTo>
                      <a:lnTo>
                        <a:pt x="255746" y="63341"/>
                      </a:lnTo>
                      <a:lnTo>
                        <a:pt x="255746" y="63341"/>
                      </a:lnTo>
                      <a:cubicBezTo>
                        <a:pt x="255746" y="63341"/>
                        <a:pt x="255746" y="63341"/>
                        <a:pt x="255746" y="63341"/>
                      </a:cubicBezTo>
                      <a:cubicBezTo>
                        <a:pt x="255746" y="63341"/>
                        <a:pt x="255746" y="63341"/>
                        <a:pt x="255746" y="63341"/>
                      </a:cubicBezTo>
                      <a:lnTo>
                        <a:pt x="255746" y="63341"/>
                      </a:lnTo>
                      <a:lnTo>
                        <a:pt x="255746" y="63341"/>
                      </a:lnTo>
                      <a:cubicBezTo>
                        <a:pt x="359569" y="64294"/>
                        <a:pt x="444341" y="147161"/>
                        <a:pt x="446246" y="251936"/>
                      </a:cubicBezTo>
                      <a:lnTo>
                        <a:pt x="446246" y="259556"/>
                      </a:lnTo>
                      <a:close/>
                    </a:path>
                  </a:pathLst>
                </a:custGeom>
                <a:solidFill>
                  <a:srgbClr val="FFFF00"/>
                </a:solidFill>
                <a:ln w="9525" cap="flat">
                  <a:solidFill>
                    <a:srgbClr val="FFFF00"/>
                  </a:solidFill>
                  <a:prstDash val="solid"/>
                  <a:miter/>
                </a:ln>
              </p:spPr>
              <p:txBody>
                <a:bodyPr/>
                <a:lstStyle/>
                <a:p>
                  <a:endParaRPr lang="en-US" dirty="0"/>
                </a:p>
              </p:txBody>
            </p:sp>
          </p:grpSp>
          <p:sp>
            <p:nvSpPr>
              <p:cNvPr id="13" name="Freeform: Shape 12">
                <a:extLst>
                  <a:ext uri="{FF2B5EF4-FFF2-40B4-BE49-F238E27FC236}">
                    <a16:creationId xmlns:a16="http://schemas.microsoft.com/office/drawing/2014/main" id="{BD76A508-0D8E-4FE9-B177-B36E6A23E986}"/>
                  </a:ext>
                </a:extLst>
              </p:cNvPr>
              <p:cNvSpPr/>
              <p:nvPr/>
            </p:nvSpPr>
            <p:spPr>
              <a:xfrm>
                <a:off x="10008394" y="2462213"/>
                <a:ext cx="426244" cy="457200"/>
              </a:xfrm>
              <a:custGeom>
                <a:avLst/>
                <a:gdLst>
                  <a:gd name="connsiteX0" fmla="*/ 114300 w 426244"/>
                  <a:gd name="connsiteY0" fmla="*/ 4762 h 457200"/>
                  <a:gd name="connsiteX1" fmla="*/ 26194 w 426244"/>
                  <a:gd name="connsiteY1" fmla="*/ 130968 h 457200"/>
                  <a:gd name="connsiteX2" fmla="*/ 0 w 426244"/>
                  <a:gd name="connsiteY2" fmla="*/ 307181 h 457200"/>
                  <a:gd name="connsiteX3" fmla="*/ 119062 w 426244"/>
                  <a:gd name="connsiteY3" fmla="*/ 433387 h 457200"/>
                  <a:gd name="connsiteX4" fmla="*/ 254794 w 426244"/>
                  <a:gd name="connsiteY4" fmla="*/ 457200 h 457200"/>
                  <a:gd name="connsiteX5" fmla="*/ 369094 w 426244"/>
                  <a:gd name="connsiteY5" fmla="*/ 388143 h 457200"/>
                  <a:gd name="connsiteX6" fmla="*/ 426244 w 426244"/>
                  <a:gd name="connsiteY6" fmla="*/ 223837 h 457200"/>
                  <a:gd name="connsiteX7" fmla="*/ 381000 w 426244"/>
                  <a:gd name="connsiteY7" fmla="*/ 128587 h 457200"/>
                  <a:gd name="connsiteX8" fmla="*/ 345281 w 426244"/>
                  <a:gd name="connsiteY8" fmla="*/ 54768 h 457200"/>
                  <a:gd name="connsiteX9" fmla="*/ 302419 w 426244"/>
                  <a:gd name="connsiteY9" fmla="*/ 9525 h 457200"/>
                  <a:gd name="connsiteX10" fmla="*/ 254794 w 426244"/>
                  <a:gd name="connsiteY10" fmla="*/ 0 h 457200"/>
                  <a:gd name="connsiteX11" fmla="*/ 114300 w 426244"/>
                  <a:gd name="connsiteY11" fmla="*/ 4762 h 4572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426244" h="457200">
                    <a:moveTo>
                      <a:pt x="114300" y="4762"/>
                    </a:moveTo>
                    <a:lnTo>
                      <a:pt x="26194" y="130968"/>
                    </a:lnTo>
                    <a:lnTo>
                      <a:pt x="0" y="307181"/>
                    </a:lnTo>
                    <a:lnTo>
                      <a:pt x="119062" y="433387"/>
                    </a:lnTo>
                    <a:lnTo>
                      <a:pt x="254794" y="457200"/>
                    </a:lnTo>
                    <a:lnTo>
                      <a:pt x="369094" y="388143"/>
                    </a:lnTo>
                    <a:lnTo>
                      <a:pt x="426244" y="223837"/>
                    </a:lnTo>
                    <a:lnTo>
                      <a:pt x="381000" y="128587"/>
                    </a:lnTo>
                    <a:lnTo>
                      <a:pt x="345281" y="54768"/>
                    </a:lnTo>
                    <a:lnTo>
                      <a:pt x="302419" y="9525"/>
                    </a:lnTo>
                    <a:lnTo>
                      <a:pt x="254794" y="0"/>
                    </a:lnTo>
                    <a:lnTo>
                      <a:pt x="114300" y="4762"/>
                    </a:lnTo>
                    <a:close/>
                  </a:path>
                </a:pathLst>
              </a:custGeom>
              <a:solidFill>
                <a:srgbClr val="FFFF00"/>
              </a:solidFill>
              <a:ln>
                <a:solidFill>
                  <a:srgbClr val="FFFF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</p:grpSp>
      <p:pic>
        <p:nvPicPr>
          <p:cNvPr id="36871" name="Picture 36870">
            <a:extLst>
              <a:ext uri="{FF2B5EF4-FFF2-40B4-BE49-F238E27FC236}">
                <a16:creationId xmlns:a16="http://schemas.microsoft.com/office/drawing/2014/main" id="{3A8F1B80-B132-4FBA-B4A4-D802F899D95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9062" y="294623"/>
            <a:ext cx="1775713" cy="211302"/>
          </a:xfrm>
          <a:prstGeom prst="rect">
            <a:avLst/>
          </a:prstGeom>
        </p:spPr>
      </p:pic>
      <p:sp>
        <p:nvSpPr>
          <p:cNvPr id="36873" name="TextBox 36872">
            <a:extLst>
              <a:ext uri="{FF2B5EF4-FFF2-40B4-BE49-F238E27FC236}">
                <a16:creationId xmlns:a16="http://schemas.microsoft.com/office/drawing/2014/main" id="{D213D14F-503E-4E61-A079-A575362B8A1F}"/>
              </a:ext>
            </a:extLst>
          </p:cNvPr>
          <p:cNvSpPr txBox="1"/>
          <p:nvPr/>
        </p:nvSpPr>
        <p:spPr>
          <a:xfrm>
            <a:off x="8521501" y="5524290"/>
            <a:ext cx="214162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ru-RU" sz="2000" dirty="0">
                <a:solidFill>
                  <a:schemeClr val="bg1"/>
                </a:solidFill>
                <a:latin typeface="Raleway Medium" panose="020B0603030101060003" pitchFamily="34" charset="0"/>
              </a:rPr>
              <a:t>Keep it simple…</a:t>
            </a:r>
            <a:endParaRPr lang="ru-RU" altLang="ru-RU" sz="2000" dirty="0">
              <a:solidFill>
                <a:schemeClr val="bg1"/>
              </a:solidFill>
              <a:latin typeface="Raleway ExtraBold" panose="020B0903030101060003" pitchFamily="34" charset="0"/>
            </a:endParaRPr>
          </a:p>
        </p:txBody>
      </p:sp>
      <p:sp>
        <p:nvSpPr>
          <p:cNvPr id="36874" name="Rectangle 36873">
            <a:extLst>
              <a:ext uri="{FF2B5EF4-FFF2-40B4-BE49-F238E27FC236}">
                <a16:creationId xmlns:a16="http://schemas.microsoft.com/office/drawing/2014/main" id="{7969B4D2-DFDA-4EF0-ACC7-B55EC956D001}"/>
              </a:ext>
            </a:extLst>
          </p:cNvPr>
          <p:cNvSpPr/>
          <p:nvPr/>
        </p:nvSpPr>
        <p:spPr>
          <a:xfrm>
            <a:off x="5618747" y="4920916"/>
            <a:ext cx="1359569" cy="87138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EDDA6AF9-CEEC-45F8-B98A-B66F266AABA9}"/>
              </a:ext>
            </a:extLst>
          </p:cNvPr>
          <p:cNvSpPr txBox="1"/>
          <p:nvPr/>
        </p:nvSpPr>
        <p:spPr>
          <a:xfrm>
            <a:off x="8237350" y="6585265"/>
            <a:ext cx="4223947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" cap="small" dirty="0">
                <a:solidFill>
                  <a:schemeClr val="bg1"/>
                </a:solidFill>
                <a:latin typeface="Arial"/>
              </a:rPr>
              <a:t>© 2018 SYNECTIKS. All Rights Reserved. Proprietary and Confidential.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0">
        <p:wipe/>
      </p:transition>
    </mc:Choice>
    <mc:Fallback xmlns="">
      <p:transition spd="slow" advTm="0">
        <p:wip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68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41" presetClass="entr" presetSubtype="0" fill="hold" grpId="0" nodeType="clickEffect">
                                  <p:stCondLst>
                                    <p:cond delay="5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50000">
                                          <p:val>
                                            <p:strVal val="#ppt_x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h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w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5" dur="500" tmFilter="0,0; .5, 1; 1, 1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" presetClass="entr" presetSubtype="1" fill="hold" nodeType="click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4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3687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50000">
                                          <p:val>
                                            <p:strVal val="#ppt_x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3687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3687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h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500" fill="hold"/>
                                        <p:tgtEl>
                                          <p:spTgt spid="3687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w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0" dur="500" tmFilter="0,0; .5, 1; 1, 1"/>
                                        <p:tgtEl>
                                          <p:spTgt spid="368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>
                            <p:stCondLst>
                              <p:cond delay="1100"/>
                            </p:stCondLst>
                            <p:childTnLst>
                              <p:par>
                                <p:cTn id="32" presetID="1" presetClass="entr" presetSubtype="0" fill="hold" grpId="0" nodeType="afterEffect" nodePh="1">
                                  <p:stCondLst>
                                    <p:cond delay="500"/>
                                  </p:stCondLst>
                                  <p:endCondLst>
                                    <p:cond evt="begin" delay="0">
                                      <p:tn val="3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368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  <p:bldP spid="36873" grpId="0"/>
      <p:bldP spid="36874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C8971BD3-C310-46C9-A390-8DAB2BE0BC90}"/>
              </a:ext>
            </a:extLst>
          </p:cNvPr>
          <p:cNvSpPr/>
          <p:nvPr/>
        </p:nvSpPr>
        <p:spPr>
          <a:xfrm flipH="1">
            <a:off x="-23968" y="0"/>
            <a:ext cx="12226208" cy="6974005"/>
          </a:xfrm>
          <a:prstGeom prst="rect">
            <a:avLst/>
          </a:prstGeom>
          <a:solidFill>
            <a:schemeClr val="bg2">
              <a:lumMod val="10000"/>
              <a:alpha val="89000"/>
            </a:schemeClr>
          </a:solidFill>
          <a:ln>
            <a:solidFill>
              <a:schemeClr val="accent1">
                <a:shade val="50000"/>
                <a:alpha val="94000"/>
              </a:schemeClr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ru-RU" dirty="0"/>
          </a:p>
        </p:txBody>
      </p:sp>
      <p:sp>
        <p:nvSpPr>
          <p:cNvPr id="116" name="TextBox 115">
            <a:extLst>
              <a:ext uri="{FF2B5EF4-FFF2-40B4-BE49-F238E27FC236}">
                <a16:creationId xmlns:a16="http://schemas.microsoft.com/office/drawing/2014/main" id="{4ADF8FD7-0157-4EA6-9020-7FF298451CCB}"/>
              </a:ext>
            </a:extLst>
          </p:cNvPr>
          <p:cNvSpPr txBox="1"/>
          <p:nvPr/>
        </p:nvSpPr>
        <p:spPr>
          <a:xfrm>
            <a:off x="294329" y="6585265"/>
            <a:ext cx="4223947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" cap="small" dirty="0">
                <a:solidFill>
                  <a:schemeClr val="bg1"/>
                </a:solidFill>
                <a:latin typeface="Arial"/>
              </a:rPr>
              <a:t>© 2018 SYNECTIKS. All Rights Reserved. Proprietary and Confidential.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7A2141B7-B47D-45C4-972B-F086BF8D3D5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2069" y="0"/>
            <a:ext cx="11438374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01677696"/>
      </p:ext>
    </p:extLst>
  </p:cSld>
  <p:clrMapOvr>
    <a:masterClrMapping/>
  </p:clrMapOvr>
  <p:transition spd="slow">
    <p:push dir="u"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Прямоугольник 9">
            <a:extLst>
              <a:ext uri="{FF2B5EF4-FFF2-40B4-BE49-F238E27FC236}">
                <a16:creationId xmlns:a16="http://schemas.microsoft.com/office/drawing/2014/main" id="{985D5719-4BB0-4CC6-A1D6-94DB4BE1ED2F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>
              <a:lumMod val="10000"/>
              <a:alpha val="89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ru-RU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2E5534F4-A310-451B-86DE-FB057F90546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734820" y="463054"/>
            <a:ext cx="6757352" cy="92333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Raleway SemiBold" panose="020B0703030101060003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Raleway SemiBold" panose="020B0703030101060003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Raleway SemiBold" panose="020B0703030101060003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Raleway SemiBold" panose="020B0703030101060003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Raleway SemiBold" panose="020B0703030101060003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Raleway SemiBold" panose="020B0703030101060003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Raleway SemiBold" panose="020B0703030101060003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Raleway SemiBold" panose="020B0703030101060003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Raleway SemiBold" panose="020B0703030101060003" pitchFamily="34" charset="0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ru-RU" sz="4000" dirty="0">
                <a:solidFill>
                  <a:srgbClr val="C00000"/>
                </a:solidFill>
                <a:latin typeface="Raleway ExtraBold" panose="020B0903030101060003" pitchFamily="34" charset="0"/>
              </a:rPr>
              <a:t>Model</a:t>
            </a:r>
            <a:endParaRPr lang="en-US" altLang="ru-RU" sz="1400" dirty="0">
              <a:solidFill>
                <a:schemeClr val="bg1"/>
              </a:solidFill>
              <a:latin typeface="Raleway ExtraBold" panose="020B0903030101060003" pitchFamily="34" charset="0"/>
            </a:endParaRPr>
          </a:p>
          <a:p>
            <a:pPr algn="ctr"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endParaRPr lang="en-US" altLang="ru-RU" sz="1400" dirty="0">
              <a:solidFill>
                <a:schemeClr val="bg1"/>
              </a:solidFill>
              <a:latin typeface="Raleway ExtraBold" panose="020B0903030101060003" pitchFamily="34" charset="0"/>
            </a:endParaRPr>
          </a:p>
        </p:txBody>
      </p:sp>
      <p:sp>
        <p:nvSpPr>
          <p:cNvPr id="13" name="Прямоугольник 12">
            <a:extLst>
              <a:ext uri="{FF2B5EF4-FFF2-40B4-BE49-F238E27FC236}">
                <a16:creationId xmlns:a16="http://schemas.microsoft.com/office/drawing/2014/main" id="{F4E750B9-43D3-4F0E-8193-AC9D9CD85B96}"/>
              </a:ext>
            </a:extLst>
          </p:cNvPr>
          <p:cNvSpPr/>
          <p:nvPr/>
        </p:nvSpPr>
        <p:spPr>
          <a:xfrm>
            <a:off x="1427163" y="1246386"/>
            <a:ext cx="9334500" cy="476250"/>
          </a:xfrm>
          <a:prstGeom prst="rect">
            <a:avLst/>
          </a:prstGeom>
        </p:spPr>
        <p:txBody>
          <a:bodyPr>
            <a:spAutoFit/>
          </a:bodyPr>
          <a:lstStyle/>
          <a:p>
            <a:pPr algn="ctr" eaLnBrk="1" fontAlgn="auto" hangingPunct="1">
              <a:lnSpc>
                <a:spcPts val="36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200" kern="0" spc="50" dirty="0">
                <a:solidFill>
                  <a:schemeClr val="bg1">
                    <a:lumMod val="75000"/>
                  </a:schemeClr>
                </a:solidFill>
                <a:latin typeface="Raleway ExtraBold" panose="020B0903030101060003" pitchFamily="34" charset="-52"/>
                <a:ea typeface="Karla" pitchFamily="2" charset="0"/>
                <a:cs typeface="Poppins" panose="02000000000000000000" pitchFamily="2" charset="0"/>
              </a:rPr>
              <a:t>MAIN STEP OF PROCESS</a:t>
            </a:r>
            <a:endParaRPr lang="en-US" sz="1200" spc="50" dirty="0">
              <a:solidFill>
                <a:schemeClr val="bg1">
                  <a:lumMod val="75000"/>
                </a:schemeClr>
              </a:solidFill>
              <a:latin typeface="Raleway ExtraBold" panose="020B0903030101060003" pitchFamily="34" charset="-52"/>
            </a:endParaRPr>
          </a:p>
        </p:txBody>
      </p:sp>
      <p:sp>
        <p:nvSpPr>
          <p:cNvPr id="15" name="Овал 14">
            <a:extLst>
              <a:ext uri="{FF2B5EF4-FFF2-40B4-BE49-F238E27FC236}">
                <a16:creationId xmlns:a16="http://schemas.microsoft.com/office/drawing/2014/main" id="{38F7FEE6-25C4-4EA0-94B0-48C32E84CC51}"/>
              </a:ext>
            </a:extLst>
          </p:cNvPr>
          <p:cNvSpPr/>
          <p:nvPr/>
        </p:nvSpPr>
        <p:spPr>
          <a:xfrm>
            <a:off x="5638800" y="2368550"/>
            <a:ext cx="914400" cy="914400"/>
          </a:xfrm>
          <a:prstGeom prst="ellipse">
            <a:avLst/>
          </a:prstGeom>
          <a:noFill/>
          <a:ln w="190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ru-RU" dirty="0"/>
          </a:p>
        </p:txBody>
      </p:sp>
      <p:sp>
        <p:nvSpPr>
          <p:cNvPr id="16" name="Прямоугольник 15">
            <a:extLst>
              <a:ext uri="{FF2B5EF4-FFF2-40B4-BE49-F238E27FC236}">
                <a16:creationId xmlns:a16="http://schemas.microsoft.com/office/drawing/2014/main" id="{F51CB93F-C32B-4C4F-ABDC-76DB7A151C16}"/>
              </a:ext>
            </a:extLst>
          </p:cNvPr>
          <p:cNvSpPr>
            <a:spLocks noChangeArrowheads="1"/>
          </p:cNvSpPr>
          <p:nvPr/>
        </p:nvSpPr>
        <p:spPr bwMode="auto">
          <a:xfrm>
            <a:off x="5868988" y="2568575"/>
            <a:ext cx="469900" cy="460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Raleway SemiBold" panose="020B0703030101060003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Raleway SemiBold" panose="020B0703030101060003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Raleway SemiBold" panose="020B0703030101060003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Raleway SemiBold" panose="020B0703030101060003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Raleway SemiBold" panose="020B0703030101060003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Raleway SemiBold" panose="020B0703030101060003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Raleway SemiBold" panose="020B0703030101060003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Raleway SemiBold" panose="020B0703030101060003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Raleway SemiBold" panose="020B0703030101060003" pitchFamily="34" charset="0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ru-RU" sz="2400">
                <a:solidFill>
                  <a:schemeClr val="bg1"/>
                </a:solidFill>
                <a:latin typeface="FontAwesome" pitchFamily="2" charset="0"/>
              </a:rPr>
              <a:t></a:t>
            </a:r>
            <a:endParaRPr lang="ru-RU" altLang="ru-RU" sz="2400">
              <a:solidFill>
                <a:schemeClr val="bg1"/>
              </a:solidFill>
            </a:endParaRPr>
          </a:p>
        </p:txBody>
      </p:sp>
      <p:sp>
        <p:nvSpPr>
          <p:cNvPr id="17" name="Подзаголовок 2">
            <a:extLst>
              <a:ext uri="{FF2B5EF4-FFF2-40B4-BE49-F238E27FC236}">
                <a16:creationId xmlns:a16="http://schemas.microsoft.com/office/drawing/2014/main" id="{10A5BE40-A9B2-4464-9D50-A634058C018B}"/>
              </a:ext>
            </a:extLst>
          </p:cNvPr>
          <p:cNvSpPr txBox="1">
            <a:spLocks/>
          </p:cNvSpPr>
          <p:nvPr/>
        </p:nvSpPr>
        <p:spPr bwMode="auto">
          <a:xfrm>
            <a:off x="2689225" y="2368550"/>
            <a:ext cx="2555875" cy="3952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Raleway SemiBold" panose="020B0703030101060003" pitchFamily="34" charset="0"/>
              </a:defRPr>
            </a:lvl1pPr>
            <a:lvl2pPr marL="685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Raleway SemiBold" panose="020B0703030101060003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Raleway SemiBold" panose="020B0703030101060003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Raleway SemiBold" panose="020B0703030101060003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Raleway SemiBold" panose="020B0703030101060003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Raleway SemiBold" panose="020B0703030101060003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Raleway SemiBold" panose="020B0703030101060003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Raleway SemiBold" panose="020B0703030101060003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Raleway SemiBold" panose="020B0703030101060003" pitchFamily="34" charset="0"/>
              </a:defRPr>
            </a:lvl9pPr>
          </a:lstStyle>
          <a:p>
            <a:pPr eaLnBrk="1" hangingPunct="1">
              <a:lnSpc>
                <a:spcPts val="2000"/>
              </a:lnSpc>
              <a:spcBef>
                <a:spcPts val="1200"/>
              </a:spcBef>
              <a:buFont typeface="Arial" panose="020B0604020202020204" pitchFamily="34" charset="0"/>
              <a:buNone/>
            </a:pPr>
            <a:r>
              <a:rPr lang="en-US" altLang="ru-RU" sz="1400" dirty="0">
                <a:solidFill>
                  <a:schemeClr val="bg1"/>
                </a:solidFill>
                <a:latin typeface="Raleway Heavy" pitchFamily="34" charset="0"/>
              </a:rPr>
              <a:t>Gap Analysis</a:t>
            </a:r>
          </a:p>
        </p:txBody>
      </p:sp>
      <p:grpSp>
        <p:nvGrpSpPr>
          <p:cNvPr id="20" name="Группа 19">
            <a:extLst>
              <a:ext uri="{FF2B5EF4-FFF2-40B4-BE49-F238E27FC236}">
                <a16:creationId xmlns:a16="http://schemas.microsoft.com/office/drawing/2014/main" id="{0F172601-B2F0-4C80-BB05-19FDF8EE67B6}"/>
              </a:ext>
            </a:extLst>
          </p:cNvPr>
          <p:cNvGrpSpPr>
            <a:grpSpLocks/>
          </p:cNvGrpSpPr>
          <p:nvPr/>
        </p:nvGrpSpPr>
        <p:grpSpPr bwMode="auto">
          <a:xfrm>
            <a:off x="2798763" y="2717800"/>
            <a:ext cx="1100137" cy="309563"/>
            <a:chOff x="2918410" y="2721049"/>
            <a:chExt cx="1100138" cy="310215"/>
          </a:xfrm>
        </p:grpSpPr>
        <p:sp>
          <p:nvSpPr>
            <p:cNvPr id="18" name="Прямоугольник 17">
              <a:extLst>
                <a:ext uri="{FF2B5EF4-FFF2-40B4-BE49-F238E27FC236}">
                  <a16:creationId xmlns:a16="http://schemas.microsoft.com/office/drawing/2014/main" id="{6ABF7590-E7FE-4C0F-A356-8FF47E059A15}"/>
                </a:ext>
              </a:extLst>
            </p:cNvPr>
            <p:cNvSpPr/>
            <p:nvPr/>
          </p:nvSpPr>
          <p:spPr>
            <a:xfrm>
              <a:off x="2918410" y="2795819"/>
              <a:ext cx="1100138" cy="235445"/>
            </a:xfrm>
            <a:prstGeom prst="rect">
              <a:avLst/>
            </a:prstGeom>
            <a:solidFill>
              <a:srgbClr val="E2393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ru-RU" dirty="0"/>
            </a:p>
          </p:txBody>
        </p:sp>
        <p:sp>
          <p:nvSpPr>
            <p:cNvPr id="19" name="Прямоугольник 18">
              <a:extLst>
                <a:ext uri="{FF2B5EF4-FFF2-40B4-BE49-F238E27FC236}">
                  <a16:creationId xmlns:a16="http://schemas.microsoft.com/office/drawing/2014/main" id="{D172695A-02FC-436D-951D-71B68F7442AD}"/>
                </a:ext>
              </a:extLst>
            </p:cNvPr>
            <p:cNvSpPr/>
            <p:nvPr/>
          </p:nvSpPr>
          <p:spPr>
            <a:xfrm>
              <a:off x="3083510" y="2721049"/>
              <a:ext cx="784226" cy="310215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algn="ctr" eaLnBrk="1" fontAlgn="auto" hangingPunct="1">
                <a:lnSpc>
                  <a:spcPts val="2000"/>
                </a:lnSpc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sz="800" spc="100" dirty="0">
                  <a:solidFill>
                    <a:schemeClr val="bg1"/>
                  </a:solidFill>
                  <a:latin typeface="+mn-lt"/>
                  <a:cs typeface="Poppins" panose="02000000000000000000" pitchFamily="2" charset="0"/>
                </a:rPr>
                <a:t>STEP ONE</a:t>
              </a:r>
              <a:endParaRPr lang="en-US" sz="800" dirty="0">
                <a:solidFill>
                  <a:schemeClr val="bg1"/>
                </a:solidFill>
                <a:latin typeface="Montserrat" panose="02000505000000020004" pitchFamily="2" charset="0"/>
                <a:cs typeface="Poppins" panose="02000000000000000000" pitchFamily="2" charset="0"/>
              </a:endParaRPr>
            </a:p>
          </p:txBody>
        </p:sp>
      </p:grpSp>
      <p:sp>
        <p:nvSpPr>
          <p:cNvPr id="21" name="Подзаголовок 2">
            <a:extLst>
              <a:ext uri="{FF2B5EF4-FFF2-40B4-BE49-F238E27FC236}">
                <a16:creationId xmlns:a16="http://schemas.microsoft.com/office/drawing/2014/main" id="{91C94059-DD1A-4161-8A5D-93F75F1E08AC}"/>
              </a:ext>
            </a:extLst>
          </p:cNvPr>
          <p:cNvSpPr txBox="1">
            <a:spLocks/>
          </p:cNvSpPr>
          <p:nvPr/>
        </p:nvSpPr>
        <p:spPr>
          <a:xfrm>
            <a:off x="2689225" y="3222625"/>
            <a:ext cx="2725738" cy="1152525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fontAlgn="auto">
              <a:lnSpc>
                <a:spcPts val="2000"/>
              </a:lnSpc>
              <a:spcBef>
                <a:spcPts val="1200"/>
              </a:spcBef>
              <a:spcAft>
                <a:spcPts val="0"/>
              </a:spcAft>
              <a:buFont typeface="Arial" panose="020B0604020202020204" pitchFamily="34" charset="0"/>
              <a:buNone/>
              <a:defRPr/>
            </a:pPr>
            <a:r>
              <a:rPr lang="en-US" sz="1050" kern="0" dirty="0">
                <a:solidFill>
                  <a:schemeClr val="bg1"/>
                </a:solidFill>
                <a:latin typeface="Raleway Medium" panose="020B0003030101060003" pitchFamily="34" charset="0"/>
                <a:cs typeface="Poppins" panose="02000000000000000000" pitchFamily="2" charset="0"/>
              </a:rPr>
              <a:t>Using Maturity Model , establish improvements in each capability</a:t>
            </a:r>
            <a:endParaRPr lang="en-US" sz="1050" dirty="0">
              <a:solidFill>
                <a:schemeClr val="bg1"/>
              </a:solidFill>
              <a:latin typeface="Poppins" panose="02000000000000000000" pitchFamily="2" charset="0"/>
              <a:cs typeface="Poppins" panose="02000000000000000000" pitchFamily="2" charset="0"/>
            </a:endParaRPr>
          </a:p>
        </p:txBody>
      </p:sp>
      <p:cxnSp>
        <p:nvCxnSpPr>
          <p:cNvPr id="22" name="Прямая соединительная линия 21">
            <a:extLst>
              <a:ext uri="{FF2B5EF4-FFF2-40B4-BE49-F238E27FC236}">
                <a16:creationId xmlns:a16="http://schemas.microsoft.com/office/drawing/2014/main" id="{D3C9B49C-DE15-4884-91D6-5EBDCD899C40}"/>
              </a:ext>
            </a:extLst>
          </p:cNvPr>
          <p:cNvCxnSpPr/>
          <p:nvPr/>
        </p:nvCxnSpPr>
        <p:spPr>
          <a:xfrm flipV="1">
            <a:off x="6094413" y="3556000"/>
            <a:ext cx="0" cy="711200"/>
          </a:xfrm>
          <a:prstGeom prst="line">
            <a:avLst/>
          </a:prstGeom>
          <a:ln w="2857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Овал 22">
            <a:extLst>
              <a:ext uri="{FF2B5EF4-FFF2-40B4-BE49-F238E27FC236}">
                <a16:creationId xmlns:a16="http://schemas.microsoft.com/office/drawing/2014/main" id="{04ECE23E-5CC4-447D-A8C0-A6BCBEE3282D}"/>
              </a:ext>
            </a:extLst>
          </p:cNvPr>
          <p:cNvSpPr/>
          <p:nvPr/>
        </p:nvSpPr>
        <p:spPr>
          <a:xfrm>
            <a:off x="5638800" y="4541838"/>
            <a:ext cx="914400" cy="914400"/>
          </a:xfrm>
          <a:prstGeom prst="ellipse">
            <a:avLst/>
          </a:prstGeom>
          <a:noFill/>
          <a:ln w="190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ru-RU" dirty="0"/>
          </a:p>
        </p:txBody>
      </p:sp>
      <p:sp>
        <p:nvSpPr>
          <p:cNvPr id="24" name="Прямоугольник 23">
            <a:extLst>
              <a:ext uri="{FF2B5EF4-FFF2-40B4-BE49-F238E27FC236}">
                <a16:creationId xmlns:a16="http://schemas.microsoft.com/office/drawing/2014/main" id="{ED454FEB-87CD-4A99-90F2-C40FFFE2F946}"/>
              </a:ext>
            </a:extLst>
          </p:cNvPr>
          <p:cNvSpPr>
            <a:spLocks noChangeArrowheads="1"/>
          </p:cNvSpPr>
          <p:nvPr/>
        </p:nvSpPr>
        <p:spPr bwMode="auto">
          <a:xfrm>
            <a:off x="5868988" y="4765675"/>
            <a:ext cx="469900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Raleway SemiBold" panose="020B0703030101060003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Raleway SemiBold" panose="020B0703030101060003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Raleway SemiBold" panose="020B0703030101060003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Raleway SemiBold" panose="020B0703030101060003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Raleway SemiBold" panose="020B0703030101060003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Raleway SemiBold" panose="020B0703030101060003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Raleway SemiBold" panose="020B0703030101060003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Raleway SemiBold" panose="020B0703030101060003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Raleway SemiBold" panose="020B0703030101060003" pitchFamily="34" charset="0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ru-RU" sz="2400">
                <a:solidFill>
                  <a:schemeClr val="bg1"/>
                </a:solidFill>
                <a:latin typeface="FontAwesome" pitchFamily="2" charset="0"/>
              </a:rPr>
              <a:t></a:t>
            </a:r>
            <a:endParaRPr lang="ru-RU" altLang="ru-RU" sz="2400">
              <a:solidFill>
                <a:schemeClr val="bg1"/>
              </a:solidFill>
            </a:endParaRPr>
          </a:p>
        </p:txBody>
      </p:sp>
      <p:sp>
        <p:nvSpPr>
          <p:cNvPr id="25" name="Подзаголовок 2">
            <a:extLst>
              <a:ext uri="{FF2B5EF4-FFF2-40B4-BE49-F238E27FC236}">
                <a16:creationId xmlns:a16="http://schemas.microsoft.com/office/drawing/2014/main" id="{D65C0770-C30F-4F07-9B87-BA16FB34D8EE}"/>
              </a:ext>
            </a:extLst>
          </p:cNvPr>
          <p:cNvSpPr txBox="1">
            <a:spLocks/>
          </p:cNvSpPr>
          <p:nvPr/>
        </p:nvSpPr>
        <p:spPr bwMode="auto">
          <a:xfrm>
            <a:off x="7016750" y="4541838"/>
            <a:ext cx="2555875" cy="3952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Raleway SemiBold" panose="020B0703030101060003" pitchFamily="34" charset="0"/>
              </a:defRPr>
            </a:lvl1pPr>
            <a:lvl2pPr marL="685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Raleway SemiBold" panose="020B0703030101060003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Raleway SemiBold" panose="020B0703030101060003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Raleway SemiBold" panose="020B0703030101060003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Raleway SemiBold" panose="020B0703030101060003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Raleway SemiBold" panose="020B0703030101060003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Raleway SemiBold" panose="020B0703030101060003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Raleway SemiBold" panose="020B0703030101060003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Raleway SemiBold" panose="020B0703030101060003" pitchFamily="34" charset="0"/>
              </a:defRPr>
            </a:lvl9pPr>
          </a:lstStyle>
          <a:p>
            <a:pPr eaLnBrk="1" hangingPunct="1">
              <a:lnSpc>
                <a:spcPts val="2000"/>
              </a:lnSpc>
              <a:spcBef>
                <a:spcPts val="1200"/>
              </a:spcBef>
              <a:buFont typeface="Arial" panose="020B0604020202020204" pitchFamily="34" charset="0"/>
              <a:buNone/>
            </a:pPr>
            <a:r>
              <a:rPr lang="en-US" altLang="ru-RU" sz="1400" dirty="0">
                <a:solidFill>
                  <a:schemeClr val="bg1"/>
                </a:solidFill>
                <a:latin typeface="Raleway Heavy" pitchFamily="34" charset="0"/>
              </a:rPr>
              <a:t>Mapping </a:t>
            </a:r>
          </a:p>
        </p:txBody>
      </p:sp>
      <p:grpSp>
        <p:nvGrpSpPr>
          <p:cNvPr id="26" name="Группа 25">
            <a:extLst>
              <a:ext uri="{FF2B5EF4-FFF2-40B4-BE49-F238E27FC236}">
                <a16:creationId xmlns:a16="http://schemas.microsoft.com/office/drawing/2014/main" id="{38F5A684-342A-4C7A-AE8C-2FE13CD12185}"/>
              </a:ext>
            </a:extLst>
          </p:cNvPr>
          <p:cNvGrpSpPr>
            <a:grpSpLocks/>
          </p:cNvGrpSpPr>
          <p:nvPr/>
        </p:nvGrpSpPr>
        <p:grpSpPr bwMode="auto">
          <a:xfrm>
            <a:off x="7124700" y="4891088"/>
            <a:ext cx="1100138" cy="309562"/>
            <a:chOff x="2918410" y="2721049"/>
            <a:chExt cx="1100138" cy="310215"/>
          </a:xfrm>
        </p:grpSpPr>
        <p:sp>
          <p:nvSpPr>
            <p:cNvPr id="27" name="Прямоугольник 26">
              <a:extLst>
                <a:ext uri="{FF2B5EF4-FFF2-40B4-BE49-F238E27FC236}">
                  <a16:creationId xmlns:a16="http://schemas.microsoft.com/office/drawing/2014/main" id="{516A6D61-E009-4FC8-B9E7-29A4866325DD}"/>
                </a:ext>
              </a:extLst>
            </p:cNvPr>
            <p:cNvSpPr/>
            <p:nvPr/>
          </p:nvSpPr>
          <p:spPr>
            <a:xfrm>
              <a:off x="2918410" y="2795818"/>
              <a:ext cx="1100138" cy="235446"/>
            </a:xfrm>
            <a:prstGeom prst="rect">
              <a:avLst/>
            </a:prstGeom>
            <a:solidFill>
              <a:srgbClr val="E2393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ru-RU" dirty="0"/>
            </a:p>
          </p:txBody>
        </p:sp>
        <p:sp>
          <p:nvSpPr>
            <p:cNvPr id="28" name="Прямоугольник 27">
              <a:extLst>
                <a:ext uri="{FF2B5EF4-FFF2-40B4-BE49-F238E27FC236}">
                  <a16:creationId xmlns:a16="http://schemas.microsoft.com/office/drawing/2014/main" id="{EC9678DF-F6BF-43A8-9E70-891DA23B8BFE}"/>
                </a:ext>
              </a:extLst>
            </p:cNvPr>
            <p:cNvSpPr/>
            <p:nvPr/>
          </p:nvSpPr>
          <p:spPr>
            <a:xfrm>
              <a:off x="3067635" y="2721049"/>
              <a:ext cx="815975" cy="310215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algn="ctr" eaLnBrk="1" fontAlgn="auto" hangingPunct="1">
                <a:lnSpc>
                  <a:spcPts val="2000"/>
                </a:lnSpc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sz="800" spc="100" dirty="0">
                  <a:solidFill>
                    <a:schemeClr val="bg1"/>
                  </a:solidFill>
                  <a:latin typeface="+mn-lt"/>
                  <a:cs typeface="Poppins" panose="02000000000000000000" pitchFamily="2" charset="0"/>
                </a:rPr>
                <a:t>STEP TWO</a:t>
              </a:r>
              <a:endParaRPr lang="en-US" sz="800" dirty="0">
                <a:solidFill>
                  <a:schemeClr val="bg1"/>
                </a:solidFill>
                <a:latin typeface="Montserrat" panose="02000505000000020004" pitchFamily="2" charset="0"/>
                <a:cs typeface="Poppins" panose="02000000000000000000" pitchFamily="2" charset="0"/>
              </a:endParaRPr>
            </a:p>
          </p:txBody>
        </p:sp>
      </p:grpSp>
      <p:sp>
        <p:nvSpPr>
          <p:cNvPr id="29" name="Подзаголовок 2">
            <a:extLst>
              <a:ext uri="{FF2B5EF4-FFF2-40B4-BE49-F238E27FC236}">
                <a16:creationId xmlns:a16="http://schemas.microsoft.com/office/drawing/2014/main" id="{60567640-1BDC-4DB2-8E66-2B0F99D0F6C6}"/>
              </a:ext>
            </a:extLst>
          </p:cNvPr>
          <p:cNvSpPr txBox="1">
            <a:spLocks/>
          </p:cNvSpPr>
          <p:nvPr/>
        </p:nvSpPr>
        <p:spPr>
          <a:xfrm>
            <a:off x="7016750" y="5395913"/>
            <a:ext cx="2724150" cy="1154112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fontAlgn="auto">
              <a:lnSpc>
                <a:spcPts val="2000"/>
              </a:lnSpc>
              <a:spcBef>
                <a:spcPts val="1200"/>
              </a:spcBef>
              <a:spcAft>
                <a:spcPts val="0"/>
              </a:spcAft>
              <a:buFont typeface="Arial" panose="020B0604020202020204" pitchFamily="34" charset="0"/>
              <a:buNone/>
              <a:defRPr/>
            </a:pPr>
            <a:r>
              <a:rPr lang="en-US" sz="1050" kern="0" dirty="0">
                <a:solidFill>
                  <a:schemeClr val="bg1"/>
                </a:solidFill>
                <a:latin typeface="Raleway Medium" panose="020B0003030101060003" pitchFamily="34" charset="0"/>
                <a:cs typeface="Poppins" panose="02000000000000000000" pitchFamily="2" charset="0"/>
              </a:rPr>
              <a:t>Map these to People / Process / Technology</a:t>
            </a:r>
            <a:endParaRPr lang="en-US" sz="1050" dirty="0">
              <a:solidFill>
                <a:schemeClr val="bg1"/>
              </a:solidFill>
              <a:latin typeface="Poppins" panose="02000000000000000000" pitchFamily="2" charset="0"/>
              <a:cs typeface="Poppins" panose="02000000000000000000" pitchFamily="2" charset="0"/>
            </a:endParaRPr>
          </a:p>
        </p:txBody>
      </p:sp>
      <p:cxnSp>
        <p:nvCxnSpPr>
          <p:cNvPr id="30" name="Прямая соединительная линия 29">
            <a:extLst>
              <a:ext uri="{FF2B5EF4-FFF2-40B4-BE49-F238E27FC236}">
                <a16:creationId xmlns:a16="http://schemas.microsoft.com/office/drawing/2014/main" id="{0A72C610-2DAB-42E7-8A60-44CBEB73C50F}"/>
              </a:ext>
            </a:extLst>
          </p:cNvPr>
          <p:cNvCxnSpPr>
            <a:stCxn id="10" idx="2"/>
          </p:cNvCxnSpPr>
          <p:nvPr/>
        </p:nvCxnSpPr>
        <p:spPr>
          <a:xfrm flipH="1" flipV="1">
            <a:off x="6094413" y="5707063"/>
            <a:ext cx="1587" cy="1150937"/>
          </a:xfrm>
          <a:prstGeom prst="line">
            <a:avLst/>
          </a:prstGeom>
          <a:ln w="2857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61457" name="Группа 30">
            <a:extLst>
              <a:ext uri="{FF2B5EF4-FFF2-40B4-BE49-F238E27FC236}">
                <a16:creationId xmlns:a16="http://schemas.microsoft.com/office/drawing/2014/main" id="{9B9A3229-1D92-4757-BE40-784AF6C133D8}"/>
              </a:ext>
            </a:extLst>
          </p:cNvPr>
          <p:cNvGrpSpPr>
            <a:grpSpLocks/>
          </p:cNvGrpSpPr>
          <p:nvPr/>
        </p:nvGrpSpPr>
        <p:grpSpPr bwMode="auto">
          <a:xfrm>
            <a:off x="296863" y="363538"/>
            <a:ext cx="241300" cy="165100"/>
            <a:chOff x="11345779" y="324853"/>
            <a:chExt cx="240632" cy="165462"/>
          </a:xfrm>
        </p:grpSpPr>
        <p:cxnSp>
          <p:nvCxnSpPr>
            <p:cNvPr id="32" name="Прямая соединительная линия 31">
              <a:extLst>
                <a:ext uri="{FF2B5EF4-FFF2-40B4-BE49-F238E27FC236}">
                  <a16:creationId xmlns:a16="http://schemas.microsoft.com/office/drawing/2014/main" id="{7C2618C0-0709-4031-A719-ACE6CD8C25D2}"/>
                </a:ext>
              </a:extLst>
            </p:cNvPr>
            <p:cNvCxnSpPr/>
            <p:nvPr/>
          </p:nvCxnSpPr>
          <p:spPr>
            <a:xfrm>
              <a:off x="11345779" y="324853"/>
              <a:ext cx="240632" cy="0"/>
            </a:xfrm>
            <a:prstGeom prst="line">
              <a:avLst/>
            </a:prstGeom>
            <a:ln w="28575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Прямая соединительная линия 32">
              <a:extLst>
                <a:ext uri="{FF2B5EF4-FFF2-40B4-BE49-F238E27FC236}">
                  <a16:creationId xmlns:a16="http://schemas.microsoft.com/office/drawing/2014/main" id="{4671D3D1-C090-49EF-8450-9F7703C0993F}"/>
                </a:ext>
              </a:extLst>
            </p:cNvPr>
            <p:cNvCxnSpPr/>
            <p:nvPr/>
          </p:nvCxnSpPr>
          <p:spPr>
            <a:xfrm>
              <a:off x="11345779" y="407584"/>
              <a:ext cx="240632" cy="0"/>
            </a:xfrm>
            <a:prstGeom prst="line">
              <a:avLst/>
            </a:prstGeom>
            <a:ln w="28575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Прямая соединительная линия 33">
              <a:extLst>
                <a:ext uri="{FF2B5EF4-FFF2-40B4-BE49-F238E27FC236}">
                  <a16:creationId xmlns:a16="http://schemas.microsoft.com/office/drawing/2014/main" id="{C029FF5A-F407-43AC-9BB4-791EED097B8C}"/>
                </a:ext>
              </a:extLst>
            </p:cNvPr>
            <p:cNvCxnSpPr/>
            <p:nvPr/>
          </p:nvCxnSpPr>
          <p:spPr>
            <a:xfrm>
              <a:off x="11345779" y="490315"/>
              <a:ext cx="240632" cy="0"/>
            </a:xfrm>
            <a:prstGeom prst="line">
              <a:avLst/>
            </a:prstGeom>
            <a:ln w="28575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61458" name="Рисунок 34">
            <a:extLst>
              <a:ext uri="{FF2B5EF4-FFF2-40B4-BE49-F238E27FC236}">
                <a16:creationId xmlns:a16="http://schemas.microsoft.com/office/drawing/2014/main" id="{F72B07BE-679C-48AF-AA88-20DB7DB234D1}"/>
              </a:ext>
            </a:extLst>
          </p:cNvPr>
          <p:cNvPicPr>
            <a:picLocks noChangeAspect="1"/>
          </p:cNvPicPr>
          <p:nvPr/>
        </p:nvPicPr>
        <p:blipFill>
          <a:blip r:embed="rId2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568113" y="366713"/>
            <a:ext cx="158750" cy="1603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00267142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4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400"/>
                            </p:stCondLst>
                            <p:childTnLst>
                              <p:par>
                                <p:cTn id="9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" dur="4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 nodeType="afterGroup">
                            <p:stCondLst>
                              <p:cond delay="800"/>
                            </p:stCondLst>
                            <p:childTnLst>
                              <p:par>
                                <p:cTn id="13" presetID="21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15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 nodeType="afterGroup">
                            <p:stCondLst>
                              <p:cond delay="1300"/>
                            </p:stCondLst>
                            <p:childTnLst>
                              <p:par>
                                <p:cTn id="17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9" dur="4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 nodeType="afterGroup">
                            <p:stCondLst>
                              <p:cond delay="1700"/>
                            </p:stCondLst>
                            <p:childTnLst>
                              <p:par>
                                <p:cTn id="21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3" dur="4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 nodeType="afterGroup">
                            <p:stCondLst>
                              <p:cond delay="2100"/>
                            </p:stCondLst>
                            <p:childTnLst>
                              <p:par>
                                <p:cTn id="25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7" dur="4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 nodeType="afterGroup">
                            <p:stCondLst>
                              <p:cond delay="2500"/>
                            </p:stCondLst>
                            <p:childTnLst>
                              <p:par>
                                <p:cTn id="29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1" dur="4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 nodeType="afterGroup">
                            <p:stCondLst>
                              <p:cond delay="2900"/>
                            </p:stCondLst>
                            <p:childTnLst>
                              <p:par>
                                <p:cTn id="33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5" dur="4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 nodeType="afterGroup">
                            <p:stCondLst>
                              <p:cond delay="3300"/>
                            </p:stCondLst>
                            <p:childTnLst>
                              <p:par>
                                <p:cTn id="37" presetID="21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39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 nodeType="afterGroup">
                            <p:stCondLst>
                              <p:cond delay="3800"/>
                            </p:stCondLst>
                            <p:childTnLst>
                              <p:par>
                                <p:cTn id="41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3" dur="4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 nodeType="afterGroup">
                            <p:stCondLst>
                              <p:cond delay="4200"/>
                            </p:stCondLst>
                            <p:childTnLst>
                              <p:par>
                                <p:cTn id="45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7" dur="4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8" fill="hold" nodeType="afterGroup">
                            <p:stCondLst>
                              <p:cond delay="4600"/>
                            </p:stCondLst>
                            <p:childTnLst>
                              <p:par>
                                <p:cTn id="49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1" dur="4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2" fill="hold" nodeType="afterGroup">
                            <p:stCondLst>
                              <p:cond delay="5000"/>
                            </p:stCondLst>
                            <p:childTnLst>
                              <p:par>
                                <p:cTn id="53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5" dur="4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6" fill="hold" nodeType="afterGroup">
                            <p:stCondLst>
                              <p:cond delay="5400"/>
                            </p:stCondLst>
                            <p:childTnLst>
                              <p:par>
                                <p:cTn id="57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9" dur="4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  <p:bldP spid="13" grpId="0"/>
      <p:bldP spid="15" grpId="0" animBg="1"/>
      <p:bldP spid="16" grpId="0"/>
      <p:bldP spid="17" grpId="0"/>
      <p:bldP spid="21" grpId="0"/>
      <p:bldP spid="23" grpId="0" animBg="1"/>
      <p:bldP spid="24" grpId="0"/>
      <p:bldP spid="25" grpId="0"/>
      <p:bldP spid="29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95466AF6-5FB0-4CA1-84B2-D698D9E421CE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>
              <a:lumMod val="10000"/>
              <a:alpha val="89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ru-RU" dirty="0"/>
          </a:p>
        </p:txBody>
      </p:sp>
      <p:cxnSp>
        <p:nvCxnSpPr>
          <p:cNvPr id="6" name="Прямая соединительная линия 5">
            <a:extLst>
              <a:ext uri="{FF2B5EF4-FFF2-40B4-BE49-F238E27FC236}">
                <a16:creationId xmlns:a16="http://schemas.microsoft.com/office/drawing/2014/main" id="{B110F3A4-DD88-4CE8-A639-AA79B08A408C}"/>
              </a:ext>
            </a:extLst>
          </p:cNvPr>
          <p:cNvCxnSpPr/>
          <p:nvPr/>
        </p:nvCxnSpPr>
        <p:spPr>
          <a:xfrm flipH="1" flipV="1">
            <a:off x="6096000" y="0"/>
            <a:ext cx="0" cy="1150938"/>
          </a:xfrm>
          <a:prstGeom prst="line">
            <a:avLst/>
          </a:prstGeom>
          <a:ln w="2857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Овал 6">
            <a:extLst>
              <a:ext uri="{FF2B5EF4-FFF2-40B4-BE49-F238E27FC236}">
                <a16:creationId xmlns:a16="http://schemas.microsoft.com/office/drawing/2014/main" id="{9152FEDD-3B7C-4EBB-BF13-C7B79B7E0580}"/>
              </a:ext>
            </a:extLst>
          </p:cNvPr>
          <p:cNvSpPr/>
          <p:nvPr/>
        </p:nvSpPr>
        <p:spPr>
          <a:xfrm>
            <a:off x="5638800" y="1506538"/>
            <a:ext cx="914400" cy="914400"/>
          </a:xfrm>
          <a:prstGeom prst="ellipse">
            <a:avLst/>
          </a:prstGeom>
          <a:noFill/>
          <a:ln w="190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ru-RU" dirty="0"/>
          </a:p>
        </p:txBody>
      </p:sp>
      <p:sp>
        <p:nvSpPr>
          <p:cNvPr id="8" name="Прямоугольник 7">
            <a:extLst>
              <a:ext uri="{FF2B5EF4-FFF2-40B4-BE49-F238E27FC236}">
                <a16:creationId xmlns:a16="http://schemas.microsoft.com/office/drawing/2014/main" id="{C277986E-4BA4-4F89-8536-77AD44459BCE}"/>
              </a:ext>
            </a:extLst>
          </p:cNvPr>
          <p:cNvSpPr>
            <a:spLocks noChangeArrowheads="1"/>
          </p:cNvSpPr>
          <p:nvPr/>
        </p:nvSpPr>
        <p:spPr bwMode="auto">
          <a:xfrm>
            <a:off x="5846763" y="1739900"/>
            <a:ext cx="514350" cy="460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Raleway SemiBold" panose="020B0703030101060003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Raleway SemiBold" panose="020B0703030101060003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Raleway SemiBold" panose="020B0703030101060003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Raleway SemiBold" panose="020B0703030101060003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Raleway SemiBold" panose="020B0703030101060003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Raleway SemiBold" panose="020B0703030101060003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Raleway SemiBold" panose="020B0703030101060003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Raleway SemiBold" panose="020B0703030101060003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Raleway SemiBold" panose="020B0703030101060003" pitchFamily="34" charset="0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ru-RU" sz="2400">
                <a:solidFill>
                  <a:schemeClr val="bg1"/>
                </a:solidFill>
                <a:latin typeface="FontAwesome" pitchFamily="2" charset="0"/>
              </a:rPr>
              <a:t></a:t>
            </a:r>
            <a:endParaRPr lang="ru-RU" altLang="ru-RU" sz="2400">
              <a:solidFill>
                <a:schemeClr val="bg1"/>
              </a:solidFill>
            </a:endParaRPr>
          </a:p>
        </p:txBody>
      </p:sp>
      <p:sp>
        <p:nvSpPr>
          <p:cNvPr id="9" name="Подзаголовок 2">
            <a:extLst>
              <a:ext uri="{FF2B5EF4-FFF2-40B4-BE49-F238E27FC236}">
                <a16:creationId xmlns:a16="http://schemas.microsoft.com/office/drawing/2014/main" id="{DE9D131C-8E7C-463A-9B3F-49C7E4F4A208}"/>
              </a:ext>
            </a:extLst>
          </p:cNvPr>
          <p:cNvSpPr txBox="1">
            <a:spLocks/>
          </p:cNvSpPr>
          <p:nvPr/>
        </p:nvSpPr>
        <p:spPr bwMode="auto">
          <a:xfrm>
            <a:off x="2689225" y="1506538"/>
            <a:ext cx="2757488" cy="3952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Raleway SemiBold" panose="020B0703030101060003" pitchFamily="34" charset="0"/>
              </a:defRPr>
            </a:lvl1pPr>
            <a:lvl2pPr marL="685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Raleway SemiBold" panose="020B0703030101060003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Raleway SemiBold" panose="020B0703030101060003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Raleway SemiBold" panose="020B0703030101060003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Raleway SemiBold" panose="020B0703030101060003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Raleway SemiBold" panose="020B0703030101060003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Raleway SemiBold" panose="020B0703030101060003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Raleway SemiBold" panose="020B0703030101060003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Raleway SemiBold" panose="020B0703030101060003" pitchFamily="34" charset="0"/>
              </a:defRPr>
            </a:lvl9pPr>
          </a:lstStyle>
          <a:p>
            <a:pPr eaLnBrk="1" hangingPunct="1">
              <a:lnSpc>
                <a:spcPts val="2000"/>
              </a:lnSpc>
              <a:spcBef>
                <a:spcPts val="1200"/>
              </a:spcBef>
              <a:buFont typeface="Arial" panose="020B0604020202020204" pitchFamily="34" charset="0"/>
              <a:buNone/>
            </a:pPr>
            <a:r>
              <a:rPr lang="en-US" altLang="ru-RU" sz="1400" dirty="0">
                <a:solidFill>
                  <a:schemeClr val="bg1"/>
                </a:solidFill>
                <a:latin typeface="Raleway Heavy" pitchFamily="34" charset="0"/>
              </a:rPr>
              <a:t>Execution</a:t>
            </a:r>
          </a:p>
        </p:txBody>
      </p:sp>
      <p:grpSp>
        <p:nvGrpSpPr>
          <p:cNvPr id="10" name="Группа 9">
            <a:extLst>
              <a:ext uri="{FF2B5EF4-FFF2-40B4-BE49-F238E27FC236}">
                <a16:creationId xmlns:a16="http://schemas.microsoft.com/office/drawing/2014/main" id="{8350D28F-17F0-44B7-892D-6B970A588A0F}"/>
              </a:ext>
            </a:extLst>
          </p:cNvPr>
          <p:cNvGrpSpPr>
            <a:grpSpLocks/>
          </p:cNvGrpSpPr>
          <p:nvPr/>
        </p:nvGrpSpPr>
        <p:grpSpPr bwMode="auto">
          <a:xfrm>
            <a:off x="2798763" y="1855788"/>
            <a:ext cx="1100137" cy="311150"/>
            <a:chOff x="2918410" y="2721049"/>
            <a:chExt cx="1100138" cy="310215"/>
          </a:xfrm>
        </p:grpSpPr>
        <p:sp>
          <p:nvSpPr>
            <p:cNvPr id="11" name="Прямоугольник 10">
              <a:extLst>
                <a:ext uri="{FF2B5EF4-FFF2-40B4-BE49-F238E27FC236}">
                  <a16:creationId xmlns:a16="http://schemas.microsoft.com/office/drawing/2014/main" id="{23DFE80A-8544-44D6-B9D4-5CD1B4F35E95}"/>
                </a:ext>
              </a:extLst>
            </p:cNvPr>
            <p:cNvSpPr/>
            <p:nvPr/>
          </p:nvSpPr>
          <p:spPr>
            <a:xfrm>
              <a:off x="2918410" y="2795437"/>
              <a:ext cx="1100138" cy="235827"/>
            </a:xfrm>
            <a:prstGeom prst="rect">
              <a:avLst/>
            </a:prstGeom>
            <a:solidFill>
              <a:srgbClr val="E2393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ru-RU" dirty="0"/>
            </a:p>
          </p:txBody>
        </p:sp>
        <p:sp>
          <p:nvSpPr>
            <p:cNvPr id="12" name="Прямоугольник 11">
              <a:extLst>
                <a:ext uri="{FF2B5EF4-FFF2-40B4-BE49-F238E27FC236}">
                  <a16:creationId xmlns:a16="http://schemas.microsoft.com/office/drawing/2014/main" id="{2E9FDCB0-70C0-4CB2-AA78-5BFE0900374B}"/>
                </a:ext>
              </a:extLst>
            </p:cNvPr>
            <p:cNvSpPr/>
            <p:nvPr/>
          </p:nvSpPr>
          <p:spPr>
            <a:xfrm>
              <a:off x="3012072" y="2721049"/>
              <a:ext cx="927101" cy="310215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algn="ctr" eaLnBrk="1" fontAlgn="auto" hangingPunct="1">
                <a:lnSpc>
                  <a:spcPts val="2000"/>
                </a:lnSpc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sz="800" spc="100" dirty="0">
                  <a:solidFill>
                    <a:schemeClr val="bg1"/>
                  </a:solidFill>
                  <a:latin typeface="+mn-lt"/>
                  <a:cs typeface="Poppins" panose="02000000000000000000" pitchFamily="2" charset="0"/>
                </a:rPr>
                <a:t>STEP THREE</a:t>
              </a:r>
              <a:endParaRPr lang="en-US" sz="800" dirty="0">
                <a:solidFill>
                  <a:schemeClr val="bg1"/>
                </a:solidFill>
                <a:latin typeface="Montserrat" panose="02000505000000020004" pitchFamily="2" charset="0"/>
                <a:cs typeface="Poppins" panose="02000000000000000000" pitchFamily="2" charset="0"/>
              </a:endParaRPr>
            </a:p>
          </p:txBody>
        </p:sp>
      </p:grpSp>
      <p:sp>
        <p:nvSpPr>
          <p:cNvPr id="13" name="Подзаголовок 2">
            <a:extLst>
              <a:ext uri="{FF2B5EF4-FFF2-40B4-BE49-F238E27FC236}">
                <a16:creationId xmlns:a16="http://schemas.microsoft.com/office/drawing/2014/main" id="{8C5C6EA2-9130-427F-B9BC-CEDFBBCAF850}"/>
              </a:ext>
            </a:extLst>
          </p:cNvPr>
          <p:cNvSpPr txBox="1">
            <a:spLocks/>
          </p:cNvSpPr>
          <p:nvPr/>
        </p:nvSpPr>
        <p:spPr>
          <a:xfrm>
            <a:off x="2689225" y="2360613"/>
            <a:ext cx="2725738" cy="1154112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fontAlgn="auto">
              <a:lnSpc>
                <a:spcPts val="2000"/>
              </a:lnSpc>
              <a:spcBef>
                <a:spcPts val="1200"/>
              </a:spcBef>
              <a:spcAft>
                <a:spcPts val="0"/>
              </a:spcAft>
              <a:buFont typeface="Arial" panose="020B0604020202020204" pitchFamily="34" charset="0"/>
              <a:buNone/>
              <a:defRPr/>
            </a:pPr>
            <a:r>
              <a:rPr lang="en-US" sz="1050" kern="0" dirty="0">
                <a:solidFill>
                  <a:schemeClr val="bg1"/>
                </a:solidFill>
                <a:latin typeface="Raleway Medium" panose="020B0003030101060003" pitchFamily="34" charset="0"/>
                <a:cs typeface="Poppins" panose="02000000000000000000" pitchFamily="2" charset="0"/>
              </a:rPr>
              <a:t>Establish backlog and prioritize </a:t>
            </a:r>
            <a:endParaRPr lang="en-US" sz="1050" dirty="0">
              <a:solidFill>
                <a:schemeClr val="bg1"/>
              </a:solidFill>
              <a:latin typeface="Poppins" panose="02000000000000000000" pitchFamily="2" charset="0"/>
              <a:cs typeface="Poppins" panose="02000000000000000000" pitchFamily="2" charset="0"/>
            </a:endParaRPr>
          </a:p>
        </p:txBody>
      </p:sp>
      <p:cxnSp>
        <p:nvCxnSpPr>
          <p:cNvPr id="22" name="Прямая соединительная линия 21">
            <a:extLst>
              <a:ext uri="{FF2B5EF4-FFF2-40B4-BE49-F238E27FC236}">
                <a16:creationId xmlns:a16="http://schemas.microsoft.com/office/drawing/2014/main" id="{DC5EDA6E-08B1-4E1A-ACA0-D67524AF719B}"/>
              </a:ext>
            </a:extLst>
          </p:cNvPr>
          <p:cNvCxnSpPr/>
          <p:nvPr/>
        </p:nvCxnSpPr>
        <p:spPr>
          <a:xfrm flipV="1">
            <a:off x="6096000" y="2670175"/>
            <a:ext cx="0" cy="709613"/>
          </a:xfrm>
          <a:prstGeom prst="line">
            <a:avLst/>
          </a:prstGeom>
          <a:ln w="2857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Овал 22">
            <a:extLst>
              <a:ext uri="{FF2B5EF4-FFF2-40B4-BE49-F238E27FC236}">
                <a16:creationId xmlns:a16="http://schemas.microsoft.com/office/drawing/2014/main" id="{51F8EA1C-1432-4BE5-AA94-B5143FB0298D}"/>
              </a:ext>
            </a:extLst>
          </p:cNvPr>
          <p:cNvSpPr/>
          <p:nvPr/>
        </p:nvSpPr>
        <p:spPr>
          <a:xfrm>
            <a:off x="5638800" y="3654425"/>
            <a:ext cx="914400" cy="914400"/>
          </a:xfrm>
          <a:prstGeom prst="ellipse">
            <a:avLst/>
          </a:prstGeom>
          <a:noFill/>
          <a:ln w="190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ru-RU" dirty="0"/>
          </a:p>
        </p:txBody>
      </p:sp>
      <p:sp>
        <p:nvSpPr>
          <p:cNvPr id="24" name="Прямоугольник 23">
            <a:extLst>
              <a:ext uri="{FF2B5EF4-FFF2-40B4-BE49-F238E27FC236}">
                <a16:creationId xmlns:a16="http://schemas.microsoft.com/office/drawing/2014/main" id="{81431A66-4120-4365-9EFD-AEB9E632CC94}"/>
              </a:ext>
            </a:extLst>
          </p:cNvPr>
          <p:cNvSpPr>
            <a:spLocks noChangeArrowheads="1"/>
          </p:cNvSpPr>
          <p:nvPr/>
        </p:nvSpPr>
        <p:spPr bwMode="auto">
          <a:xfrm>
            <a:off x="5857875" y="3878263"/>
            <a:ext cx="492125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Raleway SemiBold" panose="020B0703030101060003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Raleway SemiBold" panose="020B0703030101060003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Raleway SemiBold" panose="020B0703030101060003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Raleway SemiBold" panose="020B0703030101060003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Raleway SemiBold" panose="020B0703030101060003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Raleway SemiBold" panose="020B0703030101060003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Raleway SemiBold" panose="020B0703030101060003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Raleway SemiBold" panose="020B0703030101060003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Raleway SemiBold" panose="020B0703030101060003" pitchFamily="34" charset="0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ru-RU" sz="2400">
                <a:solidFill>
                  <a:schemeClr val="bg1"/>
                </a:solidFill>
                <a:latin typeface="FontAwesome" pitchFamily="2" charset="0"/>
              </a:rPr>
              <a:t></a:t>
            </a:r>
            <a:endParaRPr lang="ru-RU" altLang="ru-RU" sz="2400">
              <a:solidFill>
                <a:schemeClr val="bg1"/>
              </a:solidFill>
            </a:endParaRPr>
          </a:p>
        </p:txBody>
      </p:sp>
      <p:sp>
        <p:nvSpPr>
          <p:cNvPr id="25" name="Подзаголовок 2">
            <a:extLst>
              <a:ext uri="{FF2B5EF4-FFF2-40B4-BE49-F238E27FC236}">
                <a16:creationId xmlns:a16="http://schemas.microsoft.com/office/drawing/2014/main" id="{5DEC6047-4BFD-43E9-9DE5-9CC29B83A633}"/>
              </a:ext>
            </a:extLst>
          </p:cNvPr>
          <p:cNvSpPr txBox="1">
            <a:spLocks/>
          </p:cNvSpPr>
          <p:nvPr/>
        </p:nvSpPr>
        <p:spPr bwMode="auto">
          <a:xfrm>
            <a:off x="7016750" y="3654425"/>
            <a:ext cx="2555875" cy="3952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Raleway SemiBold" panose="020B0703030101060003" pitchFamily="34" charset="0"/>
              </a:defRPr>
            </a:lvl1pPr>
            <a:lvl2pPr marL="685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Raleway SemiBold" panose="020B0703030101060003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Raleway SemiBold" panose="020B0703030101060003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Raleway SemiBold" panose="020B0703030101060003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Raleway SemiBold" panose="020B0703030101060003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Raleway SemiBold" panose="020B0703030101060003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Raleway SemiBold" panose="020B0703030101060003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Raleway SemiBold" panose="020B0703030101060003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Raleway SemiBold" panose="020B0703030101060003" pitchFamily="34" charset="0"/>
              </a:defRPr>
            </a:lvl9pPr>
          </a:lstStyle>
          <a:p>
            <a:pPr eaLnBrk="1" hangingPunct="1">
              <a:lnSpc>
                <a:spcPts val="2000"/>
              </a:lnSpc>
              <a:spcBef>
                <a:spcPts val="1200"/>
              </a:spcBef>
              <a:buFont typeface="Arial" panose="020B0604020202020204" pitchFamily="34" charset="0"/>
              <a:buNone/>
            </a:pPr>
            <a:r>
              <a:rPr lang="en-US" altLang="ru-RU" sz="1400" dirty="0">
                <a:solidFill>
                  <a:schemeClr val="bg1"/>
                </a:solidFill>
                <a:latin typeface="Raleway Heavy" pitchFamily="34" charset="0"/>
              </a:rPr>
              <a:t>Transition</a:t>
            </a:r>
          </a:p>
        </p:txBody>
      </p:sp>
      <p:grpSp>
        <p:nvGrpSpPr>
          <p:cNvPr id="26" name="Группа 25">
            <a:extLst>
              <a:ext uri="{FF2B5EF4-FFF2-40B4-BE49-F238E27FC236}">
                <a16:creationId xmlns:a16="http://schemas.microsoft.com/office/drawing/2014/main" id="{602F7FB2-E18E-4E8D-A87A-2C7CC53CA984}"/>
              </a:ext>
            </a:extLst>
          </p:cNvPr>
          <p:cNvGrpSpPr>
            <a:grpSpLocks/>
          </p:cNvGrpSpPr>
          <p:nvPr/>
        </p:nvGrpSpPr>
        <p:grpSpPr bwMode="auto">
          <a:xfrm>
            <a:off x="7124700" y="4003675"/>
            <a:ext cx="1100138" cy="309563"/>
            <a:chOff x="2918410" y="2721049"/>
            <a:chExt cx="1100138" cy="310215"/>
          </a:xfrm>
        </p:grpSpPr>
        <p:sp>
          <p:nvSpPr>
            <p:cNvPr id="27" name="Прямоугольник 26">
              <a:extLst>
                <a:ext uri="{FF2B5EF4-FFF2-40B4-BE49-F238E27FC236}">
                  <a16:creationId xmlns:a16="http://schemas.microsoft.com/office/drawing/2014/main" id="{6CC2694F-E204-40C8-A7C9-CF92C37C79A5}"/>
                </a:ext>
              </a:extLst>
            </p:cNvPr>
            <p:cNvSpPr/>
            <p:nvPr/>
          </p:nvSpPr>
          <p:spPr>
            <a:xfrm>
              <a:off x="2918410" y="2795819"/>
              <a:ext cx="1100138" cy="235445"/>
            </a:xfrm>
            <a:prstGeom prst="rect">
              <a:avLst/>
            </a:prstGeom>
            <a:solidFill>
              <a:srgbClr val="E2393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ru-RU" dirty="0"/>
            </a:p>
          </p:txBody>
        </p:sp>
        <p:sp>
          <p:nvSpPr>
            <p:cNvPr id="28" name="Прямоугольник 27">
              <a:extLst>
                <a:ext uri="{FF2B5EF4-FFF2-40B4-BE49-F238E27FC236}">
                  <a16:creationId xmlns:a16="http://schemas.microsoft.com/office/drawing/2014/main" id="{DF6E20ED-3D46-4B76-A878-AB9D400292F5}"/>
                </a:ext>
              </a:extLst>
            </p:cNvPr>
            <p:cNvSpPr/>
            <p:nvPr/>
          </p:nvSpPr>
          <p:spPr>
            <a:xfrm>
              <a:off x="3045410" y="2721049"/>
              <a:ext cx="860425" cy="310215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algn="ctr" eaLnBrk="1" fontAlgn="auto" hangingPunct="1">
                <a:lnSpc>
                  <a:spcPts val="2000"/>
                </a:lnSpc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sz="800" spc="100" dirty="0">
                  <a:solidFill>
                    <a:schemeClr val="bg1"/>
                  </a:solidFill>
                  <a:latin typeface="+mn-lt"/>
                  <a:cs typeface="Poppins" panose="02000000000000000000" pitchFamily="2" charset="0"/>
                </a:rPr>
                <a:t>STEP FOUR</a:t>
              </a:r>
              <a:endParaRPr lang="en-US" sz="800" dirty="0">
                <a:solidFill>
                  <a:schemeClr val="bg1"/>
                </a:solidFill>
                <a:latin typeface="Montserrat" panose="02000505000000020004" pitchFamily="2" charset="0"/>
                <a:cs typeface="Poppins" panose="02000000000000000000" pitchFamily="2" charset="0"/>
              </a:endParaRPr>
            </a:p>
          </p:txBody>
        </p:sp>
      </p:grpSp>
      <p:sp>
        <p:nvSpPr>
          <p:cNvPr id="29" name="Подзаголовок 2">
            <a:extLst>
              <a:ext uri="{FF2B5EF4-FFF2-40B4-BE49-F238E27FC236}">
                <a16:creationId xmlns:a16="http://schemas.microsoft.com/office/drawing/2014/main" id="{7D8B5AA1-0BFC-404F-8DF1-B688EF829EAD}"/>
              </a:ext>
            </a:extLst>
          </p:cNvPr>
          <p:cNvSpPr txBox="1">
            <a:spLocks/>
          </p:cNvSpPr>
          <p:nvPr/>
        </p:nvSpPr>
        <p:spPr>
          <a:xfrm>
            <a:off x="7016750" y="4508500"/>
            <a:ext cx="2724150" cy="1154113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fontAlgn="auto">
              <a:lnSpc>
                <a:spcPts val="2000"/>
              </a:lnSpc>
              <a:spcBef>
                <a:spcPts val="1200"/>
              </a:spcBef>
              <a:spcAft>
                <a:spcPts val="0"/>
              </a:spcAft>
              <a:buFont typeface="Arial" panose="020B0604020202020204" pitchFamily="34" charset="0"/>
              <a:buNone/>
              <a:defRPr/>
            </a:pPr>
            <a:r>
              <a:rPr lang="en-US" sz="1050" kern="0" dirty="0">
                <a:solidFill>
                  <a:schemeClr val="bg1"/>
                </a:solidFill>
                <a:latin typeface="Raleway Medium" panose="020B0003030101060003" pitchFamily="34" charset="0"/>
                <a:cs typeface="Poppins" panose="02000000000000000000" pitchFamily="2" charset="0"/>
              </a:rPr>
              <a:t>Transition of knowledge and Artifacts to internal team.</a:t>
            </a:r>
            <a:endParaRPr lang="en-US" sz="1050" dirty="0">
              <a:solidFill>
                <a:schemeClr val="bg1"/>
              </a:solidFill>
              <a:latin typeface="Poppins" panose="02000000000000000000" pitchFamily="2" charset="0"/>
              <a:cs typeface="Poppins" panose="020000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31527600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4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400"/>
                            </p:stCondLst>
                            <p:childTnLst>
                              <p:par>
                                <p:cTn id="9" presetID="21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11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 nodeType="afterGroup">
                            <p:stCondLst>
                              <p:cond delay="900"/>
                            </p:stCondLst>
                            <p:childTnLst>
                              <p:par>
                                <p:cTn id="13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5" dur="4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 nodeType="afterGroup">
                            <p:stCondLst>
                              <p:cond delay="1300"/>
                            </p:stCondLst>
                            <p:childTnLst>
                              <p:par>
                                <p:cTn id="17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9" dur="4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 nodeType="afterGroup">
                            <p:stCondLst>
                              <p:cond delay="1700"/>
                            </p:stCondLst>
                            <p:childTnLst>
                              <p:par>
                                <p:cTn id="21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3" dur="4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 nodeType="afterGroup">
                            <p:stCondLst>
                              <p:cond delay="2100"/>
                            </p:stCondLst>
                            <p:childTnLst>
                              <p:par>
                                <p:cTn id="25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7" dur="4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 nodeType="afterGroup">
                            <p:stCondLst>
                              <p:cond delay="2500"/>
                            </p:stCondLst>
                            <p:childTnLst>
                              <p:par>
                                <p:cTn id="29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1" dur="4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 nodeType="afterGroup">
                            <p:stCondLst>
                              <p:cond delay="2900"/>
                            </p:stCondLst>
                            <p:childTnLst>
                              <p:par>
                                <p:cTn id="33" presetID="21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35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 nodeType="afterGroup">
                            <p:stCondLst>
                              <p:cond delay="3400"/>
                            </p:stCondLst>
                            <p:childTnLst>
                              <p:par>
                                <p:cTn id="37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9" dur="4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 nodeType="afterGroup">
                            <p:stCondLst>
                              <p:cond delay="3800"/>
                            </p:stCondLst>
                            <p:childTnLst>
                              <p:par>
                                <p:cTn id="41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3" dur="4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 nodeType="afterGroup">
                            <p:stCondLst>
                              <p:cond delay="4200"/>
                            </p:stCondLst>
                            <p:childTnLst>
                              <p:par>
                                <p:cTn id="45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7" dur="4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8" fill="hold" nodeType="afterGroup">
                            <p:stCondLst>
                              <p:cond delay="4600"/>
                            </p:stCondLst>
                            <p:childTnLst>
                              <p:par>
                                <p:cTn id="49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1" dur="4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8" grpId="0"/>
      <p:bldP spid="9" grpId="0"/>
      <p:bldP spid="13" grpId="0"/>
      <p:bldP spid="23" grpId="0" animBg="1"/>
      <p:bldP spid="24" grpId="0"/>
      <p:bldP spid="25" grpId="0"/>
      <p:bldP spid="29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Прямоугольник 7">
            <a:extLst>
              <a:ext uri="{FF2B5EF4-FFF2-40B4-BE49-F238E27FC236}">
                <a16:creationId xmlns:a16="http://schemas.microsoft.com/office/drawing/2014/main" id="{8BF2754C-8E29-45C0-AFA4-6776250BAB74}"/>
              </a:ext>
            </a:extLst>
          </p:cNvPr>
          <p:cNvSpPr/>
          <p:nvPr/>
        </p:nvSpPr>
        <p:spPr>
          <a:xfrm>
            <a:off x="0" y="0"/>
            <a:ext cx="12192000" cy="2171700"/>
          </a:xfrm>
          <a:prstGeom prst="rect">
            <a:avLst/>
          </a:prstGeom>
          <a:solidFill>
            <a:srgbClr val="E23936">
              <a:alpha val="89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ru-RU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2C541EA-47B0-44A7-B970-AE3DFAFC0C6C}"/>
              </a:ext>
            </a:extLst>
          </p:cNvPr>
          <p:cNvSpPr txBox="1"/>
          <p:nvPr/>
        </p:nvSpPr>
        <p:spPr>
          <a:xfrm>
            <a:off x="1011168" y="167608"/>
            <a:ext cx="10169663" cy="149688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eaLnBrk="1" fontAlgn="auto" hangingPunct="1">
              <a:lnSpc>
                <a:spcPts val="36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sz="4400" dirty="0">
                <a:solidFill>
                  <a:schemeClr val="bg1"/>
                </a:solidFill>
                <a:latin typeface="Raleway ExtraBold" panose="020B0903030101060003" pitchFamily="34" charset="-52"/>
              </a:rPr>
              <a:t>Gap Analysis</a:t>
            </a:r>
          </a:p>
          <a:p>
            <a:pPr algn="ctr" eaLnBrk="1" fontAlgn="auto" hangingPunct="1">
              <a:lnSpc>
                <a:spcPts val="36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200" kern="0" spc="50" dirty="0">
                <a:solidFill>
                  <a:schemeClr val="bg1"/>
                </a:solidFill>
                <a:latin typeface="Raleway ExtraBold" panose="020B0903030101060003" pitchFamily="34" charset="-52"/>
              </a:rPr>
              <a:t>4 Phased – 5 Days </a:t>
            </a:r>
            <a:endParaRPr lang="en-US" sz="1200" spc="50" dirty="0">
              <a:solidFill>
                <a:schemeClr val="bg1"/>
              </a:solidFill>
              <a:latin typeface="Raleway ExtraBold" panose="020B0903030101060003" pitchFamily="34" charset="-52"/>
            </a:endParaRPr>
          </a:p>
          <a:p>
            <a:pPr algn="ctr" eaLnBrk="1" fontAlgn="auto" hangingPunct="1">
              <a:lnSpc>
                <a:spcPts val="3600"/>
              </a:lnSpc>
              <a:spcBef>
                <a:spcPts val="0"/>
              </a:spcBef>
              <a:spcAft>
                <a:spcPts val="0"/>
              </a:spcAft>
              <a:defRPr/>
            </a:pPr>
            <a:endParaRPr lang="en-US" sz="4400" dirty="0">
              <a:solidFill>
                <a:schemeClr val="bg1"/>
              </a:solidFill>
              <a:latin typeface="Raleway ExtraBold" panose="020B0903030101060003" pitchFamily="34" charset="-52"/>
            </a:endParaRPr>
          </a:p>
        </p:txBody>
      </p:sp>
      <p:sp>
        <p:nvSpPr>
          <p:cNvPr id="14" name="Прямоугольник 13">
            <a:extLst>
              <a:ext uri="{FF2B5EF4-FFF2-40B4-BE49-F238E27FC236}">
                <a16:creationId xmlns:a16="http://schemas.microsoft.com/office/drawing/2014/main" id="{9B096D65-8194-4B29-8B5A-1DE42CC7553D}"/>
              </a:ext>
            </a:extLst>
          </p:cNvPr>
          <p:cNvSpPr/>
          <p:nvPr/>
        </p:nvSpPr>
        <p:spPr>
          <a:xfrm>
            <a:off x="0" y="2171700"/>
            <a:ext cx="12192000" cy="2333625"/>
          </a:xfrm>
          <a:prstGeom prst="rect">
            <a:avLst/>
          </a:prstGeom>
          <a:solidFill>
            <a:schemeClr val="bg2">
              <a:lumMod val="1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ru-RU" dirty="0"/>
          </a:p>
        </p:txBody>
      </p:sp>
      <p:sp>
        <p:nvSpPr>
          <p:cNvPr id="19" name="Подзаголовок 2">
            <a:extLst>
              <a:ext uri="{FF2B5EF4-FFF2-40B4-BE49-F238E27FC236}">
                <a16:creationId xmlns:a16="http://schemas.microsoft.com/office/drawing/2014/main" id="{585B6816-9023-418D-B610-9A25D1B6CAE1}"/>
              </a:ext>
            </a:extLst>
          </p:cNvPr>
          <p:cNvSpPr txBox="1">
            <a:spLocks/>
          </p:cNvSpPr>
          <p:nvPr/>
        </p:nvSpPr>
        <p:spPr>
          <a:xfrm>
            <a:off x="385272" y="4732338"/>
            <a:ext cx="2718782" cy="1908535"/>
          </a:xfrm>
          <a:prstGeom prst="rect">
            <a:avLst/>
          </a:prstGeom>
        </p:spPr>
        <p:txBody>
          <a:bodyPr>
            <a:normAutofit fontScale="77500" lnSpcReduction="2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 fontAlgn="auto">
              <a:lnSpc>
                <a:spcPts val="2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/>
            </a:pPr>
            <a:r>
              <a:rPr lang="en-US" sz="1200" spc="150" dirty="0">
                <a:solidFill>
                  <a:srgbClr val="E23936"/>
                </a:solidFill>
                <a:latin typeface="FontAwesome" pitchFamily="2" charset="0"/>
              </a:rPr>
              <a:t></a:t>
            </a:r>
            <a:r>
              <a:rPr lang="en-US" sz="1200" spc="150" dirty="0">
                <a:latin typeface="FontAwesome" pitchFamily="2" charset="0"/>
              </a:rPr>
              <a:t> </a:t>
            </a:r>
            <a:r>
              <a:rPr lang="en-US" sz="1500" spc="150" dirty="0">
                <a:latin typeface="Raleway ExtraBold" panose="020B0903030101060003" pitchFamily="34" charset="-52"/>
              </a:rPr>
              <a:t>Initial Meetings</a:t>
            </a:r>
          </a:p>
          <a:p>
            <a:pPr algn="just" fontAlgn="auto">
              <a:lnSpc>
                <a:spcPts val="2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300" kern="0" dirty="0">
                <a:latin typeface="Raleway Medium" panose="020B0003030101060003" pitchFamily="34" charset="0"/>
                <a:ea typeface="Karla" pitchFamily="2" charset="0"/>
                <a:cs typeface="Poppins" panose="02000000000000000000" pitchFamily="2" charset="0"/>
              </a:rPr>
              <a:t>Meeting with decision-makers to get an insight on client current pain-points and desired-future-state</a:t>
            </a:r>
          </a:p>
          <a:p>
            <a:pPr algn="just" fontAlgn="auto">
              <a:lnSpc>
                <a:spcPts val="2000"/>
              </a:lnSpc>
              <a:spcBef>
                <a:spcPts val="0"/>
              </a:spcBef>
              <a:spcAft>
                <a:spcPts val="0"/>
              </a:spcAft>
              <a:defRPr/>
            </a:pPr>
            <a:endParaRPr lang="en-US" sz="1300" kern="0" dirty="0">
              <a:latin typeface="Raleway Medium" panose="020B0003030101060003" pitchFamily="34" charset="0"/>
              <a:ea typeface="Karla" pitchFamily="2" charset="0"/>
              <a:cs typeface="Poppins" panose="02000000000000000000" pitchFamily="2" charset="0"/>
            </a:endParaRPr>
          </a:p>
          <a:p>
            <a:pPr algn="just" fontAlgn="auto">
              <a:lnSpc>
                <a:spcPts val="2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300" kern="0" dirty="0">
                <a:latin typeface="Raleway Medium" panose="020B0003030101060003" pitchFamily="34" charset="0"/>
                <a:ea typeface="Karla" pitchFamily="2" charset="0"/>
                <a:cs typeface="Poppins" panose="02000000000000000000" pitchFamily="2" charset="0"/>
              </a:rPr>
              <a:t>Kick-off meeting with DevOps assessment stakeholders</a:t>
            </a:r>
          </a:p>
        </p:txBody>
      </p:sp>
      <p:graphicFrame>
        <p:nvGraphicFramePr>
          <p:cNvPr id="73736" name="Диаграмма 3">
            <a:extLst>
              <a:ext uri="{FF2B5EF4-FFF2-40B4-BE49-F238E27FC236}">
                <a16:creationId xmlns:a16="http://schemas.microsoft.com/office/drawing/2014/main" id="{B01D4B3C-B160-4E00-AED2-B7A3FF3FF55B}"/>
              </a:ext>
            </a:extLst>
          </p:cNvPr>
          <p:cNvGraphicFramePr>
            <a:graphicFrameLocks/>
          </p:cNvGraphicFramePr>
          <p:nvPr/>
        </p:nvGraphicFramePr>
        <p:xfrm>
          <a:off x="844550" y="2368550"/>
          <a:ext cx="1905000" cy="13160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70" name="Диаграмма" r:id="rId3" imgW="1914310" imgH="1322947" progId="Excel.Chart.8">
                  <p:embed/>
                </p:oleObj>
              </mc:Choice>
              <mc:Fallback>
                <p:oleObj name="Диаграмма" r:id="rId3" imgW="1914310" imgH="1322947" progId="Excel.Chart.8">
                  <p:embed/>
                  <p:pic>
                    <p:nvPicPr>
                      <p:cNvPr id="73736" name="Диаграмма 3">
                        <a:extLst>
                          <a:ext uri="{FF2B5EF4-FFF2-40B4-BE49-F238E27FC236}">
                            <a16:creationId xmlns:a16="http://schemas.microsoft.com/office/drawing/2014/main" id="{B01D4B3C-B160-4E00-AED2-B7A3FF3FF55B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44550" y="2368550"/>
                        <a:ext cx="1905000" cy="1316038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8" name="Подзаголовок 2">
            <a:extLst>
              <a:ext uri="{FF2B5EF4-FFF2-40B4-BE49-F238E27FC236}">
                <a16:creationId xmlns:a16="http://schemas.microsoft.com/office/drawing/2014/main" id="{52CDE67D-D434-4506-8F3F-D4BAB8B13839}"/>
              </a:ext>
            </a:extLst>
          </p:cNvPr>
          <p:cNvSpPr txBox="1">
            <a:spLocks/>
          </p:cNvSpPr>
          <p:nvPr/>
        </p:nvSpPr>
        <p:spPr>
          <a:xfrm>
            <a:off x="685038" y="3579813"/>
            <a:ext cx="2224024" cy="1152525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 fontAlgn="auto">
              <a:lnSpc>
                <a:spcPts val="2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/>
            </a:pPr>
            <a:r>
              <a:rPr lang="en-US" sz="1050" i="1" dirty="0">
                <a:solidFill>
                  <a:schemeClr val="bg1"/>
                </a:solidFill>
                <a:latin typeface="Raleway Medium" panose="020B0003030101060003" pitchFamily="34" charset="0"/>
              </a:rPr>
              <a:t>1 Day</a:t>
            </a:r>
          </a:p>
          <a:p>
            <a:pPr marL="0" indent="0" algn="ctr" fontAlgn="auto">
              <a:lnSpc>
                <a:spcPts val="2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/>
            </a:pPr>
            <a:r>
              <a:rPr lang="en-US" sz="1100" dirty="0">
                <a:solidFill>
                  <a:schemeClr val="bg1"/>
                </a:solidFill>
                <a:latin typeface="Raleway Heavy" panose="020B0003030101060003" pitchFamily="34" charset="0"/>
              </a:rPr>
              <a:t>Project Kick-off</a:t>
            </a:r>
            <a:endParaRPr lang="en-US" sz="800" dirty="0">
              <a:solidFill>
                <a:schemeClr val="bg1"/>
              </a:solidFill>
              <a:latin typeface="Poppins" panose="02000000000000000000" pitchFamily="2" charset="0"/>
              <a:cs typeface="Poppins" panose="02000000000000000000" pitchFamily="2" charset="0"/>
            </a:endParaRPr>
          </a:p>
        </p:txBody>
      </p:sp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C09C2A20-7E46-492E-9AFE-C8558AE7179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44650" y="2778125"/>
            <a:ext cx="322263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Raleway SemiBold" panose="020B0703030101060003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Raleway SemiBold" panose="020B0703030101060003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Raleway SemiBold" panose="020B0703030101060003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Raleway SemiBold" panose="020B0703030101060003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Raleway SemiBold" panose="020B0703030101060003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Raleway SemiBold" panose="020B0703030101060003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Raleway SemiBold" panose="020B0703030101060003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Raleway SemiBold" panose="020B0703030101060003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Raleway SemiBold" panose="020B0703030101060003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ru-RU" sz="2400">
                <a:solidFill>
                  <a:schemeClr val="bg1"/>
                </a:solidFill>
                <a:latin typeface="Raleway Medium" panose="020B0603030101060003" pitchFamily="34" charset="0"/>
              </a:rPr>
              <a:t>1</a:t>
            </a:r>
            <a:endParaRPr lang="ru-RU" altLang="ru-RU" sz="2400"/>
          </a:p>
        </p:txBody>
      </p:sp>
      <p:graphicFrame>
        <p:nvGraphicFramePr>
          <p:cNvPr id="73739" name="Диаграмма 19">
            <a:extLst>
              <a:ext uri="{FF2B5EF4-FFF2-40B4-BE49-F238E27FC236}">
                <a16:creationId xmlns:a16="http://schemas.microsoft.com/office/drawing/2014/main" id="{72310FF6-999C-4E84-9CBD-DA0DC8DB1BAF}"/>
              </a:ext>
            </a:extLst>
          </p:cNvPr>
          <p:cNvGraphicFramePr>
            <a:graphicFrameLocks/>
          </p:cNvGraphicFramePr>
          <p:nvPr/>
        </p:nvGraphicFramePr>
        <p:xfrm>
          <a:off x="3709988" y="2368550"/>
          <a:ext cx="1906587" cy="13160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71" name="Диаграмма" r:id="rId5" imgW="1914310" imgH="1322947" progId="Excel.Chart.8">
                  <p:embed/>
                </p:oleObj>
              </mc:Choice>
              <mc:Fallback>
                <p:oleObj name="Диаграмма" r:id="rId5" imgW="1914310" imgH="1322947" progId="Excel.Chart.8">
                  <p:embed/>
                  <p:pic>
                    <p:nvPicPr>
                      <p:cNvPr id="73739" name="Диаграмма 19">
                        <a:extLst>
                          <a:ext uri="{FF2B5EF4-FFF2-40B4-BE49-F238E27FC236}">
                            <a16:creationId xmlns:a16="http://schemas.microsoft.com/office/drawing/2014/main" id="{72310FF6-999C-4E84-9CBD-DA0DC8DB1BAF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709988" y="2368550"/>
                        <a:ext cx="1906587" cy="1316038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1" name="Подзаголовок 2">
            <a:extLst>
              <a:ext uri="{FF2B5EF4-FFF2-40B4-BE49-F238E27FC236}">
                <a16:creationId xmlns:a16="http://schemas.microsoft.com/office/drawing/2014/main" id="{EC4505A9-9B87-4E84-8614-45A29D9F2516}"/>
              </a:ext>
            </a:extLst>
          </p:cNvPr>
          <p:cNvSpPr txBox="1">
            <a:spLocks/>
          </p:cNvSpPr>
          <p:nvPr/>
        </p:nvSpPr>
        <p:spPr>
          <a:xfrm>
            <a:off x="3652838" y="3579813"/>
            <a:ext cx="2020887" cy="1152525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 fontAlgn="auto">
              <a:lnSpc>
                <a:spcPts val="2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/>
            </a:pPr>
            <a:r>
              <a:rPr lang="en-US" sz="1050" i="1" dirty="0">
                <a:solidFill>
                  <a:schemeClr val="bg1"/>
                </a:solidFill>
                <a:latin typeface="Raleway Medium" panose="020B0003030101060003" pitchFamily="34" charset="0"/>
              </a:rPr>
              <a:t>2 Days</a:t>
            </a:r>
          </a:p>
          <a:p>
            <a:pPr marL="0" indent="0" algn="ctr" fontAlgn="auto">
              <a:lnSpc>
                <a:spcPts val="2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/>
            </a:pPr>
            <a:r>
              <a:rPr lang="en-US" sz="1100" dirty="0">
                <a:solidFill>
                  <a:schemeClr val="bg1"/>
                </a:solidFill>
                <a:latin typeface="Raleway Heavy" panose="020B0003030101060003" pitchFamily="34" charset="0"/>
              </a:rPr>
              <a:t>Assessment </a:t>
            </a:r>
            <a:endParaRPr lang="en-US" sz="800" dirty="0">
              <a:solidFill>
                <a:schemeClr val="bg1"/>
              </a:solidFill>
              <a:latin typeface="Poppins" panose="02000000000000000000" pitchFamily="2" charset="0"/>
              <a:cs typeface="Poppins" panose="02000000000000000000" pitchFamily="2" charset="0"/>
            </a:endParaRPr>
          </a:p>
        </p:txBody>
      </p:sp>
      <p:sp>
        <p:nvSpPr>
          <p:cNvPr id="22" name="Прямоугольник 21">
            <a:extLst>
              <a:ext uri="{FF2B5EF4-FFF2-40B4-BE49-F238E27FC236}">
                <a16:creationId xmlns:a16="http://schemas.microsoft.com/office/drawing/2014/main" id="{A226F0B1-ACC5-487A-BA0F-D776FBEB56FB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97388" y="2790825"/>
            <a:ext cx="350837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Raleway SemiBold" panose="020B0703030101060003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Raleway SemiBold" panose="020B0703030101060003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Raleway SemiBold" panose="020B0703030101060003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Raleway SemiBold" panose="020B0703030101060003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Raleway SemiBold" panose="020B0703030101060003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Raleway SemiBold" panose="020B0703030101060003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Raleway SemiBold" panose="020B0703030101060003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Raleway SemiBold" panose="020B0703030101060003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Raleway SemiBold" panose="020B0703030101060003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ru-RU" sz="2400">
                <a:solidFill>
                  <a:schemeClr val="bg1"/>
                </a:solidFill>
                <a:latin typeface="Raleway Medium" panose="020B0603030101060003" pitchFamily="34" charset="0"/>
              </a:rPr>
              <a:t>2</a:t>
            </a:r>
            <a:endParaRPr lang="ru-RU" altLang="ru-RU" sz="2400"/>
          </a:p>
        </p:txBody>
      </p:sp>
      <p:graphicFrame>
        <p:nvGraphicFramePr>
          <p:cNvPr id="73742" name="Диаграмма 23">
            <a:extLst>
              <a:ext uri="{FF2B5EF4-FFF2-40B4-BE49-F238E27FC236}">
                <a16:creationId xmlns:a16="http://schemas.microsoft.com/office/drawing/2014/main" id="{5F2212B5-A3FB-4819-AEF6-E248F9FC3C4A}"/>
              </a:ext>
            </a:extLst>
          </p:cNvPr>
          <p:cNvGraphicFramePr>
            <a:graphicFrameLocks/>
          </p:cNvGraphicFramePr>
          <p:nvPr/>
        </p:nvGraphicFramePr>
        <p:xfrm>
          <a:off x="6575425" y="2368550"/>
          <a:ext cx="1906588" cy="13160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72" name="Диаграмма" r:id="rId7" imgW="1914310" imgH="1322947" progId="Excel.Chart.8">
                  <p:embed/>
                </p:oleObj>
              </mc:Choice>
              <mc:Fallback>
                <p:oleObj name="Диаграмма" r:id="rId7" imgW="1914310" imgH="1322947" progId="Excel.Chart.8">
                  <p:embed/>
                  <p:pic>
                    <p:nvPicPr>
                      <p:cNvPr id="73742" name="Диаграмма 23">
                        <a:extLst>
                          <a:ext uri="{FF2B5EF4-FFF2-40B4-BE49-F238E27FC236}">
                            <a16:creationId xmlns:a16="http://schemas.microsoft.com/office/drawing/2014/main" id="{5F2212B5-A3FB-4819-AEF6-E248F9FC3C4A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575425" y="2368550"/>
                        <a:ext cx="1906588" cy="1316038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5" name="Подзаголовок 2">
            <a:extLst>
              <a:ext uri="{FF2B5EF4-FFF2-40B4-BE49-F238E27FC236}">
                <a16:creationId xmlns:a16="http://schemas.microsoft.com/office/drawing/2014/main" id="{1E0BB1B7-E6A9-48B2-BA02-85EA65545936}"/>
              </a:ext>
            </a:extLst>
          </p:cNvPr>
          <p:cNvSpPr txBox="1">
            <a:spLocks/>
          </p:cNvSpPr>
          <p:nvPr/>
        </p:nvSpPr>
        <p:spPr>
          <a:xfrm>
            <a:off x="6518275" y="3579813"/>
            <a:ext cx="2020888" cy="1152525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 fontAlgn="auto">
              <a:lnSpc>
                <a:spcPts val="2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/>
            </a:pPr>
            <a:r>
              <a:rPr lang="en-US" sz="1050" i="1" dirty="0">
                <a:solidFill>
                  <a:schemeClr val="bg1"/>
                </a:solidFill>
                <a:latin typeface="Raleway Medium" panose="020B0003030101060003" pitchFamily="34" charset="0"/>
              </a:rPr>
              <a:t>1 Day</a:t>
            </a:r>
          </a:p>
          <a:p>
            <a:pPr marL="0" indent="0" algn="ctr" fontAlgn="auto">
              <a:lnSpc>
                <a:spcPts val="2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/>
            </a:pPr>
            <a:r>
              <a:rPr lang="en-US" sz="1100" dirty="0">
                <a:solidFill>
                  <a:schemeClr val="bg1"/>
                </a:solidFill>
                <a:latin typeface="Raleway Heavy" panose="020B0003030101060003" pitchFamily="34" charset="0"/>
              </a:rPr>
              <a:t>Report Preparation</a:t>
            </a:r>
            <a:endParaRPr lang="en-US" sz="800" dirty="0">
              <a:solidFill>
                <a:schemeClr val="bg1"/>
              </a:solidFill>
              <a:latin typeface="Poppins" panose="02000000000000000000" pitchFamily="2" charset="0"/>
              <a:cs typeface="Poppins" panose="02000000000000000000" pitchFamily="2" charset="0"/>
            </a:endParaRPr>
          </a:p>
        </p:txBody>
      </p:sp>
      <p:sp>
        <p:nvSpPr>
          <p:cNvPr id="26" name="Прямоугольник 25">
            <a:extLst>
              <a:ext uri="{FF2B5EF4-FFF2-40B4-BE49-F238E27FC236}">
                <a16:creationId xmlns:a16="http://schemas.microsoft.com/office/drawing/2014/main" id="{6961421F-0E35-4670-9A95-E1AA9C11E290}"/>
              </a:ext>
            </a:extLst>
          </p:cNvPr>
          <p:cNvSpPr>
            <a:spLocks noChangeArrowheads="1"/>
          </p:cNvSpPr>
          <p:nvPr/>
        </p:nvSpPr>
        <p:spPr bwMode="auto">
          <a:xfrm>
            <a:off x="7362825" y="2763838"/>
            <a:ext cx="350838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Raleway SemiBold" panose="020B0703030101060003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Raleway SemiBold" panose="020B0703030101060003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Raleway SemiBold" panose="020B0703030101060003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Raleway SemiBold" panose="020B0703030101060003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Raleway SemiBold" panose="020B0703030101060003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Raleway SemiBold" panose="020B0703030101060003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Raleway SemiBold" panose="020B0703030101060003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Raleway SemiBold" panose="020B0703030101060003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Raleway SemiBold" panose="020B0703030101060003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ru-RU" sz="2400">
                <a:solidFill>
                  <a:schemeClr val="bg1"/>
                </a:solidFill>
                <a:latin typeface="Raleway Medium" panose="020B0603030101060003" pitchFamily="34" charset="0"/>
              </a:rPr>
              <a:t>3</a:t>
            </a:r>
            <a:endParaRPr lang="ru-RU" altLang="ru-RU" sz="2400"/>
          </a:p>
        </p:txBody>
      </p:sp>
      <p:graphicFrame>
        <p:nvGraphicFramePr>
          <p:cNvPr id="73745" name="Диаграмма 27">
            <a:extLst>
              <a:ext uri="{FF2B5EF4-FFF2-40B4-BE49-F238E27FC236}">
                <a16:creationId xmlns:a16="http://schemas.microsoft.com/office/drawing/2014/main" id="{BEF1D1D8-A6D3-49C2-AB9E-F096FD0BC068}"/>
              </a:ext>
            </a:extLst>
          </p:cNvPr>
          <p:cNvGraphicFramePr>
            <a:graphicFrameLocks/>
          </p:cNvGraphicFramePr>
          <p:nvPr/>
        </p:nvGraphicFramePr>
        <p:xfrm>
          <a:off x="9442450" y="2368550"/>
          <a:ext cx="1905000" cy="13160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73" name="Диаграмма" r:id="rId9" imgW="1914310" imgH="1322947" progId="Excel.Chart.8">
                  <p:embed/>
                </p:oleObj>
              </mc:Choice>
              <mc:Fallback>
                <p:oleObj name="Диаграмма" r:id="rId9" imgW="1914310" imgH="1322947" progId="Excel.Chart.8">
                  <p:embed/>
                  <p:pic>
                    <p:nvPicPr>
                      <p:cNvPr id="73745" name="Диаграмма 27">
                        <a:extLst>
                          <a:ext uri="{FF2B5EF4-FFF2-40B4-BE49-F238E27FC236}">
                            <a16:creationId xmlns:a16="http://schemas.microsoft.com/office/drawing/2014/main" id="{BEF1D1D8-A6D3-49C2-AB9E-F096FD0BC068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442450" y="2368550"/>
                        <a:ext cx="1905000" cy="1316038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9" name="Подзаголовок 2">
            <a:extLst>
              <a:ext uri="{FF2B5EF4-FFF2-40B4-BE49-F238E27FC236}">
                <a16:creationId xmlns:a16="http://schemas.microsoft.com/office/drawing/2014/main" id="{1961AB2E-5997-45EF-8C03-2259FAB329EF}"/>
              </a:ext>
            </a:extLst>
          </p:cNvPr>
          <p:cNvSpPr txBox="1">
            <a:spLocks/>
          </p:cNvSpPr>
          <p:nvPr/>
        </p:nvSpPr>
        <p:spPr>
          <a:xfrm>
            <a:off x="9385300" y="3579813"/>
            <a:ext cx="2019300" cy="1152525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 fontAlgn="auto">
              <a:lnSpc>
                <a:spcPts val="2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/>
            </a:pPr>
            <a:r>
              <a:rPr lang="en-US" sz="1050" i="1" dirty="0">
                <a:solidFill>
                  <a:schemeClr val="bg1"/>
                </a:solidFill>
                <a:latin typeface="Raleway Medium" panose="020B0003030101060003" pitchFamily="34" charset="0"/>
              </a:rPr>
              <a:t>1 Day</a:t>
            </a:r>
          </a:p>
          <a:p>
            <a:pPr marL="0" indent="0" algn="ctr" fontAlgn="auto">
              <a:lnSpc>
                <a:spcPts val="2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/>
            </a:pPr>
            <a:r>
              <a:rPr lang="en-US" sz="1100" dirty="0">
                <a:solidFill>
                  <a:schemeClr val="bg1"/>
                </a:solidFill>
                <a:latin typeface="Raleway Heavy" panose="020B0003030101060003" pitchFamily="34" charset="0"/>
              </a:rPr>
              <a:t>Presentation</a:t>
            </a:r>
            <a:endParaRPr lang="en-US" sz="800" dirty="0">
              <a:solidFill>
                <a:schemeClr val="bg1"/>
              </a:solidFill>
              <a:latin typeface="Poppins" panose="02000000000000000000" pitchFamily="2" charset="0"/>
              <a:cs typeface="Poppins" panose="02000000000000000000" pitchFamily="2" charset="0"/>
            </a:endParaRPr>
          </a:p>
        </p:txBody>
      </p:sp>
      <p:sp>
        <p:nvSpPr>
          <p:cNvPr id="30" name="Прямоугольник 29">
            <a:extLst>
              <a:ext uri="{FF2B5EF4-FFF2-40B4-BE49-F238E27FC236}">
                <a16:creationId xmlns:a16="http://schemas.microsoft.com/office/drawing/2014/main" id="{69D9A127-0220-479D-99C4-D3F8ADE9F11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215563" y="2763838"/>
            <a:ext cx="352425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Raleway SemiBold" panose="020B0703030101060003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Raleway SemiBold" panose="020B0703030101060003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Raleway SemiBold" panose="020B0703030101060003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Raleway SemiBold" panose="020B0703030101060003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Raleway SemiBold" panose="020B0703030101060003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Raleway SemiBold" panose="020B0703030101060003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Raleway SemiBold" panose="020B0703030101060003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Raleway SemiBold" panose="020B0703030101060003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Raleway SemiBold" panose="020B0703030101060003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ru-RU" sz="2400">
                <a:solidFill>
                  <a:schemeClr val="bg1"/>
                </a:solidFill>
                <a:latin typeface="Raleway Medium" panose="020B0603030101060003" pitchFamily="34" charset="0"/>
              </a:rPr>
              <a:t>4</a:t>
            </a:r>
            <a:endParaRPr lang="ru-RU" altLang="ru-RU" sz="2400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24AB4FFD-0C3F-4C30-A082-65FCFF0A8670}"/>
              </a:ext>
            </a:extLst>
          </p:cNvPr>
          <p:cNvSpPr txBox="1"/>
          <p:nvPr/>
        </p:nvSpPr>
        <p:spPr>
          <a:xfrm>
            <a:off x="8962851" y="6622210"/>
            <a:ext cx="3201587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700" cap="small" dirty="0">
                <a:latin typeface="Arial"/>
              </a:rPr>
              <a:t>© 2018 Synectiks. All Rights Reserved. Proprietary and Confidential.</a:t>
            </a:r>
          </a:p>
        </p:txBody>
      </p:sp>
      <p:sp>
        <p:nvSpPr>
          <p:cNvPr id="28" name="Подзаголовок 2">
            <a:extLst>
              <a:ext uri="{FF2B5EF4-FFF2-40B4-BE49-F238E27FC236}">
                <a16:creationId xmlns:a16="http://schemas.microsoft.com/office/drawing/2014/main" id="{107F8159-7265-48E5-86BC-A0950A1DC026}"/>
              </a:ext>
            </a:extLst>
          </p:cNvPr>
          <p:cNvSpPr txBox="1">
            <a:spLocks/>
          </p:cNvSpPr>
          <p:nvPr/>
        </p:nvSpPr>
        <p:spPr>
          <a:xfrm>
            <a:off x="3365713" y="4732338"/>
            <a:ext cx="2718782" cy="1908535"/>
          </a:xfrm>
          <a:prstGeom prst="rect">
            <a:avLst/>
          </a:prstGeom>
        </p:spPr>
        <p:txBody>
          <a:bodyPr>
            <a:normAutofit fontScale="85000"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 fontAlgn="auto">
              <a:lnSpc>
                <a:spcPts val="2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/>
            </a:pPr>
            <a:r>
              <a:rPr lang="en-US" sz="1100" spc="150" dirty="0">
                <a:solidFill>
                  <a:srgbClr val="E23936"/>
                </a:solidFill>
                <a:latin typeface="FontAwesome" pitchFamily="2" charset="0"/>
              </a:rPr>
              <a:t></a:t>
            </a:r>
            <a:r>
              <a:rPr lang="en-US" sz="1100" spc="150" dirty="0">
                <a:latin typeface="FontAwesome" pitchFamily="2" charset="0"/>
              </a:rPr>
              <a:t> </a:t>
            </a:r>
            <a:r>
              <a:rPr lang="en-US" sz="1400" spc="150" dirty="0">
                <a:latin typeface="Raleway ExtraBold" panose="020B0903030101060003" pitchFamily="34" charset="-52"/>
              </a:rPr>
              <a:t>Questions Based Audit</a:t>
            </a:r>
          </a:p>
          <a:p>
            <a:pPr algn="just" fontAlgn="auto">
              <a:lnSpc>
                <a:spcPts val="2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200" kern="0" dirty="0">
                <a:latin typeface="Raleway Medium" panose="020B0003030101060003" pitchFamily="34" charset="0"/>
                <a:ea typeface="Karla" pitchFamily="2" charset="0"/>
                <a:cs typeface="Poppins" panose="02000000000000000000" pitchFamily="2" charset="0"/>
              </a:rPr>
              <a:t>A DevOps briefing for all interviewees</a:t>
            </a:r>
          </a:p>
          <a:p>
            <a:pPr algn="just" fontAlgn="auto">
              <a:lnSpc>
                <a:spcPts val="2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200" kern="0" dirty="0">
                <a:latin typeface="Raleway Medium" panose="020B0003030101060003" pitchFamily="34" charset="0"/>
                <a:ea typeface="Karla" pitchFamily="2" charset="0"/>
                <a:cs typeface="Poppins" panose="02000000000000000000" pitchFamily="2" charset="0"/>
              </a:rPr>
              <a:t>Audit on following key focus areas</a:t>
            </a:r>
          </a:p>
          <a:p>
            <a:pPr lvl="1" algn="just" fontAlgn="auto">
              <a:lnSpc>
                <a:spcPts val="2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200" kern="0" dirty="0">
                <a:latin typeface="Raleway Medium" panose="020B0003030101060003" pitchFamily="34" charset="0"/>
                <a:ea typeface="Karla" pitchFamily="2" charset="0"/>
                <a:cs typeface="Poppins" panose="02000000000000000000" pitchFamily="2" charset="0"/>
              </a:rPr>
              <a:t>Organization</a:t>
            </a:r>
          </a:p>
          <a:p>
            <a:pPr lvl="1" algn="just" fontAlgn="auto">
              <a:lnSpc>
                <a:spcPts val="2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200" kern="0" dirty="0">
                <a:latin typeface="Raleway Medium" panose="020B0003030101060003" pitchFamily="34" charset="0"/>
                <a:ea typeface="Karla" pitchFamily="2" charset="0"/>
                <a:cs typeface="Poppins" panose="02000000000000000000" pitchFamily="2" charset="0"/>
              </a:rPr>
              <a:t>Automation</a:t>
            </a:r>
          </a:p>
          <a:p>
            <a:pPr lvl="1" algn="just" fontAlgn="auto">
              <a:lnSpc>
                <a:spcPts val="2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200" kern="0" dirty="0">
                <a:latin typeface="Raleway Medium" panose="020B0003030101060003" pitchFamily="34" charset="0"/>
                <a:ea typeface="Karla" pitchFamily="2" charset="0"/>
                <a:cs typeface="Poppins" panose="02000000000000000000" pitchFamily="2" charset="0"/>
              </a:rPr>
              <a:t>As–is Analysis( People, Process, Tools, Technology)</a:t>
            </a:r>
          </a:p>
        </p:txBody>
      </p:sp>
      <p:sp>
        <p:nvSpPr>
          <p:cNvPr id="32" name="Подзаголовок 2">
            <a:extLst>
              <a:ext uri="{FF2B5EF4-FFF2-40B4-BE49-F238E27FC236}">
                <a16:creationId xmlns:a16="http://schemas.microsoft.com/office/drawing/2014/main" id="{AFA849F6-D030-4FE3-AE20-C07F7BF8AA49}"/>
              </a:ext>
            </a:extLst>
          </p:cNvPr>
          <p:cNvSpPr txBox="1">
            <a:spLocks/>
          </p:cNvSpPr>
          <p:nvPr/>
        </p:nvSpPr>
        <p:spPr>
          <a:xfrm>
            <a:off x="6417673" y="4723007"/>
            <a:ext cx="2718782" cy="1908535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 fontAlgn="auto">
              <a:lnSpc>
                <a:spcPts val="2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/>
            </a:pPr>
            <a:r>
              <a:rPr lang="en-US" sz="1200" spc="150" dirty="0">
                <a:solidFill>
                  <a:srgbClr val="E23936"/>
                </a:solidFill>
                <a:latin typeface="FontAwesome" pitchFamily="2" charset="0"/>
              </a:rPr>
              <a:t></a:t>
            </a:r>
            <a:r>
              <a:rPr lang="en-US" sz="1200" spc="150" dirty="0">
                <a:latin typeface="FontAwesome" pitchFamily="2" charset="0"/>
              </a:rPr>
              <a:t> </a:t>
            </a:r>
            <a:r>
              <a:rPr lang="en-US" sz="1200" spc="150" dirty="0">
                <a:latin typeface="Raleway ExtraBold" panose="020B0903030101060003" pitchFamily="34" charset="-52"/>
              </a:rPr>
              <a:t>Report Generation</a:t>
            </a:r>
          </a:p>
          <a:p>
            <a:pPr algn="just" fontAlgn="auto">
              <a:lnSpc>
                <a:spcPts val="2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200" kern="0" dirty="0">
                <a:latin typeface="Raleway Medium" panose="020B0003030101060003" pitchFamily="34" charset="0"/>
                <a:ea typeface="Karla" pitchFamily="2" charset="0"/>
                <a:cs typeface="Poppins" panose="02000000000000000000" pitchFamily="2" charset="0"/>
              </a:rPr>
              <a:t>Preparation of Findings report, DevOps transformation Plan and Roadmap</a:t>
            </a:r>
          </a:p>
        </p:txBody>
      </p:sp>
      <p:sp>
        <p:nvSpPr>
          <p:cNvPr id="33" name="Подзаголовок 2">
            <a:extLst>
              <a:ext uri="{FF2B5EF4-FFF2-40B4-BE49-F238E27FC236}">
                <a16:creationId xmlns:a16="http://schemas.microsoft.com/office/drawing/2014/main" id="{741B9008-927D-4FD7-AE4D-F6DB64EBDE05}"/>
              </a:ext>
            </a:extLst>
          </p:cNvPr>
          <p:cNvSpPr txBox="1">
            <a:spLocks/>
          </p:cNvSpPr>
          <p:nvPr/>
        </p:nvSpPr>
        <p:spPr>
          <a:xfrm>
            <a:off x="9435822" y="4723007"/>
            <a:ext cx="2718782" cy="1908535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 fontAlgn="auto">
              <a:lnSpc>
                <a:spcPts val="2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/>
            </a:pPr>
            <a:r>
              <a:rPr lang="en-US" sz="1200" spc="150" dirty="0">
                <a:solidFill>
                  <a:srgbClr val="E23936"/>
                </a:solidFill>
                <a:latin typeface="FontAwesome" pitchFamily="2" charset="0"/>
              </a:rPr>
              <a:t></a:t>
            </a:r>
            <a:r>
              <a:rPr lang="en-US" sz="1200" spc="150" dirty="0">
                <a:latin typeface="FontAwesome" pitchFamily="2" charset="0"/>
              </a:rPr>
              <a:t> </a:t>
            </a:r>
            <a:r>
              <a:rPr lang="en-US" sz="1200" spc="150" dirty="0">
                <a:latin typeface="Raleway ExtraBold" panose="020B0903030101060003" pitchFamily="34" charset="-52"/>
              </a:rPr>
              <a:t>Presentation</a:t>
            </a:r>
          </a:p>
          <a:p>
            <a:pPr algn="just" fontAlgn="auto">
              <a:lnSpc>
                <a:spcPts val="2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200" kern="0" dirty="0">
                <a:latin typeface="Raleway Medium" panose="020B0003030101060003" pitchFamily="34" charset="0"/>
                <a:ea typeface="Karla" pitchFamily="2" charset="0"/>
                <a:cs typeface="Poppins" panose="02000000000000000000" pitchFamily="2" charset="0"/>
              </a:rPr>
              <a:t>Presentation of the report and plans to stakeholders, following plans are delivered:</a:t>
            </a:r>
          </a:p>
          <a:p>
            <a:pPr lvl="1" algn="just" fontAlgn="auto">
              <a:lnSpc>
                <a:spcPts val="2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sz="800" kern="0" dirty="0">
                <a:latin typeface="Raleway Medium" panose="020B0003030101060003" pitchFamily="34" charset="0"/>
                <a:ea typeface="Karla" pitchFamily="2" charset="0"/>
                <a:cs typeface="Poppins" panose="02000000000000000000" pitchFamily="2" charset="0"/>
              </a:rPr>
              <a:t>Phase wise Maturity Development </a:t>
            </a:r>
          </a:p>
          <a:p>
            <a:pPr lvl="1" algn="just" fontAlgn="auto">
              <a:lnSpc>
                <a:spcPts val="2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sz="800" kern="0" dirty="0">
                <a:latin typeface="Raleway Medium" panose="020B0003030101060003" pitchFamily="34" charset="0"/>
                <a:ea typeface="Karla" pitchFamily="2" charset="0"/>
                <a:cs typeface="Poppins" panose="02000000000000000000" pitchFamily="2" charset="0"/>
              </a:rPr>
              <a:t>Tools &amp; Technology Adoption</a:t>
            </a:r>
          </a:p>
          <a:p>
            <a:pPr lvl="1" algn="just" fontAlgn="auto">
              <a:lnSpc>
                <a:spcPts val="2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sz="800" kern="0" dirty="0">
                <a:latin typeface="Raleway Medium" panose="020B0003030101060003" pitchFamily="34" charset="0"/>
                <a:ea typeface="Karla" pitchFamily="2" charset="0"/>
                <a:cs typeface="Poppins" panose="02000000000000000000" pitchFamily="2" charset="0"/>
              </a:rPr>
              <a:t>Skill Development</a:t>
            </a:r>
          </a:p>
        </p:txBody>
      </p:sp>
    </p:spTree>
    <p:extLst>
      <p:ext uri="{BB962C8B-B14F-4D97-AF65-F5344CB8AC3E}">
        <p14:creationId xmlns:p14="http://schemas.microsoft.com/office/powerpoint/2010/main" val="4212198586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4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400"/>
                            </p:stCondLst>
                            <p:childTnLst>
                              <p:par>
                                <p:cTn id="9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" dur="4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 nodeType="afterGroup">
                            <p:stCondLst>
                              <p:cond delay="800"/>
                            </p:stCondLst>
                            <p:childTnLst>
                              <p:par>
                                <p:cTn id="13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5" dur="4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 nodeType="afterGroup">
                            <p:stCondLst>
                              <p:cond delay="1200"/>
                            </p:stCondLst>
                            <p:childTnLst>
                              <p:par>
                                <p:cTn id="17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9" dur="4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 nodeType="afterGroup">
                            <p:stCondLst>
                              <p:cond delay="1600"/>
                            </p:stCondLst>
                            <p:childTnLst>
                              <p:par>
                                <p:cTn id="21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3" dur="4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25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7" dur="4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 nodeType="afterGroup">
                            <p:stCondLst>
                              <p:cond delay="2400"/>
                            </p:stCondLst>
                            <p:childTnLst>
                              <p:par>
                                <p:cTn id="29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1" dur="4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 nodeType="afterGroup">
                            <p:stCondLst>
                              <p:cond delay="2800"/>
                            </p:stCondLst>
                            <p:childTnLst>
                              <p:par>
                                <p:cTn id="33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5" dur="4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 nodeType="afterGroup">
                            <p:stCondLst>
                              <p:cond delay="3200"/>
                            </p:stCondLst>
                            <p:childTnLst>
                              <p:par>
                                <p:cTn id="37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9" dur="4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 nodeType="afterGroup">
                            <p:stCondLst>
                              <p:cond delay="3600"/>
                            </p:stCondLst>
                            <p:childTnLst>
                              <p:par>
                                <p:cTn id="41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3" dur="4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 nodeType="afterGroup">
                            <p:stCondLst>
                              <p:cond delay="4000"/>
                            </p:stCondLst>
                            <p:childTnLst>
                              <p:par>
                                <p:cTn id="45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7" dur="4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8" fill="hold">
                            <p:stCondLst>
                              <p:cond delay="4400"/>
                            </p:stCondLst>
                            <p:childTnLst>
                              <p:par>
                                <p:cTn id="49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1" dur="4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2" fill="hold">
                            <p:stCondLst>
                              <p:cond delay="4800"/>
                            </p:stCondLst>
                            <p:childTnLst>
                              <p:par>
                                <p:cTn id="53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5" dur="4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6" fill="hold">
                            <p:stCondLst>
                              <p:cond delay="5200"/>
                            </p:stCondLst>
                            <p:childTnLst>
                              <p:par>
                                <p:cTn id="57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9" dur="4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  <p:bldP spid="14" grpId="0" animBg="1"/>
      <p:bldP spid="19" grpId="0"/>
      <p:bldP spid="18" grpId="0"/>
      <p:bldP spid="5" grpId="0"/>
      <p:bldP spid="21" grpId="0"/>
      <p:bldP spid="22" grpId="0"/>
      <p:bldP spid="25" grpId="0"/>
      <p:bldP spid="26" grpId="0"/>
      <p:bldP spid="29" grpId="0"/>
      <p:bldP spid="30" grpId="0"/>
      <p:bldP spid="28" grpId="0"/>
      <p:bldP spid="32" grpId="0"/>
      <p:bldP spid="33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9321AC63-2732-4AC8-817F-7B286EB4BB8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63422" y="0"/>
            <a:ext cx="8370476" cy="83099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Raleway SemiBold" panose="020B0703030101060003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Raleway SemiBold" panose="020B0703030101060003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Raleway SemiBold" panose="020B0703030101060003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Raleway SemiBold" panose="020B0703030101060003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Raleway SemiBold" panose="020B0703030101060003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Raleway SemiBold" panose="020B0703030101060003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Raleway SemiBold" panose="020B0703030101060003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Raleway SemiBold" panose="020B0703030101060003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Raleway SemiBold" panose="020B0703030101060003" pitchFamily="34" charset="0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ru-RU" sz="3200" dirty="0">
                <a:solidFill>
                  <a:srgbClr val="FF0000"/>
                </a:solidFill>
                <a:latin typeface="Raleway ExtraBold" panose="020B0903030101060003" pitchFamily="34" charset="0"/>
              </a:rPr>
              <a:t>Q’s Culture &amp; Skills</a:t>
            </a:r>
          </a:p>
          <a:p>
            <a:pPr algn="r"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endParaRPr lang="en-US" altLang="ru-RU" sz="1600" dirty="0">
              <a:latin typeface="Raleway ExtraBold" panose="020B0903030101060003" pitchFamily="34" charset="0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BFBC5849-D202-400C-A392-8F86A8184D48}"/>
              </a:ext>
            </a:extLst>
          </p:cNvPr>
          <p:cNvSpPr/>
          <p:nvPr/>
        </p:nvSpPr>
        <p:spPr>
          <a:xfrm>
            <a:off x="0" y="794322"/>
            <a:ext cx="9470368" cy="5960046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8580" tIns="34290" rIns="68580" bIns="34290" rtlCol="0" anchor="ctr"/>
          <a:lstStyle/>
          <a:p>
            <a:pPr algn="ctr"/>
            <a:endParaRPr lang="en-US" dirty="0"/>
          </a:p>
        </p:txBody>
      </p:sp>
      <p:graphicFrame>
        <p:nvGraphicFramePr>
          <p:cNvPr id="25" name="Table 24">
            <a:extLst>
              <a:ext uri="{FF2B5EF4-FFF2-40B4-BE49-F238E27FC236}">
                <a16:creationId xmlns:a16="http://schemas.microsoft.com/office/drawing/2014/main" id="{6FC13A79-D205-4ED8-91C5-2C18AB471A6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52047447"/>
              </p:ext>
            </p:extLst>
          </p:nvPr>
        </p:nvGraphicFramePr>
        <p:xfrm>
          <a:off x="0" y="624578"/>
          <a:ext cx="12192000" cy="7711440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1158554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0645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endParaRPr 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baseline="0" dirty="0"/>
                        <a:t>F/P/N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218222">
                <a:tc rowSpan="6"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0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228600" marR="0" lvl="0" indent="-22860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AutoNum type="arabicPeriod"/>
                        <a:tabLst/>
                        <a:defRPr/>
                      </a:pPr>
                      <a:r>
                        <a:rPr lang="en-US" sz="10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What best describe your current state of team ? Please choose the following options:</a:t>
                      </a:r>
                    </a:p>
                    <a:p>
                      <a:pPr marL="685800" lvl="1" indent="-228600">
                        <a:buFont typeface="+mj-lt"/>
                        <a:buAutoNum type="arabicPeriod"/>
                      </a:pPr>
                      <a:r>
                        <a:rPr lang="en-US" sz="10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The team is producing higher quality products than before .The releases are more dependable than before. </a:t>
                      </a:r>
                    </a:p>
                    <a:p>
                      <a:pPr marL="685800" lvl="1" indent="-228600">
                        <a:buFont typeface="+mj-lt"/>
                        <a:buAutoNum type="arabicPeriod"/>
                      </a:pPr>
                      <a:r>
                        <a:rPr lang="en-US" sz="10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Team delivering functionality to users more quickly and/or more often than before.</a:t>
                      </a:r>
                    </a:p>
                    <a:p>
                      <a:pPr marL="685800" marR="0" lvl="1" indent="-22860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AutoNum type="arabicPeriod"/>
                        <a:tabLst/>
                        <a:defRPr/>
                      </a:pPr>
                      <a:r>
                        <a:rPr lang="en-US" sz="10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The team has higher morale than before. The business is recognizing greater economic value than before.</a:t>
                      </a:r>
                    </a:p>
                    <a:p>
                      <a:pPr marL="685800" marR="0" lvl="1" indent="-22860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AutoNum type="arabicPeriod"/>
                        <a:tabLst/>
                        <a:defRPr/>
                      </a:pPr>
                      <a:r>
                        <a:rPr lang="en-US" sz="10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The team is more responsive to our customer(s) than before. A speedy feedback driven process tool chain is established between customers requirements and engineering team.</a:t>
                      </a:r>
                    </a:p>
                    <a:p>
                      <a:pPr marL="228600" indent="-228600">
                        <a:buFont typeface="+mj-lt"/>
                        <a:buAutoNum type="arabicPeriod"/>
                      </a:pPr>
                      <a:r>
                        <a:rPr lang="en-US" sz="10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Describe organization &amp; Team structure  for  developing product ?  Please choose the following options:</a:t>
                      </a:r>
                    </a:p>
                    <a:p>
                      <a:pPr marL="685800" lvl="1" indent="-228600">
                        <a:buFont typeface="+mj-lt"/>
                        <a:buAutoNum type="arabicPeriod"/>
                      </a:pPr>
                      <a:r>
                        <a:rPr lang="en-US" sz="10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Dev, Ops, Service Management, security QA teams are distinct and independent?</a:t>
                      </a:r>
                    </a:p>
                    <a:p>
                      <a:pPr marL="685800" lvl="1" indent="-228600">
                        <a:buFont typeface="+mj-lt"/>
                        <a:buAutoNum type="arabicPeriod"/>
                      </a:pPr>
                      <a:r>
                        <a:rPr lang="en-US" sz="10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QA is embedded with Dev Teams to ensure high quality in operations</a:t>
                      </a:r>
                    </a:p>
                    <a:p>
                      <a:pPr marL="685800" lvl="1" indent="-228600">
                        <a:buFont typeface="+mj-lt"/>
                        <a:buAutoNum type="arabicPeriod"/>
                      </a:pPr>
                      <a:r>
                        <a:rPr lang="en-US" sz="10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You have rightly adopted “ You build it , You Operate “ culture</a:t>
                      </a:r>
                    </a:p>
                    <a:p>
                      <a:pPr marL="685800" lvl="1" indent="-228600">
                        <a:buFont typeface="+mj-lt"/>
                        <a:buAutoNum type="arabicPeriod"/>
                      </a:pPr>
                      <a:r>
                        <a:rPr lang="en-US" sz="10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Security is interwoven into the development process</a:t>
                      </a:r>
                    </a:p>
                    <a:p>
                      <a:pPr marL="685800" lvl="1" indent="-228600">
                        <a:buFont typeface="+mj-lt"/>
                        <a:buAutoNum type="arabicPeriod"/>
                      </a:pPr>
                      <a:r>
                        <a:rPr lang="en-US" sz="10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Support Tickets are assigned immediately to dev teams without passing through Ops reviews</a:t>
                      </a:r>
                    </a:p>
                    <a:p>
                      <a:pPr marL="228600" indent="-228600">
                        <a:buFont typeface="+mj-lt"/>
                        <a:buAutoNum type="arabicPeriod"/>
                      </a:pPr>
                      <a:r>
                        <a:rPr lang="en-IN" sz="10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How would you describe how your dev and ops teams share tools? </a:t>
                      </a:r>
                    </a:p>
                    <a:p>
                      <a:pPr marL="685800" lvl="1" indent="-228600">
                        <a:buFont typeface="+mj-lt"/>
                        <a:buAutoNum type="arabicPeriod"/>
                      </a:pPr>
                      <a:r>
                        <a:rPr lang="en-IN" sz="10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We are all one team, sharing responsibilities and using a common set of tools and sharing information.</a:t>
                      </a:r>
                      <a:endParaRPr lang="en-US" sz="10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685800" lvl="1" indent="-228600">
                        <a:buFont typeface="+mj-lt"/>
                        <a:buAutoNum type="arabicPeriod"/>
                      </a:pPr>
                      <a:r>
                        <a:rPr lang="en-IN" sz="10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Dev and ops teams use a common set of tools but don't have visibility into each others' work.</a:t>
                      </a:r>
                      <a:endParaRPr lang="en-US" sz="10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685800" lvl="1" indent="-228600">
                        <a:buFont typeface="+mj-lt"/>
                        <a:buAutoNum type="arabicPeriod"/>
                      </a:pPr>
                      <a:r>
                        <a:rPr lang="en-IN" sz="10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Dev and ops teams have different responsibilities and their own sets of tools, and they struggle to share data.</a:t>
                      </a:r>
                      <a:endParaRPr lang="en-US" sz="10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685800" lvl="1" indent="-228600">
                        <a:buFont typeface="+mj-lt"/>
                        <a:buAutoNum type="arabicPeriod"/>
                      </a:pPr>
                      <a:r>
                        <a:rPr lang="en-IN" sz="10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Dev and ops teams use a common set of tools but share information manually.</a:t>
                      </a:r>
                      <a:endParaRPr lang="en-US" sz="10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685800" lvl="1" indent="-228600">
                        <a:buFont typeface="+mj-lt"/>
                        <a:buAutoNum type="arabicPeriod"/>
                      </a:pPr>
                      <a:r>
                        <a:rPr lang="en-IN" sz="10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Dev and ops teams share some responsibilities but still use separate tools.</a:t>
                      </a:r>
                      <a:endParaRPr lang="en-US" sz="10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228600" indent="-228600">
                        <a:buFont typeface="+mj-lt"/>
                        <a:buAutoNum type="arabicPeriod"/>
                      </a:pPr>
                      <a:r>
                        <a:rPr lang="en-US" sz="10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What is your organizational structure around service delivery?    </a:t>
                      </a:r>
                    </a:p>
                    <a:p>
                      <a:pPr marL="685800" lvl="1" indent="-228600">
                        <a:buFont typeface="+mj-lt"/>
                        <a:buAutoNum type="arabicPeriod"/>
                      </a:pPr>
                      <a:r>
                        <a:rPr lang="en-US" sz="10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Development gets it to work and hands off to ops to finish the job</a:t>
                      </a:r>
                    </a:p>
                    <a:p>
                      <a:pPr marL="685800" lvl="1" indent="-228600">
                        <a:buFont typeface="+mj-lt"/>
                        <a:buAutoNum type="arabicPeriod"/>
                      </a:pPr>
                      <a:r>
                        <a:rPr lang="en-US" sz="10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Product management writes stories with operations as a top level concern</a:t>
                      </a:r>
                    </a:p>
                    <a:p>
                      <a:pPr marL="685800" lvl="1" indent="-228600">
                        <a:buFont typeface="+mj-lt"/>
                        <a:buAutoNum type="arabicPeriod"/>
                      </a:pPr>
                      <a:r>
                        <a:rPr lang="en-US" sz="10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Ops engineers are embedded in dev teams</a:t>
                      </a:r>
                    </a:p>
                    <a:p>
                      <a:pPr marL="685800" lvl="1" indent="-228600">
                        <a:buFont typeface="+mj-lt"/>
                        <a:buAutoNum type="arabicPeriod"/>
                      </a:pPr>
                      <a:r>
                        <a:rPr lang="en-US" sz="10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We have just one team, not two</a:t>
                      </a:r>
                    </a:p>
                    <a:p>
                      <a:pPr marL="685800" lvl="1" indent="-228600">
                        <a:buFont typeface="+mj-lt"/>
                        <a:buAutoNum type="arabicPeriod"/>
                      </a:pPr>
                      <a:r>
                        <a:rPr lang="en-US" sz="10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Our architecture is designed for operations and scale</a:t>
                      </a:r>
                    </a:p>
                    <a:p>
                      <a:pPr marL="228600" indent="-228600">
                        <a:buFont typeface="+mj-lt"/>
                        <a:buAutoNum type="arabicPeriod"/>
                      </a:pPr>
                      <a:r>
                        <a:rPr lang="en-US" sz="10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What is your organizational state around technology delivery? </a:t>
                      </a:r>
                    </a:p>
                    <a:p>
                      <a:pPr marL="685800" lvl="1" indent="-228600">
                        <a:buFont typeface="+mj-lt"/>
                        <a:buAutoNum type="arabicPeriod"/>
                      </a:pPr>
                      <a:r>
                        <a:rPr lang="en-US" sz="10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The team do not have significant technical debt.</a:t>
                      </a:r>
                    </a:p>
                    <a:p>
                      <a:pPr marL="685800" lvl="1" indent="-228600">
                        <a:buFont typeface="+mj-lt"/>
                        <a:buAutoNum type="arabicPeriod"/>
                      </a:pPr>
                      <a:r>
                        <a:rPr lang="en-US" sz="10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The team incorporate refactoring into our daily work to reduce technical debt.</a:t>
                      </a:r>
                    </a:p>
                    <a:p>
                      <a:pPr marL="685800" lvl="1" indent="-228600">
                        <a:buFont typeface="+mj-lt"/>
                        <a:buAutoNum type="arabicPeriod"/>
                      </a:pPr>
                      <a:r>
                        <a:rPr lang="en-US" sz="10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Team can decide which tool team use .The tool choices are based on what is best for the people who use the tools.</a:t>
                      </a:r>
                    </a:p>
                    <a:p>
                      <a:pPr marL="685800" lvl="1" indent="-228600">
                        <a:buFont typeface="+mj-lt"/>
                        <a:buAutoNum type="arabicPeriod"/>
                      </a:pPr>
                      <a:r>
                        <a:rPr lang="en-US" sz="10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Team prioritizes keeping the software deployable over working on new features.</a:t>
                      </a:r>
                    </a:p>
                    <a:p>
                      <a:pPr marL="685800" lvl="1" indent="-228600" algn="l" defTabSz="914400" rtl="0" eaLnBrk="1" latinLnBrk="0" hangingPunct="1">
                        <a:buFont typeface="+mj-lt"/>
                        <a:buAutoNum type="arabicPeriod"/>
                      </a:pPr>
                      <a:r>
                        <a:rPr lang="en-US" sz="10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developers can easily create environments that closely match production - even when physical resources are constrained for all dependent systems and without coding mocks and stubs?</a:t>
                      </a:r>
                    </a:p>
                    <a:p>
                      <a:pPr marL="228600" indent="-228600" algn="l" defTabSz="914400" rtl="0" eaLnBrk="1" latinLnBrk="0" hangingPunct="1">
                        <a:buFont typeface="+mj-lt"/>
                        <a:buAutoNum type="arabicPeriod"/>
                      </a:pPr>
                      <a:r>
                        <a:rPr lang="en-US" sz="10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How would you describe the project prioritization process in your company?    </a:t>
                      </a:r>
                    </a:p>
                    <a:p>
                      <a:pPr marL="685800" lvl="1" indent="-228600" algn="l" defTabSz="914400" rtl="0" eaLnBrk="1" latinLnBrk="0" hangingPunct="1">
                        <a:buFont typeface="+mj-lt"/>
                        <a:buAutoNum type="arabicPeriod"/>
                      </a:pPr>
                      <a:r>
                        <a:rPr lang="en-US" sz="10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Budgetary planning cycle (year, quarter)</a:t>
                      </a:r>
                    </a:p>
                    <a:p>
                      <a:pPr marL="685800" lvl="1" indent="-228600" algn="l" defTabSz="914400" rtl="0" eaLnBrk="1" latinLnBrk="0" hangingPunct="1">
                        <a:buFont typeface="+mj-lt"/>
                        <a:buAutoNum type="arabicPeriod"/>
                      </a:pPr>
                      <a:r>
                        <a:rPr lang="en-US" sz="10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Small projects &amp; iterative products</a:t>
                      </a:r>
                    </a:p>
                    <a:p>
                      <a:pPr marL="685800" lvl="1" indent="-228600" algn="l" defTabSz="914400" rtl="0" eaLnBrk="1" latinLnBrk="0" hangingPunct="1">
                        <a:buFont typeface="+mj-lt"/>
                        <a:buAutoNum type="arabicPeriod"/>
                      </a:pPr>
                      <a:r>
                        <a:rPr lang="en-US" sz="10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Planning cadence (weeks)</a:t>
                      </a:r>
                    </a:p>
                    <a:p>
                      <a:pPr marL="685800" lvl="1" indent="-228600" algn="l" defTabSz="914400" rtl="0" eaLnBrk="1" latinLnBrk="0" hangingPunct="1">
                        <a:buFont typeface="+mj-lt"/>
                        <a:buAutoNum type="arabicPeriod"/>
                      </a:pPr>
                      <a:r>
                        <a:rPr lang="en-US" sz="10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Continuous experimentation and releases</a:t>
                      </a:r>
                    </a:p>
                    <a:p>
                      <a:pPr marL="685800" lvl="1" indent="-228600" algn="l" defTabSz="914400" rtl="0" eaLnBrk="1" latinLnBrk="0" hangingPunct="1">
                        <a:buFont typeface="+mj-lt"/>
                        <a:buAutoNum type="arabicPeriod"/>
                      </a:pPr>
                      <a:r>
                        <a:rPr lang="en-US" sz="10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Continuous planning</a:t>
                      </a:r>
                    </a:p>
                    <a:p>
                      <a:pPr marL="228600" indent="-228600" algn="l" defTabSz="914400" rtl="0" eaLnBrk="1" latinLnBrk="0" hangingPunct="1">
                        <a:buFont typeface="+mj-lt"/>
                        <a:buAutoNum type="arabicPeriod"/>
                      </a:pPr>
                      <a:r>
                        <a:rPr lang="en-US" sz="10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How would your describe the business requirement communication between teams?</a:t>
                      </a:r>
                    </a:p>
                    <a:p>
                      <a:pPr marL="685800" lvl="1" indent="-228600" algn="l" defTabSz="914400" rtl="0" eaLnBrk="1" latinLnBrk="0" hangingPunct="1">
                        <a:buFont typeface="+mj-lt"/>
                        <a:buAutoNum type="arabicPeriod"/>
                      </a:pPr>
                      <a:r>
                        <a:rPr lang="en-US" sz="10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Team define and manage requirements and present them in a structured and visual way that everyone in the software development lifecycle can understand. Team have full visibility of change</a:t>
                      </a:r>
                    </a:p>
                    <a:p>
                      <a:pPr marL="685800" marR="0" lvl="1" indent="-22860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AutoNum type="arabicPeriod"/>
                        <a:tabLst/>
                        <a:defRPr/>
                      </a:pPr>
                      <a:r>
                        <a:rPr lang="en-US" sz="10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organizational structure and tooling support cross-functional teams that put more emphasis on the processes associated with releasing new capabilities rather than with supporting individual roles?</a:t>
                      </a:r>
                    </a:p>
                    <a:p>
                      <a:pPr marL="685800" marR="0" lvl="1" indent="-22860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AutoNum type="arabicPeriod"/>
                        <a:tabLst/>
                        <a:defRPr/>
                      </a:pPr>
                      <a:r>
                        <a:rPr lang="en-US" sz="10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There is an agreement between business, dev and ops on critical services (transaction counts, performance, uptime, etc.) that are necessary to meet pre-defined business goals</a:t>
                      </a:r>
                    </a:p>
                    <a:p>
                      <a:pPr marL="685800" marR="0" lvl="1" indent="-22860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AutoNum type="arabicPeriod"/>
                        <a:tabLst/>
                        <a:defRPr/>
                      </a:pPr>
                      <a:r>
                        <a:rPr lang="en-US" sz="10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Developers have a centralized portal in order to access, develop and test APIs as they code their applications?</a:t>
                      </a:r>
                    </a:p>
                    <a:p>
                      <a:pPr marL="685800" marR="0" lvl="1" indent="-22860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AutoNum type="arabicPeriod"/>
                        <a:tabLst/>
                        <a:defRPr/>
                      </a:pPr>
                      <a:r>
                        <a:rPr lang="en-US" sz="10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Developers have access to the operations/support team incident details and conduct formal/informal meetings to improve application supportability?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None/>
                        <a:tabLst/>
                        <a:defRPr/>
                      </a:pPr>
                      <a:endParaRPr lang="en-US" sz="10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indent="0" algn="l" defTabSz="914400" rtl="0" eaLnBrk="1" latinLnBrk="0" hangingPunct="1">
                        <a:buFont typeface="+mj-lt"/>
                        <a:buNone/>
                      </a:pPr>
                      <a:endParaRPr lang="en-US" sz="10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000" baseline="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218222">
                <a:tc vMerge="1">
                  <a:txBody>
                    <a:bodyPr/>
                    <a:lstStyle/>
                    <a:p>
                      <a:pPr marL="228600" indent="-228600">
                        <a:buFont typeface="+mj-lt"/>
                        <a:buAutoNum type="arabicPeriod"/>
                      </a:pPr>
                      <a:endParaRPr lang="en-US" sz="10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000" baseline="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41431">
                <a:tc vMerge="1">
                  <a:txBody>
                    <a:bodyPr/>
                    <a:lstStyle/>
                    <a:p>
                      <a:pPr marL="228600" indent="-228600">
                        <a:buFont typeface="+mj-lt"/>
                        <a:buAutoNum type="arabicPeriod"/>
                      </a:pPr>
                      <a:endParaRPr lang="en-US" sz="10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000" baseline="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879827">
                <a:tc vMerge="1">
                  <a:txBody>
                    <a:bodyPr/>
                    <a:lstStyle/>
                    <a:p>
                      <a:endParaRPr lang="en-US" sz="1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000" baseline="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879827">
                <a:tc vMerge="1">
                  <a:txBody>
                    <a:bodyPr/>
                    <a:lstStyle/>
                    <a:p>
                      <a:endParaRPr lang="en-US" sz="1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879827">
                <a:tc vMerge="1">
                  <a:txBody>
                    <a:bodyPr/>
                    <a:lstStyle/>
                    <a:p>
                      <a:endParaRPr lang="en-US" sz="1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24AB4FFD-0C3F-4C30-A082-65FCFF0A8670}"/>
              </a:ext>
            </a:extLst>
          </p:cNvPr>
          <p:cNvSpPr txBox="1"/>
          <p:nvPr/>
        </p:nvSpPr>
        <p:spPr>
          <a:xfrm>
            <a:off x="5287189" y="8790375"/>
            <a:ext cx="3201587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700" cap="small" dirty="0">
                <a:latin typeface="Arial"/>
              </a:rPr>
              <a:t>© 2018 Synectiks. All Rights Reserved. Proprietary and Confidential.</a:t>
            </a:r>
          </a:p>
        </p:txBody>
      </p:sp>
    </p:spTree>
    <p:extLst>
      <p:ext uri="{BB962C8B-B14F-4D97-AF65-F5344CB8AC3E}">
        <p14:creationId xmlns:p14="http://schemas.microsoft.com/office/powerpoint/2010/main" val="4238352824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41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2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50000">
                                          <p:val>
                                            <p:strVal val="#ppt_x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2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2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h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2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w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1" dur="250" tmFilter="0,0; .5, 1; 1, 1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9321AC63-2732-4AC8-817F-7B286EB4BB8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63422" y="0"/>
            <a:ext cx="8370476" cy="83099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Raleway SemiBold" panose="020B0703030101060003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Raleway SemiBold" panose="020B0703030101060003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Raleway SemiBold" panose="020B0703030101060003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Raleway SemiBold" panose="020B0703030101060003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Raleway SemiBold" panose="020B0703030101060003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Raleway SemiBold" panose="020B0703030101060003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Raleway SemiBold" panose="020B0703030101060003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Raleway SemiBold" panose="020B0703030101060003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Raleway SemiBold" panose="020B0703030101060003" pitchFamily="34" charset="0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ru-RU" sz="3200" dirty="0">
                <a:solidFill>
                  <a:srgbClr val="FF0000"/>
                </a:solidFill>
                <a:latin typeface="Raleway ExtraBold" panose="020B0903030101060003" pitchFamily="34" charset="0"/>
              </a:rPr>
              <a:t>Q’s Culture &amp; Skills</a:t>
            </a:r>
          </a:p>
          <a:p>
            <a:pPr algn="r"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endParaRPr lang="en-US" altLang="ru-RU" sz="1600" dirty="0">
              <a:latin typeface="Raleway ExtraBold" panose="020B0903030101060003" pitchFamily="34" charset="0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BFBC5849-D202-400C-A392-8F86A8184D48}"/>
              </a:ext>
            </a:extLst>
          </p:cNvPr>
          <p:cNvSpPr/>
          <p:nvPr/>
        </p:nvSpPr>
        <p:spPr>
          <a:xfrm>
            <a:off x="0" y="794322"/>
            <a:ext cx="9470368" cy="5960046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8580" tIns="34290" rIns="68580" bIns="34290" rtlCol="0" anchor="ctr"/>
          <a:lstStyle/>
          <a:p>
            <a:pPr algn="ctr"/>
            <a:endParaRPr lang="en-US" dirty="0"/>
          </a:p>
        </p:txBody>
      </p:sp>
      <p:graphicFrame>
        <p:nvGraphicFramePr>
          <p:cNvPr id="25" name="Table 24">
            <a:extLst>
              <a:ext uri="{FF2B5EF4-FFF2-40B4-BE49-F238E27FC236}">
                <a16:creationId xmlns:a16="http://schemas.microsoft.com/office/drawing/2014/main" id="{6FC13A79-D205-4ED8-91C5-2C18AB471A6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99514977"/>
              </p:ext>
            </p:extLst>
          </p:nvPr>
        </p:nvGraphicFramePr>
        <p:xfrm>
          <a:off x="18854" y="624578"/>
          <a:ext cx="18251838" cy="6797040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176453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0645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endParaRPr 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baseline="0" dirty="0"/>
                        <a:t>F/P/N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218222">
                <a:tc rowSpan="6">
                  <a:txBody>
                    <a:bodyPr/>
                    <a:lstStyle/>
                    <a:p>
                      <a:pPr marL="228600" indent="-228600">
                        <a:buFont typeface="+mj-lt"/>
                        <a:buAutoNum type="arabicPeriod" startAt="8"/>
                      </a:pPr>
                      <a:r>
                        <a:rPr lang="en-US" sz="10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What is the ratio to unplanned / bugfix work vs. new features / improving infrastructure?</a:t>
                      </a:r>
                    </a:p>
                    <a:p>
                      <a:pPr marL="685800" lvl="1" indent="-228600">
                        <a:buFont typeface="+mj-lt"/>
                        <a:buAutoNum type="arabicPeriod"/>
                      </a:pPr>
                      <a:r>
                        <a:rPr lang="en-US" sz="10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Predominately new features, rarely unplanned work</a:t>
                      </a:r>
                    </a:p>
                    <a:p>
                      <a:pPr marL="685800" lvl="1" indent="-228600">
                        <a:buFont typeface="+mj-lt"/>
                        <a:buAutoNum type="arabicPeriod"/>
                      </a:pPr>
                      <a:r>
                        <a:rPr lang="en-US" sz="10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Mostly unplanned work, some new feature development</a:t>
                      </a:r>
                    </a:p>
                    <a:p>
                      <a:pPr marL="685800" lvl="1" indent="-228600">
                        <a:buFont typeface="+mj-lt"/>
                        <a:buAutoNum type="arabicPeriod"/>
                      </a:pPr>
                      <a:r>
                        <a:rPr lang="en-US" sz="10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Mostly new features, some unplanned work</a:t>
                      </a:r>
                    </a:p>
                    <a:p>
                      <a:pPr marL="685800" lvl="1" indent="-228600">
                        <a:buFont typeface="+mj-lt"/>
                        <a:buAutoNum type="arabicPeriod"/>
                      </a:pPr>
                      <a:r>
                        <a:rPr lang="en-US" sz="10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A balanced mix of both unplanned work and new feature development</a:t>
                      </a:r>
                    </a:p>
                    <a:p>
                      <a:pPr marL="685800" lvl="1" indent="-228600">
                        <a:buFont typeface="+mj-lt"/>
                        <a:buAutoNum type="arabicPeriod"/>
                      </a:pPr>
                      <a:r>
                        <a:rPr lang="en-US" sz="10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Predominately unplanned work, rarely new feature development</a:t>
                      </a:r>
                    </a:p>
                    <a:p>
                      <a:pPr marL="228600" marR="0" lvl="0" indent="-22860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AutoNum type="arabicPeriod" startAt="8"/>
                        <a:tabLst/>
                        <a:defRPr/>
                      </a:pPr>
                      <a:r>
                        <a:rPr lang="en-US" sz="10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What best describe your current state of engineering team traits? Please choose the following options:</a:t>
                      </a:r>
                    </a:p>
                    <a:p>
                      <a:pPr marL="685800" marR="0" lvl="1" indent="-22860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AutoNum type="arabicPeriod"/>
                        <a:tabLst/>
                        <a:defRPr/>
                      </a:pPr>
                      <a:r>
                        <a:rPr lang="en-US" sz="10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Team consistently handle complex, multi-tier deployments for thousands of servers and complex services without having to rely on the development of one-off customized scripts or manual processing?</a:t>
                      </a:r>
                    </a:p>
                    <a:p>
                      <a:pPr marL="685800" lvl="1" indent="-228600" algn="l" defTabSz="914400" rtl="0" eaLnBrk="1" latinLnBrk="0" hangingPunct="1">
                        <a:buFont typeface="+mj-lt"/>
                        <a:buAutoNum type="arabicPeriod"/>
                      </a:pPr>
                      <a:r>
                        <a:rPr lang="en-US" sz="10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Development and testing teams automatically replicating/reproducing more realistic conditions from production systems to create accurate virtual services and testing scenarios?</a:t>
                      </a:r>
                    </a:p>
                    <a:p>
                      <a:pPr marL="685800" marR="0" lvl="1" indent="-22860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AutoNum type="arabicPeriod"/>
                        <a:tabLst/>
                        <a:defRPr/>
                      </a:pPr>
                      <a:r>
                        <a:rPr lang="en-US" sz="10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Developers consistently spot code quality issues early in the development process, before they get near to production?</a:t>
                      </a:r>
                    </a:p>
                    <a:p>
                      <a:pPr marL="685800" marR="0" lvl="1" indent="-22860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AutoNum type="arabicPeriod"/>
                        <a:tabLst/>
                        <a:defRPr/>
                      </a:pPr>
                      <a:r>
                        <a:rPr lang="en-US" sz="10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You have feedback mechanisms in place to ensure continuous assessment and drive improvement and progress?</a:t>
                      </a:r>
                    </a:p>
                    <a:p>
                      <a:pPr marL="457200" marR="0" lvl="1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None/>
                        <a:tabLst/>
                        <a:defRPr/>
                      </a:pPr>
                      <a:endParaRPr lang="en-US" sz="10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228600" marR="0" lvl="0" indent="-22860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AutoNum type="arabicPeriod" startAt="8"/>
                        <a:tabLst/>
                        <a:defRPr/>
                      </a:pPr>
                      <a:r>
                        <a:rPr lang="en-US" sz="10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What best describe your current state of engineering team skill sets</a:t>
                      </a:r>
                    </a:p>
                    <a:p>
                      <a:pPr marL="685800" marR="0" lvl="1" indent="-22860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AutoNum type="arabicPeriod"/>
                        <a:tabLst/>
                        <a:defRPr/>
                      </a:pPr>
                      <a:r>
                        <a:rPr lang="en-US" sz="10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Distinct Team of Product Manager/ Architect/Dev/QA/OPS , with Dev/QA having some key expertise on some languages / Framework .</a:t>
                      </a:r>
                    </a:p>
                    <a:p>
                      <a:pPr marL="685800" marR="0" lvl="1" indent="-22860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AutoNum type="arabicPeriod"/>
                        <a:tabLst/>
                        <a:defRPr/>
                      </a:pPr>
                      <a:r>
                        <a:rPr lang="en-US" sz="10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Dev team does write some automation tests , but there are separate QA and Operation Team</a:t>
                      </a:r>
                    </a:p>
                    <a:p>
                      <a:pPr marL="685800" marR="0" lvl="1" indent="-22860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AutoNum type="arabicPeriod"/>
                        <a:tabLst/>
                        <a:defRPr/>
                      </a:pPr>
                      <a:r>
                        <a:rPr lang="en-US" sz="10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Product Management team aware of operation concerns, write stories with operation in mind, architects have adequate knowledge of infrastructure &amp; applications both and rest all engineering team is Full stack developer who understand operation and can automate operations.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None/>
                        <a:tabLst/>
                        <a:defRPr/>
                      </a:pPr>
                      <a:endParaRPr lang="en-US" sz="10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228600" marR="0" lvl="0" indent="-22860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AutoNum type="arabicPeriod" startAt="8"/>
                        <a:tabLst/>
                        <a:defRPr/>
                      </a:pPr>
                      <a:r>
                        <a:rPr lang="en-US" sz="10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What best describe your criterion for  current state of resource hiring </a:t>
                      </a:r>
                    </a:p>
                    <a:p>
                      <a:pPr marL="685800" lvl="1" indent="-228600" algn="l" defTabSz="914400" rtl="0" eaLnBrk="1" latinLnBrk="0" hangingPunct="1">
                        <a:buFont typeface="+mj-lt"/>
                        <a:buAutoNum type="arabicPeriod"/>
                      </a:pPr>
                      <a:r>
                        <a:rPr lang="en-US" sz="10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Mostly based on specific skill &amp; framework, fit for specific area of development &amp; QA.</a:t>
                      </a:r>
                    </a:p>
                    <a:p>
                      <a:pPr marL="685800" lvl="1" indent="-228600" algn="l" defTabSz="914400" rtl="0" eaLnBrk="1" latinLnBrk="0" hangingPunct="1">
                        <a:buFont typeface="+mj-lt"/>
                        <a:buAutoNum type="arabicPeriod"/>
                      </a:pPr>
                      <a:r>
                        <a:rPr lang="en-US" sz="10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Development resources who has holistic view on both Infrastructure and Application </a:t>
                      </a:r>
                    </a:p>
                    <a:p>
                      <a:pPr marL="685800" lvl="1" indent="-228600" algn="l" defTabSz="914400" rtl="0" eaLnBrk="1" latinLnBrk="0" hangingPunct="1">
                        <a:buFont typeface="+mj-lt"/>
                        <a:buAutoNum type="arabicPeriod"/>
                      </a:pPr>
                      <a:r>
                        <a:rPr lang="en-US" sz="10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Architects who have capability to draft multi cloud hybrid architectures</a:t>
                      </a:r>
                    </a:p>
                    <a:p>
                      <a:pPr marL="685800" lvl="1" indent="-228600" algn="l" defTabSz="914400" rtl="0" eaLnBrk="1" latinLnBrk="0" hangingPunct="1">
                        <a:buFont typeface="+mj-lt"/>
                        <a:buAutoNum type="arabicPeriod"/>
                      </a:pPr>
                      <a:r>
                        <a:rPr lang="en-US" sz="10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Product Managers having thorough understanding of operation aspects.</a:t>
                      </a:r>
                    </a:p>
                    <a:p>
                      <a:pPr marL="685800" lvl="1" indent="-228600" algn="l" defTabSz="914400" rtl="0" eaLnBrk="1" latinLnBrk="0" hangingPunct="1">
                        <a:buFont typeface="+mj-lt"/>
                        <a:buAutoNum type="arabicPeriod"/>
                      </a:pPr>
                      <a:r>
                        <a:rPr lang="en-US" sz="10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Developers skilled on development/deployments / operations</a:t>
                      </a:r>
                    </a:p>
                    <a:p>
                      <a:pPr marL="457200" lvl="1" indent="0" algn="l" defTabSz="914400" rtl="0" eaLnBrk="1" latinLnBrk="0" hangingPunct="1">
                        <a:buFont typeface="+mj-lt"/>
                        <a:buNone/>
                      </a:pPr>
                      <a:endParaRPr lang="en-US" sz="10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457200" lvl="1" indent="0" algn="l" defTabSz="914400" rtl="0" eaLnBrk="1" latinLnBrk="0" hangingPunct="1">
                        <a:buFont typeface="+mj-lt"/>
                        <a:buNone/>
                      </a:pPr>
                      <a:endParaRPr lang="en-US" sz="10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228600" indent="-228600" algn="l" defTabSz="914400" rtl="0" eaLnBrk="1" latinLnBrk="0" hangingPunct="1">
                        <a:buFont typeface="+mj-lt"/>
                        <a:buAutoNum type="arabicPeriod" startAt="8"/>
                      </a:pPr>
                      <a:r>
                        <a:rPr lang="en-US" sz="10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What best describe your training process </a:t>
                      </a:r>
                    </a:p>
                    <a:p>
                      <a:pPr marL="685800" lvl="1" indent="-228600" algn="l" defTabSz="914400" rtl="0" eaLnBrk="1" latinLnBrk="0" hangingPunct="1">
                        <a:buFont typeface="+mj-lt"/>
                        <a:buAutoNum type="arabicPeriod"/>
                      </a:pPr>
                      <a:r>
                        <a:rPr lang="en-US" sz="10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No formal training in place , only happens through project level mentoring</a:t>
                      </a:r>
                    </a:p>
                    <a:p>
                      <a:pPr marL="685800" lvl="1" indent="-228600" algn="l" defTabSz="914400" rtl="0" eaLnBrk="1" latinLnBrk="0" hangingPunct="1">
                        <a:buFont typeface="+mj-lt"/>
                        <a:buAutoNum type="arabicPeriod"/>
                      </a:pPr>
                      <a:r>
                        <a:rPr lang="en-US" sz="10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You have some defined training for language &amp; framework in place </a:t>
                      </a:r>
                      <a:r>
                        <a:rPr lang="en-US" sz="1000" kern="1200" dirty="0" err="1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i.e</a:t>
                      </a:r>
                      <a:r>
                        <a:rPr lang="en-US" sz="10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 used in projects.</a:t>
                      </a:r>
                    </a:p>
                    <a:p>
                      <a:pPr marL="685800" lvl="1" indent="-228600" algn="l" defTabSz="914400" rtl="0" eaLnBrk="1" latinLnBrk="0" hangingPunct="1">
                        <a:buFont typeface="+mj-lt"/>
                        <a:buAutoNum type="arabicPeriod"/>
                      </a:pPr>
                      <a:r>
                        <a:rPr lang="en-US" sz="10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You have training program available that guide your product managers to gain operation excellence and engineering team to gain DevOps excellence.</a:t>
                      </a:r>
                    </a:p>
                    <a:p>
                      <a:pPr marL="685800" lvl="1" indent="-228600" algn="l" defTabSz="914400" rtl="0" eaLnBrk="1" latinLnBrk="0" hangingPunct="1">
                        <a:buFont typeface="+mj-lt"/>
                        <a:buAutoNum type="arabicPeriod"/>
                      </a:pPr>
                      <a:r>
                        <a:rPr lang="en-US" sz="10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You continuously improve your training based on latest framework and technologies and input from Architecture team.</a:t>
                      </a:r>
                    </a:p>
                    <a:p>
                      <a:pPr marL="457200" lvl="1" indent="0" algn="l" defTabSz="914400" rtl="0" eaLnBrk="1" latinLnBrk="0" hangingPunct="1">
                        <a:buFont typeface="+mj-lt"/>
                        <a:buNone/>
                      </a:pPr>
                      <a:endParaRPr lang="en-US" sz="10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228600" indent="-228600" algn="l" defTabSz="914400" rtl="0" eaLnBrk="1" latinLnBrk="0" hangingPunct="1">
                        <a:buFont typeface="+mj-lt"/>
                        <a:buAutoNum type="arabicPeriod" startAt="8"/>
                      </a:pPr>
                      <a:r>
                        <a:rPr lang="en-IN" sz="10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How would you describe the project prioritization process in your company?    </a:t>
                      </a:r>
                      <a:endParaRPr lang="en-US" sz="10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685800" lvl="1" indent="-228600" algn="l" defTabSz="914400" rtl="0" eaLnBrk="1" latinLnBrk="0" hangingPunct="1">
                        <a:buFont typeface="+mj-lt"/>
                        <a:buAutoNum type="arabicPeriod" startAt="8"/>
                      </a:pPr>
                      <a:r>
                        <a:rPr lang="en-IN" sz="10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Budgetary planning cycle (year, quarter)</a:t>
                      </a:r>
                      <a:endParaRPr lang="en-US" sz="10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685800" lvl="1" indent="-228600" algn="l" defTabSz="914400" rtl="0" eaLnBrk="1" latinLnBrk="0" hangingPunct="1">
                        <a:buFont typeface="+mj-lt"/>
                        <a:buAutoNum type="arabicPeriod" startAt="8"/>
                      </a:pPr>
                      <a:r>
                        <a:rPr lang="en-IN" sz="10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Small projects &amp; iterative products</a:t>
                      </a:r>
                      <a:endParaRPr lang="en-US" sz="10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685800" lvl="1" indent="-228600" algn="l" defTabSz="914400" rtl="0" eaLnBrk="1" latinLnBrk="0" hangingPunct="1">
                        <a:buFont typeface="+mj-lt"/>
                        <a:buAutoNum type="arabicPeriod" startAt="8"/>
                      </a:pPr>
                      <a:r>
                        <a:rPr lang="en-IN" sz="10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Planning cadence (weeks)</a:t>
                      </a:r>
                      <a:endParaRPr lang="en-US" sz="10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685800" lvl="1" indent="-228600" algn="l" defTabSz="914400" rtl="0" eaLnBrk="1" latinLnBrk="0" hangingPunct="1">
                        <a:buFont typeface="+mj-lt"/>
                        <a:buAutoNum type="arabicPeriod" startAt="8"/>
                      </a:pPr>
                      <a:r>
                        <a:rPr lang="en-IN" sz="10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Continuous experimentation and releases</a:t>
                      </a:r>
                      <a:endParaRPr lang="en-US" sz="10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685800" lvl="1" indent="-228600" algn="l" defTabSz="914400" rtl="0" eaLnBrk="1" latinLnBrk="0" hangingPunct="1">
                        <a:buFont typeface="+mj-lt"/>
                        <a:buAutoNum type="arabicPeriod" startAt="8"/>
                      </a:pPr>
                      <a:r>
                        <a:rPr lang="en-IN" sz="10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Continuous planning</a:t>
                      </a:r>
                      <a:endParaRPr lang="en-US" sz="10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228600" indent="-228600" algn="l" defTabSz="914400" rtl="0" eaLnBrk="1" latinLnBrk="0" hangingPunct="1">
                        <a:buFont typeface="+mj-lt"/>
                        <a:buAutoNum type="arabicPeriod" startAt="8"/>
                      </a:pPr>
                      <a:endParaRPr lang="en-US" sz="10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228600" indent="-228600" algn="l" defTabSz="914400" rtl="0" eaLnBrk="1" latinLnBrk="0" hangingPunct="1">
                        <a:buFont typeface="+mj-lt"/>
                        <a:buAutoNum type="arabicPeriod" startAt="8"/>
                      </a:pPr>
                      <a:endParaRPr lang="en-US" sz="10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None/>
                        <a:tabLst/>
                        <a:defRPr/>
                      </a:pPr>
                      <a:endParaRPr lang="en-US" sz="10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228600" indent="-228600" algn="l" defTabSz="914400" rtl="0" eaLnBrk="1" latinLnBrk="0" hangingPunct="1">
                        <a:buFont typeface="+mj-lt"/>
                        <a:buAutoNum type="arabicPeriod" startAt="8"/>
                      </a:pPr>
                      <a:endParaRPr lang="en-US" sz="10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000" baseline="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218222">
                <a:tc vMerge="1">
                  <a:txBody>
                    <a:bodyPr/>
                    <a:lstStyle/>
                    <a:p>
                      <a:pPr marL="228600" indent="-228600">
                        <a:buFont typeface="+mj-lt"/>
                        <a:buAutoNum type="arabicPeriod"/>
                      </a:pPr>
                      <a:endParaRPr lang="en-US" sz="10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000" baseline="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41431">
                <a:tc vMerge="1">
                  <a:txBody>
                    <a:bodyPr/>
                    <a:lstStyle/>
                    <a:p>
                      <a:pPr marL="228600" indent="-228600">
                        <a:buFont typeface="+mj-lt"/>
                        <a:buAutoNum type="arabicPeriod"/>
                      </a:pPr>
                      <a:endParaRPr lang="en-US" sz="10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000" baseline="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879827">
                <a:tc vMerge="1">
                  <a:txBody>
                    <a:bodyPr/>
                    <a:lstStyle/>
                    <a:p>
                      <a:endParaRPr lang="en-US" sz="1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000" baseline="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879827">
                <a:tc vMerge="1">
                  <a:txBody>
                    <a:bodyPr/>
                    <a:lstStyle/>
                    <a:p>
                      <a:endParaRPr lang="en-US" sz="1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879827">
                <a:tc vMerge="1">
                  <a:txBody>
                    <a:bodyPr/>
                    <a:lstStyle/>
                    <a:p>
                      <a:endParaRPr lang="en-US" sz="1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24AB4FFD-0C3F-4C30-A082-65FCFF0A8670}"/>
              </a:ext>
            </a:extLst>
          </p:cNvPr>
          <p:cNvSpPr txBox="1"/>
          <p:nvPr/>
        </p:nvSpPr>
        <p:spPr>
          <a:xfrm>
            <a:off x="5287189" y="8790375"/>
            <a:ext cx="3201587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700" cap="small" dirty="0">
                <a:latin typeface="Arial"/>
              </a:rPr>
              <a:t>© 2018 Synectiks. All Rights Reserved. Proprietary and Confidential.</a:t>
            </a:r>
          </a:p>
        </p:txBody>
      </p:sp>
    </p:spTree>
    <p:extLst>
      <p:ext uri="{BB962C8B-B14F-4D97-AF65-F5344CB8AC3E}">
        <p14:creationId xmlns:p14="http://schemas.microsoft.com/office/powerpoint/2010/main" val="212869576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41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2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50000">
                                          <p:val>
                                            <p:strVal val="#ppt_x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2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2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h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2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w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1" dur="250" tmFilter="0,0; .5, 1; 1, 1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9321AC63-2732-4AC8-817F-7B286EB4BB8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61385" y="-118460"/>
            <a:ext cx="8370476" cy="83099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Raleway SemiBold" panose="020B0703030101060003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Raleway SemiBold" panose="020B0703030101060003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Raleway SemiBold" panose="020B0703030101060003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Raleway SemiBold" panose="020B0703030101060003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Raleway SemiBold" panose="020B0703030101060003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Raleway SemiBold" panose="020B0703030101060003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Raleway SemiBold" panose="020B0703030101060003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Raleway SemiBold" panose="020B0703030101060003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Raleway SemiBold" panose="020B0703030101060003" pitchFamily="34" charset="0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ru-RU" sz="3200" dirty="0">
                <a:solidFill>
                  <a:srgbClr val="FF0000"/>
                </a:solidFill>
                <a:latin typeface="Raleway ExtraBold" panose="020B0903030101060003" pitchFamily="34" charset="0"/>
              </a:rPr>
              <a:t>Q’s Build &amp; Deploy</a:t>
            </a:r>
          </a:p>
          <a:p>
            <a:pPr algn="r"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endParaRPr lang="en-US" altLang="ru-RU" sz="1600" dirty="0">
              <a:latin typeface="Raleway ExtraBold" panose="020B0903030101060003" pitchFamily="34" charset="0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BFBC5849-D202-400C-A392-8F86A8184D48}"/>
              </a:ext>
            </a:extLst>
          </p:cNvPr>
          <p:cNvSpPr/>
          <p:nvPr/>
        </p:nvSpPr>
        <p:spPr>
          <a:xfrm>
            <a:off x="0" y="794322"/>
            <a:ext cx="9470368" cy="6063678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8580" tIns="34290" rIns="68580" bIns="34290" rtlCol="0" anchor="ctr"/>
          <a:lstStyle/>
          <a:p>
            <a:pPr algn="ctr"/>
            <a:endParaRPr lang="en-US" dirty="0"/>
          </a:p>
        </p:txBody>
      </p:sp>
      <p:graphicFrame>
        <p:nvGraphicFramePr>
          <p:cNvPr id="25" name="Table 24">
            <a:extLst>
              <a:ext uri="{FF2B5EF4-FFF2-40B4-BE49-F238E27FC236}">
                <a16:creationId xmlns:a16="http://schemas.microsoft.com/office/drawing/2014/main" id="{6FC13A79-D205-4ED8-91C5-2C18AB471A6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23886718"/>
              </p:ext>
            </p:extLst>
          </p:nvPr>
        </p:nvGraphicFramePr>
        <p:xfrm>
          <a:off x="1" y="415498"/>
          <a:ext cx="12192000" cy="6766560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1160466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8733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09708">
                <a:tc>
                  <a:txBody>
                    <a:bodyPr/>
                    <a:lstStyle/>
                    <a:p>
                      <a:endParaRPr 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baseline="0" dirty="0"/>
                        <a:t>F/P/N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653970">
                <a:tc>
                  <a:txBody>
                    <a:bodyPr/>
                    <a:lstStyle/>
                    <a:p>
                      <a:pPr marL="457200" lvl="1" indent="0">
                        <a:buFont typeface="+mj-lt"/>
                        <a:buNone/>
                      </a:pPr>
                      <a:endParaRPr lang="en-US" sz="10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228600" marR="0" lvl="0" indent="-22860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AutoNum type="arabicPeriod"/>
                        <a:tabLst/>
                        <a:defRPr/>
                      </a:pPr>
                      <a:r>
                        <a:rPr lang="en-IN" sz="10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How</a:t>
                      </a:r>
                      <a:r>
                        <a:rPr lang="en-IN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IN" sz="10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would you describe your typical deployment process for key projects?</a:t>
                      </a:r>
                      <a:endParaRPr lang="en-US" sz="10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685800" lvl="1" indent="-228600">
                        <a:buAutoNum type="arabicPeriod"/>
                      </a:pPr>
                      <a:r>
                        <a:rPr lang="en-US" sz="10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Team develops code using continuous integration (CI)</a:t>
                      </a:r>
                    </a:p>
                    <a:p>
                      <a:pPr marL="685800" lvl="1" indent="-228600">
                        <a:buAutoNum type="arabicPeriod"/>
                      </a:pPr>
                      <a:r>
                        <a:rPr lang="en-US" sz="10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Team commits and pushes to a shared main branch/trunk at least once daily</a:t>
                      </a:r>
                    </a:p>
                    <a:p>
                      <a:pPr marL="685800" lvl="1" indent="-228600">
                        <a:buAutoNum type="arabicPeriod"/>
                      </a:pPr>
                      <a:r>
                        <a:rPr lang="en-US" sz="10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Each commit to main branch starts an automated build.</a:t>
                      </a:r>
                    </a:p>
                    <a:p>
                      <a:pPr marL="685800" lvl="1" indent="-228600">
                        <a:buAutoNum type="arabicPeriod"/>
                      </a:pPr>
                      <a:r>
                        <a:rPr lang="en-US" sz="10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Team members have an option to start a series of automated tests as they see fit.</a:t>
                      </a:r>
                    </a:p>
                    <a:p>
                      <a:pPr marL="685800" lvl="1" indent="-228600">
                        <a:buAutoNum type="arabicPeriod"/>
                      </a:pPr>
                      <a:r>
                        <a:rPr lang="en-US" sz="10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When the build fails, the errors are usually fixed and the new build is run as soon as possible.</a:t>
                      </a:r>
                    </a:p>
                    <a:p>
                      <a:pPr marL="685800" lvl="1" indent="-228600">
                        <a:buAutoNum type="arabicPeriod"/>
                      </a:pPr>
                      <a:r>
                        <a:rPr lang="en-US" sz="10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Automated tests are regularly run at least once per day and are part of the standard workflow.</a:t>
                      </a:r>
                    </a:p>
                    <a:p>
                      <a:pPr marL="685800" lvl="1" indent="-228600">
                        <a:buAutoNum type="arabicPeriod"/>
                      </a:pPr>
                      <a:r>
                        <a:rPr lang="en-US" sz="10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You keep the number of our branches to a minimum and not more than five active branches on the application's code repo.</a:t>
                      </a:r>
                    </a:p>
                    <a:p>
                      <a:pPr marL="685800" lvl="1" indent="-228600">
                        <a:buAutoNum type="arabicPeriod"/>
                      </a:pPr>
                      <a:r>
                        <a:rPr lang="en-US" sz="10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Your team never has code lock periods when no one can check in code or do pull requests due to merging conflicts.</a:t>
                      </a:r>
                    </a:p>
                    <a:p>
                      <a:pPr marL="685800" lvl="1" indent="-228600">
                        <a:buFont typeface="+mj-lt"/>
                        <a:buAutoNum type="arabicPeriod"/>
                      </a:pPr>
                      <a:r>
                        <a:rPr lang="en-US" sz="10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On my team, we can perform deployments during normal business hours with negligible downtime.</a:t>
                      </a:r>
                    </a:p>
                    <a:p>
                      <a:pPr marL="685800" lvl="1" indent="-228600">
                        <a:buFont typeface="+mj-lt"/>
                        <a:buAutoNum type="arabicPeriod"/>
                      </a:pPr>
                      <a:r>
                        <a:rPr lang="en-US" sz="10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Our software is in a deployable state early in the lifecycle.</a:t>
                      </a:r>
                    </a:p>
                    <a:p>
                      <a:pPr marL="685800" lvl="1" indent="-228600">
                        <a:buFont typeface="+mj-lt"/>
                        <a:buAutoNum type="arabicPeriod"/>
                      </a:pPr>
                      <a:r>
                        <a:rPr lang="en-US" sz="10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We don't fear code deployments.</a:t>
                      </a:r>
                    </a:p>
                    <a:p>
                      <a:pPr marL="685800" lvl="1" indent="-228600">
                        <a:buFont typeface="+mj-lt"/>
                        <a:buAutoNum type="arabicPeriod"/>
                      </a:pPr>
                      <a:r>
                        <a:rPr lang="en-US" sz="10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Code deployments are not disruptive, easy and pain-free. </a:t>
                      </a:r>
                    </a:p>
                    <a:p>
                      <a:pPr marL="685800" lvl="1" indent="-228600">
                        <a:buFont typeface="+mj-lt"/>
                        <a:buAutoNum type="arabicPeriod"/>
                      </a:pPr>
                      <a:r>
                        <a:rPr lang="en-US" sz="10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When the automated tests pass, I am confident the software is releasable.</a:t>
                      </a:r>
                    </a:p>
                    <a:p>
                      <a:pPr marL="685800" marR="0" lvl="1" indent="-22860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AutoNum type="arabicPeriod"/>
                        <a:tabLst/>
                        <a:defRPr/>
                      </a:pPr>
                      <a:r>
                        <a:rPr lang="en-US" sz="10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When people get feedback that the system is not deployable (such as failing builds or tests), they make fixing these issues their highest priority.</a:t>
                      </a:r>
                    </a:p>
                    <a:p>
                      <a:pPr marL="685800" marR="0" lvl="1" indent="-22860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AutoNum type="arabicPeriod"/>
                        <a:tabLst/>
                        <a:defRPr/>
                      </a:pPr>
                      <a:r>
                        <a:rPr lang="en-US" sz="10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Fast feedback on the quality and deploy ability of the system is available to anyone on the team.</a:t>
                      </a:r>
                    </a:p>
                    <a:p>
                      <a:pPr marL="685800" marR="0" lvl="1" indent="-22860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AutoNum type="arabicPeriod"/>
                        <a:tabLst/>
                        <a:defRPr/>
                      </a:pPr>
                      <a:r>
                        <a:rPr lang="en-US" sz="10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My organization deploys code to production more often than once per month.</a:t>
                      </a:r>
                    </a:p>
                    <a:p>
                      <a:pPr marL="685800" lvl="1" indent="-228600">
                        <a:buFont typeface="+mj-lt"/>
                        <a:buAutoNum type="arabicPeriod"/>
                      </a:pPr>
                      <a:r>
                        <a:rPr lang="en-US" sz="10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The majority or all of our code is deployed automatically to various environments.</a:t>
                      </a:r>
                    </a:p>
                    <a:p>
                      <a:pPr marL="685800" lvl="1" indent="-228600">
                        <a:buFont typeface="+mj-lt"/>
                        <a:buAutoNum type="arabicPeriod"/>
                      </a:pPr>
                      <a:r>
                        <a:rPr lang="en-US" sz="10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We can deploy our system to production - at any time - on demand.</a:t>
                      </a:r>
                    </a:p>
                    <a:p>
                      <a:pPr marL="685800" lvl="1" indent="-228600">
                        <a:buFont typeface="+mj-lt"/>
                        <a:buAutoNum type="arabicPeriod"/>
                      </a:pPr>
                      <a:r>
                        <a:rPr lang="en-US" sz="10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If there are deployment issue, the process is automatically aborted and the new features are rolled back without excessive friction.</a:t>
                      </a:r>
                    </a:p>
                    <a:p>
                      <a:pPr marL="685800" lvl="1" indent="-228600">
                        <a:buFont typeface="+mj-lt"/>
                        <a:buAutoNum type="arabicPeriod"/>
                      </a:pPr>
                      <a:r>
                        <a:rPr lang="en-US" sz="10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The lead time between a line of code has been written in development and available to live users in production has decreased over the last three months. </a:t>
                      </a:r>
                    </a:p>
                    <a:p>
                      <a:pPr marL="685800" lvl="1" indent="-228600">
                        <a:buFont typeface="+mj-lt"/>
                        <a:buAutoNum type="arabicPeriod"/>
                      </a:pPr>
                      <a:r>
                        <a:rPr lang="en-US" sz="10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Every change that passes the automated tests is deployed to production automatically. </a:t>
                      </a:r>
                    </a:p>
                    <a:p>
                      <a:pPr marL="685800" lvl="1" indent="-228600" algn="l" defTabSz="914400" rtl="0" eaLnBrk="1" latinLnBrk="0" hangingPunct="1">
                        <a:buFont typeface="+mj-lt"/>
                        <a:buAutoNum type="arabicPeriod"/>
                      </a:pPr>
                      <a:r>
                        <a:rPr lang="en-US" sz="10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Are your teams fully proficient at handling any unforeseen issues that cause the rollback of an application release?</a:t>
                      </a:r>
                    </a:p>
                    <a:p>
                      <a:pPr marL="685800" lvl="1" indent="-228600" algn="l" defTabSz="914400" rtl="0" eaLnBrk="1" latinLnBrk="0" hangingPunct="1">
                        <a:buFont typeface="+mj-lt"/>
                        <a:buAutoNum type="arabicPeriod"/>
                      </a:pPr>
                      <a:r>
                        <a:rPr lang="en-US" sz="10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Are your teams establishing continuous feedback loops to share important information before and after each release?</a:t>
                      </a:r>
                    </a:p>
                    <a:p>
                      <a:pPr marL="685800" lvl="1" indent="-228600" algn="l" defTabSz="914400" rtl="0" eaLnBrk="1" latinLnBrk="0" hangingPunct="1">
                        <a:buFont typeface="+mj-lt"/>
                        <a:buAutoNum type="arabicPeriod"/>
                      </a:pPr>
                      <a:r>
                        <a:rPr lang="en-US" sz="10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Do your release deployment processes include integrating Continuous Integration and Build tools, automated Testing tools, Containerization (e.g. Docker) and/or Infrastructure Configuration and Cloud Provisioning tools?</a:t>
                      </a:r>
                    </a:p>
                    <a:p>
                      <a:pPr marL="685800" lvl="1" indent="-228600">
                        <a:buFont typeface="+mj-lt"/>
                        <a:buAutoNum type="arabicPeriod"/>
                      </a:pPr>
                      <a:r>
                        <a:rPr lang="en-US" sz="10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Are your application release deployments fully automated end-to-end across development, test and production environments?</a:t>
                      </a:r>
                    </a:p>
                    <a:p>
                      <a:pPr marL="685800" lvl="1" indent="-228600">
                        <a:buFont typeface="+mj-lt"/>
                        <a:buAutoNum type="arabicPeriod"/>
                      </a:pPr>
                      <a:r>
                        <a:rPr lang="en-US" sz="10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Can developers easily create a sandbox that matches production?</a:t>
                      </a:r>
                    </a:p>
                    <a:p>
                      <a:pPr marL="685800" lvl="1" indent="-228600">
                        <a:buFont typeface="+mj-lt"/>
                        <a:buAutoNum type="arabicPeriod"/>
                      </a:pPr>
                      <a:r>
                        <a:rPr lang="en-US" sz="10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Can you deploy new versions of your application to production without downtime? Do you support blue/green deployment?</a:t>
                      </a:r>
                    </a:p>
                    <a:p>
                      <a:pPr marL="685800" lvl="1" indent="-228600">
                        <a:buFont typeface="+mj-lt"/>
                        <a:buAutoNum type="arabicPeriod"/>
                      </a:pPr>
                      <a:r>
                        <a:rPr lang="en-US" sz="10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Are deployments automated end-to-end across development, test and production?</a:t>
                      </a:r>
                    </a:p>
                    <a:p>
                      <a:pPr marL="685800" lvl="1" indent="-228600">
                        <a:buFont typeface="+mj-lt"/>
                        <a:buAutoNum type="arabicPeriod"/>
                      </a:pPr>
                      <a:r>
                        <a:rPr lang="en-US" sz="10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Does your release process include comprehensive auditing and reporting capabilities?</a:t>
                      </a:r>
                    </a:p>
                    <a:p>
                      <a:pPr marL="685800" marR="0" lvl="1" indent="-22860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AutoNum type="arabicPeriod"/>
                        <a:tabLst/>
                        <a:defRPr/>
                      </a:pPr>
                      <a:r>
                        <a:rPr lang="en-US" sz="10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Do your release and deployment practices provide comprehensive auditing and reporting capabilities to ensure IT governance and compliance?</a:t>
                      </a:r>
                    </a:p>
                    <a:p>
                      <a:pPr marL="685800" marR="0" lvl="1" indent="-22860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AutoNum type="arabicPeriod"/>
                        <a:tabLst/>
                        <a:defRPr/>
                      </a:pPr>
                      <a:endParaRPr lang="en-US" sz="10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None/>
                        <a:tabLst/>
                        <a:defRPr/>
                      </a:pPr>
                      <a:endParaRPr lang="en-US" sz="10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457200" lvl="1" indent="0" algn="l" defTabSz="914400" rtl="0" eaLnBrk="1" latinLnBrk="0" hangingPunct="1">
                        <a:buFont typeface="+mj-lt"/>
                        <a:buNone/>
                      </a:pPr>
                      <a:endParaRPr lang="en-US" sz="10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228600" indent="-228600">
                        <a:buFont typeface="+mj-lt"/>
                        <a:buAutoNum type="arabicPeriod"/>
                      </a:pPr>
                      <a:endParaRPr lang="en-US" sz="10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228600" marR="0" lvl="0" indent="-22860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AutoNum type="arabicPeriod"/>
                        <a:tabLst/>
                        <a:defRPr/>
                      </a:pPr>
                      <a:endParaRPr lang="en-US" sz="10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228600" indent="-228600">
                        <a:buFont typeface="+mj-lt"/>
                        <a:buAutoNum type="arabicPeriod"/>
                      </a:pPr>
                      <a:endParaRPr lang="en-US" sz="10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228600" indent="-228600">
                        <a:buFont typeface="+mj-lt"/>
                        <a:buAutoNum type="arabicPeriod"/>
                      </a:pPr>
                      <a:endParaRPr lang="en-US" sz="10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000" baseline="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24AB4FFD-0C3F-4C30-A082-65FCFF0A8670}"/>
              </a:ext>
            </a:extLst>
          </p:cNvPr>
          <p:cNvSpPr txBox="1"/>
          <p:nvPr/>
        </p:nvSpPr>
        <p:spPr>
          <a:xfrm>
            <a:off x="3929730" y="9355982"/>
            <a:ext cx="3201587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700" cap="small" dirty="0">
                <a:latin typeface="Arial"/>
              </a:rPr>
              <a:t>© 2018 Synectiks. All Rights Reserved. Proprietary and Confidential.</a:t>
            </a:r>
          </a:p>
        </p:txBody>
      </p:sp>
    </p:spTree>
    <p:extLst>
      <p:ext uri="{BB962C8B-B14F-4D97-AF65-F5344CB8AC3E}">
        <p14:creationId xmlns:p14="http://schemas.microsoft.com/office/powerpoint/2010/main" val="2297427559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41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2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50000">
                                          <p:val>
                                            <p:strVal val="#ppt_x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2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2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h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2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w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1" dur="250" tmFilter="0,0; .5, 1; 1, 1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9321AC63-2732-4AC8-817F-7B286EB4BB8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63422" y="0"/>
            <a:ext cx="8370476" cy="83099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Raleway SemiBold" panose="020B0703030101060003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Raleway SemiBold" panose="020B0703030101060003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Raleway SemiBold" panose="020B0703030101060003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Raleway SemiBold" panose="020B0703030101060003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Raleway SemiBold" panose="020B0703030101060003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Raleway SemiBold" panose="020B0703030101060003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Raleway SemiBold" panose="020B0703030101060003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Raleway SemiBold" panose="020B0703030101060003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Raleway SemiBold" panose="020B0703030101060003" pitchFamily="34" charset="0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ru-RU" sz="3200" dirty="0">
                <a:solidFill>
                  <a:srgbClr val="FF0000"/>
                </a:solidFill>
                <a:latin typeface="Raleway ExtraBold" panose="020B0903030101060003" pitchFamily="34" charset="0"/>
              </a:rPr>
              <a:t>Q’s Build &amp; Deploy</a:t>
            </a:r>
          </a:p>
          <a:p>
            <a:pPr algn="r"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endParaRPr lang="en-US" altLang="ru-RU" sz="1600" dirty="0">
              <a:latin typeface="Raleway ExtraBold" panose="020B0903030101060003" pitchFamily="34" charset="0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BFBC5849-D202-400C-A392-8F86A8184D48}"/>
              </a:ext>
            </a:extLst>
          </p:cNvPr>
          <p:cNvSpPr/>
          <p:nvPr/>
        </p:nvSpPr>
        <p:spPr>
          <a:xfrm>
            <a:off x="0" y="794322"/>
            <a:ext cx="9470368" cy="6063678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8580" tIns="34290" rIns="68580" bIns="34290" rtlCol="0" anchor="ctr"/>
          <a:lstStyle/>
          <a:p>
            <a:pPr algn="ctr"/>
            <a:endParaRPr lang="en-US" dirty="0"/>
          </a:p>
        </p:txBody>
      </p:sp>
      <p:graphicFrame>
        <p:nvGraphicFramePr>
          <p:cNvPr id="25" name="Table 24">
            <a:extLst>
              <a:ext uri="{FF2B5EF4-FFF2-40B4-BE49-F238E27FC236}">
                <a16:creationId xmlns:a16="http://schemas.microsoft.com/office/drawing/2014/main" id="{6FC13A79-D205-4ED8-91C5-2C18AB471A6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44465542"/>
              </p:ext>
            </p:extLst>
          </p:nvPr>
        </p:nvGraphicFramePr>
        <p:xfrm>
          <a:off x="18854" y="624578"/>
          <a:ext cx="12141723" cy="8511905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1155726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8446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709025">
                <a:tc>
                  <a:txBody>
                    <a:bodyPr/>
                    <a:lstStyle/>
                    <a:p>
                      <a:endParaRPr 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baseline="0" dirty="0"/>
                        <a:t>F/P/N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524397">
                <a:tc>
                  <a:txBody>
                    <a:bodyPr/>
                    <a:lstStyle/>
                    <a:p>
                      <a:pPr marL="457200" marR="0" lvl="1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None/>
                        <a:tabLst/>
                        <a:defRPr/>
                      </a:pPr>
                      <a:endParaRPr lang="en-US" sz="10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228600" marR="0" lvl="0" indent="-22860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AutoNum type="arabicPeriod"/>
                        <a:tabLst/>
                        <a:defRPr/>
                      </a:pPr>
                      <a:r>
                        <a:rPr lang="en-IN" sz="10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How</a:t>
                      </a:r>
                      <a:r>
                        <a:rPr lang="en-IN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IN" sz="10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would you describe your typical release process for key projects?</a:t>
                      </a:r>
                      <a:endParaRPr lang="en-US" sz="10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685800" lvl="1" indent="-228600">
                        <a:buFont typeface="+mj-lt"/>
                        <a:buAutoNum type="arabicPeriod"/>
                      </a:pPr>
                      <a:r>
                        <a:rPr lang="en-IN" sz="10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Continuous deployment to production augmented with experimental releases </a:t>
                      </a:r>
                      <a:endParaRPr lang="en-US" sz="10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685800" lvl="1" indent="-228600">
                        <a:buFont typeface="+mj-lt"/>
                        <a:buAutoNum type="arabicPeriod"/>
                      </a:pPr>
                      <a:r>
                        <a:rPr lang="en-IN" sz="10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Continuous deployment to production </a:t>
                      </a:r>
                      <a:endParaRPr lang="en-US" sz="10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685800" lvl="1" indent="-228600">
                        <a:buFont typeface="+mj-lt"/>
                        <a:buAutoNum type="arabicPeriod"/>
                      </a:pPr>
                      <a:r>
                        <a:rPr lang="en-IN" sz="10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Traditional waterfall release process </a:t>
                      </a:r>
                      <a:endParaRPr lang="en-US" sz="10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685800" lvl="1" indent="-228600">
                        <a:buFont typeface="+mj-lt"/>
                        <a:buAutoNum type="arabicPeriod"/>
                      </a:pPr>
                      <a:r>
                        <a:rPr lang="en-IN" sz="10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Continuous delivery to pre-production </a:t>
                      </a:r>
                      <a:endParaRPr lang="en-US" sz="10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685800" lvl="1" indent="-228600">
                        <a:buFont typeface="+mj-lt"/>
                        <a:buAutoNum type="arabicPeriod"/>
                      </a:pPr>
                      <a:r>
                        <a:rPr lang="en-IN" sz="10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Continuous integration, automating code into the master branch </a:t>
                      </a:r>
                    </a:p>
                    <a:p>
                      <a:pPr marL="457200" lvl="1" indent="0">
                        <a:buFont typeface="+mj-lt"/>
                        <a:buNone/>
                      </a:pPr>
                      <a:endParaRPr lang="en-IN" sz="10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228600" lvl="0" indent="-228600" algn="l" defTabSz="914400" rtl="0" eaLnBrk="1" latinLnBrk="0" hangingPunct="1">
                        <a:buFont typeface="+mj-lt"/>
                        <a:buAutoNum type="arabicPeriod" startAt="2"/>
                      </a:pPr>
                      <a:r>
                        <a:rPr lang="en-IN" sz="10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In general, how do applications perform once released into production?  </a:t>
                      </a:r>
                      <a:endParaRPr lang="en-US" sz="10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685800" lvl="1" indent="-228600" algn="l" defTabSz="914400" rtl="0" eaLnBrk="1" latinLnBrk="0" hangingPunct="1">
                        <a:buFont typeface="+mj-lt"/>
                        <a:buAutoNum type="arabicPeriod"/>
                      </a:pPr>
                      <a:r>
                        <a:rPr lang="en-IN" sz="10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New application releases have major issues in production forcing rollbacks</a:t>
                      </a:r>
                      <a:endParaRPr lang="en-US" sz="10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685800" lvl="1" indent="-228600" algn="l" defTabSz="914400" rtl="0" eaLnBrk="1" latinLnBrk="0" hangingPunct="1">
                        <a:buFont typeface="+mj-lt"/>
                        <a:buAutoNum type="arabicPeriod"/>
                      </a:pPr>
                      <a:r>
                        <a:rPr lang="en-IN" sz="10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Continuous integration reveals potential problems prior to release </a:t>
                      </a:r>
                      <a:endParaRPr lang="en-US" sz="10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685800" lvl="1" indent="-228600" algn="l" defTabSz="914400" rtl="0" eaLnBrk="1" latinLnBrk="0" hangingPunct="1">
                        <a:buFont typeface="+mj-lt"/>
                        <a:buAutoNum type="arabicPeriod"/>
                      </a:pPr>
                      <a:r>
                        <a:rPr lang="en-IN" sz="10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New applications occasionally have minor issues requiring fixes once in production</a:t>
                      </a:r>
                      <a:endParaRPr lang="en-US" sz="10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685800" lvl="1" indent="-228600" algn="l" defTabSz="914400" rtl="0" eaLnBrk="1" latinLnBrk="0" hangingPunct="1">
                        <a:buFont typeface="+mj-lt"/>
                        <a:buAutoNum type="arabicPeriod"/>
                      </a:pPr>
                      <a:r>
                        <a:rPr lang="en-IN" sz="10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Continuous delivery and continuous improvement prevent the need for rollbacks </a:t>
                      </a:r>
                      <a:endParaRPr lang="en-US" sz="10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685800" lvl="1" indent="-228600" algn="l" defTabSz="914400" rtl="0" eaLnBrk="1" latinLnBrk="0" hangingPunct="1">
                        <a:buFont typeface="+mj-lt"/>
                        <a:buAutoNum type="arabicPeriod"/>
                      </a:pPr>
                      <a:r>
                        <a:rPr lang="en-IN" sz="10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Continuous deployment enables quick rollback to remediate operational issues </a:t>
                      </a:r>
                    </a:p>
                    <a:p>
                      <a:pPr marL="685800" lvl="1" indent="-228600" algn="l" defTabSz="914400" rtl="0" eaLnBrk="1" latinLnBrk="0" hangingPunct="1">
                        <a:buFont typeface="+mj-lt"/>
                        <a:buAutoNum type="arabicPeriod"/>
                      </a:pPr>
                      <a:endParaRPr lang="en-IN" sz="10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457200" lvl="1" indent="0" algn="l" defTabSz="914400" rtl="0" eaLnBrk="1" latinLnBrk="0" hangingPunct="1">
                        <a:buFont typeface="+mj-lt"/>
                        <a:buNone/>
                      </a:pPr>
                      <a:endParaRPr lang="en-US" sz="10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228600" lvl="0" indent="-228600" algn="l" defTabSz="914400" rtl="0" eaLnBrk="1" latinLnBrk="0" hangingPunct="1">
                        <a:buFont typeface="+mj-lt"/>
                        <a:buAutoNum type="arabicPeriod" startAt="2"/>
                      </a:pPr>
                      <a:r>
                        <a:rPr lang="en-IN" sz="10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How quickly can developers see the results of the integration / unit / etc. testing?</a:t>
                      </a:r>
                      <a:endParaRPr lang="en-US" sz="10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pPr lvl="2" indent="-228600" algn="l" defTabSz="914400" rtl="0" eaLnBrk="1" latinLnBrk="0" hangingPunct="1">
                        <a:buFont typeface="+mj-lt"/>
                        <a:buAutoNum type="arabicPeriod" startAt="3"/>
                      </a:pPr>
                      <a:r>
                        <a:rPr lang="en-IN" sz="10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We do not have any testing in place</a:t>
                      </a:r>
                      <a:endParaRPr lang="en-US" sz="10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pPr lvl="2" indent="-228600" algn="l" defTabSz="914400" rtl="0" eaLnBrk="1" latinLnBrk="0" hangingPunct="1">
                        <a:buFont typeface="+mj-lt"/>
                        <a:buAutoNum type="arabicPeriod" startAt="3"/>
                      </a:pPr>
                      <a:r>
                        <a:rPr lang="en-IN" sz="10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10 minutes to 1 hour</a:t>
                      </a:r>
                      <a:endParaRPr lang="en-US" sz="10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pPr lvl="2" indent="-228600" algn="l" defTabSz="914400" rtl="0" eaLnBrk="1" latinLnBrk="0" hangingPunct="1">
                        <a:buFont typeface="+mj-lt"/>
                        <a:buAutoNum type="arabicPeriod" startAt="3"/>
                      </a:pPr>
                      <a:r>
                        <a:rPr lang="en-IN" sz="10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1 hour to 1 day</a:t>
                      </a:r>
                      <a:endParaRPr lang="en-US" sz="10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pPr lvl="2" indent="-228600" algn="l" defTabSz="914400" rtl="0" eaLnBrk="1" latinLnBrk="0" hangingPunct="1">
                        <a:buFont typeface="+mj-lt"/>
                        <a:buAutoNum type="arabicPeriod" startAt="3"/>
                      </a:pPr>
                      <a:r>
                        <a:rPr lang="en-IN" sz="10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1 day or greater</a:t>
                      </a:r>
                      <a:endParaRPr lang="en-US" sz="10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pPr lvl="2" indent="-228600" algn="l" defTabSz="914400" rtl="0" eaLnBrk="1" latinLnBrk="0" hangingPunct="1">
                        <a:buFont typeface="+mj-lt"/>
                        <a:buAutoNum type="arabicPeriod" startAt="3"/>
                      </a:pPr>
                      <a:r>
                        <a:rPr lang="en-IN" sz="10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10 minutes or less</a:t>
                      </a:r>
                    </a:p>
                    <a:p>
                      <a:pPr marL="228600" lvl="1" indent="0" algn="l" defTabSz="914400" rtl="0" eaLnBrk="1" latinLnBrk="0" hangingPunct="1">
                        <a:buFont typeface="+mj-lt"/>
                        <a:buNone/>
                      </a:pPr>
                      <a:endParaRPr lang="en-IN" sz="10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pPr lvl="0" indent="-228600" algn="l" defTabSz="914400" rtl="0" eaLnBrk="1" latinLnBrk="0" hangingPunct="1">
                        <a:buFont typeface="+mj-lt"/>
                        <a:buAutoNum type="arabicPeriod" startAt="2"/>
                      </a:pPr>
                      <a:r>
                        <a:rPr lang="en-IN" sz="10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How</a:t>
                      </a:r>
                      <a:r>
                        <a:rPr lang="en-IN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IN" sz="10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would you describe your build deployment technology adoption and implementation</a:t>
                      </a:r>
                    </a:p>
                    <a:p>
                      <a:pPr marL="685800" lvl="1" indent="-228600">
                        <a:buFont typeface="+mj-lt"/>
                        <a:buAutoNum type="arabicPeriod" startAt="3"/>
                      </a:pPr>
                      <a:r>
                        <a:rPr lang="en-US" sz="10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A elastic deployment automation framework is available central to organization</a:t>
                      </a:r>
                    </a:p>
                    <a:p>
                      <a:pPr marL="685800" lvl="1" indent="-228600">
                        <a:buFont typeface="+mj-lt"/>
                        <a:buAutoNum type="arabicPeriod" startAt="3"/>
                      </a:pPr>
                      <a:r>
                        <a:rPr lang="en-US" sz="10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We use container technologies heavily to provision build and deployment environment dynamically </a:t>
                      </a:r>
                    </a:p>
                    <a:p>
                      <a:pPr marL="685800" lvl="1" indent="-228600">
                        <a:buFont typeface="+mj-lt"/>
                        <a:buAutoNum type="arabicPeriod" startAt="3"/>
                      </a:pPr>
                      <a:r>
                        <a:rPr lang="en-US" sz="10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The organization use modern framework to unify the deployment of various different components of the system</a:t>
                      </a:r>
                    </a:p>
                    <a:p>
                      <a:pPr marL="685800" lvl="1" indent="-228600">
                        <a:buFont typeface="+mj-lt"/>
                        <a:buAutoNum type="arabicPeriod" startAt="3"/>
                      </a:pPr>
                      <a:r>
                        <a:rPr lang="en-US" sz="10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The deployment framework can be extended quickly to meet the business SLA</a:t>
                      </a:r>
                    </a:p>
                    <a:p>
                      <a:pPr marL="685800" lvl="1" indent="-228600">
                        <a:buFont typeface="+mj-lt"/>
                        <a:buAutoNum type="arabicPeriod" startAt="3"/>
                      </a:pPr>
                      <a:r>
                        <a:rPr lang="en-US" sz="10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The Development team is capable of creating integration tests environment in their local machine rapidly</a:t>
                      </a:r>
                    </a:p>
                    <a:p>
                      <a:pPr marL="685800" lvl="1" indent="-228600">
                        <a:buFont typeface="+mj-lt"/>
                        <a:buAutoNum type="arabicPeriod" startAt="3"/>
                      </a:pPr>
                      <a:r>
                        <a:rPr lang="en-US" sz="10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The build &amp; deployment trend analytics is available for system quality improvement</a:t>
                      </a:r>
                    </a:p>
                    <a:p>
                      <a:pPr marL="685800" lvl="1" indent="-228600">
                        <a:buFont typeface="+mj-lt"/>
                        <a:buAutoNum type="arabicPeriod" startAt="3"/>
                      </a:pPr>
                      <a:r>
                        <a:rPr lang="en-US" sz="10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The team has integrated unit , integration, code quality , coverage , code security , </a:t>
                      </a:r>
                      <a:r>
                        <a:rPr lang="en-US" sz="1000" kern="1200" dirty="0" err="1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ui</a:t>
                      </a:r>
                      <a:r>
                        <a:rPr lang="en-US" sz="10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 , regression , performance , acceptance tests as a part of continuous delivery process</a:t>
                      </a:r>
                    </a:p>
                    <a:p>
                      <a:pPr marL="685800" lvl="1" indent="-228600">
                        <a:buFont typeface="+mj-lt"/>
                        <a:buAutoNum type="arabicPeriod" startAt="3"/>
                      </a:pPr>
                      <a:r>
                        <a:rPr lang="en-US" sz="10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Continuous delivery statistics are visible across the components and services from a single window</a:t>
                      </a:r>
                    </a:p>
                    <a:p>
                      <a:pPr marL="685800" lvl="1" indent="-228600" algn="l" defTabSz="914400" rtl="0" eaLnBrk="1" latinLnBrk="0" hangingPunct="1">
                        <a:buFont typeface="+mj-lt"/>
                        <a:buAutoNum type="arabicPeriod" startAt="3"/>
                      </a:pPr>
                      <a:r>
                        <a:rPr lang="en-US" sz="10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Can your team provide comprehensive visibility into your application release activities and timing to all major stakeholders?</a:t>
                      </a:r>
                    </a:p>
                    <a:p>
                      <a:pPr marL="457200" lvl="1" indent="0" algn="l" defTabSz="914400" rtl="0" eaLnBrk="1" latinLnBrk="0" hangingPunct="1">
                        <a:buFont typeface="+mj-lt"/>
                        <a:buNone/>
                      </a:pPr>
                      <a:endParaRPr lang="en-US" sz="10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228600" lvl="0" indent="-228600" algn="l" defTabSz="914400" rtl="0" eaLnBrk="1" latinLnBrk="0" hangingPunct="1">
                        <a:buFont typeface="+mj-lt"/>
                        <a:buAutoNum type="arabicPeriod" startAt="2"/>
                      </a:pPr>
                      <a:r>
                        <a:rPr lang="en-IN" sz="10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How often do you deploy code to production?  </a:t>
                      </a:r>
                      <a:endParaRPr lang="en-US" sz="10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685800" lvl="1" indent="-228600">
                        <a:buFont typeface="+mj-lt"/>
                        <a:buAutoNum type="arabicPeriod"/>
                      </a:pPr>
                      <a:r>
                        <a:rPr lang="en-IN" sz="10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Yearly</a:t>
                      </a:r>
                      <a:endParaRPr lang="en-US" sz="10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685800" lvl="1" indent="-228600">
                        <a:buFont typeface="+mj-lt"/>
                        <a:buAutoNum type="arabicPeriod"/>
                      </a:pPr>
                      <a:r>
                        <a:rPr lang="en-IN" sz="10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Every few months</a:t>
                      </a:r>
                      <a:endParaRPr lang="en-US" sz="10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685800" lvl="1" indent="-228600">
                        <a:buFont typeface="+mj-lt"/>
                        <a:buAutoNum type="arabicPeriod"/>
                      </a:pPr>
                      <a:r>
                        <a:rPr lang="en-IN" sz="10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Several times a day</a:t>
                      </a:r>
                      <a:endParaRPr lang="en-US" sz="10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685800" lvl="1" indent="-228600">
                        <a:buFont typeface="+mj-lt"/>
                        <a:buAutoNum type="arabicPeriod"/>
                      </a:pPr>
                      <a:r>
                        <a:rPr lang="en-IN" sz="10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Weekly</a:t>
                      </a:r>
                      <a:endParaRPr lang="en-US" sz="10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685800" lvl="1" indent="-228600">
                        <a:buFont typeface="+mj-lt"/>
                        <a:buAutoNum type="arabicPeriod"/>
                      </a:pPr>
                      <a:r>
                        <a:rPr lang="en-IN" sz="10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Daily</a:t>
                      </a:r>
                      <a:endParaRPr lang="en-US" sz="10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685800" lvl="1" indent="-228600">
                        <a:buFont typeface="+mj-lt"/>
                        <a:buAutoNum type="arabicPeriod"/>
                      </a:pPr>
                      <a:r>
                        <a:rPr lang="en-IN" sz="10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Monthly</a:t>
                      </a:r>
                      <a:endParaRPr lang="en-US" sz="10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pPr lvl="0" indent="-228600" algn="l" defTabSz="914400" rtl="0" eaLnBrk="1" latinLnBrk="0" hangingPunct="1">
                        <a:buFont typeface="+mj-lt"/>
                        <a:buAutoNum type="arabicPeriod" startAt="3"/>
                      </a:pPr>
                      <a:endParaRPr lang="en-IN" sz="10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pPr lvl="0" indent="-228600" algn="l" defTabSz="914400" rtl="0" eaLnBrk="1" latinLnBrk="0" hangingPunct="1">
                        <a:buFont typeface="+mj-lt"/>
                        <a:buAutoNum type="arabicPeriod" startAt="3"/>
                      </a:pPr>
                      <a:endParaRPr lang="en-US" sz="10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228600" marR="0" lvl="0" indent="-22860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AutoNum type="arabicPeriod" startAt="3"/>
                        <a:tabLst/>
                        <a:defRPr/>
                      </a:pPr>
                      <a:endParaRPr lang="en-US" sz="10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457200" lvl="1" indent="0" algn="l" defTabSz="914400" rtl="0" eaLnBrk="1" latinLnBrk="0" hangingPunct="1">
                        <a:buFont typeface="+mj-lt"/>
                        <a:buNone/>
                      </a:pPr>
                      <a:endParaRPr lang="en-US" sz="10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228600" indent="-228600">
                        <a:buFont typeface="+mj-lt"/>
                        <a:buAutoNum type="arabicPeriod" startAt="3"/>
                      </a:pPr>
                      <a:endParaRPr lang="en-US" sz="10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228600" marR="0" lvl="0" indent="-22860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AutoNum type="arabicPeriod" startAt="3"/>
                        <a:tabLst/>
                        <a:defRPr/>
                      </a:pPr>
                      <a:endParaRPr lang="en-US" sz="10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228600" indent="-228600">
                        <a:buFont typeface="+mj-lt"/>
                        <a:buAutoNum type="arabicPeriod" startAt="3"/>
                      </a:pPr>
                      <a:endParaRPr lang="en-US" sz="10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228600" indent="-228600">
                        <a:buFont typeface="+mj-lt"/>
                        <a:buAutoNum type="arabicPeriod" startAt="3"/>
                      </a:pPr>
                      <a:endParaRPr lang="en-US" sz="10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000" baseline="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24AB4FFD-0C3F-4C30-A082-65FCFF0A8670}"/>
              </a:ext>
            </a:extLst>
          </p:cNvPr>
          <p:cNvSpPr txBox="1"/>
          <p:nvPr/>
        </p:nvSpPr>
        <p:spPr>
          <a:xfrm>
            <a:off x="5287189" y="8790375"/>
            <a:ext cx="3201587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700" cap="small" dirty="0">
                <a:latin typeface="Arial"/>
              </a:rPr>
              <a:t>© 2018 Synectiks. All Rights Reserved. Proprietary and Confidential.</a:t>
            </a:r>
          </a:p>
        </p:txBody>
      </p:sp>
    </p:spTree>
    <p:extLst>
      <p:ext uri="{BB962C8B-B14F-4D97-AF65-F5344CB8AC3E}">
        <p14:creationId xmlns:p14="http://schemas.microsoft.com/office/powerpoint/2010/main" val="4080337789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41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2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50000">
                                          <p:val>
                                            <p:strVal val="#ppt_x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2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2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h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2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w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1" dur="250" tmFilter="0,0; .5, 1; 1, 1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9321AC63-2732-4AC8-817F-7B286EB4BB8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63422" y="0"/>
            <a:ext cx="8370476" cy="83099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Raleway SemiBold" panose="020B0703030101060003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Raleway SemiBold" panose="020B0703030101060003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Raleway SemiBold" panose="020B0703030101060003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Raleway SemiBold" panose="020B0703030101060003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Raleway SemiBold" panose="020B0703030101060003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Raleway SemiBold" panose="020B0703030101060003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Raleway SemiBold" panose="020B0703030101060003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Raleway SemiBold" panose="020B0703030101060003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Raleway SemiBold" panose="020B0703030101060003" pitchFamily="34" charset="0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ru-RU" sz="3200" dirty="0">
                <a:solidFill>
                  <a:srgbClr val="FF0000"/>
                </a:solidFill>
                <a:latin typeface="Raleway ExtraBold" panose="020B0903030101060003" pitchFamily="34" charset="0"/>
              </a:rPr>
              <a:t>Q’s Tests</a:t>
            </a:r>
          </a:p>
          <a:p>
            <a:pPr algn="r"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endParaRPr lang="en-US" altLang="ru-RU" sz="1600" dirty="0">
              <a:latin typeface="Raleway ExtraBold" panose="020B0903030101060003" pitchFamily="34" charset="0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BFBC5849-D202-400C-A392-8F86A8184D48}"/>
              </a:ext>
            </a:extLst>
          </p:cNvPr>
          <p:cNvSpPr/>
          <p:nvPr/>
        </p:nvSpPr>
        <p:spPr>
          <a:xfrm>
            <a:off x="0" y="794322"/>
            <a:ext cx="9470368" cy="6063678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8580" tIns="34290" rIns="68580" bIns="34290" rtlCol="0" anchor="ctr"/>
          <a:lstStyle/>
          <a:p>
            <a:pPr algn="ctr"/>
            <a:endParaRPr lang="en-US" dirty="0"/>
          </a:p>
        </p:txBody>
      </p:sp>
      <p:graphicFrame>
        <p:nvGraphicFramePr>
          <p:cNvPr id="25" name="Table 24">
            <a:extLst>
              <a:ext uri="{FF2B5EF4-FFF2-40B4-BE49-F238E27FC236}">
                <a16:creationId xmlns:a16="http://schemas.microsoft.com/office/drawing/2014/main" id="{6FC13A79-D205-4ED8-91C5-2C18AB471A6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92088633"/>
              </p:ext>
            </p:extLst>
          </p:nvPr>
        </p:nvGraphicFramePr>
        <p:xfrm>
          <a:off x="0" y="615151"/>
          <a:ext cx="12160577" cy="6897538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1157611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8446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710098">
                <a:tc>
                  <a:txBody>
                    <a:bodyPr/>
                    <a:lstStyle/>
                    <a:p>
                      <a:r>
                        <a:rPr lang="en-US" sz="1200" dirty="0"/>
                        <a:t>Team Roles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baseline="0" dirty="0"/>
                        <a:t>F/P/N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532751">
                <a:tc>
                  <a:txBody>
                    <a:bodyPr/>
                    <a:lstStyle/>
                    <a:p>
                      <a:pPr marL="0" indent="0">
                        <a:buFont typeface="+mj-lt"/>
                        <a:buNone/>
                      </a:pPr>
                      <a:endParaRPr lang="en-US" sz="10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228600" marR="0" lvl="0" indent="-22860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AutoNum type="arabicPeriod"/>
                        <a:tabLst/>
                        <a:defRPr/>
                      </a:pPr>
                      <a:r>
                        <a:rPr lang="en-IN" sz="10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What best describes your testing environment?      </a:t>
                      </a:r>
                      <a:endParaRPr lang="en-US" sz="10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685800" marR="0" lvl="1" indent="-22860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AutoNum type="arabicPeriod"/>
                        <a:tabLst/>
                        <a:defRPr/>
                      </a:pPr>
                      <a:r>
                        <a:rPr lang="en-IN" sz="10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Hostile environment testing</a:t>
                      </a:r>
                      <a:endParaRPr lang="en-US" sz="10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685800" marR="0" lvl="1" indent="-22860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AutoNum type="arabicPeriod"/>
                        <a:tabLst/>
                        <a:defRPr/>
                      </a:pPr>
                      <a:r>
                        <a:rPr lang="en-IN" sz="10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Load testing / redirecting transactions from production into a test environment</a:t>
                      </a:r>
                      <a:endParaRPr lang="en-US" sz="10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685800" marR="0" lvl="1" indent="-22860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AutoNum type="arabicPeriod"/>
                        <a:tabLst/>
                        <a:defRPr/>
                      </a:pPr>
                      <a:r>
                        <a:rPr lang="en-IN" sz="10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Unit testing</a:t>
                      </a:r>
                      <a:endParaRPr lang="en-US" sz="10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685800" marR="0" lvl="1" indent="-22860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AutoNum type="arabicPeriod"/>
                        <a:tabLst/>
                        <a:defRPr/>
                      </a:pPr>
                      <a:r>
                        <a:rPr lang="en-IN" sz="10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Automated integrated testing</a:t>
                      </a:r>
                      <a:endParaRPr lang="en-US" sz="10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685800" marR="0" lvl="1" indent="-22860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AutoNum type="arabicPeriod"/>
                        <a:tabLst/>
                        <a:defRPr/>
                      </a:pPr>
                      <a:r>
                        <a:rPr lang="en-IN" sz="10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Manual testing with testing environment separated from development</a:t>
                      </a:r>
                    </a:p>
                    <a:p>
                      <a:pPr marL="228600" indent="-228600" algn="l" defTabSz="914400" rtl="0" eaLnBrk="1" latinLnBrk="0" hangingPunct="1">
                        <a:buFont typeface="+mj-lt"/>
                        <a:buAutoNum type="arabicPeriod"/>
                      </a:pPr>
                      <a:r>
                        <a:rPr lang="en-IN" sz="10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What best describes your test efficiency?</a:t>
                      </a:r>
                    </a:p>
                    <a:p>
                      <a:pPr marL="685800" lvl="1" indent="-228600" algn="l" defTabSz="914400" rtl="0" eaLnBrk="1" latinLnBrk="0" hangingPunct="1">
                        <a:buFont typeface="+mj-lt"/>
                        <a:buAutoNum type="arabicPeriod"/>
                      </a:pPr>
                      <a:r>
                        <a:rPr lang="en-US" sz="10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your teams quickly generate, discover and mask sensitive data/messages from existing systems, and/or generate synthetic data sets to increase test coverage and reduce search times?</a:t>
                      </a:r>
                    </a:p>
                    <a:p>
                      <a:pPr marL="685800" marR="0" lvl="1" indent="-22860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AutoNum type="arabicPeriod"/>
                        <a:tabLst/>
                        <a:defRPr/>
                      </a:pPr>
                      <a:r>
                        <a:rPr lang="en-US" sz="10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Is testing (including unit, functional, load, regression and performance) fully automated across the SDLC, with validation mechanisms and strategies shared across teams?</a:t>
                      </a:r>
                    </a:p>
                    <a:p>
                      <a:pPr marL="685800" marR="0" lvl="1" indent="-22860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AutoNum type="arabicPeriod"/>
                        <a:tabLst/>
                        <a:defRPr/>
                      </a:pPr>
                      <a:r>
                        <a:rPr lang="en-US" sz="10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As requirements are updated/changed, can systems auto-generate test-cases along with access to the required test data?</a:t>
                      </a:r>
                    </a:p>
                    <a:p>
                      <a:pPr marL="685800" marR="0" lvl="1" indent="-22860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AutoNum type="arabicPeriod"/>
                        <a:tabLst/>
                        <a:defRPr/>
                      </a:pPr>
                      <a:r>
                        <a:rPr lang="en-US" sz="1000" b="1" dirty="0"/>
                        <a:t>Automated tests are regularly run at least once per day and are part of the standard workflow.</a:t>
                      </a:r>
                    </a:p>
                    <a:p>
                      <a:pPr marL="685800" marR="0" lvl="1" indent="-22860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AutoNum type="arabicPeriod"/>
                        <a:tabLst/>
                        <a:defRPr/>
                      </a:pPr>
                      <a:r>
                        <a:rPr lang="en-US" sz="1000" dirty="0"/>
                        <a:t>Teams develop and test against systems that behave like the production system.</a:t>
                      </a:r>
                    </a:p>
                    <a:p>
                      <a:pPr marL="685800" lvl="1" indent="-228600">
                        <a:buFont typeface="+mj-lt"/>
                        <a:buAutoNum type="arabicPeriod"/>
                      </a:pPr>
                      <a:r>
                        <a:rPr lang="en-US" sz="1000" dirty="0"/>
                        <a:t>All team members are responsible for creating and maintaining automated acceptance tests.</a:t>
                      </a:r>
                    </a:p>
                    <a:p>
                      <a:pPr marL="685800" lvl="1" indent="-228600">
                        <a:buFont typeface="+mj-lt"/>
                        <a:buAutoNum type="arabicPeriod"/>
                      </a:pPr>
                      <a:r>
                        <a:rPr lang="en-US" sz="1000" dirty="0"/>
                        <a:t>Test failures are likely to indicate a real defect.</a:t>
                      </a:r>
                    </a:p>
                    <a:p>
                      <a:pPr marL="685800" marR="0" lvl="1" indent="-22860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AutoNum type="arabicPeriod"/>
                        <a:tabLst/>
                        <a:defRPr/>
                      </a:pPr>
                      <a:r>
                        <a:rPr lang="en-US" sz="1000" dirty="0"/>
                        <a:t>Teams can easily access a common pool of tests so they can reproduce failures.</a:t>
                      </a:r>
                    </a:p>
                    <a:p>
                      <a:pPr marL="685800" marR="0" lvl="1" indent="-22860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AutoNum type="arabicPeriod"/>
                        <a:tabLst/>
                        <a:defRPr/>
                      </a:pPr>
                      <a:r>
                        <a:rPr lang="en-US" sz="1000" dirty="0"/>
                        <a:t>Every change that passes the automated tests is deployed to production automatically. </a:t>
                      </a:r>
                    </a:p>
                    <a:p>
                      <a:pPr marL="228600" marR="0" lvl="0" indent="-22860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AutoNum type="arabicPeriod"/>
                        <a:tabLst/>
                        <a:defRPr/>
                      </a:pPr>
                      <a:endParaRPr lang="en-US" sz="1000" dirty="0"/>
                    </a:p>
                    <a:p>
                      <a:pPr marL="228600" indent="-228600">
                        <a:buFont typeface="+mj-lt"/>
                        <a:buAutoNum type="arabicPeriod"/>
                      </a:pPr>
                      <a:r>
                        <a:rPr lang="en-US" sz="1000" dirty="0"/>
                        <a:t>What best describes your test framework adoption?</a:t>
                      </a:r>
                    </a:p>
                    <a:p>
                      <a:pPr marL="685800" lvl="1" indent="-228600">
                        <a:buFont typeface="+mj-lt"/>
                        <a:buAutoNum type="arabicPeriod"/>
                      </a:pPr>
                      <a:r>
                        <a:rPr lang="en-US" sz="1000" dirty="0"/>
                        <a:t>You maintain all your test cases inside a tool.</a:t>
                      </a:r>
                    </a:p>
                    <a:p>
                      <a:pPr marL="685800" lvl="1" indent="-228600">
                        <a:buFont typeface="+mj-lt"/>
                        <a:buAutoNum type="arabicPeriod"/>
                      </a:pPr>
                      <a:r>
                        <a:rPr lang="en-US" sz="1000" dirty="0"/>
                        <a:t>You have a test framework in place that can integrate all your unit, integration, UI , Performance , Acceptance tests and generate test results in central location</a:t>
                      </a:r>
                    </a:p>
                    <a:p>
                      <a:pPr marL="685800" lvl="1" indent="-228600">
                        <a:buFont typeface="+mj-lt"/>
                        <a:buAutoNum type="arabicPeriod"/>
                      </a:pPr>
                      <a:r>
                        <a:rPr lang="en-US" sz="1000" dirty="0"/>
                        <a:t>Your team is skilled at  adopting a matured TDD and BDD framework where they can easily hook the acceptance tests</a:t>
                      </a:r>
                    </a:p>
                    <a:p>
                      <a:pPr marL="685800" lvl="1" indent="-228600">
                        <a:buFont typeface="+mj-lt"/>
                        <a:buAutoNum type="arabicPeriod"/>
                      </a:pPr>
                      <a:r>
                        <a:rPr lang="en-US" sz="1000" dirty="0"/>
                        <a:t>The test framework can be easily integrated with the continuous delivery system to show consolidated test results for each tests on each services</a:t>
                      </a:r>
                    </a:p>
                    <a:p>
                      <a:pPr marL="685800" lvl="1" indent="-228600">
                        <a:buFont typeface="+mj-lt"/>
                        <a:buAutoNum type="arabicPeriod"/>
                      </a:pPr>
                      <a:r>
                        <a:rPr lang="en-US" sz="1000" dirty="0"/>
                        <a:t>Your team has adequate knowledge and understanding of writing DSL based BDD driven tests</a:t>
                      </a:r>
                    </a:p>
                    <a:p>
                      <a:pPr marL="457200" lvl="1" indent="0">
                        <a:buFont typeface="+mj-lt"/>
                        <a:buNone/>
                      </a:pPr>
                      <a:endParaRPr lang="en-US" sz="1000" dirty="0"/>
                    </a:p>
                    <a:p>
                      <a:pPr marL="228600" marR="0" lvl="0" indent="-22860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AutoNum type="arabicPeriod"/>
                        <a:tabLst/>
                        <a:defRPr/>
                      </a:pPr>
                      <a:r>
                        <a:rPr lang="en-US" sz="1000" dirty="0"/>
                        <a:t>What best describes your test automation capability?</a:t>
                      </a:r>
                    </a:p>
                    <a:p>
                      <a:pPr marL="685800" marR="0" lvl="1" indent="-22860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AutoNum type="arabicPeriod"/>
                        <a:tabLst/>
                        <a:defRPr/>
                      </a:pPr>
                      <a:r>
                        <a:rPr lang="en-US" sz="1000" dirty="0"/>
                        <a:t>You have automated unit/integration/UI/Regression/Performance/ Code Security/Code Quality / Coverage/ Acceptance Tests </a:t>
                      </a:r>
                    </a:p>
                    <a:p>
                      <a:pPr marL="685800" marR="0" lvl="1" indent="-22860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AutoNum type="arabicPeriod"/>
                        <a:tabLst/>
                        <a:defRPr/>
                      </a:pPr>
                      <a:r>
                        <a:rPr lang="en-US" sz="1000" dirty="0"/>
                        <a:t>Your automated tests are written per component wise and you maintain a finer level of separation of your actual code and automation test code </a:t>
                      </a:r>
                    </a:p>
                    <a:p>
                      <a:pPr marL="685800" marR="0" lvl="1" indent="-22860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AutoNum type="arabicPeriod"/>
                        <a:tabLst/>
                        <a:defRPr/>
                      </a:pPr>
                      <a:r>
                        <a:rPr lang="en-US" sz="1000" dirty="0"/>
                        <a:t>You have a right integration of test case tool to automation tests</a:t>
                      </a:r>
                    </a:p>
                    <a:p>
                      <a:pPr marL="685800" marR="0" lvl="1" indent="-22860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AutoNum type="arabicPeriod"/>
                        <a:tabLst/>
                        <a:defRPr/>
                      </a:pPr>
                      <a:r>
                        <a:rPr lang="en-US" sz="1000" dirty="0"/>
                        <a:t>You have a visibility of component wise different test results in a single place</a:t>
                      </a:r>
                    </a:p>
                    <a:p>
                      <a:pPr marL="685800" marR="0" lvl="1" indent="-22860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AutoNum type="arabicPeriod"/>
                        <a:tabLst/>
                        <a:defRPr/>
                      </a:pPr>
                      <a:r>
                        <a:rPr lang="en-US" sz="1000" dirty="0"/>
                        <a:t>You have real time tests trend analytics present to analyze tests effectiveness</a:t>
                      </a:r>
                    </a:p>
                    <a:p>
                      <a:pPr marL="685800" marR="0" lvl="1" indent="-22860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AutoNum type="arabicPeriod"/>
                        <a:tabLst/>
                        <a:defRPr/>
                      </a:pPr>
                      <a:r>
                        <a:rPr lang="en-US" sz="1000" dirty="0"/>
                        <a:t>You have some availability and functional tests that continuously run in production to check system reliability </a:t>
                      </a:r>
                    </a:p>
                    <a:p>
                      <a:pPr marL="685800" lvl="1" indent="-228600">
                        <a:buFont typeface="+mj-lt"/>
                        <a:buAutoNum type="arabicPeriod"/>
                      </a:pPr>
                      <a:endParaRPr lang="en-US" sz="1000" dirty="0"/>
                    </a:p>
                    <a:p>
                      <a:pPr marL="228600" marR="0" lvl="0" indent="-22860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AutoNum type="arabicPeriod"/>
                        <a:tabLst/>
                        <a:defRPr/>
                      </a:pPr>
                      <a:endParaRPr lang="en-US" sz="1000" dirty="0"/>
                    </a:p>
                    <a:p>
                      <a:pPr marL="228600" marR="0" lvl="0" indent="-22860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AutoNum type="arabicPeriod"/>
                        <a:tabLst/>
                        <a:defRPr/>
                      </a:pPr>
                      <a:endParaRPr lang="en-US" sz="10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228600" marR="0" lvl="0" indent="-22860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AutoNum type="arabicPeriod"/>
                        <a:tabLst/>
                        <a:defRPr/>
                      </a:pPr>
                      <a:endParaRPr lang="en-US" sz="10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228600" marR="0" lvl="0" indent="-22860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AutoNum type="arabicPeriod"/>
                        <a:tabLst/>
                        <a:defRPr/>
                      </a:pPr>
                      <a:endParaRPr lang="en-US" sz="10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228600" indent="-228600">
                        <a:buFont typeface="+mj-lt"/>
                        <a:buAutoNum type="arabicPeriod"/>
                      </a:pPr>
                      <a:endParaRPr lang="en-US" sz="10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228600" indent="-228600">
                        <a:buFont typeface="+mj-lt"/>
                        <a:buAutoNum type="arabicPeriod"/>
                      </a:pPr>
                      <a:endParaRPr lang="en-US" sz="10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000" baseline="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24AB4FFD-0C3F-4C30-A082-65FCFF0A8670}"/>
              </a:ext>
            </a:extLst>
          </p:cNvPr>
          <p:cNvSpPr txBox="1"/>
          <p:nvPr/>
        </p:nvSpPr>
        <p:spPr>
          <a:xfrm>
            <a:off x="5287189" y="8790375"/>
            <a:ext cx="3201587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700" cap="small" dirty="0">
                <a:latin typeface="Arial"/>
              </a:rPr>
              <a:t>© 2018 Synectiks. All Rights Reserved. Proprietary and Confidential.</a:t>
            </a:r>
          </a:p>
        </p:txBody>
      </p:sp>
    </p:spTree>
    <p:extLst>
      <p:ext uri="{BB962C8B-B14F-4D97-AF65-F5344CB8AC3E}">
        <p14:creationId xmlns:p14="http://schemas.microsoft.com/office/powerpoint/2010/main" val="1843746452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41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2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50000">
                                          <p:val>
                                            <p:strVal val="#ppt_x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2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2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h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2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w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1" dur="250" tmFilter="0,0; .5, 1; 1, 1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9321AC63-2732-4AC8-817F-7B286EB4BB8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63422" y="0"/>
            <a:ext cx="8370476" cy="83099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Raleway SemiBold" panose="020B0703030101060003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Raleway SemiBold" panose="020B0703030101060003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Raleway SemiBold" panose="020B0703030101060003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Raleway SemiBold" panose="020B0703030101060003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Raleway SemiBold" panose="020B0703030101060003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Raleway SemiBold" panose="020B0703030101060003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Raleway SemiBold" panose="020B0703030101060003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Raleway SemiBold" panose="020B0703030101060003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Raleway SemiBold" panose="020B0703030101060003" pitchFamily="34" charset="0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ru-RU" sz="3200" dirty="0">
                <a:solidFill>
                  <a:srgbClr val="FF0000"/>
                </a:solidFill>
                <a:latin typeface="Raleway ExtraBold" panose="020B0903030101060003" pitchFamily="34" charset="0"/>
              </a:rPr>
              <a:t>Q’s Design &amp; Architecture</a:t>
            </a:r>
          </a:p>
          <a:p>
            <a:pPr algn="r"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endParaRPr lang="en-US" altLang="ru-RU" sz="1600" dirty="0">
              <a:latin typeface="Raleway ExtraBold" panose="020B0903030101060003" pitchFamily="34" charset="0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BFBC5849-D202-400C-A392-8F86A8184D48}"/>
              </a:ext>
            </a:extLst>
          </p:cNvPr>
          <p:cNvSpPr/>
          <p:nvPr/>
        </p:nvSpPr>
        <p:spPr>
          <a:xfrm>
            <a:off x="0" y="794322"/>
            <a:ext cx="9470368" cy="5960046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8580" tIns="34290" rIns="68580" bIns="34290" rtlCol="0" anchor="ctr"/>
          <a:lstStyle/>
          <a:p>
            <a:pPr algn="ctr"/>
            <a:endParaRPr lang="en-US" dirty="0"/>
          </a:p>
        </p:txBody>
      </p:sp>
      <p:graphicFrame>
        <p:nvGraphicFramePr>
          <p:cNvPr id="25" name="Table 24">
            <a:extLst>
              <a:ext uri="{FF2B5EF4-FFF2-40B4-BE49-F238E27FC236}">
                <a16:creationId xmlns:a16="http://schemas.microsoft.com/office/drawing/2014/main" id="{6FC13A79-D205-4ED8-91C5-2C18AB471A6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46191565"/>
              </p:ext>
            </p:extLst>
          </p:nvPr>
        </p:nvGraphicFramePr>
        <p:xfrm>
          <a:off x="0" y="624578"/>
          <a:ext cx="12192000" cy="6339840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1100693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8506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07947">
                <a:tc>
                  <a:txBody>
                    <a:bodyPr/>
                    <a:lstStyle/>
                    <a:p>
                      <a:endParaRPr 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baseline="0" dirty="0"/>
                        <a:t>State ( Full , Partial, Not)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218222">
                <a:tc rowSpan="6"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000" b="1" dirty="0"/>
                    </a:p>
                    <a:p>
                      <a:pPr marL="228600" indent="-228600">
                        <a:buFont typeface="+mj-lt"/>
                        <a:buAutoNum type="arabicPeriod"/>
                      </a:pPr>
                      <a:r>
                        <a:rPr lang="en-IN" sz="10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How would you describe the state of design processes in your company</a:t>
                      </a:r>
                    </a:p>
                    <a:p>
                      <a:pPr marL="685800" lvl="1" indent="-228600">
                        <a:buFont typeface="+mj-lt"/>
                        <a:buAutoNum type="arabicPeriod"/>
                      </a:pPr>
                      <a:r>
                        <a:rPr lang="en-US" sz="1000" b="1" dirty="0"/>
                        <a:t>We regularly evaluate the design of our system and make incremental changes to it.</a:t>
                      </a:r>
                    </a:p>
                    <a:p>
                      <a:pPr marL="685800" lvl="1" indent="-228600">
                        <a:buFont typeface="+mj-lt"/>
                        <a:buAutoNum type="arabicPeriod"/>
                      </a:pPr>
                      <a:r>
                        <a:rPr lang="en-US" sz="1000" b="1" dirty="0"/>
                        <a:t>We regularly set aside time to work on improving the design of our system and reduce technical debt, even if it means delaying feature delivery.</a:t>
                      </a:r>
                    </a:p>
                    <a:p>
                      <a:pPr marL="685800" lvl="1" indent="-228600">
                        <a:buFont typeface="+mj-lt"/>
                        <a:buAutoNum type="arabicPeriod"/>
                      </a:pPr>
                      <a:r>
                        <a:rPr lang="en-US" sz="1000" b="1" dirty="0"/>
                        <a:t>We can make large-scale changes to the design of our system without the permission of somebody outside the team.</a:t>
                      </a:r>
                    </a:p>
                    <a:p>
                      <a:pPr marL="685800" marR="0" lvl="1" indent="-22860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AutoNum type="arabicPeriod"/>
                        <a:tabLst/>
                        <a:defRPr/>
                      </a:pPr>
                      <a:r>
                        <a:rPr lang="en-US" sz="1000" dirty="0"/>
                        <a:t>In general, architects collaborate regularly with teams to evolve the design of our systems.</a:t>
                      </a:r>
                    </a:p>
                    <a:p>
                      <a:pPr marL="457200" marR="0" lvl="1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None/>
                        <a:tabLst/>
                        <a:defRPr/>
                      </a:pPr>
                      <a:endParaRPr lang="en-US" sz="1000" dirty="0"/>
                    </a:p>
                    <a:p>
                      <a:pPr marL="228600" marR="0" lvl="0" indent="-22860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AutoNum type="arabicPeriod"/>
                        <a:tabLst/>
                        <a:defRPr/>
                      </a:pPr>
                      <a:r>
                        <a:rPr lang="en-IN" sz="10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How would you describe the state of architectural adoption in your company</a:t>
                      </a:r>
                    </a:p>
                    <a:p>
                      <a:pPr marL="685800" marR="0" lvl="1" indent="-22860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AutoNum type="arabicPeriod"/>
                        <a:tabLst/>
                        <a:defRPr/>
                      </a:pPr>
                      <a:r>
                        <a:rPr lang="en-IN" sz="10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We have mostly large products managed by large teams, having effective library and API management in place</a:t>
                      </a:r>
                    </a:p>
                    <a:p>
                      <a:pPr marL="685800" marR="0" lvl="1" indent="-22860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AutoNum type="arabicPeriod"/>
                        <a:tabLst/>
                        <a:defRPr/>
                      </a:pPr>
                      <a:r>
                        <a:rPr lang="en-IN" sz="10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We apply component engineering effectively and our products mostly composed of components interacting through </a:t>
                      </a:r>
                      <a:r>
                        <a:rPr lang="en-IN" sz="1000" kern="1200" dirty="0" err="1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api</a:t>
                      </a:r>
                      <a:r>
                        <a:rPr lang="en-IN" sz="10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 and service buses.</a:t>
                      </a:r>
                    </a:p>
                    <a:p>
                      <a:pPr marL="685800" marR="0" lvl="1" indent="-22860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AutoNum type="arabicPeriod"/>
                        <a:tabLst/>
                        <a:defRPr/>
                      </a:pPr>
                      <a:r>
                        <a:rPr lang="en-IN" sz="10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Every component of our product is distributed and Horizontally scalable</a:t>
                      </a:r>
                    </a:p>
                    <a:p>
                      <a:pPr marL="685800" marR="0" lvl="1" indent="-22860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AutoNum type="arabicPeriod"/>
                        <a:tabLst/>
                        <a:defRPr/>
                      </a:pPr>
                      <a:r>
                        <a:rPr lang="en-IN" sz="10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We are developing microservices capable of being deployed to any cloud , each having a right blend of auxiliary services and databases (SQL/NOSQL/CACHE/GRAPH/BIG )</a:t>
                      </a:r>
                    </a:p>
                    <a:p>
                      <a:pPr marL="457200" marR="0" lvl="1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None/>
                        <a:tabLst/>
                        <a:defRPr/>
                      </a:pPr>
                      <a:endParaRPr lang="en-IN" sz="10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228600" marR="0" lvl="0" indent="-22860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AutoNum type="arabicPeriod"/>
                        <a:tabLst/>
                        <a:defRPr/>
                      </a:pPr>
                      <a:r>
                        <a:rPr lang="en-IN" sz="10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 How would you describe the state of cloud architecture in your company</a:t>
                      </a:r>
                    </a:p>
                    <a:p>
                      <a:pPr marL="685800" marR="0" lvl="1" indent="-22860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AutoNum type="arabicPeriod"/>
                        <a:tabLst/>
                        <a:defRPr/>
                      </a:pPr>
                      <a:r>
                        <a:rPr lang="en-IN" sz="10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Our workloads are mostly residing in our private clouds and pure physical environments</a:t>
                      </a:r>
                    </a:p>
                    <a:p>
                      <a:pPr marL="685800" marR="0" lvl="1" indent="-22860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AutoNum type="arabicPeriod"/>
                        <a:tabLst/>
                        <a:defRPr/>
                      </a:pPr>
                      <a:r>
                        <a:rPr lang="en-IN" sz="10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We have tools and framework available to distribute our workloads in our private cloud as well as specific public cloud provider.</a:t>
                      </a:r>
                    </a:p>
                    <a:p>
                      <a:pPr marL="685800" marR="0" lvl="1" indent="-22860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AutoNum type="arabicPeriod"/>
                        <a:tabLst/>
                        <a:defRPr/>
                      </a:pPr>
                      <a:r>
                        <a:rPr lang="en-IN" sz="10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We have adopted hybrid cloud wherein public clouds are connected in private address space </a:t>
                      </a:r>
                    </a:p>
                    <a:p>
                      <a:pPr marL="685800" marR="0" lvl="1" indent="-22860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AutoNum type="arabicPeriod"/>
                        <a:tabLst/>
                        <a:defRPr/>
                      </a:pPr>
                      <a:r>
                        <a:rPr lang="en-IN" sz="10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We are creating optimized resource pooling in hybrid cloud and deploy our services across the clouds</a:t>
                      </a:r>
                    </a:p>
                    <a:p>
                      <a:pPr marL="685800" marR="0" lvl="1" indent="-22860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AutoNum type="arabicPeriod"/>
                        <a:tabLst/>
                        <a:defRPr/>
                      </a:pPr>
                      <a:endParaRPr lang="en-IN" sz="10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228600" marR="0" lvl="0" indent="-22860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AutoNum type="arabicPeriod"/>
                        <a:tabLst/>
                        <a:defRPr/>
                      </a:pPr>
                      <a:r>
                        <a:rPr lang="en-IN" sz="10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How would you describe the state of application delivery model</a:t>
                      </a:r>
                    </a:p>
                    <a:p>
                      <a:pPr marL="685800" marR="0" lvl="1" indent="-22860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AutoNum type="arabicPeriod"/>
                        <a:tabLst/>
                        <a:defRPr/>
                      </a:pPr>
                      <a:r>
                        <a:rPr lang="en-IN" sz="10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Applications are delivered as packages for multiple OS environment </a:t>
                      </a:r>
                    </a:p>
                    <a:p>
                      <a:pPr marL="685800" marR="0" lvl="1" indent="-22860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AutoNum type="arabicPeriod"/>
                        <a:tabLst/>
                        <a:defRPr/>
                      </a:pPr>
                      <a:r>
                        <a:rPr lang="en-IN" sz="10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Applications are delivered as host templates capable of running to any cloud on the fly</a:t>
                      </a:r>
                    </a:p>
                    <a:p>
                      <a:pPr marL="685800" marR="0" lvl="1" indent="-22860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AutoNum type="arabicPeriod"/>
                        <a:tabLst/>
                        <a:defRPr/>
                      </a:pPr>
                      <a:r>
                        <a:rPr lang="en-IN" sz="10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Application services are delivered as container with build once run anywhere model</a:t>
                      </a:r>
                    </a:p>
                    <a:p>
                      <a:pPr marL="685800" marR="0" lvl="1" indent="-22860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AutoNum type="arabicPeriod"/>
                        <a:tabLst/>
                        <a:defRPr/>
                      </a:pPr>
                      <a:r>
                        <a:rPr lang="en-IN" sz="10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Application services are delivered with right blend of container and </a:t>
                      </a:r>
                      <a:r>
                        <a:rPr lang="en-IN" sz="1000" kern="1200" dirty="0" err="1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faas</a:t>
                      </a:r>
                      <a:r>
                        <a:rPr lang="en-IN" sz="10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 model</a:t>
                      </a:r>
                    </a:p>
                    <a:p>
                      <a:pPr marL="685800" marR="0" lvl="1" indent="-22860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AutoNum type="arabicPeriod"/>
                        <a:tabLst/>
                        <a:defRPr/>
                      </a:pPr>
                      <a:endParaRPr lang="en-IN" sz="10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228600" marR="0" lvl="0" indent="-22860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AutoNum type="arabicPeriod"/>
                        <a:tabLst/>
                        <a:defRPr/>
                      </a:pPr>
                      <a:r>
                        <a:rPr lang="en-US" sz="1000" b="1" dirty="0"/>
                        <a:t>What best describe the state of infrastructure provisioning capability in your organization</a:t>
                      </a:r>
                    </a:p>
                    <a:p>
                      <a:pPr marL="685800" marR="0" lvl="1" indent="-22860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AutoNum type="arabicPeriod"/>
                        <a:tabLst/>
                        <a:defRPr/>
                      </a:pPr>
                      <a:r>
                        <a:rPr lang="en-IN" sz="10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We provision server , network , storage primarily through automation scripts and some are manual</a:t>
                      </a:r>
                    </a:p>
                    <a:p>
                      <a:pPr marL="685800" marR="0" lvl="1" indent="-22860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AutoNum type="arabicPeriod"/>
                        <a:tabLst/>
                        <a:defRPr/>
                      </a:pPr>
                      <a:r>
                        <a:rPr lang="en-IN" sz="10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We provision entire infrastructure in software defined manner in our private cloud through the cloud orchestrator</a:t>
                      </a:r>
                    </a:p>
                    <a:p>
                      <a:pPr marL="685800" marR="0" lvl="1" indent="-22860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AutoNum type="arabicPeriod"/>
                        <a:tabLst/>
                        <a:defRPr/>
                      </a:pPr>
                      <a:r>
                        <a:rPr lang="en-IN" sz="10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We provision the infrastructure and pool resources across the cloud in complete software defined manner</a:t>
                      </a:r>
                    </a:p>
                    <a:p>
                      <a:pPr marL="685800" marR="0" lvl="1" indent="-22860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AutoNum type="arabicPeriod"/>
                        <a:tabLst/>
                        <a:defRPr/>
                      </a:pPr>
                      <a:endParaRPr lang="en-IN" sz="10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457200" marR="0" lvl="1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None/>
                        <a:tabLst/>
                        <a:defRPr/>
                      </a:pPr>
                      <a:endParaRPr lang="en-IN" sz="10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228600" marR="0" lvl="0" indent="-22860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AutoNum type="arabicPeriod"/>
                        <a:tabLst/>
                        <a:defRPr/>
                      </a:pPr>
                      <a:endParaRPr lang="en-IN" sz="10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None/>
                        <a:tabLst/>
                        <a:defRPr/>
                      </a:pPr>
                      <a:endParaRPr lang="en-US" sz="1000" dirty="0"/>
                    </a:p>
                    <a:p>
                      <a:pPr marL="0" indent="0">
                        <a:buFont typeface="+mj-lt"/>
                        <a:buNone/>
                      </a:pPr>
                      <a:endParaRPr lang="en-US" sz="1000" b="1" dirty="0"/>
                    </a:p>
                    <a:p>
                      <a:pPr marL="228600" indent="-228600">
                        <a:buFont typeface="+mj-lt"/>
                        <a:buAutoNum type="arabicPeriod"/>
                      </a:pPr>
                      <a:endParaRPr lang="en-US" sz="1000" b="1" dirty="0"/>
                    </a:p>
                    <a:p>
                      <a:pPr marL="228600" indent="-228600">
                        <a:buFont typeface="+mj-lt"/>
                        <a:buAutoNum type="arabicPeriod"/>
                      </a:pPr>
                      <a:endParaRPr lang="en-US" sz="1000" b="1" dirty="0"/>
                    </a:p>
                    <a:p>
                      <a:endParaRPr lang="en-US" sz="1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000" baseline="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218222">
                <a:tc vMerge="1">
                  <a:txBody>
                    <a:bodyPr/>
                    <a:lstStyle/>
                    <a:p>
                      <a:pPr marL="228600" indent="-228600">
                        <a:buFont typeface="+mj-lt"/>
                        <a:buAutoNum type="arabicPeriod"/>
                      </a:pPr>
                      <a:endParaRPr lang="en-US" sz="10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000" baseline="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41431">
                <a:tc vMerge="1">
                  <a:txBody>
                    <a:bodyPr/>
                    <a:lstStyle/>
                    <a:p>
                      <a:pPr marL="228600" indent="-228600">
                        <a:buFont typeface="+mj-lt"/>
                        <a:buAutoNum type="arabicPeriod"/>
                      </a:pPr>
                      <a:endParaRPr lang="en-US" sz="10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000" baseline="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879827">
                <a:tc vMerge="1">
                  <a:txBody>
                    <a:bodyPr/>
                    <a:lstStyle/>
                    <a:p>
                      <a:endParaRPr lang="en-US" sz="1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000" baseline="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879827">
                <a:tc vMerge="1">
                  <a:txBody>
                    <a:bodyPr/>
                    <a:lstStyle/>
                    <a:p>
                      <a:endParaRPr lang="en-US" sz="1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879827">
                <a:tc vMerge="1">
                  <a:txBody>
                    <a:bodyPr/>
                    <a:lstStyle/>
                    <a:p>
                      <a:endParaRPr lang="en-US" sz="1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24AB4FFD-0C3F-4C30-A082-65FCFF0A8670}"/>
              </a:ext>
            </a:extLst>
          </p:cNvPr>
          <p:cNvSpPr txBox="1"/>
          <p:nvPr/>
        </p:nvSpPr>
        <p:spPr>
          <a:xfrm>
            <a:off x="5287189" y="8790375"/>
            <a:ext cx="3201587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700" cap="small" dirty="0">
                <a:latin typeface="Arial"/>
              </a:rPr>
              <a:t>© 2018 Synectiks. All Rights Reserved. Proprietary and Confidential.</a:t>
            </a:r>
          </a:p>
        </p:txBody>
      </p:sp>
    </p:spTree>
    <p:extLst>
      <p:ext uri="{BB962C8B-B14F-4D97-AF65-F5344CB8AC3E}">
        <p14:creationId xmlns:p14="http://schemas.microsoft.com/office/powerpoint/2010/main" val="2038140597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41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2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50000">
                                          <p:val>
                                            <p:strVal val="#ppt_x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2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2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h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2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w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1" dur="250" tmFilter="0,0; .5, 1; 1, 1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9321AC63-2732-4AC8-817F-7B286EB4BB8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63422" y="0"/>
            <a:ext cx="8370476" cy="83099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Raleway SemiBold" panose="020B0703030101060003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Raleway SemiBold" panose="020B0703030101060003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Raleway SemiBold" panose="020B0703030101060003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Raleway SemiBold" panose="020B0703030101060003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Raleway SemiBold" panose="020B0703030101060003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Raleway SemiBold" panose="020B0703030101060003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Raleway SemiBold" panose="020B0703030101060003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Raleway SemiBold" panose="020B0703030101060003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Raleway SemiBold" panose="020B0703030101060003" pitchFamily="34" charset="0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ru-RU" sz="3200" dirty="0">
                <a:solidFill>
                  <a:srgbClr val="FF0000"/>
                </a:solidFill>
                <a:latin typeface="Raleway ExtraBold" panose="020B0903030101060003" pitchFamily="34" charset="0"/>
              </a:rPr>
              <a:t>Q’s Operations</a:t>
            </a:r>
          </a:p>
          <a:p>
            <a:pPr algn="r"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endParaRPr lang="en-US" altLang="ru-RU" sz="1600" dirty="0">
              <a:latin typeface="Raleway ExtraBold" panose="020B0903030101060003" pitchFamily="34" charset="0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BFBC5849-D202-400C-A392-8F86A8184D48}"/>
              </a:ext>
            </a:extLst>
          </p:cNvPr>
          <p:cNvSpPr/>
          <p:nvPr/>
        </p:nvSpPr>
        <p:spPr>
          <a:xfrm>
            <a:off x="0" y="794322"/>
            <a:ext cx="9470368" cy="6063678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8580" tIns="34290" rIns="68580" bIns="34290" rtlCol="0" anchor="ctr"/>
          <a:lstStyle/>
          <a:p>
            <a:pPr algn="ctr"/>
            <a:endParaRPr lang="en-US" dirty="0"/>
          </a:p>
        </p:txBody>
      </p:sp>
      <p:graphicFrame>
        <p:nvGraphicFramePr>
          <p:cNvPr id="25" name="Table 24">
            <a:extLst>
              <a:ext uri="{FF2B5EF4-FFF2-40B4-BE49-F238E27FC236}">
                <a16:creationId xmlns:a16="http://schemas.microsoft.com/office/drawing/2014/main" id="{6FC13A79-D205-4ED8-91C5-2C18AB471A6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82986942"/>
              </p:ext>
            </p:extLst>
          </p:nvPr>
        </p:nvGraphicFramePr>
        <p:xfrm>
          <a:off x="0" y="624578"/>
          <a:ext cx="12160577" cy="6233422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1157611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8446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709025">
                <a:tc>
                  <a:txBody>
                    <a:bodyPr/>
                    <a:lstStyle/>
                    <a:p>
                      <a:endParaRPr 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baseline="0" dirty="0"/>
                        <a:t>F/P/N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524397">
                <a:tc>
                  <a:txBody>
                    <a:bodyPr/>
                    <a:lstStyle/>
                    <a:p>
                      <a:pPr marL="228600" indent="-228600">
                        <a:buAutoNum type="arabicPeriod"/>
                      </a:pPr>
                      <a:r>
                        <a:rPr lang="en-IN" sz="10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What best describes your operation monitoring capability?</a:t>
                      </a:r>
                    </a:p>
                    <a:p>
                      <a:pPr marL="685800" marR="0" lvl="1" indent="-22860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AutoNum type="arabicPeriod"/>
                        <a:tabLst/>
                        <a:defRPr/>
                      </a:pPr>
                      <a:r>
                        <a:rPr lang="en-US" sz="10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Monitoring Tool in place which can monitor the following from single window 	</a:t>
                      </a:r>
                    </a:p>
                    <a:p>
                      <a:pPr marL="1143000" marR="0" lvl="2" indent="-22860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sz="10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Service cluster performance </a:t>
                      </a:r>
                    </a:p>
                    <a:p>
                      <a:pPr marL="1143000" marR="0" lvl="2" indent="-22860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sz="10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Application services performance </a:t>
                      </a:r>
                    </a:p>
                    <a:p>
                      <a:pPr marL="1143000" marR="0" lvl="2" indent="-22860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sz="10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Application availability </a:t>
                      </a:r>
                    </a:p>
                    <a:p>
                      <a:pPr marL="1143000" marR="0" lvl="2" indent="-22860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sz="10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Database performance </a:t>
                      </a:r>
                    </a:p>
                    <a:p>
                      <a:pPr marL="1143000" marR="0" lvl="2" indent="-22860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sz="10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Load balancer statistics </a:t>
                      </a:r>
                    </a:p>
                    <a:p>
                      <a:pPr marL="1143000" marR="0" lvl="2" indent="-22860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sz="10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Network traffic </a:t>
                      </a:r>
                    </a:p>
                    <a:p>
                      <a:pPr marL="1143000" marR="0" lvl="2" indent="-22860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sz="10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Physical server performance </a:t>
                      </a:r>
                    </a:p>
                    <a:p>
                      <a:pPr marL="1143000" marR="0" lvl="2" indent="-22860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sz="10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Virtual Server performance </a:t>
                      </a:r>
                    </a:p>
                    <a:p>
                      <a:pPr marL="1143000" marR="0" lvl="2" indent="-22860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sz="10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Storage performance </a:t>
                      </a:r>
                      <a:endParaRPr lang="en-IN" sz="10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685800" lvl="1" indent="-228600">
                        <a:buAutoNum type="arabicPeriod"/>
                      </a:pPr>
                      <a:r>
                        <a:rPr lang="en-US" sz="10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Monitoring practices scale to manage more modern distributed and microservices-style architectures with many new languages and data stores and potentially thousands of services to support?</a:t>
                      </a:r>
                    </a:p>
                    <a:p>
                      <a:pPr marL="685800" marR="0" lvl="1" indent="-22860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AutoNum type="arabicPeriod"/>
                        <a:tabLst/>
                        <a:defRPr/>
                      </a:pPr>
                      <a:r>
                        <a:rPr lang="en-US" sz="10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Teams can visually depict changes in application environments to quickly identify when and where changes occurred, together with the resulting impact on performance?</a:t>
                      </a:r>
                    </a:p>
                    <a:p>
                      <a:pPr marL="685800" lvl="1" indent="-228600">
                        <a:buFont typeface="+mj-lt"/>
                        <a:buAutoNum type="arabicPeriod"/>
                      </a:pPr>
                      <a:endParaRPr lang="en-US" sz="10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685800" lvl="1" indent="-228600">
                        <a:buFont typeface="+mj-lt"/>
                        <a:buAutoNum type="arabicPeriod"/>
                      </a:pPr>
                      <a:r>
                        <a:rPr lang="en-US" sz="10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Is your monitoring able to distinguish the most critical and recurrent problems and how they impact business services, without lengthy configuration and baselining?</a:t>
                      </a:r>
                    </a:p>
                    <a:p>
                      <a:pPr marL="685800" lvl="1" indent="-228600">
                        <a:buFont typeface="+mj-lt"/>
                        <a:buAutoNum type="arabicPeriod"/>
                      </a:pPr>
                      <a:r>
                        <a:rPr lang="en-US" sz="10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Has your organization been effective in moving monitoring into development and test - making it an established element of the process in those areas to prevent defects from getting into production?</a:t>
                      </a:r>
                    </a:p>
                    <a:p>
                      <a:pPr marL="685800" lvl="1" indent="-228600">
                        <a:buFont typeface="+mj-lt"/>
                        <a:buAutoNum type="arabicPeriod"/>
                      </a:pPr>
                      <a:r>
                        <a:rPr lang="en-US" sz="10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Do you have complete end-to-end visibility into all business services and transactions - from customer engagement via mobile devices and apps, through middleware and databases to back-end systems-of-record.</a:t>
                      </a:r>
                    </a:p>
                    <a:p>
                      <a:pPr marL="685800" lvl="1" indent="-228600" algn="l" defTabSz="914400" rtl="0" eaLnBrk="1" latinLnBrk="0" hangingPunct="1">
                        <a:buFont typeface="+mj-lt"/>
                        <a:buAutoNum type="arabicPeriod"/>
                      </a:pPr>
                      <a:r>
                        <a:rPr lang="en-US" sz="10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How effective are your teams in monitoring information and analytics on mobile app behavior and usage to not only resolve problems, but also drive development improvements?</a:t>
                      </a:r>
                    </a:p>
                    <a:p>
                      <a:pPr marL="685800" lvl="1" indent="-228600" algn="l" defTabSz="914400" rtl="0" eaLnBrk="1" latinLnBrk="0" hangingPunct="1">
                        <a:buFont typeface="+mj-lt"/>
                        <a:buAutoNum type="arabicPeriod"/>
                      </a:pPr>
                      <a:r>
                        <a:rPr lang="en-US" sz="10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Can your teams monitor complete business services that link end-user experience, end-to-end transactions and applications to infrastructure and pinpoint root cause and potential impact?</a:t>
                      </a:r>
                    </a:p>
                    <a:p>
                      <a:pPr marL="685800" lvl="1" indent="-228600" algn="l" defTabSz="914400" rtl="0" eaLnBrk="1" latinLnBrk="0" hangingPunct="1">
                        <a:buFont typeface="+mj-lt"/>
                        <a:buAutoNum type="arabicPeriod"/>
                      </a:pPr>
                      <a:r>
                        <a:rPr lang="en-US" sz="10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Are your teams able to quickly correlate and analyze multiple application performance metrics to solve complex emerging problems before they impact end-user experience?</a:t>
                      </a:r>
                    </a:p>
                    <a:p>
                      <a:pPr marL="685800" lvl="1" indent="-228600" algn="l" defTabSz="914400" rtl="0" eaLnBrk="1" latinLnBrk="0" hangingPunct="1">
                        <a:buFont typeface="+mj-lt"/>
                        <a:buAutoNum type="arabicPeriod"/>
                      </a:pPr>
                      <a:r>
                        <a:rPr lang="en-US" sz="10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Do teams have visibility into system capacity in order to understand the impact of increased system workloads?</a:t>
                      </a:r>
                    </a:p>
                    <a:p>
                      <a:pPr marL="685800" lvl="1" indent="-228600" algn="l" defTabSz="914400" rtl="0" eaLnBrk="1" latinLnBrk="0" hangingPunct="1">
                        <a:buFont typeface="+mj-lt"/>
                        <a:buAutoNum type="arabicPeriod"/>
                      </a:pPr>
                      <a:r>
                        <a:rPr lang="en-US" sz="10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Are your teams aware of third-party dependencies to ensure reliable service delivery?</a:t>
                      </a:r>
                    </a:p>
                    <a:p>
                      <a:pPr marL="685800" lvl="1" indent="-228600" algn="l" defTabSz="914400" rtl="0" eaLnBrk="1" latinLnBrk="0" hangingPunct="1">
                        <a:buFont typeface="+mj-lt"/>
                        <a:buAutoNum type="arabicPeriod"/>
                      </a:pPr>
                      <a:r>
                        <a:rPr lang="en-US" sz="10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Do teams have a unified view that enables them to quickly pinpoint and triage problems?	</a:t>
                      </a:r>
                    </a:p>
                    <a:p>
                      <a:pPr marL="685800" lvl="1" indent="-228600" algn="l" defTabSz="914400" rtl="0" eaLnBrk="1" latinLnBrk="0" hangingPunct="1">
                        <a:buFont typeface="+mj-lt"/>
                        <a:buAutoNum type="arabicPeriod"/>
                      </a:pPr>
                      <a:endParaRPr lang="en-US" sz="10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228600" marR="0" lvl="0" indent="-22860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AutoNum type="arabicPeriod"/>
                        <a:tabLst/>
                        <a:defRPr/>
                      </a:pPr>
                      <a:r>
                        <a:rPr lang="en-IN" sz="10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What best describes your operation log analysis capability?</a:t>
                      </a:r>
                    </a:p>
                    <a:p>
                      <a:pPr marL="685800" marR="0" lvl="1" indent="-22860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AutoNum type="arabicPeriod"/>
                        <a:tabLst/>
                        <a:defRPr/>
                      </a:pPr>
                      <a:r>
                        <a:rPr lang="en-IN" sz="10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Central Log collection and search tool is present and team is trained on that.</a:t>
                      </a:r>
                    </a:p>
                    <a:p>
                      <a:pPr marL="685800" marR="0" lvl="1" indent="-22860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AutoNum type="arabicPeriod"/>
                        <a:tabLst/>
                        <a:defRPr/>
                      </a:pPr>
                      <a:r>
                        <a:rPr lang="en-IN" sz="10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You have intelligent log analysis tools present that continuously gives insights to application services reliability &amp; performance.</a:t>
                      </a:r>
                    </a:p>
                    <a:p>
                      <a:pPr marL="685800" marR="0" lvl="1" indent="-22860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AutoNum type="arabicPeriod"/>
                        <a:tabLst/>
                        <a:defRPr/>
                      </a:pPr>
                      <a:r>
                        <a:rPr lang="en-IN" sz="10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Your log analysis tools are integrated with ITSM tool to raise alerts depending on log analysis results.</a:t>
                      </a:r>
                    </a:p>
                    <a:p>
                      <a:pPr marL="228600" marR="0" lvl="0" indent="-22860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AutoNum type="arabicPeriod"/>
                        <a:tabLst/>
                        <a:defRPr/>
                      </a:pPr>
                      <a:endParaRPr lang="en-IN" sz="10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685800" lvl="1" indent="-228600" algn="l" defTabSz="914400" rtl="0" eaLnBrk="1" latinLnBrk="0" hangingPunct="1">
                        <a:buFont typeface="+mj-lt"/>
                        <a:buAutoNum type="arabicPeriod"/>
                      </a:pPr>
                      <a:endParaRPr lang="en-US" sz="10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000" baseline="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24AB4FFD-0C3F-4C30-A082-65FCFF0A8670}"/>
              </a:ext>
            </a:extLst>
          </p:cNvPr>
          <p:cNvSpPr txBox="1"/>
          <p:nvPr/>
        </p:nvSpPr>
        <p:spPr>
          <a:xfrm>
            <a:off x="5287189" y="8790375"/>
            <a:ext cx="3201587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700" cap="small" dirty="0">
                <a:latin typeface="Arial"/>
              </a:rPr>
              <a:t>© 2018 Synectiks. All Rights Reserved. Proprietary and Confidential.</a:t>
            </a:r>
          </a:p>
        </p:txBody>
      </p:sp>
    </p:spTree>
    <p:extLst>
      <p:ext uri="{BB962C8B-B14F-4D97-AF65-F5344CB8AC3E}">
        <p14:creationId xmlns:p14="http://schemas.microsoft.com/office/powerpoint/2010/main" val="923596005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41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2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50000">
                                          <p:val>
                                            <p:strVal val="#ppt_x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2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2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h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2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w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1" dur="250" tmFilter="0,0; .5, 1; 1, 1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9321AC63-2732-4AC8-817F-7B286EB4BB8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63422" y="0"/>
            <a:ext cx="8370476" cy="83099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Raleway SemiBold" panose="020B0703030101060003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Raleway SemiBold" panose="020B0703030101060003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Raleway SemiBold" panose="020B0703030101060003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Raleway SemiBold" panose="020B0703030101060003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Raleway SemiBold" panose="020B0703030101060003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Raleway SemiBold" panose="020B0703030101060003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Raleway SemiBold" panose="020B0703030101060003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Raleway SemiBold" panose="020B0703030101060003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Raleway SemiBold" panose="020B0703030101060003" pitchFamily="34" charset="0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ru-RU" sz="3200" dirty="0">
                <a:solidFill>
                  <a:srgbClr val="FF0000"/>
                </a:solidFill>
                <a:latin typeface="Raleway ExtraBold" panose="020B0903030101060003" pitchFamily="34" charset="0"/>
              </a:rPr>
              <a:t>Q’s Operations</a:t>
            </a:r>
          </a:p>
          <a:p>
            <a:pPr algn="r"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endParaRPr lang="en-US" altLang="ru-RU" sz="1600" dirty="0">
              <a:latin typeface="Raleway ExtraBold" panose="020B0903030101060003" pitchFamily="34" charset="0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BFBC5849-D202-400C-A392-8F86A8184D48}"/>
              </a:ext>
            </a:extLst>
          </p:cNvPr>
          <p:cNvSpPr/>
          <p:nvPr/>
        </p:nvSpPr>
        <p:spPr>
          <a:xfrm>
            <a:off x="0" y="794322"/>
            <a:ext cx="9470368" cy="6063678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8580" tIns="34290" rIns="68580" bIns="34290" rtlCol="0" anchor="ctr"/>
          <a:lstStyle/>
          <a:p>
            <a:pPr algn="ctr"/>
            <a:endParaRPr lang="en-US" dirty="0"/>
          </a:p>
        </p:txBody>
      </p:sp>
      <p:graphicFrame>
        <p:nvGraphicFramePr>
          <p:cNvPr id="25" name="Table 24">
            <a:extLst>
              <a:ext uri="{FF2B5EF4-FFF2-40B4-BE49-F238E27FC236}">
                <a16:creationId xmlns:a16="http://schemas.microsoft.com/office/drawing/2014/main" id="{6FC13A79-D205-4ED8-91C5-2C18AB471A6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7359918"/>
              </p:ext>
            </p:extLst>
          </p:nvPr>
        </p:nvGraphicFramePr>
        <p:xfrm>
          <a:off x="0" y="624578"/>
          <a:ext cx="12160577" cy="6233422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1157611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8446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709025">
                <a:tc>
                  <a:txBody>
                    <a:bodyPr/>
                    <a:lstStyle/>
                    <a:p>
                      <a:endParaRPr 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baseline="0" dirty="0"/>
                        <a:t>F/P/N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524397">
                <a:tc>
                  <a:txBody>
                    <a:bodyPr/>
                    <a:lstStyle/>
                    <a:p>
                      <a:pPr marL="228600" indent="-228600">
                        <a:buFont typeface="+mj-lt"/>
                        <a:buAutoNum type="arabicPeriod" startAt="3"/>
                      </a:pPr>
                      <a:r>
                        <a:rPr lang="en-IN" sz="10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What best describes your ITSM process capability?</a:t>
                      </a:r>
                    </a:p>
                    <a:p>
                      <a:pPr marL="685800" lvl="1" indent="-228600">
                        <a:buAutoNum type="arabicPeriod"/>
                      </a:pPr>
                      <a:r>
                        <a:rPr lang="en-IN" sz="10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You have a central ITSM tool and Operation SLA’s defined and different teams in operation address different tickets</a:t>
                      </a:r>
                    </a:p>
                    <a:p>
                      <a:pPr marL="685800" lvl="1" indent="-228600">
                        <a:buAutoNum type="arabicPeriod"/>
                      </a:pPr>
                      <a:r>
                        <a:rPr lang="en-IN" sz="10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You do resource provisioning manually through ITSM tickets</a:t>
                      </a:r>
                    </a:p>
                    <a:p>
                      <a:pPr marL="685800" lvl="1" indent="-228600">
                        <a:buAutoNum type="arabicPeriod"/>
                      </a:pPr>
                      <a:r>
                        <a:rPr lang="en-IN" sz="10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You have intelligent tools that does automated ticket remediation</a:t>
                      </a:r>
                    </a:p>
                    <a:p>
                      <a:pPr marL="685800" lvl="1" indent="-228600">
                        <a:buAutoNum type="arabicPeriod"/>
                      </a:pPr>
                      <a:r>
                        <a:rPr lang="en-IN" sz="10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Your resource provisioning is entirely automatics , the architecture guarantee automated elastic provisioning of cluster , services , and associated resources.</a:t>
                      </a:r>
                    </a:p>
                    <a:p>
                      <a:pPr marL="457200" lvl="1" indent="0">
                        <a:buNone/>
                      </a:pPr>
                      <a:endParaRPr lang="en-US" sz="10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228600" marR="0" lvl="0" indent="-22860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AutoNum type="arabicPeriod" startAt="3"/>
                        <a:tabLst/>
                        <a:defRPr/>
                      </a:pPr>
                      <a:r>
                        <a:rPr lang="en-IN" sz="10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What best describes your operation log analysis capability?</a:t>
                      </a:r>
                    </a:p>
                    <a:p>
                      <a:pPr marL="685800" marR="0" lvl="1" indent="-22860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AutoNum type="arabicPeriod"/>
                        <a:tabLst/>
                        <a:defRPr/>
                      </a:pPr>
                      <a:r>
                        <a:rPr lang="en-IN" sz="10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Central Log collection and search tool is present and team is trained on that.</a:t>
                      </a:r>
                    </a:p>
                    <a:p>
                      <a:pPr marL="685800" marR="0" lvl="1" indent="-22860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AutoNum type="arabicPeriod"/>
                        <a:tabLst/>
                        <a:defRPr/>
                      </a:pPr>
                      <a:r>
                        <a:rPr lang="en-IN" sz="10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You have intelligent log analysis tools present that continuously gives insights to application services reliability &amp; performance.</a:t>
                      </a:r>
                    </a:p>
                    <a:p>
                      <a:pPr marL="685800" marR="0" lvl="1" indent="-22860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AutoNum type="arabicPeriod"/>
                        <a:tabLst/>
                        <a:defRPr/>
                      </a:pPr>
                      <a:r>
                        <a:rPr lang="en-IN" sz="10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Your log analysis tools are integrated with ITSM tool to raise alerts depending on log analysis results.</a:t>
                      </a:r>
                    </a:p>
                    <a:p>
                      <a:pPr marL="457200" marR="0" lvl="1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None/>
                        <a:tabLst/>
                        <a:defRPr/>
                      </a:pPr>
                      <a:endParaRPr lang="en-IN" sz="10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228600" marR="0" lvl="0" indent="-22860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AutoNum type="arabicPeriod" startAt="3"/>
                        <a:tabLst/>
                        <a:defRPr/>
                      </a:pPr>
                      <a:r>
                        <a:rPr lang="en-IN" sz="10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What best describes your audit capability?</a:t>
                      </a:r>
                    </a:p>
                    <a:p>
                      <a:pPr marL="685800" marR="0" lvl="1" indent="-22860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AutoNum type="arabicPeriod"/>
                        <a:tabLst/>
                        <a:defRPr/>
                      </a:pPr>
                      <a:r>
                        <a:rPr lang="en-IN" sz="10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You have tools and scripts in place to do regular application and infrastructure  security audits </a:t>
                      </a:r>
                    </a:p>
                    <a:p>
                      <a:pPr marL="685800" marR="0" lvl="1" indent="-22860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AutoNum type="arabicPeriod"/>
                        <a:tabLst/>
                        <a:defRPr/>
                      </a:pPr>
                      <a:r>
                        <a:rPr lang="en-IN" sz="10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You have audit trails tools present to perform audit trailing</a:t>
                      </a:r>
                    </a:p>
                    <a:p>
                      <a:pPr marL="685800" marR="0" lvl="1" indent="-22860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AutoNum type="arabicPeriod"/>
                        <a:tabLst/>
                        <a:defRPr/>
                      </a:pPr>
                      <a:r>
                        <a:rPr lang="en-IN" sz="10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You have continuous security and continuous compliance system in place that gives you real time visibility on security and compliance </a:t>
                      </a:r>
                    </a:p>
                    <a:p>
                      <a:pPr marL="685800" marR="0" lvl="1" indent="-22860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AutoNum type="arabicPeriod"/>
                        <a:tabLst/>
                        <a:defRPr/>
                      </a:pPr>
                      <a:r>
                        <a:rPr lang="en-IN" sz="10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You have centralized tools for auditing different environments (dev/stage/</a:t>
                      </a:r>
                      <a:r>
                        <a:rPr lang="en-IN" sz="1000" kern="1200" dirty="0" err="1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qa</a:t>
                      </a:r>
                      <a:r>
                        <a:rPr lang="en-IN" sz="10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/tests) , products deployed across clouds in real time</a:t>
                      </a:r>
                    </a:p>
                    <a:p>
                      <a:pPr marL="457200" marR="0" lvl="1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None/>
                        <a:tabLst/>
                        <a:defRPr/>
                      </a:pPr>
                      <a:endParaRPr lang="en-IN" sz="10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228600" marR="0" lvl="0" indent="-22860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AutoNum type="arabicPeriod" startAt="3"/>
                        <a:tabLst/>
                        <a:defRPr/>
                      </a:pPr>
                      <a:r>
                        <a:rPr lang="en-IN" sz="10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What best describe your resilience  capability?</a:t>
                      </a:r>
                    </a:p>
                    <a:p>
                      <a:pPr marL="685800" marR="0" lvl="1" indent="-22860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AutoNum type="arabicPeriod"/>
                        <a:tabLst/>
                        <a:defRPr/>
                      </a:pPr>
                      <a:r>
                        <a:rPr lang="en-IN" sz="10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You mostly troubleshot from you log analysis or  monitoring tool and restore the services manually</a:t>
                      </a:r>
                    </a:p>
                    <a:p>
                      <a:pPr marL="685800" marR="0" lvl="1" indent="-22860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AutoNum type="arabicPeriod"/>
                        <a:tabLst/>
                        <a:defRPr/>
                      </a:pPr>
                      <a:r>
                        <a:rPr lang="en-IN" sz="10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You have diagnostics scripts available that you run to troubleshoot failure and restore services manually</a:t>
                      </a:r>
                    </a:p>
                    <a:p>
                      <a:pPr marL="685800" marR="0" lvl="1" indent="-22860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AutoNum type="arabicPeriod"/>
                        <a:tabLst/>
                        <a:defRPr/>
                      </a:pPr>
                      <a:r>
                        <a:rPr lang="en-US" sz="10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Application support resiliency through resilience architecture (circuit breaker sort of) </a:t>
                      </a:r>
                    </a:p>
                    <a:p>
                      <a:pPr marL="685800" marR="0" lvl="1" indent="-22860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AutoNum type="arabicPeriod"/>
                        <a:tabLst/>
                        <a:defRPr/>
                      </a:pPr>
                      <a:r>
                        <a:rPr lang="en-US" sz="10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Automation scripts are present which does regular and preventive maintenance in response to system nature </a:t>
                      </a:r>
                      <a:r>
                        <a:rPr lang="en-US" sz="180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	</a:t>
                      </a:r>
                    </a:p>
                    <a:p>
                      <a:pPr marL="457200" marR="0" lvl="1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None/>
                        <a:tabLst/>
                        <a:defRPr/>
                      </a:pPr>
                      <a:endParaRPr lang="en-US" sz="1800" b="0" i="0" u="none" strike="noStrike" kern="1200" baseline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228600" marR="0" lvl="0" indent="-22860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AutoNum type="arabicPeriod" startAt="3"/>
                        <a:tabLst/>
                        <a:defRPr/>
                      </a:pPr>
                      <a:r>
                        <a:rPr lang="en-IN" sz="10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What best describe your operation maturity in adopting advanced technologies?</a:t>
                      </a:r>
                    </a:p>
                    <a:p>
                      <a:pPr marL="685800" marR="0" lvl="1" indent="-22860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AutoNum type="arabicPeriod"/>
                        <a:tabLst/>
                        <a:defRPr/>
                      </a:pPr>
                      <a:r>
                        <a:rPr lang="en-IN" sz="10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You have automated ticker remediation and workflows that caters your 60% tickets</a:t>
                      </a:r>
                    </a:p>
                    <a:p>
                      <a:pPr marL="685800" marR="0" lvl="1" indent="-22860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AutoNum type="arabicPeriod"/>
                        <a:tabLst/>
                        <a:defRPr/>
                      </a:pPr>
                      <a:r>
                        <a:rPr lang="en-IN" sz="10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You provision your infrastructure with automated tools that seamlessly does hyper scaling cluster and cloud provisioning</a:t>
                      </a:r>
                    </a:p>
                    <a:p>
                      <a:pPr marL="685800" marR="0" lvl="1" indent="-22860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AutoNum type="arabicPeriod"/>
                        <a:tabLst/>
                        <a:defRPr/>
                      </a:pPr>
                      <a:r>
                        <a:rPr lang="en-IN" sz="10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You have centralized tool to monitor different product , environments , services and clouds</a:t>
                      </a:r>
                    </a:p>
                    <a:p>
                      <a:pPr marL="685800" marR="0" lvl="1" indent="-22860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AutoNum type="arabicPeriod"/>
                        <a:tabLst/>
                        <a:defRPr/>
                      </a:pPr>
                      <a:r>
                        <a:rPr lang="en-IN" sz="10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You have continuous security , billing , compliance mechanism in place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000" baseline="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24AB4FFD-0C3F-4C30-A082-65FCFF0A8670}"/>
              </a:ext>
            </a:extLst>
          </p:cNvPr>
          <p:cNvSpPr txBox="1"/>
          <p:nvPr/>
        </p:nvSpPr>
        <p:spPr>
          <a:xfrm>
            <a:off x="5287189" y="8790375"/>
            <a:ext cx="3201587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700" cap="small" dirty="0">
                <a:latin typeface="Arial"/>
              </a:rPr>
              <a:t>© 2018 Synectiks. All Rights Reserved. Proprietary and Confidential.</a:t>
            </a:r>
          </a:p>
        </p:txBody>
      </p:sp>
    </p:spTree>
    <p:extLst>
      <p:ext uri="{BB962C8B-B14F-4D97-AF65-F5344CB8AC3E}">
        <p14:creationId xmlns:p14="http://schemas.microsoft.com/office/powerpoint/2010/main" val="1568978375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41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2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50000">
                                          <p:val>
                                            <p:strVal val="#ppt_x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2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2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h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2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w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1" dur="250" tmFilter="0,0; .5, 1; 1, 1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C8971BD3-C310-46C9-A390-8DAB2BE0BC90}"/>
              </a:ext>
            </a:extLst>
          </p:cNvPr>
          <p:cNvSpPr/>
          <p:nvPr/>
        </p:nvSpPr>
        <p:spPr>
          <a:xfrm flipH="1">
            <a:off x="0" y="-275993"/>
            <a:ext cx="12226208" cy="6974005"/>
          </a:xfrm>
          <a:prstGeom prst="rect">
            <a:avLst/>
          </a:prstGeom>
          <a:solidFill>
            <a:schemeClr val="bg2">
              <a:lumMod val="10000"/>
              <a:alpha val="89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ru-RU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E1D89CC-1619-4D81-9EBF-D292348CFA13}"/>
              </a:ext>
            </a:extLst>
          </p:cNvPr>
          <p:cNvSpPr txBox="1"/>
          <p:nvPr/>
        </p:nvSpPr>
        <p:spPr>
          <a:xfrm>
            <a:off x="2148390" y="-302197"/>
            <a:ext cx="7970837" cy="573555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ctr" eaLnBrk="1" fontAlgn="auto" hangingPunct="1">
              <a:lnSpc>
                <a:spcPts val="36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sz="4400" dirty="0">
                <a:solidFill>
                  <a:schemeClr val="bg1"/>
                </a:solidFill>
                <a:latin typeface="Raleway ExtraBold" panose="020B0903030101060003" pitchFamily="34" charset="-52"/>
              </a:rPr>
              <a:t>Positioning</a:t>
            </a:r>
          </a:p>
        </p:txBody>
      </p:sp>
      <p:sp>
        <p:nvSpPr>
          <p:cNvPr id="116" name="TextBox 115">
            <a:extLst>
              <a:ext uri="{FF2B5EF4-FFF2-40B4-BE49-F238E27FC236}">
                <a16:creationId xmlns:a16="http://schemas.microsoft.com/office/drawing/2014/main" id="{4ADF8FD7-0157-4EA6-9020-7FF298451CCB}"/>
              </a:ext>
            </a:extLst>
          </p:cNvPr>
          <p:cNvSpPr txBox="1"/>
          <p:nvPr/>
        </p:nvSpPr>
        <p:spPr>
          <a:xfrm>
            <a:off x="3984026" y="6482568"/>
            <a:ext cx="4223947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" cap="small" dirty="0">
                <a:solidFill>
                  <a:schemeClr val="bg1"/>
                </a:solidFill>
                <a:latin typeface="Arial"/>
              </a:rPr>
              <a:t>© 2018 SYNECTIKS. All Rights Reserved. Proprietary and Confidential.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3CC21CF-D969-463E-B329-378DC1D3B1F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220536"/>
            <a:ext cx="6133809" cy="6262032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2352CAA6-F1D6-4615-B895-AA8A6B9A322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33809" y="226243"/>
            <a:ext cx="6092399" cy="62563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00298807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4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Другая 6">
      <a:majorFont>
        <a:latin typeface="Raleway SemiBold"/>
        <a:ea typeface=""/>
        <a:cs typeface=""/>
      </a:majorFont>
      <a:minorFont>
        <a:latin typeface="Raleway SemiBold"/>
        <a:ea typeface=""/>
        <a:cs typeface="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2C317F0AD02050489CEA68A8CF25C850" ma:contentTypeVersion="10" ma:contentTypeDescription="Create a new document." ma:contentTypeScope="" ma:versionID="5aa90a4c99ec19552543de5b522c5df4">
  <xsd:schema xmlns:xsd="http://www.w3.org/2001/XMLSchema" xmlns:xs="http://www.w3.org/2001/XMLSchema" xmlns:p="http://schemas.microsoft.com/office/2006/metadata/properties" xmlns:ns2="dcca88f8-a7ae-4cfc-9184-d6b131f630bb" xmlns:ns3="c5a4b99e-4ccc-4a5c-98e4-7ab8633fd4df" targetNamespace="http://schemas.microsoft.com/office/2006/metadata/properties" ma:root="true" ma:fieldsID="a7e9c3c6c25f28a24043455990ebc943" ns2:_="" ns3:_="">
    <xsd:import namespace="dcca88f8-a7ae-4cfc-9184-d6b131f630bb"/>
    <xsd:import namespace="c5a4b99e-4ccc-4a5c-98e4-7ab8633fd4df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KeyPoints" minOccurs="0"/>
                <xsd:element ref="ns2:MediaServiceKeyPoints" minOccurs="0"/>
                <xsd:element ref="ns2:MediaServiceAutoTags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3:SharedWithUsers" minOccurs="0"/>
                <xsd:element ref="ns3:SharedWithDetail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dcca88f8-a7ae-4cfc-9184-d6b131f630bb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KeyPoints" ma:index="10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1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AutoTags" ma:index="12" nillable="true" ma:displayName="Tags" ma:internalName="MediaServiceAutoTags" ma:readOnly="true">
      <xsd:simpleType>
        <xsd:restriction base="dms:Text"/>
      </xsd:simpleType>
    </xsd:element>
    <xsd:element name="MediaServiceOCR" ma:index="13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4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5" nillable="true" ma:displayName="MediaServiceEventHashCode" ma:hidden="true" ma:internalName="MediaServiceEventHashCode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c5a4b99e-4ccc-4a5c-98e4-7ab8633fd4df" elementFormDefault="qualified">
    <xsd:import namespace="http://schemas.microsoft.com/office/2006/documentManagement/types"/>
    <xsd:import namespace="http://schemas.microsoft.com/office/infopath/2007/PartnerControls"/>
    <xsd:element name="SharedWithUsers" ma:index="16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7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457779A7-1E24-49EB-8242-314151AE1076}"/>
</file>

<file path=customXml/itemProps2.xml><?xml version="1.0" encoding="utf-8"?>
<ds:datastoreItem xmlns:ds="http://schemas.openxmlformats.org/officeDocument/2006/customXml" ds:itemID="{3C63B1FA-D66E-4F77-AF76-76422F89531D}"/>
</file>

<file path=customXml/itemProps3.xml><?xml version="1.0" encoding="utf-8"?>
<ds:datastoreItem xmlns:ds="http://schemas.openxmlformats.org/officeDocument/2006/customXml" ds:itemID="{EFCE95F7-9E03-4249-8D49-2E02453EC715}"/>
</file>

<file path=docProps/app.xml><?xml version="1.0" encoding="utf-8"?>
<Properties xmlns="http://schemas.openxmlformats.org/officeDocument/2006/extended-properties" xmlns:vt="http://schemas.openxmlformats.org/officeDocument/2006/docPropsVTypes">
  <TotalTime>20944</TotalTime>
  <Words>2228</Words>
  <Application>Microsoft Office PowerPoint</Application>
  <PresentationFormat>Widescreen</PresentationFormat>
  <Paragraphs>377</Paragraphs>
  <Slides>14</Slides>
  <Notes>3</Notes>
  <HiddenSlides>0</HiddenSlides>
  <MMClips>0</MMClips>
  <ScaleCrop>false</ScaleCrop>
  <HeadingPairs>
    <vt:vector size="8" baseType="variant">
      <vt:variant>
        <vt:lpstr>Fonts Used</vt:lpstr>
      </vt:variant>
      <vt:variant>
        <vt:i4>12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28" baseType="lpstr">
      <vt:lpstr>Arial</vt:lpstr>
      <vt:lpstr>Calibri</vt:lpstr>
      <vt:lpstr>FontAwesome</vt:lpstr>
      <vt:lpstr>Karla</vt:lpstr>
      <vt:lpstr>Lato</vt:lpstr>
      <vt:lpstr>Montserrat</vt:lpstr>
      <vt:lpstr>Poppins</vt:lpstr>
      <vt:lpstr>Poppins SemiBold</vt:lpstr>
      <vt:lpstr>Raleway ExtraBold</vt:lpstr>
      <vt:lpstr>Raleway Heavy</vt:lpstr>
      <vt:lpstr>Raleway Medium</vt:lpstr>
      <vt:lpstr>Raleway SemiBold</vt:lpstr>
      <vt:lpstr>Тема Office</vt:lpstr>
      <vt:lpstr>Диаграмма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SPecialiST RePack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RePack by Diakov</dc:creator>
  <cp:lastModifiedBy>Papu Bhattacharya</cp:lastModifiedBy>
  <cp:revision>609</cp:revision>
  <dcterms:created xsi:type="dcterms:W3CDTF">2016-11-15T05:15:01Z</dcterms:created>
  <dcterms:modified xsi:type="dcterms:W3CDTF">2018-08-08T11:12:42Z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0x0101002C317F0AD02050489CEA68A8CF25C850</vt:lpwstr>
  </property>
</Properties>
</file>