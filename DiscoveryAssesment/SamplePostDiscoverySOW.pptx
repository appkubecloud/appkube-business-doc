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23.xml" ContentType="application/vnd.openxmlformats-officedocument.presentationml.slideLayout+xml"/>
  <Override PartName="/ppt/slideLayouts/slideLayout2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24.xml" ContentType="application/vnd.openxmlformats-officedocument.presentationml.slideLayout+xml"/>
  <Override PartName="/ppt/slideLayouts/slideLayout37.xml" ContentType="application/vnd.openxmlformats-officedocument.presentationml.slideLayout+xml"/>
  <Override PartName="/ppt/slideLayouts/slideLayout3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6.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327" r:id="rId3"/>
    <p:sldId id="330" r:id="rId4"/>
    <p:sldId id="332" r:id="rId5"/>
    <p:sldId id="333" r:id="rId6"/>
    <p:sldId id="334" r:id="rId7"/>
    <p:sldId id="335" r:id="rId8"/>
    <p:sldId id="336" r:id="rId9"/>
    <p:sldId id="337" r:id="rId10"/>
    <p:sldId id="331" r:id="rId11"/>
    <p:sldId id="340" r:id="rId12"/>
    <p:sldId id="341" r:id="rId13"/>
    <p:sldId id="342" r:id="rId14"/>
    <p:sldId id="343" r:id="rId15"/>
    <p:sldId id="344" r:id="rId16"/>
    <p:sldId id="329" r:id="rId17"/>
    <p:sldId id="345" r:id="rId18"/>
  </p:sldIdLst>
  <p:sldSz cx="12192000" cy="6858000"/>
  <p:notesSz cx="6858000" cy="9144000"/>
  <p:defaultTextStyle>
    <a:defPPr>
      <a:defRPr lang="ru-RU"/>
    </a:defPPr>
    <a:lvl1pPr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1pPr>
    <a:lvl2pPr marL="457200"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2pPr>
    <a:lvl3pPr marL="914400"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3pPr>
    <a:lvl4pPr marL="1371600"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4pPr>
    <a:lvl5pPr marL="1828800"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5pPr>
    <a:lvl6pPr marL="2286000" algn="l" defTabSz="914400" rtl="0" eaLnBrk="1" latinLnBrk="0" hangingPunct="1">
      <a:defRPr kern="1200">
        <a:solidFill>
          <a:schemeClr val="tx1"/>
        </a:solidFill>
        <a:latin typeface="Raleway SemiBold" panose="020B0703030101060003" pitchFamily="34" charset="0"/>
        <a:ea typeface="+mn-ea"/>
        <a:cs typeface="+mn-cs"/>
      </a:defRPr>
    </a:lvl6pPr>
    <a:lvl7pPr marL="2743200" algn="l" defTabSz="914400" rtl="0" eaLnBrk="1" latinLnBrk="0" hangingPunct="1">
      <a:defRPr kern="1200">
        <a:solidFill>
          <a:schemeClr val="tx1"/>
        </a:solidFill>
        <a:latin typeface="Raleway SemiBold" panose="020B0703030101060003" pitchFamily="34" charset="0"/>
        <a:ea typeface="+mn-ea"/>
        <a:cs typeface="+mn-cs"/>
      </a:defRPr>
    </a:lvl7pPr>
    <a:lvl8pPr marL="3200400" algn="l" defTabSz="914400" rtl="0" eaLnBrk="1" latinLnBrk="0" hangingPunct="1">
      <a:defRPr kern="1200">
        <a:solidFill>
          <a:schemeClr val="tx1"/>
        </a:solidFill>
        <a:latin typeface="Raleway SemiBold" panose="020B0703030101060003" pitchFamily="34" charset="0"/>
        <a:ea typeface="+mn-ea"/>
        <a:cs typeface="+mn-cs"/>
      </a:defRPr>
    </a:lvl8pPr>
    <a:lvl9pPr marL="3657600" algn="l" defTabSz="914400" rtl="0" eaLnBrk="1" latinLnBrk="0" hangingPunct="1">
      <a:defRPr kern="1200">
        <a:solidFill>
          <a:schemeClr val="tx1"/>
        </a:solidFill>
        <a:latin typeface="Raleway SemiBold" panose="020B0703030101060003" pitchFamily="34" charset="0"/>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324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6461"/>
    <a:srgbClr val="E23936"/>
    <a:srgbClr val="F29B96"/>
    <a:srgbClr val="EA73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4660"/>
  </p:normalViewPr>
  <p:slideViewPr>
    <p:cSldViewPr snapToGrid="0">
      <p:cViewPr varScale="1">
        <p:scale>
          <a:sx n="64" d="100"/>
          <a:sy n="64" d="100"/>
        </p:scale>
        <p:origin x="688" y="40"/>
      </p:cViewPr>
      <p:guideLst>
        <p:guide pos="3840"/>
        <p:guide orient="horz" pos="3249"/>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 Id="rId4" Type="http://schemas.openxmlformats.org/officeDocument/2006/relationships/image" Target="../media/image1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7711C8D9-35FB-4256-B7B4-7311814253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ru-RU"/>
          </a:p>
        </p:txBody>
      </p:sp>
      <p:sp>
        <p:nvSpPr>
          <p:cNvPr id="3" name="Дата 2">
            <a:extLst>
              <a:ext uri="{FF2B5EF4-FFF2-40B4-BE49-F238E27FC236}">
                <a16:creationId xmlns:a16="http://schemas.microsoft.com/office/drawing/2014/main" id="{98010164-668F-464C-B7B2-1730F6EED17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F8A0DAC6-5924-43D2-9238-6A3A8FA5DAE7}" type="datetimeFigureOut">
              <a:rPr lang="ru-RU"/>
              <a:pPr>
                <a:defRPr/>
              </a:pPr>
              <a:t>25.07.2018</a:t>
            </a:fld>
            <a:endParaRPr lang="ru-RU" dirty="0"/>
          </a:p>
        </p:txBody>
      </p:sp>
      <p:sp>
        <p:nvSpPr>
          <p:cNvPr id="4" name="Образ слайда 3">
            <a:extLst>
              <a:ext uri="{FF2B5EF4-FFF2-40B4-BE49-F238E27FC236}">
                <a16:creationId xmlns:a16="http://schemas.microsoft.com/office/drawing/2014/main" id="{55D7B54E-1B69-461A-9760-B9A0B18B3F9D}"/>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ru-RU" noProof="0" dirty="0"/>
          </a:p>
        </p:txBody>
      </p:sp>
      <p:sp>
        <p:nvSpPr>
          <p:cNvPr id="5" name="Заметки 4">
            <a:extLst>
              <a:ext uri="{FF2B5EF4-FFF2-40B4-BE49-F238E27FC236}">
                <a16:creationId xmlns:a16="http://schemas.microsoft.com/office/drawing/2014/main" id="{7E1E3FF1-3635-4414-8E43-095C316C49C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noProof="0"/>
              <a:t>Образец текста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6" name="Нижний колонтитул 5">
            <a:extLst>
              <a:ext uri="{FF2B5EF4-FFF2-40B4-BE49-F238E27FC236}">
                <a16:creationId xmlns:a16="http://schemas.microsoft.com/office/drawing/2014/main" id="{B3432E30-D37F-4020-BD96-76D507996B32}"/>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ru-RU"/>
          </a:p>
        </p:txBody>
      </p:sp>
      <p:sp>
        <p:nvSpPr>
          <p:cNvPr id="7" name="Номер слайда 6">
            <a:extLst>
              <a:ext uri="{FF2B5EF4-FFF2-40B4-BE49-F238E27FC236}">
                <a16:creationId xmlns:a16="http://schemas.microsoft.com/office/drawing/2014/main" id="{31F17E46-5BB4-4DF6-81B8-FE420597A03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4D54283D-B617-4C0C-8B6C-DC7F41934E18}" type="slidenum">
              <a:rPr lang="ru-RU"/>
              <a:pPr>
                <a:defRPr/>
              </a:pPr>
              <a:t>‹#›</a:t>
            </a:fld>
            <a:endParaRPr lang="ru-RU" dirty="0"/>
          </a:p>
        </p:txBody>
      </p:sp>
    </p:spTree>
    <p:extLst>
      <p:ext uri="{BB962C8B-B14F-4D97-AF65-F5344CB8AC3E}">
        <p14:creationId xmlns:p14="http://schemas.microsoft.com/office/powerpoint/2010/main" val="14074438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1</a:t>
            </a:fld>
            <a:endParaRPr lang="ru-RU" dirty="0"/>
          </a:p>
        </p:txBody>
      </p:sp>
    </p:spTree>
    <p:extLst>
      <p:ext uri="{BB962C8B-B14F-4D97-AF65-F5344CB8AC3E}">
        <p14:creationId xmlns:p14="http://schemas.microsoft.com/office/powerpoint/2010/main" val="2434698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2</a:t>
            </a:fld>
            <a:endParaRPr lang="ru-RU" dirty="0"/>
          </a:p>
        </p:txBody>
      </p:sp>
    </p:spTree>
    <p:extLst>
      <p:ext uri="{BB962C8B-B14F-4D97-AF65-F5344CB8AC3E}">
        <p14:creationId xmlns:p14="http://schemas.microsoft.com/office/powerpoint/2010/main" val="1863728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5</a:t>
            </a:fld>
            <a:endParaRPr lang="ru-RU" dirty="0"/>
          </a:p>
        </p:txBody>
      </p:sp>
    </p:spTree>
    <p:extLst>
      <p:ext uri="{BB962C8B-B14F-4D97-AF65-F5344CB8AC3E}">
        <p14:creationId xmlns:p14="http://schemas.microsoft.com/office/powerpoint/2010/main" val="41520610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Образ слайда 1">
            <a:extLst>
              <a:ext uri="{FF2B5EF4-FFF2-40B4-BE49-F238E27FC236}">
                <a16:creationId xmlns:a16="http://schemas.microsoft.com/office/drawing/2014/main" id="{8C103B6F-4FDD-4F1B-B1BD-880759F509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Заметки 2">
            <a:extLst>
              <a:ext uri="{FF2B5EF4-FFF2-40B4-BE49-F238E27FC236}">
                <a16:creationId xmlns:a16="http://schemas.microsoft.com/office/drawing/2014/main" id="{DEE7CA47-E531-4949-B74A-0328511D37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ru-RU" altLang="ru-RU"/>
          </a:p>
        </p:txBody>
      </p:sp>
      <p:sp>
        <p:nvSpPr>
          <p:cNvPr id="81924" name="Номер слайда 3">
            <a:extLst>
              <a:ext uri="{FF2B5EF4-FFF2-40B4-BE49-F238E27FC236}">
                <a16:creationId xmlns:a16="http://schemas.microsoft.com/office/drawing/2014/main" id="{A430C0BF-C2E9-4998-8C00-BC2628EA07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Raleway SemiBold" panose="020B0703030101060003" pitchFamily="34" charset="0"/>
              </a:defRPr>
            </a:lvl1pPr>
            <a:lvl2pPr marL="742950" indent="-285750">
              <a:defRPr>
                <a:solidFill>
                  <a:schemeClr val="tx1"/>
                </a:solidFill>
                <a:latin typeface="Raleway SemiBold" panose="020B0703030101060003" pitchFamily="34" charset="0"/>
              </a:defRPr>
            </a:lvl2pPr>
            <a:lvl3pPr marL="1143000" indent="-228600">
              <a:defRPr>
                <a:solidFill>
                  <a:schemeClr val="tx1"/>
                </a:solidFill>
                <a:latin typeface="Raleway SemiBold" panose="020B0703030101060003" pitchFamily="34" charset="0"/>
              </a:defRPr>
            </a:lvl3pPr>
            <a:lvl4pPr marL="1600200" indent="-228600">
              <a:defRPr>
                <a:solidFill>
                  <a:schemeClr val="tx1"/>
                </a:solidFill>
                <a:latin typeface="Raleway SemiBold" panose="020B0703030101060003" pitchFamily="34" charset="0"/>
              </a:defRPr>
            </a:lvl4pPr>
            <a:lvl5pPr marL="2057400" indent="-228600">
              <a:defRPr>
                <a:solidFill>
                  <a:schemeClr val="tx1"/>
                </a:solidFill>
                <a:latin typeface="Raleway SemiBold" panose="020B0703030101060003" pitchFamily="34" charset="0"/>
              </a:defRPr>
            </a:lvl5pPr>
            <a:lvl6pPr marL="2514600" indent="-228600" eaLnBrk="0" fontAlgn="base" hangingPunct="0">
              <a:spcBef>
                <a:spcPct val="0"/>
              </a:spcBef>
              <a:spcAft>
                <a:spcPct val="0"/>
              </a:spcAft>
              <a:defRPr>
                <a:solidFill>
                  <a:schemeClr val="tx1"/>
                </a:solidFill>
                <a:latin typeface="Raleway SemiBold" panose="020B0703030101060003" pitchFamily="34" charset="0"/>
              </a:defRPr>
            </a:lvl6pPr>
            <a:lvl7pPr marL="2971800" indent="-228600" eaLnBrk="0" fontAlgn="base" hangingPunct="0">
              <a:spcBef>
                <a:spcPct val="0"/>
              </a:spcBef>
              <a:spcAft>
                <a:spcPct val="0"/>
              </a:spcAft>
              <a:defRPr>
                <a:solidFill>
                  <a:schemeClr val="tx1"/>
                </a:solidFill>
                <a:latin typeface="Raleway SemiBold" panose="020B0703030101060003" pitchFamily="34" charset="0"/>
              </a:defRPr>
            </a:lvl7pPr>
            <a:lvl8pPr marL="3429000" indent="-228600" eaLnBrk="0" fontAlgn="base" hangingPunct="0">
              <a:spcBef>
                <a:spcPct val="0"/>
              </a:spcBef>
              <a:spcAft>
                <a:spcPct val="0"/>
              </a:spcAft>
              <a:defRPr>
                <a:solidFill>
                  <a:schemeClr val="tx1"/>
                </a:solidFill>
                <a:latin typeface="Raleway SemiBold" panose="020B0703030101060003" pitchFamily="34" charset="0"/>
              </a:defRPr>
            </a:lvl8pPr>
            <a:lvl9pPr marL="3886200" indent="-228600" eaLnBrk="0" fontAlgn="base" hangingPunct="0">
              <a:spcBef>
                <a:spcPct val="0"/>
              </a:spcBef>
              <a:spcAft>
                <a:spcPct val="0"/>
              </a:spcAft>
              <a:defRPr>
                <a:solidFill>
                  <a:schemeClr val="tx1"/>
                </a:solidFill>
                <a:latin typeface="Raleway SemiBold" panose="020B0703030101060003" pitchFamily="34" charset="0"/>
              </a:defRPr>
            </a:lvl9pPr>
          </a:lstStyle>
          <a:p>
            <a:pPr fontAlgn="base">
              <a:spcBef>
                <a:spcPct val="0"/>
              </a:spcBef>
              <a:spcAft>
                <a:spcPct val="0"/>
              </a:spcAft>
            </a:pPr>
            <a:fld id="{9BD09A60-5FC8-41BA-A389-1C7229118C41}" type="slidenum">
              <a:rPr lang="ru-RU" altLang="ru-RU" smtClean="0">
                <a:latin typeface="Calibri" panose="020F0502020204030204" pitchFamily="34" charset="0"/>
              </a:rPr>
              <a:pPr fontAlgn="base">
                <a:spcBef>
                  <a:spcPct val="0"/>
                </a:spcBef>
                <a:spcAft>
                  <a:spcPct val="0"/>
                </a:spcAft>
              </a:pPr>
              <a:t>9</a:t>
            </a:fld>
            <a:endParaRPr lang="ru-RU" altLang="ru-RU">
              <a:latin typeface="Calibri" panose="020F0502020204030204" pitchFamily="34" charset="0"/>
            </a:endParaRPr>
          </a:p>
        </p:txBody>
      </p:sp>
    </p:spTree>
    <p:extLst>
      <p:ext uri="{BB962C8B-B14F-4D97-AF65-F5344CB8AC3E}">
        <p14:creationId xmlns:p14="http://schemas.microsoft.com/office/powerpoint/2010/main" val="1000421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16</a:t>
            </a:fld>
            <a:endParaRPr lang="ru-RU" dirty="0"/>
          </a:p>
        </p:txBody>
      </p:sp>
    </p:spTree>
    <p:extLst>
      <p:ext uri="{BB962C8B-B14F-4D97-AF65-F5344CB8AC3E}">
        <p14:creationId xmlns:p14="http://schemas.microsoft.com/office/powerpoint/2010/main" val="3267060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0" y="0"/>
            <a:ext cx="12192000" cy="6858000"/>
          </a:xfrm>
        </p:spPr>
        <p:txBody>
          <a:bodyPr rtlCol="0">
            <a:normAutofit/>
          </a:bodyPr>
          <a:lstStyle/>
          <a:p>
            <a:pPr lvl="0"/>
            <a:endParaRPr lang="ru-RU" noProof="0" dirty="0"/>
          </a:p>
        </p:txBody>
      </p:sp>
    </p:spTree>
    <p:extLst>
      <p:ext uri="{BB962C8B-B14F-4D97-AF65-F5344CB8AC3E}">
        <p14:creationId xmlns:p14="http://schemas.microsoft.com/office/powerpoint/2010/main" val="2729147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0" y="0"/>
            <a:ext cx="12192000" cy="6857999"/>
          </a:xfrm>
        </p:spPr>
        <p:txBody>
          <a:bodyPr rtlCol="0">
            <a:normAutofit/>
          </a:bodyPr>
          <a:lstStyle/>
          <a:p>
            <a:pPr lvl="0"/>
            <a:endParaRPr lang="ru-RU" noProof="0" dirty="0"/>
          </a:p>
        </p:txBody>
      </p:sp>
      <p:sp>
        <p:nvSpPr>
          <p:cNvPr id="4" name="Рисунок 3"/>
          <p:cNvSpPr>
            <a:spLocks noGrp="1"/>
          </p:cNvSpPr>
          <p:nvPr>
            <p:ph type="pic" sz="quarter" idx="11"/>
          </p:nvPr>
        </p:nvSpPr>
        <p:spPr>
          <a:xfrm>
            <a:off x="1536700" y="1174049"/>
            <a:ext cx="1828800" cy="3295651"/>
          </a:xfrm>
        </p:spPr>
        <p:txBody>
          <a:bodyPr rtlCol="0">
            <a:normAutofit/>
          </a:bodyPr>
          <a:lstStyle/>
          <a:p>
            <a:pPr lvl="0"/>
            <a:endParaRPr lang="ru-RU" noProof="0" dirty="0"/>
          </a:p>
        </p:txBody>
      </p:sp>
    </p:spTree>
    <p:extLst>
      <p:ext uri="{BB962C8B-B14F-4D97-AF65-F5344CB8AC3E}">
        <p14:creationId xmlns:p14="http://schemas.microsoft.com/office/powerpoint/2010/main" val="3069388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AEF28CCA-ACB3-4A11-933F-7EBB3F7FB433}"/>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113B4B77-E309-4776-BDE2-F9F2DECBECA7}"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AC664F10-4CBB-4938-BF70-C5B071D909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Рисунок 7"/>
          <p:cNvSpPr>
            <a:spLocks noGrp="1"/>
          </p:cNvSpPr>
          <p:nvPr>
            <p:ph type="pic" sz="quarter" idx="10"/>
          </p:nvPr>
        </p:nvSpPr>
        <p:spPr>
          <a:xfrm>
            <a:off x="8556625" y="0"/>
            <a:ext cx="3635375" cy="6858000"/>
          </a:xfrm>
        </p:spPr>
        <p:txBody>
          <a:bodyPr rtlCol="0">
            <a:normAutofit/>
          </a:bodyPr>
          <a:lstStyle/>
          <a:p>
            <a:pPr lvl="0"/>
            <a:endParaRPr lang="ru-RU" noProof="0" dirty="0"/>
          </a:p>
        </p:txBody>
      </p:sp>
    </p:spTree>
    <p:extLst>
      <p:ext uri="{BB962C8B-B14F-4D97-AF65-F5344CB8AC3E}">
        <p14:creationId xmlns:p14="http://schemas.microsoft.com/office/powerpoint/2010/main" val="342939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4_Пользовательский макет">
    <p:spTree>
      <p:nvGrpSpPr>
        <p:cNvPr id="1" name=""/>
        <p:cNvGrpSpPr/>
        <p:nvPr/>
      </p:nvGrpSpPr>
      <p:grpSpPr>
        <a:xfrm>
          <a:off x="0" y="0"/>
          <a:ext cx="0" cy="0"/>
          <a:chOff x="0" y="0"/>
          <a:chExt cx="0" cy="0"/>
        </a:xfrm>
      </p:grpSpPr>
      <p:sp>
        <p:nvSpPr>
          <p:cNvPr id="4" name="Прямоугольник 6">
            <a:extLst>
              <a:ext uri="{FF2B5EF4-FFF2-40B4-BE49-F238E27FC236}">
                <a16:creationId xmlns:a16="http://schemas.microsoft.com/office/drawing/2014/main" id="{5CFBCA73-2F0C-4522-9A20-54B788A8FBD1}"/>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F587E485-6DB0-4D55-8091-530723EB1461}"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5" name="Рисунок 7">
            <a:extLst>
              <a:ext uri="{FF2B5EF4-FFF2-40B4-BE49-F238E27FC236}">
                <a16:creationId xmlns:a16="http://schemas.microsoft.com/office/drawing/2014/main" id="{84C42049-9CF1-4C33-9D2B-63ABEFF3508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8556625" y="0"/>
            <a:ext cx="3635375" cy="6858000"/>
          </a:xfrm>
        </p:spPr>
        <p:txBody>
          <a:bodyPr rtlCol="0">
            <a:normAutofit/>
          </a:bodyPr>
          <a:lstStyle/>
          <a:p>
            <a:pPr lvl="0"/>
            <a:endParaRPr lang="ru-RU" noProof="0" dirty="0"/>
          </a:p>
        </p:txBody>
      </p:sp>
      <p:sp>
        <p:nvSpPr>
          <p:cNvPr id="11" name="Рисунок 10"/>
          <p:cNvSpPr>
            <a:spLocks noGrp="1"/>
          </p:cNvSpPr>
          <p:nvPr>
            <p:ph type="pic" sz="quarter" idx="11"/>
          </p:nvPr>
        </p:nvSpPr>
        <p:spPr>
          <a:xfrm>
            <a:off x="985962" y="1502796"/>
            <a:ext cx="2997641" cy="4015409"/>
          </a:xfrm>
        </p:spPr>
        <p:txBody>
          <a:bodyPr rtlCol="0">
            <a:normAutofit/>
          </a:bodyPr>
          <a:lstStyle/>
          <a:p>
            <a:pPr lvl="0"/>
            <a:endParaRPr lang="ru-RU" noProof="0" dirty="0"/>
          </a:p>
        </p:txBody>
      </p:sp>
    </p:spTree>
    <p:extLst>
      <p:ext uri="{BB962C8B-B14F-4D97-AF65-F5344CB8AC3E}">
        <p14:creationId xmlns:p14="http://schemas.microsoft.com/office/powerpoint/2010/main" val="2936443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0F6B3C34-BC18-4C25-AA33-07C5907A217C}"/>
              </a:ext>
            </a:extLst>
          </p:cNvPr>
          <p:cNvSpPr/>
          <p:nvPr userDrawn="1"/>
        </p:nvSpPr>
        <p:spPr>
          <a:xfrm>
            <a:off x="8478838" y="0"/>
            <a:ext cx="371316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2EA17AA2-7945-40FC-9355-4675866C879A}"/>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7D08EDB-785C-43C0-BE23-041849E8AED4}"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207AB24F-3E63-4B3A-B708-5619D6A838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6104228" y="0"/>
            <a:ext cx="2374189" cy="6858000"/>
          </a:xfrm>
        </p:spPr>
        <p:txBody>
          <a:bodyPr rtlCol="0">
            <a:normAutofit/>
          </a:bodyPr>
          <a:lstStyle/>
          <a:p>
            <a:pPr lvl="0"/>
            <a:endParaRPr lang="ru-RU" noProof="0" dirty="0"/>
          </a:p>
        </p:txBody>
      </p:sp>
    </p:spTree>
    <p:extLst>
      <p:ext uri="{BB962C8B-B14F-4D97-AF65-F5344CB8AC3E}">
        <p14:creationId xmlns:p14="http://schemas.microsoft.com/office/powerpoint/2010/main" val="3686985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7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737131DA-1213-4163-A8FA-F632AFB7687F}"/>
              </a:ext>
            </a:extLst>
          </p:cNvPr>
          <p:cNvSpPr/>
          <p:nvPr userDrawn="1"/>
        </p:nvSpPr>
        <p:spPr>
          <a:xfrm>
            <a:off x="0" y="0"/>
            <a:ext cx="371316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716C87B2-7FA1-40AE-B178-391CE67CD4D9}"/>
              </a:ext>
            </a:extLst>
          </p:cNvPr>
          <p:cNvSpPr>
            <a:spLocks noChangeArrowheads="1"/>
          </p:cNvSpPr>
          <p:nvPr userDrawn="1"/>
        </p:nvSpPr>
        <p:spPr bwMode="auto">
          <a:xfrm>
            <a:off x="11374438" y="6481763"/>
            <a:ext cx="34925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A702089B-3E1A-40FF-A412-C72F92F51DDB}"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F5B8749F-A043-4820-904F-BE48A639B7F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69688" y="330200"/>
            <a:ext cx="15875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3713583" y="0"/>
            <a:ext cx="2374189" cy="6858000"/>
          </a:xfrm>
        </p:spPr>
        <p:txBody>
          <a:bodyPr rtlCol="0">
            <a:normAutofit/>
          </a:bodyPr>
          <a:lstStyle/>
          <a:p>
            <a:pPr lvl="0"/>
            <a:endParaRPr lang="ru-RU" noProof="0" dirty="0"/>
          </a:p>
        </p:txBody>
      </p:sp>
    </p:spTree>
    <p:extLst>
      <p:ext uri="{BB962C8B-B14F-4D97-AF65-F5344CB8AC3E}">
        <p14:creationId xmlns:p14="http://schemas.microsoft.com/office/powerpoint/2010/main" val="34022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31038639-2656-42E2-84FC-D33C9CF3FFD9}"/>
              </a:ext>
            </a:extLst>
          </p:cNvPr>
          <p:cNvSpPr/>
          <p:nvPr userDrawn="1"/>
        </p:nvSpPr>
        <p:spPr>
          <a:xfrm>
            <a:off x="0" y="0"/>
            <a:ext cx="371316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9A1224CE-F5FC-4868-BCED-83DCEE42FCA7}"/>
              </a:ext>
            </a:extLst>
          </p:cNvPr>
          <p:cNvSpPr>
            <a:spLocks noChangeArrowheads="1"/>
          </p:cNvSpPr>
          <p:nvPr userDrawn="1"/>
        </p:nvSpPr>
        <p:spPr bwMode="auto">
          <a:xfrm>
            <a:off x="11374438" y="6481763"/>
            <a:ext cx="34925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029060CB-6C2D-42FA-8FB2-ADE7815DDD84}"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B88CDA52-0771-4C8A-BE11-4D518238F9B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69688" y="330200"/>
            <a:ext cx="15875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Рисунок 11"/>
          <p:cNvSpPr>
            <a:spLocks noGrp="1"/>
          </p:cNvSpPr>
          <p:nvPr>
            <p:ph type="pic" sz="quarter" idx="10"/>
          </p:nvPr>
        </p:nvSpPr>
        <p:spPr>
          <a:xfrm>
            <a:off x="4717433" y="1558457"/>
            <a:ext cx="3009445" cy="4012082"/>
          </a:xfrm>
        </p:spPr>
        <p:txBody>
          <a:bodyPr rtlCol="0">
            <a:normAutofit/>
          </a:bodyPr>
          <a:lstStyle/>
          <a:p>
            <a:pPr lvl="0"/>
            <a:endParaRPr lang="ru-RU" noProof="0" dirty="0"/>
          </a:p>
        </p:txBody>
      </p:sp>
    </p:spTree>
    <p:extLst>
      <p:ext uri="{BB962C8B-B14F-4D97-AF65-F5344CB8AC3E}">
        <p14:creationId xmlns:p14="http://schemas.microsoft.com/office/powerpoint/2010/main" val="3852957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Пользовательский макет">
    <p:spTree>
      <p:nvGrpSpPr>
        <p:cNvPr id="1" name=""/>
        <p:cNvGrpSpPr/>
        <p:nvPr/>
      </p:nvGrpSpPr>
      <p:grpSpPr>
        <a:xfrm>
          <a:off x="0" y="0"/>
          <a:ext cx="0" cy="0"/>
          <a:chOff x="0" y="0"/>
          <a:chExt cx="0" cy="0"/>
        </a:xfrm>
      </p:grpSpPr>
      <p:sp>
        <p:nvSpPr>
          <p:cNvPr id="2" name="Прямоугольник 6">
            <a:extLst>
              <a:ext uri="{FF2B5EF4-FFF2-40B4-BE49-F238E27FC236}">
                <a16:creationId xmlns:a16="http://schemas.microsoft.com/office/drawing/2014/main" id="{68483481-277A-44ED-BA83-A15318FB0E7F}"/>
              </a:ext>
            </a:extLst>
          </p:cNvPr>
          <p:cNvSpPr>
            <a:spLocks noChangeArrowheads="1"/>
          </p:cNvSpPr>
          <p:nvPr userDrawn="1"/>
        </p:nvSpPr>
        <p:spPr bwMode="auto">
          <a:xfrm>
            <a:off x="11347450"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2B866F7B-4554-47CE-B65B-4F558B942A30}"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3" name="Рисунок 7">
            <a:extLst>
              <a:ext uri="{FF2B5EF4-FFF2-40B4-BE49-F238E27FC236}">
                <a16:creationId xmlns:a16="http://schemas.microsoft.com/office/drawing/2014/main" id="{F5374EE4-7837-428C-8109-31A7696E1DC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42700"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Группа 8">
            <a:extLst>
              <a:ext uri="{FF2B5EF4-FFF2-40B4-BE49-F238E27FC236}">
                <a16:creationId xmlns:a16="http://schemas.microsoft.com/office/drawing/2014/main" id="{A02CA39D-BC61-4D87-849D-B281F6FA8127}"/>
              </a:ext>
            </a:extLst>
          </p:cNvPr>
          <p:cNvGrpSpPr>
            <a:grpSpLocks/>
          </p:cNvGrpSpPr>
          <p:nvPr userDrawn="1"/>
        </p:nvGrpSpPr>
        <p:grpSpPr bwMode="auto">
          <a:xfrm>
            <a:off x="296863" y="336550"/>
            <a:ext cx="241300" cy="165100"/>
            <a:chOff x="11345779" y="324853"/>
            <a:chExt cx="240632" cy="165462"/>
          </a:xfrm>
        </p:grpSpPr>
        <p:cxnSp>
          <p:nvCxnSpPr>
            <p:cNvPr id="5" name="Прямая соединительная линия 9">
              <a:extLst>
                <a:ext uri="{FF2B5EF4-FFF2-40B4-BE49-F238E27FC236}">
                  <a16:creationId xmlns:a16="http://schemas.microsoft.com/office/drawing/2014/main" id="{BF836C2C-F706-468E-9585-4A35D236C8F9}"/>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10">
              <a:extLst>
                <a:ext uri="{FF2B5EF4-FFF2-40B4-BE49-F238E27FC236}">
                  <a16:creationId xmlns:a16="http://schemas.microsoft.com/office/drawing/2014/main" id="{1B00C9D9-67B2-4DF6-AF63-923289935C13}"/>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1">
              <a:extLst>
                <a:ext uri="{FF2B5EF4-FFF2-40B4-BE49-F238E27FC236}">
                  <a16:creationId xmlns:a16="http://schemas.microsoft.com/office/drawing/2014/main" id="{8BFF6B67-ECA8-40FC-BF1B-0EEAEEF8F422}"/>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7556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9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54B1EFD0-2E7C-43A1-8086-FBDCCC2C8DDB}"/>
              </a:ext>
            </a:extLst>
          </p:cNvPr>
          <p:cNvSpPr>
            <a:spLocks noChangeArrowheads="1"/>
          </p:cNvSpPr>
          <p:nvPr userDrawn="1"/>
        </p:nvSpPr>
        <p:spPr bwMode="auto">
          <a:xfrm>
            <a:off x="11347450"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45231EA1-A9D5-46AA-A27D-8D1446BCEB51}"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82683D06-F1E9-499E-B2B3-A75C78032E9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42700"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2CF6A33C-93AF-4ABA-9796-F8076F8A15CD}"/>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9">
              <a:extLst>
                <a:ext uri="{FF2B5EF4-FFF2-40B4-BE49-F238E27FC236}">
                  <a16:creationId xmlns:a16="http://schemas.microsoft.com/office/drawing/2014/main" id="{CD1EEED7-AB68-4ADA-A3ED-2F04168FB984}"/>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0">
              <a:extLst>
                <a:ext uri="{FF2B5EF4-FFF2-40B4-BE49-F238E27FC236}">
                  <a16:creationId xmlns:a16="http://schemas.microsoft.com/office/drawing/2014/main" id="{42F3ED4C-CCBD-4FD2-934E-759BDCB5865C}"/>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21895EFE-348C-4FEF-B3AF-732F1380986C}"/>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Рисунок 13"/>
          <p:cNvSpPr>
            <a:spLocks noGrp="1"/>
          </p:cNvSpPr>
          <p:nvPr>
            <p:ph type="pic" sz="quarter" idx="10"/>
          </p:nvPr>
        </p:nvSpPr>
        <p:spPr>
          <a:xfrm>
            <a:off x="5138591" y="2480806"/>
            <a:ext cx="1829974" cy="3275937"/>
          </a:xfrm>
        </p:spPr>
        <p:txBody>
          <a:bodyPr rtlCol="0">
            <a:normAutofit/>
          </a:bodyPr>
          <a:lstStyle/>
          <a:p>
            <a:pPr lvl="0"/>
            <a:endParaRPr lang="ru-RU" noProof="0" dirty="0"/>
          </a:p>
        </p:txBody>
      </p:sp>
    </p:spTree>
    <p:extLst>
      <p:ext uri="{BB962C8B-B14F-4D97-AF65-F5344CB8AC3E}">
        <p14:creationId xmlns:p14="http://schemas.microsoft.com/office/powerpoint/2010/main" val="2687647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8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18473537-DC6C-445C-8F5A-7D6EA64E4941}"/>
              </a:ext>
            </a:extLst>
          </p:cNvPr>
          <p:cNvSpPr>
            <a:spLocks noChangeArrowheads="1"/>
          </p:cNvSpPr>
          <p:nvPr userDrawn="1"/>
        </p:nvSpPr>
        <p:spPr bwMode="auto">
          <a:xfrm>
            <a:off x="11347450"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02B59364-88A1-46CC-B23E-A480BB785429}"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AE2B355A-513E-4159-8F89-08A4EB97A25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42700"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8D64607B-A57C-43ED-A5F2-DD4EAC1E8F03}"/>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9">
              <a:extLst>
                <a:ext uri="{FF2B5EF4-FFF2-40B4-BE49-F238E27FC236}">
                  <a16:creationId xmlns:a16="http://schemas.microsoft.com/office/drawing/2014/main" id="{23475647-5819-4916-9F92-47E69E2E4064}"/>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0">
              <a:extLst>
                <a:ext uri="{FF2B5EF4-FFF2-40B4-BE49-F238E27FC236}">
                  <a16:creationId xmlns:a16="http://schemas.microsoft.com/office/drawing/2014/main" id="{B86F076A-737F-4181-BCAC-3D7F066502DE}"/>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A7F02FE5-C9D9-44FD-800C-D40FDF0CB7D5}"/>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Рисунок 13"/>
          <p:cNvSpPr>
            <a:spLocks noGrp="1"/>
          </p:cNvSpPr>
          <p:nvPr>
            <p:ph type="pic" sz="quarter" idx="10"/>
          </p:nvPr>
        </p:nvSpPr>
        <p:spPr>
          <a:xfrm>
            <a:off x="5868063" y="1979875"/>
            <a:ext cx="4738977" cy="3005593"/>
          </a:xfrm>
        </p:spPr>
        <p:txBody>
          <a:bodyPr rtlCol="0">
            <a:normAutofit/>
          </a:bodyPr>
          <a:lstStyle/>
          <a:p>
            <a:pPr lvl="0"/>
            <a:endParaRPr lang="ru-RU" noProof="0" dirty="0"/>
          </a:p>
        </p:txBody>
      </p:sp>
    </p:spTree>
    <p:extLst>
      <p:ext uri="{BB962C8B-B14F-4D97-AF65-F5344CB8AC3E}">
        <p14:creationId xmlns:p14="http://schemas.microsoft.com/office/powerpoint/2010/main" val="198611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3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26E22725-4763-46E8-AC41-683CE190929B}"/>
              </a:ext>
            </a:extLst>
          </p:cNvPr>
          <p:cNvSpPr>
            <a:spLocks noChangeArrowheads="1"/>
          </p:cNvSpPr>
          <p:nvPr userDrawn="1"/>
        </p:nvSpPr>
        <p:spPr bwMode="auto">
          <a:xfrm>
            <a:off x="5921375"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B44EB110-F8B3-46CB-B985-F1E0D118AD31}"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9BA3514D-CF02-44CD-834D-5A56935681E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42700"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CEBD0EC7-2F92-4CC4-AE53-BA72F3696ADA}"/>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9">
              <a:extLst>
                <a:ext uri="{FF2B5EF4-FFF2-40B4-BE49-F238E27FC236}">
                  <a16:creationId xmlns:a16="http://schemas.microsoft.com/office/drawing/2014/main" id="{36FA479B-F63E-4A75-A745-2B569E4601D8}"/>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0">
              <a:extLst>
                <a:ext uri="{FF2B5EF4-FFF2-40B4-BE49-F238E27FC236}">
                  <a16:creationId xmlns:a16="http://schemas.microsoft.com/office/drawing/2014/main" id="{4DBE2DC1-5972-4C1F-95BD-6F292706B08C}"/>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A078E7D6-1B02-4CF4-B5D3-0571A3695222}"/>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Рисунок 13"/>
          <p:cNvSpPr>
            <a:spLocks noGrp="1"/>
          </p:cNvSpPr>
          <p:nvPr>
            <p:ph type="pic" sz="quarter" idx="10"/>
          </p:nvPr>
        </p:nvSpPr>
        <p:spPr>
          <a:xfrm>
            <a:off x="1512047" y="2542501"/>
            <a:ext cx="4141694" cy="2615609"/>
          </a:xfrm>
        </p:spPr>
        <p:txBody>
          <a:bodyPr rtlCol="0">
            <a:normAutofit/>
          </a:bodyPr>
          <a:lstStyle/>
          <a:p>
            <a:pPr lvl="0"/>
            <a:endParaRPr lang="ru-RU" noProof="0" dirty="0"/>
          </a:p>
        </p:txBody>
      </p:sp>
    </p:spTree>
    <p:extLst>
      <p:ext uri="{BB962C8B-B14F-4D97-AF65-F5344CB8AC3E}">
        <p14:creationId xmlns:p14="http://schemas.microsoft.com/office/powerpoint/2010/main" val="1647915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4417C6BF-9776-415B-8B77-E5996EB26735}"/>
              </a:ext>
            </a:extLst>
          </p:cNvPr>
          <p:cNvSpPr>
            <a:spLocks noChangeArrowheads="1"/>
          </p:cNvSpPr>
          <p:nvPr userDrawn="1"/>
        </p:nvSpPr>
        <p:spPr bwMode="auto">
          <a:xfrm>
            <a:off x="11250613" y="6438900"/>
            <a:ext cx="3508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699D2824-1258-499F-993C-6333E7B243DC}"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DB7F5C48-94C2-4ED0-8C06-A7931190284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5863" y="341313"/>
            <a:ext cx="160337"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4508B975-3C32-43CD-9C1F-4303AE0FA16C}"/>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9">
              <a:extLst>
                <a:ext uri="{FF2B5EF4-FFF2-40B4-BE49-F238E27FC236}">
                  <a16:creationId xmlns:a16="http://schemas.microsoft.com/office/drawing/2014/main" id="{67170EA5-80C5-47A2-B3FA-AE59319F617F}"/>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0">
              <a:extLst>
                <a:ext uri="{FF2B5EF4-FFF2-40B4-BE49-F238E27FC236}">
                  <a16:creationId xmlns:a16="http://schemas.microsoft.com/office/drawing/2014/main" id="{D6A0DE13-6FFA-460E-96C6-5EC8A6F164F5}"/>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17D07CDF-8066-4430-9DD2-37FB464A518B}"/>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Рисунок 12"/>
          <p:cNvSpPr>
            <a:spLocks noGrp="1"/>
          </p:cNvSpPr>
          <p:nvPr>
            <p:ph type="pic" sz="quarter" idx="10"/>
          </p:nvPr>
        </p:nvSpPr>
        <p:spPr>
          <a:xfrm>
            <a:off x="1419225" y="2511016"/>
            <a:ext cx="1214823" cy="1214823"/>
          </a:xfrm>
          <a:prstGeom prst="ellipse">
            <a:avLst/>
          </a:prstGeom>
        </p:spPr>
        <p:txBody>
          <a:bodyPr rtlCol="0">
            <a:normAutofit/>
          </a:bodyPr>
          <a:lstStyle/>
          <a:p>
            <a:pPr lvl="0"/>
            <a:endParaRPr lang="ru-RU" noProof="0" dirty="0"/>
          </a:p>
        </p:txBody>
      </p:sp>
    </p:spTree>
    <p:extLst>
      <p:ext uri="{BB962C8B-B14F-4D97-AF65-F5344CB8AC3E}">
        <p14:creationId xmlns:p14="http://schemas.microsoft.com/office/powerpoint/2010/main" val="3518958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4E9DC02E-A816-4317-8C59-9EED72928E07}"/>
              </a:ext>
            </a:extLst>
          </p:cNvPr>
          <p:cNvSpPr/>
          <p:nvPr userDrawn="1"/>
        </p:nvSpPr>
        <p:spPr>
          <a:xfrm>
            <a:off x="0" y="0"/>
            <a:ext cx="5448300"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DC9EC454-DF44-44D6-B711-A20DB42A7B22}"/>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7DD9EB26-DB88-4390-B3E8-4B4EC703884B}"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C89B8ED3-B14F-4640-9CA6-873DBD1F19A4}"/>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Рисунок 7"/>
          <p:cNvSpPr>
            <a:spLocks noGrp="1"/>
          </p:cNvSpPr>
          <p:nvPr>
            <p:ph type="pic" sz="quarter" idx="10"/>
          </p:nvPr>
        </p:nvSpPr>
        <p:spPr>
          <a:xfrm>
            <a:off x="5447721" y="0"/>
            <a:ext cx="6744279" cy="6858000"/>
          </a:xfrm>
        </p:spPr>
        <p:txBody>
          <a:bodyPr rtlCol="0">
            <a:normAutofit/>
          </a:bodyPr>
          <a:lstStyle/>
          <a:p>
            <a:pPr lvl="0"/>
            <a:endParaRPr lang="ru-RU" noProof="0" dirty="0"/>
          </a:p>
        </p:txBody>
      </p:sp>
    </p:spTree>
    <p:extLst>
      <p:ext uri="{BB962C8B-B14F-4D97-AF65-F5344CB8AC3E}">
        <p14:creationId xmlns:p14="http://schemas.microsoft.com/office/powerpoint/2010/main" val="1790580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A11FC0B1-B37B-4E0C-A673-085A70A7FFAA}"/>
              </a:ext>
            </a:extLst>
          </p:cNvPr>
          <p:cNvSpPr/>
          <p:nvPr userDrawn="1"/>
        </p:nvSpPr>
        <p:spPr>
          <a:xfrm>
            <a:off x="4776788" y="0"/>
            <a:ext cx="7415212"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55964EA4-3D95-4889-B07F-FBA3D810E102}"/>
              </a:ext>
            </a:extLst>
          </p:cNvPr>
          <p:cNvSpPr>
            <a:spLocks noChangeArrowheads="1"/>
          </p:cNvSpPr>
          <p:nvPr userDrawn="1"/>
        </p:nvSpPr>
        <p:spPr bwMode="auto">
          <a:xfrm>
            <a:off x="1147286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225F8569-E07D-47E8-91B6-BBBC916FEAA5}"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802EDD3C-6284-4715-9D47-120119D29F8F}"/>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Рисунок 7"/>
          <p:cNvSpPr>
            <a:spLocks noGrp="1"/>
          </p:cNvSpPr>
          <p:nvPr>
            <p:ph type="pic" sz="quarter" idx="10"/>
          </p:nvPr>
        </p:nvSpPr>
        <p:spPr>
          <a:xfrm>
            <a:off x="1" y="0"/>
            <a:ext cx="4776715" cy="6858000"/>
          </a:xfrm>
        </p:spPr>
        <p:txBody>
          <a:bodyPr rtlCol="0">
            <a:normAutofit/>
          </a:bodyPr>
          <a:lstStyle/>
          <a:p>
            <a:pPr lvl="0"/>
            <a:endParaRPr lang="ru-RU" noProof="0" dirty="0"/>
          </a:p>
        </p:txBody>
      </p:sp>
    </p:spTree>
    <p:extLst>
      <p:ext uri="{BB962C8B-B14F-4D97-AF65-F5344CB8AC3E}">
        <p14:creationId xmlns:p14="http://schemas.microsoft.com/office/powerpoint/2010/main" val="2030444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A16D3917-6035-4860-977A-98FFBCD3D956}"/>
              </a:ext>
            </a:extLst>
          </p:cNvPr>
          <p:cNvSpPr/>
          <p:nvPr userDrawn="1"/>
        </p:nvSpPr>
        <p:spPr>
          <a:xfrm>
            <a:off x="5838825" y="0"/>
            <a:ext cx="6353175"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7880FC3A-143D-4B12-957E-CA8FDDFF928A}"/>
              </a:ext>
            </a:extLst>
          </p:cNvPr>
          <p:cNvSpPr>
            <a:spLocks noChangeArrowheads="1"/>
          </p:cNvSpPr>
          <p:nvPr userDrawn="1"/>
        </p:nvSpPr>
        <p:spPr bwMode="auto">
          <a:xfrm>
            <a:off x="1147286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71CD4E18-A744-4BDD-93AE-5F891D741838}"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E2333D48-8ACC-4154-AFCA-37EE696B467C}"/>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6"/>
          <p:cNvSpPr>
            <a:spLocks noGrp="1"/>
          </p:cNvSpPr>
          <p:nvPr>
            <p:ph type="pic" sz="quarter" idx="10"/>
          </p:nvPr>
        </p:nvSpPr>
        <p:spPr>
          <a:xfrm>
            <a:off x="0" y="-1"/>
            <a:ext cx="5838825" cy="3678865"/>
          </a:xfrm>
        </p:spPr>
        <p:txBody>
          <a:bodyPr rtlCol="0">
            <a:normAutofit/>
          </a:bodyPr>
          <a:lstStyle/>
          <a:p>
            <a:pPr lvl="0"/>
            <a:endParaRPr lang="ru-RU" noProof="0" dirty="0"/>
          </a:p>
        </p:txBody>
      </p:sp>
    </p:spTree>
    <p:extLst>
      <p:ext uri="{BB962C8B-B14F-4D97-AF65-F5344CB8AC3E}">
        <p14:creationId xmlns:p14="http://schemas.microsoft.com/office/powerpoint/2010/main" val="3659181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Пользовательский макет">
    <p:spTree>
      <p:nvGrpSpPr>
        <p:cNvPr id="1" name=""/>
        <p:cNvGrpSpPr/>
        <p:nvPr/>
      </p:nvGrpSpPr>
      <p:grpSpPr>
        <a:xfrm>
          <a:off x="0" y="0"/>
          <a:ext cx="0" cy="0"/>
          <a:chOff x="0" y="0"/>
          <a:chExt cx="0" cy="0"/>
        </a:xfrm>
      </p:grpSpPr>
      <p:sp>
        <p:nvSpPr>
          <p:cNvPr id="2" name="Прямоугольник 6">
            <a:extLst>
              <a:ext uri="{FF2B5EF4-FFF2-40B4-BE49-F238E27FC236}">
                <a16:creationId xmlns:a16="http://schemas.microsoft.com/office/drawing/2014/main" id="{121119AA-F583-41D5-83EF-4C5C39DBB27D}"/>
              </a:ext>
            </a:extLst>
          </p:cNvPr>
          <p:cNvSpPr/>
          <p:nvPr userDrawn="1"/>
        </p:nvSpPr>
        <p:spPr>
          <a:xfrm>
            <a:off x="0" y="0"/>
            <a:ext cx="12192000"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 name="Прямоугольник 7">
            <a:extLst>
              <a:ext uri="{FF2B5EF4-FFF2-40B4-BE49-F238E27FC236}">
                <a16:creationId xmlns:a16="http://schemas.microsoft.com/office/drawing/2014/main" id="{791080BF-311D-4D88-A06A-F17198E5490E}"/>
              </a:ext>
            </a:extLst>
          </p:cNvPr>
          <p:cNvSpPr>
            <a:spLocks noChangeArrowheads="1"/>
          </p:cNvSpPr>
          <p:nvPr userDrawn="1"/>
        </p:nvSpPr>
        <p:spPr bwMode="auto">
          <a:xfrm>
            <a:off x="1147286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F38830DB-1696-4888-983B-AA60A2989C81}"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4" name="Рисунок 8">
            <a:extLst>
              <a:ext uri="{FF2B5EF4-FFF2-40B4-BE49-F238E27FC236}">
                <a16:creationId xmlns:a16="http://schemas.microsoft.com/office/drawing/2014/main" id="{E273DE62-B604-41D3-94A5-A9B414632515}"/>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39725"/>
            <a:ext cx="158750"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9">
            <a:extLst>
              <a:ext uri="{FF2B5EF4-FFF2-40B4-BE49-F238E27FC236}">
                <a16:creationId xmlns:a16="http://schemas.microsoft.com/office/drawing/2014/main" id="{9A6B85F2-F1FF-46D7-8DF1-6630019359D6}"/>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10">
              <a:extLst>
                <a:ext uri="{FF2B5EF4-FFF2-40B4-BE49-F238E27FC236}">
                  <a16:creationId xmlns:a16="http://schemas.microsoft.com/office/drawing/2014/main" id="{DF714C10-208E-431A-A022-E2F998DF533C}"/>
                </a:ext>
              </a:extLst>
            </p:cNvPr>
            <p:cNvCxnSpPr/>
            <p:nvPr/>
          </p:nvCxnSpPr>
          <p:spPr>
            <a:xfrm>
              <a:off x="11345779" y="324853"/>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1">
              <a:extLst>
                <a:ext uri="{FF2B5EF4-FFF2-40B4-BE49-F238E27FC236}">
                  <a16:creationId xmlns:a16="http://schemas.microsoft.com/office/drawing/2014/main" id="{2304D868-18B2-44E5-BA0F-828CA461A64F}"/>
                </a:ext>
              </a:extLst>
            </p:cNvPr>
            <p:cNvCxnSpPr/>
            <p:nvPr/>
          </p:nvCxnSpPr>
          <p:spPr>
            <a:xfrm>
              <a:off x="11345779" y="407584"/>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2">
              <a:extLst>
                <a:ext uri="{FF2B5EF4-FFF2-40B4-BE49-F238E27FC236}">
                  <a16:creationId xmlns:a16="http://schemas.microsoft.com/office/drawing/2014/main" id="{4DEBA1FB-047C-4B3E-93B9-5B1A297D2FDD}"/>
                </a:ext>
              </a:extLst>
            </p:cNvPr>
            <p:cNvCxnSpPr/>
            <p:nvPr/>
          </p:nvCxnSpPr>
          <p:spPr>
            <a:xfrm>
              <a:off x="11345779" y="490315"/>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29559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0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DAE18CC4-6CF9-40A0-A2B5-AD88AE119AB1}"/>
              </a:ext>
            </a:extLst>
          </p:cNvPr>
          <p:cNvSpPr/>
          <p:nvPr userDrawn="1"/>
        </p:nvSpPr>
        <p:spPr>
          <a:xfrm>
            <a:off x="0" y="0"/>
            <a:ext cx="12192000"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DA72A9B4-8B97-4110-B419-EB5C2BF30231}"/>
              </a:ext>
            </a:extLst>
          </p:cNvPr>
          <p:cNvSpPr>
            <a:spLocks noChangeArrowheads="1"/>
          </p:cNvSpPr>
          <p:nvPr userDrawn="1"/>
        </p:nvSpPr>
        <p:spPr bwMode="auto">
          <a:xfrm>
            <a:off x="1147286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5A094446-B3D0-4CFE-B794-5F688E87C7D8}"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8DFDF6D1-D685-4D08-A793-8884E239F4C7}"/>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39725"/>
            <a:ext cx="158750"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Группа 9">
            <a:extLst>
              <a:ext uri="{FF2B5EF4-FFF2-40B4-BE49-F238E27FC236}">
                <a16:creationId xmlns:a16="http://schemas.microsoft.com/office/drawing/2014/main" id="{9D61B4B1-FDB5-472D-B980-9C6A9D7A0D2E}"/>
              </a:ext>
            </a:extLst>
          </p:cNvPr>
          <p:cNvGrpSpPr>
            <a:grpSpLocks/>
          </p:cNvGrpSpPr>
          <p:nvPr userDrawn="1"/>
        </p:nvGrpSpPr>
        <p:grpSpPr bwMode="auto">
          <a:xfrm>
            <a:off x="296863" y="336550"/>
            <a:ext cx="241300" cy="165100"/>
            <a:chOff x="11345779" y="324853"/>
            <a:chExt cx="240632" cy="165462"/>
          </a:xfrm>
        </p:grpSpPr>
        <p:cxnSp>
          <p:nvCxnSpPr>
            <p:cNvPr id="7" name="Прямая соединительная линия 10">
              <a:extLst>
                <a:ext uri="{FF2B5EF4-FFF2-40B4-BE49-F238E27FC236}">
                  <a16:creationId xmlns:a16="http://schemas.microsoft.com/office/drawing/2014/main" id="{6D77E667-E8FD-4507-B9D1-E3D51B64A836}"/>
                </a:ext>
              </a:extLst>
            </p:cNvPr>
            <p:cNvCxnSpPr/>
            <p:nvPr/>
          </p:nvCxnSpPr>
          <p:spPr>
            <a:xfrm>
              <a:off x="11345779" y="324853"/>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728420EA-1BDD-404A-A9EF-101D5E45AEA0}"/>
                </a:ext>
              </a:extLst>
            </p:cNvPr>
            <p:cNvCxnSpPr/>
            <p:nvPr/>
          </p:nvCxnSpPr>
          <p:spPr>
            <a:xfrm>
              <a:off x="11345779" y="407584"/>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12">
              <a:extLst>
                <a:ext uri="{FF2B5EF4-FFF2-40B4-BE49-F238E27FC236}">
                  <a16:creationId xmlns:a16="http://schemas.microsoft.com/office/drawing/2014/main" id="{4AA9FE46-4190-47B9-9E60-8AC27251D57F}"/>
                </a:ext>
              </a:extLst>
            </p:cNvPr>
            <p:cNvCxnSpPr/>
            <p:nvPr/>
          </p:nvCxnSpPr>
          <p:spPr>
            <a:xfrm>
              <a:off x="11345779" y="490315"/>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 name="Рисунок 13"/>
          <p:cNvSpPr>
            <a:spLocks noGrp="1"/>
          </p:cNvSpPr>
          <p:nvPr>
            <p:ph type="pic" sz="quarter" idx="10"/>
          </p:nvPr>
        </p:nvSpPr>
        <p:spPr>
          <a:xfrm>
            <a:off x="5138591" y="2480806"/>
            <a:ext cx="1829974" cy="3275937"/>
          </a:xfrm>
        </p:spPr>
        <p:txBody>
          <a:bodyPr rtlCol="0">
            <a:normAutofit/>
          </a:bodyPr>
          <a:lstStyle/>
          <a:p>
            <a:pPr lvl="0"/>
            <a:endParaRPr lang="ru-RU" noProof="0" dirty="0"/>
          </a:p>
        </p:txBody>
      </p:sp>
    </p:spTree>
    <p:extLst>
      <p:ext uri="{BB962C8B-B14F-4D97-AF65-F5344CB8AC3E}">
        <p14:creationId xmlns:p14="http://schemas.microsoft.com/office/powerpoint/2010/main" val="19516157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Пользовательский макет">
    <p:spTree>
      <p:nvGrpSpPr>
        <p:cNvPr id="1" name=""/>
        <p:cNvGrpSpPr/>
        <p:nvPr/>
      </p:nvGrpSpPr>
      <p:grpSpPr>
        <a:xfrm>
          <a:off x="0" y="0"/>
          <a:ext cx="0" cy="0"/>
          <a:chOff x="0" y="0"/>
          <a:chExt cx="0" cy="0"/>
        </a:xfrm>
      </p:grpSpPr>
      <p:sp>
        <p:nvSpPr>
          <p:cNvPr id="6" name="Рисунок 7"/>
          <p:cNvSpPr>
            <a:spLocks noGrp="1"/>
          </p:cNvSpPr>
          <p:nvPr>
            <p:ph type="pic" sz="quarter" idx="10"/>
          </p:nvPr>
        </p:nvSpPr>
        <p:spPr>
          <a:xfrm>
            <a:off x="1" y="0"/>
            <a:ext cx="12192000" cy="2171700"/>
          </a:xfrm>
        </p:spPr>
        <p:txBody>
          <a:bodyPr rtlCol="0">
            <a:normAutofit/>
          </a:bodyPr>
          <a:lstStyle/>
          <a:p>
            <a:pPr lvl="0"/>
            <a:endParaRPr lang="ru-RU" noProof="0" dirty="0"/>
          </a:p>
        </p:txBody>
      </p:sp>
      <p:sp>
        <p:nvSpPr>
          <p:cNvPr id="7" name="Рисунок 7"/>
          <p:cNvSpPr>
            <a:spLocks noGrp="1"/>
          </p:cNvSpPr>
          <p:nvPr>
            <p:ph type="pic" sz="quarter" idx="11"/>
          </p:nvPr>
        </p:nvSpPr>
        <p:spPr>
          <a:xfrm>
            <a:off x="0" y="4686300"/>
            <a:ext cx="12192000" cy="2171700"/>
          </a:xfrm>
        </p:spPr>
        <p:txBody>
          <a:bodyPr rtlCol="0">
            <a:normAutofit/>
          </a:bodyPr>
          <a:lstStyle/>
          <a:p>
            <a:pPr lvl="0"/>
            <a:endParaRPr lang="ru-RU" noProof="0" dirty="0"/>
          </a:p>
        </p:txBody>
      </p:sp>
    </p:spTree>
    <p:extLst>
      <p:ext uri="{BB962C8B-B14F-4D97-AF65-F5344CB8AC3E}">
        <p14:creationId xmlns:p14="http://schemas.microsoft.com/office/powerpoint/2010/main" val="39686038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Заголовок раздела">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160BF317-1D87-4939-8579-56069438D63D}"/>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697EE12B-1395-4D9B-B64A-8E00FE874F25}"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09BABB20-CD97-4DD4-A251-933CAD01D33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7448551" y="0"/>
            <a:ext cx="4743450" cy="6858000"/>
          </a:xfrm>
        </p:spPr>
        <p:txBody>
          <a:bodyPr rtlCol="0">
            <a:normAutofit/>
          </a:bodyPr>
          <a:lstStyle/>
          <a:p>
            <a:pPr lvl="0"/>
            <a:endParaRPr lang="ru-RU" noProof="0" dirty="0"/>
          </a:p>
        </p:txBody>
      </p:sp>
    </p:spTree>
    <p:extLst>
      <p:ext uri="{BB962C8B-B14F-4D97-AF65-F5344CB8AC3E}">
        <p14:creationId xmlns:p14="http://schemas.microsoft.com/office/powerpoint/2010/main" val="14118078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5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F9D52246-9969-4C90-9B70-0D7132EFE2E7}"/>
              </a:ext>
            </a:extLst>
          </p:cNvPr>
          <p:cNvSpPr>
            <a:spLocks noChangeArrowheads="1"/>
          </p:cNvSpPr>
          <p:nvPr userDrawn="1"/>
        </p:nvSpPr>
        <p:spPr bwMode="auto">
          <a:xfrm>
            <a:off x="11282363" y="6438900"/>
            <a:ext cx="3508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186155B8-B336-4538-B3F4-30F871BBB9CD}"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8EBAF293-FFD7-48D7-A900-E42F253025D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56975"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F8E14C0C-58A5-4618-84FA-6772DAEB3A9B}"/>
              </a:ext>
            </a:extLst>
          </p:cNvPr>
          <p:cNvGrpSpPr>
            <a:grpSpLocks/>
          </p:cNvGrpSpPr>
          <p:nvPr userDrawn="1"/>
        </p:nvGrpSpPr>
        <p:grpSpPr bwMode="auto">
          <a:xfrm>
            <a:off x="296863" y="336550"/>
            <a:ext cx="241300" cy="165100"/>
            <a:chOff x="11345779" y="324853"/>
            <a:chExt cx="240632" cy="165462"/>
          </a:xfrm>
        </p:grpSpPr>
        <p:cxnSp>
          <p:nvCxnSpPr>
            <p:cNvPr id="7" name="Прямая соединительная линия 9">
              <a:extLst>
                <a:ext uri="{FF2B5EF4-FFF2-40B4-BE49-F238E27FC236}">
                  <a16:creationId xmlns:a16="http://schemas.microsoft.com/office/drawing/2014/main" id="{461A876B-3285-4B45-A16E-285B5A201BD3}"/>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0">
              <a:extLst>
                <a:ext uri="{FF2B5EF4-FFF2-40B4-BE49-F238E27FC236}">
                  <a16:creationId xmlns:a16="http://schemas.microsoft.com/office/drawing/2014/main" id="{E7A5E2A5-650F-41B6-99A1-53A33EEFF02C}"/>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11">
              <a:extLst>
                <a:ext uri="{FF2B5EF4-FFF2-40B4-BE49-F238E27FC236}">
                  <a16:creationId xmlns:a16="http://schemas.microsoft.com/office/drawing/2014/main" id="{4BAD4B13-C0AF-4B55-83D8-5B1742E2B11A}"/>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Рисунок 7"/>
          <p:cNvSpPr>
            <a:spLocks noGrp="1"/>
          </p:cNvSpPr>
          <p:nvPr>
            <p:ph type="pic" sz="quarter" idx="10"/>
          </p:nvPr>
        </p:nvSpPr>
        <p:spPr>
          <a:xfrm>
            <a:off x="1" y="1279478"/>
            <a:ext cx="6155140" cy="4299045"/>
          </a:xfrm>
        </p:spPr>
        <p:txBody>
          <a:bodyPr rtlCol="0">
            <a:normAutofit/>
          </a:bodyPr>
          <a:lstStyle/>
          <a:p>
            <a:pPr lvl="0"/>
            <a:endParaRPr lang="ru-RU" noProof="0" dirty="0"/>
          </a:p>
        </p:txBody>
      </p:sp>
    </p:spTree>
    <p:extLst>
      <p:ext uri="{BB962C8B-B14F-4D97-AF65-F5344CB8AC3E}">
        <p14:creationId xmlns:p14="http://schemas.microsoft.com/office/powerpoint/2010/main" val="42943861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6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D88E2142-B8AF-4D7D-B146-FDDCA8901E5F}"/>
              </a:ext>
            </a:extLst>
          </p:cNvPr>
          <p:cNvSpPr>
            <a:spLocks noChangeArrowheads="1"/>
          </p:cNvSpPr>
          <p:nvPr userDrawn="1"/>
        </p:nvSpPr>
        <p:spPr bwMode="auto">
          <a:xfrm>
            <a:off x="11345863" y="6438900"/>
            <a:ext cx="3508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263582A-CD3A-4932-A1C3-66345066D052}"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9A35E877-83A6-49A3-B723-CDD3A317E3B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5863" y="341313"/>
            <a:ext cx="160337"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3B35D16A-5A6E-4E28-8C21-5ABC5C79C4D7}"/>
              </a:ext>
            </a:extLst>
          </p:cNvPr>
          <p:cNvGrpSpPr>
            <a:grpSpLocks/>
          </p:cNvGrpSpPr>
          <p:nvPr userDrawn="1"/>
        </p:nvGrpSpPr>
        <p:grpSpPr bwMode="auto">
          <a:xfrm>
            <a:off x="296863" y="336550"/>
            <a:ext cx="241300" cy="165100"/>
            <a:chOff x="11345779" y="324853"/>
            <a:chExt cx="240632" cy="165462"/>
          </a:xfrm>
        </p:grpSpPr>
        <p:cxnSp>
          <p:nvCxnSpPr>
            <p:cNvPr id="7" name="Прямая соединительная линия 9">
              <a:extLst>
                <a:ext uri="{FF2B5EF4-FFF2-40B4-BE49-F238E27FC236}">
                  <a16:creationId xmlns:a16="http://schemas.microsoft.com/office/drawing/2014/main" id="{F7021100-9BD7-43D1-9977-8E84C278509A}"/>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0">
              <a:extLst>
                <a:ext uri="{FF2B5EF4-FFF2-40B4-BE49-F238E27FC236}">
                  <a16:creationId xmlns:a16="http://schemas.microsoft.com/office/drawing/2014/main" id="{B32C908E-40EC-4A36-AFF8-95258C86DE8E}"/>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11">
              <a:extLst>
                <a:ext uri="{FF2B5EF4-FFF2-40B4-BE49-F238E27FC236}">
                  <a16:creationId xmlns:a16="http://schemas.microsoft.com/office/drawing/2014/main" id="{D7AC1030-93A3-4283-B29B-ADA04CF17BC7}"/>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Рисунок 7"/>
          <p:cNvSpPr>
            <a:spLocks noGrp="1"/>
          </p:cNvSpPr>
          <p:nvPr>
            <p:ph type="pic" sz="quarter" idx="10"/>
          </p:nvPr>
        </p:nvSpPr>
        <p:spPr>
          <a:xfrm>
            <a:off x="1" y="1279478"/>
            <a:ext cx="6155140" cy="5578522"/>
          </a:xfrm>
        </p:spPr>
        <p:txBody>
          <a:bodyPr rtlCol="0">
            <a:normAutofit/>
          </a:bodyPr>
          <a:lstStyle/>
          <a:p>
            <a:pPr lvl="0"/>
            <a:endParaRPr lang="ru-RU" noProof="0" dirty="0"/>
          </a:p>
        </p:txBody>
      </p:sp>
    </p:spTree>
    <p:extLst>
      <p:ext uri="{BB962C8B-B14F-4D97-AF65-F5344CB8AC3E}">
        <p14:creationId xmlns:p14="http://schemas.microsoft.com/office/powerpoint/2010/main" val="5515695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Пользовательский макет">
    <p:spTree>
      <p:nvGrpSpPr>
        <p:cNvPr id="1" name=""/>
        <p:cNvGrpSpPr/>
        <p:nvPr/>
      </p:nvGrpSpPr>
      <p:grpSpPr>
        <a:xfrm>
          <a:off x="0" y="0"/>
          <a:ext cx="0" cy="0"/>
          <a:chOff x="0" y="0"/>
          <a:chExt cx="0" cy="0"/>
        </a:xfrm>
      </p:grpSpPr>
      <p:pic>
        <p:nvPicPr>
          <p:cNvPr id="3" name="Рисунок 6">
            <a:extLst>
              <a:ext uri="{FF2B5EF4-FFF2-40B4-BE49-F238E27FC236}">
                <a16:creationId xmlns:a16="http://schemas.microsoft.com/office/drawing/2014/main" id="{E4F9663E-A864-4503-932E-6B6BCBE4EBF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653838"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Группа 7">
            <a:extLst>
              <a:ext uri="{FF2B5EF4-FFF2-40B4-BE49-F238E27FC236}">
                <a16:creationId xmlns:a16="http://schemas.microsoft.com/office/drawing/2014/main" id="{F57BD75B-F82B-4930-80B3-82F52AFDA936}"/>
              </a:ext>
            </a:extLst>
          </p:cNvPr>
          <p:cNvGrpSpPr>
            <a:grpSpLocks/>
          </p:cNvGrpSpPr>
          <p:nvPr userDrawn="1"/>
        </p:nvGrpSpPr>
        <p:grpSpPr bwMode="auto">
          <a:xfrm>
            <a:off x="296863" y="336550"/>
            <a:ext cx="241300" cy="165100"/>
            <a:chOff x="11345779" y="324853"/>
            <a:chExt cx="240632" cy="165462"/>
          </a:xfrm>
        </p:grpSpPr>
        <p:cxnSp>
          <p:nvCxnSpPr>
            <p:cNvPr id="5" name="Прямая соединительная линия 8">
              <a:extLst>
                <a:ext uri="{FF2B5EF4-FFF2-40B4-BE49-F238E27FC236}">
                  <a16:creationId xmlns:a16="http://schemas.microsoft.com/office/drawing/2014/main" id="{6E289A2D-B5EE-4111-BAA8-83657B1B1B9D}"/>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9">
              <a:extLst>
                <a:ext uri="{FF2B5EF4-FFF2-40B4-BE49-F238E27FC236}">
                  <a16:creationId xmlns:a16="http://schemas.microsoft.com/office/drawing/2014/main" id="{3AE67ADF-948F-4286-8DAE-074DD235BD6D}"/>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0">
              <a:extLst>
                <a:ext uri="{FF2B5EF4-FFF2-40B4-BE49-F238E27FC236}">
                  <a16:creationId xmlns:a16="http://schemas.microsoft.com/office/drawing/2014/main" id="{EC4BF913-1005-4564-8DB1-BF7940620FBB}"/>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Рисунок 7"/>
          <p:cNvSpPr>
            <a:spLocks noGrp="1"/>
          </p:cNvSpPr>
          <p:nvPr>
            <p:ph type="pic" sz="quarter" idx="11"/>
          </p:nvPr>
        </p:nvSpPr>
        <p:spPr>
          <a:xfrm>
            <a:off x="0" y="1719618"/>
            <a:ext cx="12192001" cy="5138382"/>
          </a:xfrm>
        </p:spPr>
        <p:txBody>
          <a:bodyPr rtlCol="0">
            <a:normAutofit/>
          </a:bodyPr>
          <a:lstStyle/>
          <a:p>
            <a:pPr lvl="0"/>
            <a:endParaRPr lang="ru-RU" noProof="0" dirty="0"/>
          </a:p>
        </p:txBody>
      </p:sp>
    </p:spTree>
    <p:extLst>
      <p:ext uri="{BB962C8B-B14F-4D97-AF65-F5344CB8AC3E}">
        <p14:creationId xmlns:p14="http://schemas.microsoft.com/office/powerpoint/2010/main" val="18861142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2_Пользовательский макет">
    <p:spTree>
      <p:nvGrpSpPr>
        <p:cNvPr id="1" name=""/>
        <p:cNvGrpSpPr/>
        <p:nvPr/>
      </p:nvGrpSpPr>
      <p:grpSpPr>
        <a:xfrm>
          <a:off x="0" y="0"/>
          <a:ext cx="0" cy="0"/>
          <a:chOff x="0" y="0"/>
          <a:chExt cx="0" cy="0"/>
        </a:xfrm>
      </p:grpSpPr>
      <p:sp>
        <p:nvSpPr>
          <p:cNvPr id="6" name="Рисунок 7"/>
          <p:cNvSpPr>
            <a:spLocks noGrp="1"/>
          </p:cNvSpPr>
          <p:nvPr>
            <p:ph type="pic" sz="quarter" idx="11"/>
          </p:nvPr>
        </p:nvSpPr>
        <p:spPr>
          <a:xfrm>
            <a:off x="0" y="1970725"/>
            <a:ext cx="12192001" cy="2916550"/>
          </a:xfrm>
        </p:spPr>
        <p:txBody>
          <a:bodyPr rtlCol="0">
            <a:normAutofit/>
          </a:bodyPr>
          <a:lstStyle/>
          <a:p>
            <a:pPr lvl="0"/>
            <a:endParaRPr lang="ru-RU" noProof="0" dirty="0"/>
          </a:p>
        </p:txBody>
      </p:sp>
    </p:spTree>
    <p:extLst>
      <p:ext uri="{BB962C8B-B14F-4D97-AF65-F5344CB8AC3E}">
        <p14:creationId xmlns:p14="http://schemas.microsoft.com/office/powerpoint/2010/main" val="32897567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Два объекта">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1" y="1828800"/>
            <a:ext cx="12192000" cy="5029200"/>
          </a:xfrm>
        </p:spPr>
        <p:txBody>
          <a:bodyPr rtlCol="0">
            <a:normAutofit/>
          </a:bodyPr>
          <a:lstStyle/>
          <a:p>
            <a:pPr lvl="0"/>
            <a:endParaRPr lang="ru-RU" noProof="0" dirty="0"/>
          </a:p>
        </p:txBody>
      </p:sp>
      <p:sp>
        <p:nvSpPr>
          <p:cNvPr id="10" name="Рисунок 9"/>
          <p:cNvSpPr>
            <a:spLocks noGrp="1"/>
          </p:cNvSpPr>
          <p:nvPr>
            <p:ph type="pic" sz="quarter" idx="11"/>
          </p:nvPr>
        </p:nvSpPr>
        <p:spPr>
          <a:xfrm>
            <a:off x="1282274" y="2530224"/>
            <a:ext cx="1460500" cy="1883033"/>
          </a:xfrm>
        </p:spPr>
        <p:txBody>
          <a:bodyPr rtlCol="0">
            <a:normAutofit/>
          </a:bodyPr>
          <a:lstStyle/>
          <a:p>
            <a:pPr lvl="0"/>
            <a:endParaRPr lang="ru-RU" noProof="0" dirty="0"/>
          </a:p>
        </p:txBody>
      </p:sp>
      <p:sp>
        <p:nvSpPr>
          <p:cNvPr id="11" name="Рисунок 9"/>
          <p:cNvSpPr>
            <a:spLocks noGrp="1"/>
          </p:cNvSpPr>
          <p:nvPr>
            <p:ph type="pic" sz="quarter" idx="12"/>
          </p:nvPr>
        </p:nvSpPr>
        <p:spPr>
          <a:xfrm>
            <a:off x="3331712" y="2530224"/>
            <a:ext cx="1460500" cy="1883033"/>
          </a:xfrm>
        </p:spPr>
        <p:txBody>
          <a:bodyPr rtlCol="0">
            <a:normAutofit/>
          </a:bodyPr>
          <a:lstStyle/>
          <a:p>
            <a:pPr lvl="0"/>
            <a:endParaRPr lang="ru-RU" noProof="0" dirty="0"/>
          </a:p>
        </p:txBody>
      </p:sp>
      <p:sp>
        <p:nvSpPr>
          <p:cNvPr id="12" name="Рисунок 9"/>
          <p:cNvSpPr>
            <a:spLocks noGrp="1"/>
          </p:cNvSpPr>
          <p:nvPr>
            <p:ph type="pic" sz="quarter" idx="13"/>
          </p:nvPr>
        </p:nvSpPr>
        <p:spPr>
          <a:xfrm>
            <a:off x="5381150" y="2530224"/>
            <a:ext cx="1460500" cy="1883033"/>
          </a:xfrm>
        </p:spPr>
        <p:txBody>
          <a:bodyPr rtlCol="0">
            <a:normAutofit/>
          </a:bodyPr>
          <a:lstStyle/>
          <a:p>
            <a:pPr lvl="0"/>
            <a:endParaRPr lang="ru-RU" noProof="0" dirty="0"/>
          </a:p>
        </p:txBody>
      </p:sp>
      <p:sp>
        <p:nvSpPr>
          <p:cNvPr id="13" name="Рисунок 9"/>
          <p:cNvSpPr>
            <a:spLocks noGrp="1"/>
          </p:cNvSpPr>
          <p:nvPr>
            <p:ph type="pic" sz="quarter" idx="14"/>
          </p:nvPr>
        </p:nvSpPr>
        <p:spPr>
          <a:xfrm>
            <a:off x="7430588" y="2530224"/>
            <a:ext cx="1460500" cy="1883033"/>
          </a:xfrm>
        </p:spPr>
        <p:txBody>
          <a:bodyPr rtlCol="0">
            <a:normAutofit/>
          </a:bodyPr>
          <a:lstStyle/>
          <a:p>
            <a:pPr lvl="0"/>
            <a:endParaRPr lang="ru-RU" noProof="0" dirty="0"/>
          </a:p>
        </p:txBody>
      </p:sp>
      <p:sp>
        <p:nvSpPr>
          <p:cNvPr id="14" name="Рисунок 9"/>
          <p:cNvSpPr>
            <a:spLocks noGrp="1"/>
          </p:cNvSpPr>
          <p:nvPr>
            <p:ph type="pic" sz="quarter" idx="15"/>
          </p:nvPr>
        </p:nvSpPr>
        <p:spPr>
          <a:xfrm>
            <a:off x="9480026" y="2530224"/>
            <a:ext cx="1460500" cy="1883033"/>
          </a:xfrm>
        </p:spPr>
        <p:txBody>
          <a:bodyPr rtlCol="0">
            <a:normAutofit/>
          </a:bodyPr>
          <a:lstStyle/>
          <a:p>
            <a:pPr lvl="0"/>
            <a:endParaRPr lang="ru-RU" noProof="0" dirty="0"/>
          </a:p>
        </p:txBody>
      </p:sp>
    </p:spTree>
    <p:extLst>
      <p:ext uri="{BB962C8B-B14F-4D97-AF65-F5344CB8AC3E}">
        <p14:creationId xmlns:p14="http://schemas.microsoft.com/office/powerpoint/2010/main" val="8384047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Пользовательский макет">
    <p:spTree>
      <p:nvGrpSpPr>
        <p:cNvPr id="1" name=""/>
        <p:cNvGrpSpPr/>
        <p:nvPr/>
      </p:nvGrpSpPr>
      <p:grpSpPr>
        <a:xfrm>
          <a:off x="0" y="0"/>
          <a:ext cx="0" cy="0"/>
          <a:chOff x="0" y="0"/>
          <a:chExt cx="0" cy="0"/>
        </a:xfrm>
      </p:grpSpPr>
      <p:sp>
        <p:nvSpPr>
          <p:cNvPr id="6" name="Прямоугольник 6">
            <a:extLst>
              <a:ext uri="{FF2B5EF4-FFF2-40B4-BE49-F238E27FC236}">
                <a16:creationId xmlns:a16="http://schemas.microsoft.com/office/drawing/2014/main" id="{44BA8A57-DDF3-4213-9D64-1699FA73473D}"/>
              </a:ext>
            </a:extLst>
          </p:cNvPr>
          <p:cNvSpPr>
            <a:spLocks noChangeArrowheads="1"/>
          </p:cNvSpPr>
          <p:nvPr userDrawn="1"/>
        </p:nvSpPr>
        <p:spPr bwMode="auto">
          <a:xfrm>
            <a:off x="5921375" y="6465888"/>
            <a:ext cx="3492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04AE4DB1-4D64-4436-96E6-1B8B07C012E6}"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sp>
        <p:nvSpPr>
          <p:cNvPr id="7" name="Рисунок 9"/>
          <p:cNvSpPr>
            <a:spLocks noGrp="1"/>
          </p:cNvSpPr>
          <p:nvPr>
            <p:ph type="pic" sz="quarter" idx="11"/>
          </p:nvPr>
        </p:nvSpPr>
        <p:spPr>
          <a:xfrm>
            <a:off x="1405106" y="2117558"/>
            <a:ext cx="1829416" cy="2252959"/>
          </a:xfrm>
        </p:spPr>
        <p:txBody>
          <a:bodyPr rtlCol="0">
            <a:normAutofit/>
          </a:bodyPr>
          <a:lstStyle/>
          <a:p>
            <a:pPr lvl="0"/>
            <a:endParaRPr lang="ru-RU" noProof="0" dirty="0"/>
          </a:p>
        </p:txBody>
      </p:sp>
      <p:sp>
        <p:nvSpPr>
          <p:cNvPr id="13" name="Рисунок 9"/>
          <p:cNvSpPr>
            <a:spLocks noGrp="1"/>
          </p:cNvSpPr>
          <p:nvPr>
            <p:ph type="pic" sz="quarter" idx="12"/>
          </p:nvPr>
        </p:nvSpPr>
        <p:spPr>
          <a:xfrm>
            <a:off x="3931545" y="2117558"/>
            <a:ext cx="1829416" cy="2252959"/>
          </a:xfrm>
        </p:spPr>
        <p:txBody>
          <a:bodyPr rtlCol="0">
            <a:normAutofit/>
          </a:bodyPr>
          <a:lstStyle/>
          <a:p>
            <a:pPr lvl="0"/>
            <a:endParaRPr lang="ru-RU" noProof="0" dirty="0"/>
          </a:p>
        </p:txBody>
      </p:sp>
      <p:sp>
        <p:nvSpPr>
          <p:cNvPr id="14" name="Рисунок 9"/>
          <p:cNvSpPr>
            <a:spLocks noGrp="1"/>
          </p:cNvSpPr>
          <p:nvPr>
            <p:ph type="pic" sz="quarter" idx="13"/>
          </p:nvPr>
        </p:nvSpPr>
        <p:spPr>
          <a:xfrm>
            <a:off x="6457984" y="2117558"/>
            <a:ext cx="1829416" cy="2252959"/>
          </a:xfrm>
        </p:spPr>
        <p:txBody>
          <a:bodyPr rtlCol="0">
            <a:normAutofit/>
          </a:bodyPr>
          <a:lstStyle/>
          <a:p>
            <a:pPr lvl="0"/>
            <a:endParaRPr lang="ru-RU" noProof="0" dirty="0"/>
          </a:p>
        </p:txBody>
      </p:sp>
      <p:sp>
        <p:nvSpPr>
          <p:cNvPr id="15" name="Рисунок 9"/>
          <p:cNvSpPr>
            <a:spLocks noGrp="1"/>
          </p:cNvSpPr>
          <p:nvPr>
            <p:ph type="pic" sz="quarter" idx="14"/>
          </p:nvPr>
        </p:nvSpPr>
        <p:spPr>
          <a:xfrm>
            <a:off x="8984422" y="2117558"/>
            <a:ext cx="1829416" cy="2252959"/>
          </a:xfrm>
        </p:spPr>
        <p:txBody>
          <a:bodyPr rtlCol="0">
            <a:normAutofit/>
          </a:bodyPr>
          <a:lstStyle/>
          <a:p>
            <a:pPr lvl="0"/>
            <a:endParaRPr lang="ru-RU" noProof="0" dirty="0"/>
          </a:p>
        </p:txBody>
      </p:sp>
    </p:spTree>
    <p:extLst>
      <p:ext uri="{BB962C8B-B14F-4D97-AF65-F5344CB8AC3E}">
        <p14:creationId xmlns:p14="http://schemas.microsoft.com/office/powerpoint/2010/main" val="37807223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sp>
        <p:nvSpPr>
          <p:cNvPr id="6" name="Прямоугольник 6">
            <a:extLst>
              <a:ext uri="{FF2B5EF4-FFF2-40B4-BE49-F238E27FC236}">
                <a16:creationId xmlns:a16="http://schemas.microsoft.com/office/drawing/2014/main" id="{2F1DABE9-3D45-49ED-98C7-A7400E550CA9}"/>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A477261C-5C42-4FA0-8AD3-7C88DC280BF5}"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sp>
        <p:nvSpPr>
          <p:cNvPr id="10" name="Рисунок 7"/>
          <p:cNvSpPr>
            <a:spLocks noGrp="1"/>
          </p:cNvSpPr>
          <p:nvPr>
            <p:ph type="pic" sz="quarter" idx="10"/>
          </p:nvPr>
        </p:nvSpPr>
        <p:spPr>
          <a:xfrm>
            <a:off x="1" y="0"/>
            <a:ext cx="12192000" cy="2171700"/>
          </a:xfrm>
        </p:spPr>
        <p:txBody>
          <a:bodyPr rtlCol="0">
            <a:normAutofit/>
          </a:bodyPr>
          <a:lstStyle/>
          <a:p>
            <a:pPr lvl="0"/>
            <a:endParaRPr lang="ru-RU" noProof="0" dirty="0"/>
          </a:p>
        </p:txBody>
      </p:sp>
      <p:sp>
        <p:nvSpPr>
          <p:cNvPr id="13" name="Рисунок 12"/>
          <p:cNvSpPr>
            <a:spLocks noGrp="1"/>
          </p:cNvSpPr>
          <p:nvPr>
            <p:ph type="pic" sz="quarter" idx="11"/>
          </p:nvPr>
        </p:nvSpPr>
        <p:spPr>
          <a:xfrm>
            <a:off x="754063" y="2647950"/>
            <a:ext cx="3084011" cy="3409950"/>
          </a:xfrm>
        </p:spPr>
        <p:txBody>
          <a:bodyPr rtlCol="0">
            <a:normAutofit/>
          </a:bodyPr>
          <a:lstStyle/>
          <a:p>
            <a:pPr lvl="0"/>
            <a:endParaRPr lang="ru-RU" noProof="0" dirty="0"/>
          </a:p>
        </p:txBody>
      </p:sp>
      <p:sp>
        <p:nvSpPr>
          <p:cNvPr id="14" name="Рисунок 12"/>
          <p:cNvSpPr>
            <a:spLocks noGrp="1"/>
          </p:cNvSpPr>
          <p:nvPr>
            <p:ph type="pic" sz="quarter" idx="12"/>
          </p:nvPr>
        </p:nvSpPr>
        <p:spPr>
          <a:xfrm>
            <a:off x="4087813" y="2647949"/>
            <a:ext cx="2865437" cy="1599197"/>
          </a:xfrm>
        </p:spPr>
        <p:txBody>
          <a:bodyPr rtlCol="0">
            <a:normAutofit/>
          </a:bodyPr>
          <a:lstStyle/>
          <a:p>
            <a:pPr lvl="0"/>
            <a:endParaRPr lang="ru-RU" noProof="0" dirty="0"/>
          </a:p>
        </p:txBody>
      </p:sp>
      <p:sp>
        <p:nvSpPr>
          <p:cNvPr id="15" name="Рисунок 12"/>
          <p:cNvSpPr>
            <a:spLocks noGrp="1"/>
          </p:cNvSpPr>
          <p:nvPr>
            <p:ph type="pic" sz="quarter" idx="13"/>
          </p:nvPr>
        </p:nvSpPr>
        <p:spPr>
          <a:xfrm>
            <a:off x="4087813" y="4463716"/>
            <a:ext cx="2865437" cy="1594184"/>
          </a:xfrm>
        </p:spPr>
        <p:txBody>
          <a:bodyPr rtlCol="0">
            <a:normAutofit/>
          </a:bodyPr>
          <a:lstStyle/>
          <a:p>
            <a:pPr lvl="0"/>
            <a:endParaRPr lang="ru-RU" noProof="0" dirty="0"/>
          </a:p>
        </p:txBody>
      </p:sp>
    </p:spTree>
    <p:extLst>
      <p:ext uri="{BB962C8B-B14F-4D97-AF65-F5344CB8AC3E}">
        <p14:creationId xmlns:p14="http://schemas.microsoft.com/office/powerpoint/2010/main" val="12746377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Пользовательский макет">
    <p:spTree>
      <p:nvGrpSpPr>
        <p:cNvPr id="1" name=""/>
        <p:cNvGrpSpPr/>
        <p:nvPr/>
      </p:nvGrpSpPr>
      <p:grpSpPr>
        <a:xfrm>
          <a:off x="0" y="0"/>
          <a:ext cx="0" cy="0"/>
          <a:chOff x="0" y="0"/>
          <a:chExt cx="0" cy="0"/>
        </a:xfrm>
      </p:grpSpPr>
      <p:sp>
        <p:nvSpPr>
          <p:cNvPr id="7" name="Рисунок 12"/>
          <p:cNvSpPr>
            <a:spLocks noGrp="1"/>
          </p:cNvSpPr>
          <p:nvPr>
            <p:ph type="pic" sz="quarter" idx="12"/>
          </p:nvPr>
        </p:nvSpPr>
        <p:spPr>
          <a:xfrm>
            <a:off x="4644274" y="825165"/>
            <a:ext cx="1949032" cy="2261937"/>
          </a:xfrm>
        </p:spPr>
        <p:txBody>
          <a:bodyPr rtlCol="0">
            <a:normAutofit/>
          </a:bodyPr>
          <a:lstStyle/>
          <a:p>
            <a:pPr lvl="0"/>
            <a:endParaRPr lang="ru-RU" noProof="0" dirty="0"/>
          </a:p>
        </p:txBody>
      </p:sp>
      <p:sp>
        <p:nvSpPr>
          <p:cNvPr id="8" name="Рисунок 12"/>
          <p:cNvSpPr>
            <a:spLocks noGrp="1"/>
          </p:cNvSpPr>
          <p:nvPr>
            <p:ph type="pic" sz="quarter" idx="13"/>
          </p:nvPr>
        </p:nvSpPr>
        <p:spPr>
          <a:xfrm>
            <a:off x="754063" y="4595061"/>
            <a:ext cx="3641474" cy="1507957"/>
          </a:xfrm>
        </p:spPr>
        <p:txBody>
          <a:bodyPr rtlCol="0">
            <a:normAutofit/>
          </a:bodyPr>
          <a:lstStyle/>
          <a:p>
            <a:pPr lvl="0"/>
            <a:endParaRPr lang="ru-RU" noProof="0" dirty="0"/>
          </a:p>
        </p:txBody>
      </p:sp>
      <p:sp>
        <p:nvSpPr>
          <p:cNvPr id="9" name="Рисунок 12"/>
          <p:cNvSpPr>
            <a:spLocks noGrp="1"/>
          </p:cNvSpPr>
          <p:nvPr>
            <p:ph type="pic" sz="quarter" idx="14"/>
          </p:nvPr>
        </p:nvSpPr>
        <p:spPr>
          <a:xfrm>
            <a:off x="4644274" y="3311693"/>
            <a:ext cx="1949031" cy="2791326"/>
          </a:xfrm>
        </p:spPr>
        <p:txBody>
          <a:bodyPr rtlCol="0">
            <a:normAutofit/>
          </a:bodyPr>
          <a:lstStyle/>
          <a:p>
            <a:pPr lvl="0"/>
            <a:endParaRPr lang="ru-RU" noProof="0" dirty="0"/>
          </a:p>
        </p:txBody>
      </p:sp>
      <p:sp>
        <p:nvSpPr>
          <p:cNvPr id="10" name="Рисунок 12"/>
          <p:cNvSpPr>
            <a:spLocks noGrp="1"/>
          </p:cNvSpPr>
          <p:nvPr>
            <p:ph type="pic" sz="quarter" idx="15"/>
          </p:nvPr>
        </p:nvSpPr>
        <p:spPr>
          <a:xfrm>
            <a:off x="6842042" y="3311693"/>
            <a:ext cx="1864851" cy="2791326"/>
          </a:xfrm>
        </p:spPr>
        <p:txBody>
          <a:bodyPr rtlCol="0">
            <a:normAutofit/>
          </a:bodyPr>
          <a:lstStyle/>
          <a:p>
            <a:pPr lvl="0"/>
            <a:endParaRPr lang="ru-RU" noProof="0" dirty="0"/>
          </a:p>
        </p:txBody>
      </p:sp>
      <p:sp>
        <p:nvSpPr>
          <p:cNvPr id="11" name="Рисунок 12"/>
          <p:cNvSpPr>
            <a:spLocks noGrp="1"/>
          </p:cNvSpPr>
          <p:nvPr>
            <p:ph type="pic" sz="quarter" idx="16"/>
          </p:nvPr>
        </p:nvSpPr>
        <p:spPr>
          <a:xfrm>
            <a:off x="6842042" y="825164"/>
            <a:ext cx="4563895" cy="2261937"/>
          </a:xfrm>
        </p:spPr>
        <p:txBody>
          <a:bodyPr rtlCol="0">
            <a:normAutofit/>
          </a:bodyPr>
          <a:lstStyle/>
          <a:p>
            <a:pPr lvl="0"/>
            <a:endParaRPr lang="ru-RU" noProof="0" dirty="0"/>
          </a:p>
        </p:txBody>
      </p:sp>
      <p:sp>
        <p:nvSpPr>
          <p:cNvPr id="12" name="Рисунок 12"/>
          <p:cNvSpPr>
            <a:spLocks noGrp="1"/>
          </p:cNvSpPr>
          <p:nvPr>
            <p:ph type="pic" sz="quarter" idx="17"/>
          </p:nvPr>
        </p:nvSpPr>
        <p:spPr>
          <a:xfrm>
            <a:off x="8955630" y="3311694"/>
            <a:ext cx="2494465" cy="1283367"/>
          </a:xfrm>
        </p:spPr>
        <p:txBody>
          <a:bodyPr rtlCol="0">
            <a:normAutofit/>
          </a:bodyPr>
          <a:lstStyle/>
          <a:p>
            <a:pPr lvl="0"/>
            <a:endParaRPr lang="ru-RU" noProof="0" dirty="0"/>
          </a:p>
        </p:txBody>
      </p:sp>
      <p:sp>
        <p:nvSpPr>
          <p:cNvPr id="13" name="Рисунок 12"/>
          <p:cNvSpPr>
            <a:spLocks noGrp="1"/>
          </p:cNvSpPr>
          <p:nvPr>
            <p:ph type="pic" sz="quarter" idx="18"/>
          </p:nvPr>
        </p:nvSpPr>
        <p:spPr>
          <a:xfrm>
            <a:off x="8955630" y="4819654"/>
            <a:ext cx="2494465" cy="1283363"/>
          </a:xfrm>
        </p:spPr>
        <p:txBody>
          <a:bodyPr rtlCol="0">
            <a:normAutofit/>
          </a:bodyPr>
          <a:lstStyle/>
          <a:p>
            <a:pPr lvl="0"/>
            <a:endParaRPr lang="ru-RU" noProof="0" dirty="0"/>
          </a:p>
        </p:txBody>
      </p:sp>
    </p:spTree>
    <p:extLst>
      <p:ext uri="{BB962C8B-B14F-4D97-AF65-F5344CB8AC3E}">
        <p14:creationId xmlns:p14="http://schemas.microsoft.com/office/powerpoint/2010/main" val="37324838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2_Пользовательский макет">
    <p:spTree>
      <p:nvGrpSpPr>
        <p:cNvPr id="1" name=""/>
        <p:cNvGrpSpPr/>
        <p:nvPr/>
      </p:nvGrpSpPr>
      <p:grpSpPr>
        <a:xfrm>
          <a:off x="0" y="0"/>
          <a:ext cx="0" cy="0"/>
          <a:chOff x="0" y="0"/>
          <a:chExt cx="0" cy="0"/>
        </a:xfrm>
      </p:grpSpPr>
      <p:sp>
        <p:nvSpPr>
          <p:cNvPr id="12" name="Прямоугольник 6">
            <a:extLst>
              <a:ext uri="{FF2B5EF4-FFF2-40B4-BE49-F238E27FC236}">
                <a16:creationId xmlns:a16="http://schemas.microsoft.com/office/drawing/2014/main" id="{293C4529-8FEF-4743-B8C9-3AAAAE830776}"/>
              </a:ext>
            </a:extLst>
          </p:cNvPr>
          <p:cNvSpPr>
            <a:spLocks noChangeArrowheads="1"/>
          </p:cNvSpPr>
          <p:nvPr userDrawn="1"/>
        </p:nvSpPr>
        <p:spPr bwMode="auto">
          <a:xfrm>
            <a:off x="11250613" y="6438900"/>
            <a:ext cx="3508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E328696D-B294-44A8-A140-0598694F8B81}"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13" name="Рисунок 7">
            <a:extLst>
              <a:ext uri="{FF2B5EF4-FFF2-40B4-BE49-F238E27FC236}">
                <a16:creationId xmlns:a16="http://schemas.microsoft.com/office/drawing/2014/main" id="{F3438E08-4F07-4A98-9D48-BF2AB764225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5863" y="341313"/>
            <a:ext cx="160337"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Группа 8">
            <a:extLst>
              <a:ext uri="{FF2B5EF4-FFF2-40B4-BE49-F238E27FC236}">
                <a16:creationId xmlns:a16="http://schemas.microsoft.com/office/drawing/2014/main" id="{7BEA9A08-BBC4-4E4F-86AF-3B01C139CDF3}"/>
              </a:ext>
            </a:extLst>
          </p:cNvPr>
          <p:cNvGrpSpPr>
            <a:grpSpLocks/>
          </p:cNvGrpSpPr>
          <p:nvPr userDrawn="1"/>
        </p:nvGrpSpPr>
        <p:grpSpPr bwMode="auto">
          <a:xfrm>
            <a:off x="296863" y="336550"/>
            <a:ext cx="241300" cy="165100"/>
            <a:chOff x="11345779" y="324853"/>
            <a:chExt cx="240632" cy="165462"/>
          </a:xfrm>
        </p:grpSpPr>
        <p:cxnSp>
          <p:nvCxnSpPr>
            <p:cNvPr id="15" name="Прямая соединительная линия 9">
              <a:extLst>
                <a:ext uri="{FF2B5EF4-FFF2-40B4-BE49-F238E27FC236}">
                  <a16:creationId xmlns:a16="http://schemas.microsoft.com/office/drawing/2014/main" id="{2326FCEF-A3C6-4700-951D-6E10C19C448C}"/>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0">
              <a:extLst>
                <a:ext uri="{FF2B5EF4-FFF2-40B4-BE49-F238E27FC236}">
                  <a16:creationId xmlns:a16="http://schemas.microsoft.com/office/drawing/2014/main" id="{10786441-64BF-4423-A792-8A2096F45872}"/>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1">
              <a:extLst>
                <a:ext uri="{FF2B5EF4-FFF2-40B4-BE49-F238E27FC236}">
                  <a16:creationId xmlns:a16="http://schemas.microsoft.com/office/drawing/2014/main" id="{CA7149C6-8C54-49B9-971D-D2E8CFD66E95}"/>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Рисунок 12"/>
          <p:cNvSpPr>
            <a:spLocks noGrp="1"/>
          </p:cNvSpPr>
          <p:nvPr>
            <p:ph type="pic" sz="quarter" idx="12"/>
          </p:nvPr>
        </p:nvSpPr>
        <p:spPr>
          <a:xfrm>
            <a:off x="4644274" y="825165"/>
            <a:ext cx="2107400" cy="3023821"/>
          </a:xfrm>
        </p:spPr>
        <p:txBody>
          <a:bodyPr rtlCol="0">
            <a:normAutofit/>
          </a:bodyPr>
          <a:lstStyle/>
          <a:p>
            <a:pPr lvl="0"/>
            <a:endParaRPr lang="ru-RU" noProof="0" dirty="0"/>
          </a:p>
        </p:txBody>
      </p:sp>
      <p:sp>
        <p:nvSpPr>
          <p:cNvPr id="7" name="Рисунок 12"/>
          <p:cNvSpPr>
            <a:spLocks noGrp="1"/>
          </p:cNvSpPr>
          <p:nvPr>
            <p:ph type="pic" sz="quarter" idx="14"/>
          </p:nvPr>
        </p:nvSpPr>
        <p:spPr>
          <a:xfrm>
            <a:off x="4644274" y="3923414"/>
            <a:ext cx="2107400" cy="2179605"/>
          </a:xfrm>
        </p:spPr>
        <p:txBody>
          <a:bodyPr rtlCol="0">
            <a:normAutofit/>
          </a:bodyPr>
          <a:lstStyle/>
          <a:p>
            <a:pPr lvl="0"/>
            <a:endParaRPr lang="ru-RU" noProof="0" dirty="0"/>
          </a:p>
        </p:txBody>
      </p:sp>
      <p:sp>
        <p:nvSpPr>
          <p:cNvPr id="8" name="Рисунок 12"/>
          <p:cNvSpPr>
            <a:spLocks noGrp="1"/>
          </p:cNvSpPr>
          <p:nvPr>
            <p:ph type="pic" sz="quarter" idx="15"/>
          </p:nvPr>
        </p:nvSpPr>
        <p:spPr>
          <a:xfrm>
            <a:off x="6842042" y="3168502"/>
            <a:ext cx="1864851" cy="2934517"/>
          </a:xfrm>
        </p:spPr>
        <p:txBody>
          <a:bodyPr rtlCol="0">
            <a:normAutofit/>
          </a:bodyPr>
          <a:lstStyle/>
          <a:p>
            <a:pPr lvl="0"/>
            <a:endParaRPr lang="ru-RU" noProof="0" dirty="0"/>
          </a:p>
        </p:txBody>
      </p:sp>
      <p:sp>
        <p:nvSpPr>
          <p:cNvPr id="9" name="Рисунок 12"/>
          <p:cNvSpPr>
            <a:spLocks noGrp="1"/>
          </p:cNvSpPr>
          <p:nvPr>
            <p:ph type="pic" sz="quarter" idx="16"/>
          </p:nvPr>
        </p:nvSpPr>
        <p:spPr>
          <a:xfrm>
            <a:off x="6842042" y="825164"/>
            <a:ext cx="4608054" cy="2261937"/>
          </a:xfrm>
        </p:spPr>
        <p:txBody>
          <a:bodyPr rtlCol="0">
            <a:normAutofit/>
          </a:bodyPr>
          <a:lstStyle/>
          <a:p>
            <a:pPr lvl="0"/>
            <a:endParaRPr lang="ru-RU" noProof="0" dirty="0"/>
          </a:p>
        </p:txBody>
      </p:sp>
      <p:sp>
        <p:nvSpPr>
          <p:cNvPr id="10" name="Рисунок 12"/>
          <p:cNvSpPr>
            <a:spLocks noGrp="1"/>
          </p:cNvSpPr>
          <p:nvPr>
            <p:ph type="pic" sz="quarter" idx="17"/>
          </p:nvPr>
        </p:nvSpPr>
        <p:spPr>
          <a:xfrm>
            <a:off x="8797262" y="3168502"/>
            <a:ext cx="2652834" cy="1426559"/>
          </a:xfrm>
        </p:spPr>
        <p:txBody>
          <a:bodyPr rtlCol="0">
            <a:normAutofit/>
          </a:bodyPr>
          <a:lstStyle/>
          <a:p>
            <a:pPr lvl="0"/>
            <a:endParaRPr lang="ru-RU" noProof="0" dirty="0"/>
          </a:p>
        </p:txBody>
      </p:sp>
      <p:sp>
        <p:nvSpPr>
          <p:cNvPr id="11" name="Рисунок 12"/>
          <p:cNvSpPr>
            <a:spLocks noGrp="1"/>
          </p:cNvSpPr>
          <p:nvPr>
            <p:ph type="pic" sz="quarter" idx="18"/>
          </p:nvPr>
        </p:nvSpPr>
        <p:spPr>
          <a:xfrm>
            <a:off x="8797262" y="4676462"/>
            <a:ext cx="2652834" cy="1426555"/>
          </a:xfrm>
        </p:spPr>
        <p:txBody>
          <a:bodyPr rtlCol="0">
            <a:normAutofit/>
          </a:bodyPr>
          <a:lstStyle/>
          <a:p>
            <a:pPr lvl="0"/>
            <a:endParaRPr lang="ru-RU" noProof="0" dirty="0"/>
          </a:p>
        </p:txBody>
      </p:sp>
    </p:spTree>
    <p:extLst>
      <p:ext uri="{BB962C8B-B14F-4D97-AF65-F5344CB8AC3E}">
        <p14:creationId xmlns:p14="http://schemas.microsoft.com/office/powerpoint/2010/main" val="22013553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0_Пользовательский макет">
    <p:spTree>
      <p:nvGrpSpPr>
        <p:cNvPr id="1" name=""/>
        <p:cNvGrpSpPr/>
        <p:nvPr/>
      </p:nvGrpSpPr>
      <p:grpSpPr>
        <a:xfrm>
          <a:off x="0" y="0"/>
          <a:ext cx="0" cy="0"/>
          <a:chOff x="0" y="0"/>
          <a:chExt cx="0" cy="0"/>
        </a:xfrm>
      </p:grpSpPr>
      <p:sp>
        <p:nvSpPr>
          <p:cNvPr id="8" name="Рисунок 6"/>
          <p:cNvSpPr>
            <a:spLocks noGrp="1"/>
          </p:cNvSpPr>
          <p:nvPr>
            <p:ph type="pic" sz="quarter" idx="11"/>
          </p:nvPr>
        </p:nvSpPr>
        <p:spPr>
          <a:xfrm>
            <a:off x="3354978" y="713581"/>
            <a:ext cx="2374900" cy="2015971"/>
          </a:xfrm>
        </p:spPr>
        <p:txBody>
          <a:bodyPr rtlCol="0">
            <a:normAutofit/>
          </a:bodyPr>
          <a:lstStyle/>
          <a:p>
            <a:pPr lvl="0"/>
            <a:endParaRPr lang="ru-RU" noProof="0" dirty="0"/>
          </a:p>
        </p:txBody>
      </p:sp>
      <p:sp>
        <p:nvSpPr>
          <p:cNvPr id="9" name="Рисунок 6"/>
          <p:cNvSpPr>
            <a:spLocks noGrp="1"/>
          </p:cNvSpPr>
          <p:nvPr>
            <p:ph type="pic" sz="quarter" idx="12"/>
          </p:nvPr>
        </p:nvSpPr>
        <p:spPr>
          <a:xfrm>
            <a:off x="3354978" y="2913145"/>
            <a:ext cx="2374900" cy="3231274"/>
          </a:xfrm>
        </p:spPr>
        <p:txBody>
          <a:bodyPr rtlCol="0">
            <a:normAutofit/>
          </a:bodyPr>
          <a:lstStyle/>
          <a:p>
            <a:pPr lvl="0"/>
            <a:endParaRPr lang="ru-RU" noProof="0" dirty="0"/>
          </a:p>
        </p:txBody>
      </p:sp>
      <p:sp>
        <p:nvSpPr>
          <p:cNvPr id="10" name="Рисунок 6"/>
          <p:cNvSpPr>
            <a:spLocks noGrp="1"/>
          </p:cNvSpPr>
          <p:nvPr>
            <p:ph type="pic" sz="quarter" idx="13"/>
          </p:nvPr>
        </p:nvSpPr>
        <p:spPr>
          <a:xfrm>
            <a:off x="5936676" y="4266548"/>
            <a:ext cx="5377317" cy="1877871"/>
          </a:xfrm>
        </p:spPr>
        <p:txBody>
          <a:bodyPr rtlCol="0">
            <a:normAutofit/>
          </a:bodyPr>
          <a:lstStyle/>
          <a:p>
            <a:pPr lvl="0"/>
            <a:endParaRPr lang="ru-RU" noProof="0" dirty="0"/>
          </a:p>
        </p:txBody>
      </p:sp>
      <p:sp>
        <p:nvSpPr>
          <p:cNvPr id="11" name="Рисунок 6"/>
          <p:cNvSpPr>
            <a:spLocks noGrp="1"/>
          </p:cNvSpPr>
          <p:nvPr>
            <p:ph type="pic" sz="quarter" idx="14"/>
          </p:nvPr>
        </p:nvSpPr>
        <p:spPr>
          <a:xfrm>
            <a:off x="5936676" y="713581"/>
            <a:ext cx="1760661" cy="2015971"/>
          </a:xfrm>
        </p:spPr>
        <p:txBody>
          <a:bodyPr rtlCol="0">
            <a:normAutofit/>
          </a:bodyPr>
          <a:lstStyle/>
          <a:p>
            <a:pPr lvl="0"/>
            <a:endParaRPr lang="ru-RU" noProof="0" dirty="0"/>
          </a:p>
        </p:txBody>
      </p:sp>
      <p:sp>
        <p:nvSpPr>
          <p:cNvPr id="12" name="Рисунок 6"/>
          <p:cNvSpPr>
            <a:spLocks noGrp="1"/>
          </p:cNvSpPr>
          <p:nvPr>
            <p:ph type="pic" sz="quarter" idx="15"/>
          </p:nvPr>
        </p:nvSpPr>
        <p:spPr>
          <a:xfrm>
            <a:off x="5936675" y="2913145"/>
            <a:ext cx="1760661" cy="1169810"/>
          </a:xfrm>
        </p:spPr>
        <p:txBody>
          <a:bodyPr rtlCol="0">
            <a:normAutofit/>
          </a:bodyPr>
          <a:lstStyle/>
          <a:p>
            <a:pPr lvl="0"/>
            <a:endParaRPr lang="ru-RU" noProof="0" dirty="0"/>
          </a:p>
        </p:txBody>
      </p:sp>
      <p:sp>
        <p:nvSpPr>
          <p:cNvPr id="13" name="Рисунок 6"/>
          <p:cNvSpPr>
            <a:spLocks noGrp="1"/>
          </p:cNvSpPr>
          <p:nvPr>
            <p:ph type="pic" sz="quarter" idx="16"/>
          </p:nvPr>
        </p:nvSpPr>
        <p:spPr>
          <a:xfrm>
            <a:off x="7876839" y="713581"/>
            <a:ext cx="3437154" cy="2015971"/>
          </a:xfrm>
        </p:spPr>
        <p:txBody>
          <a:bodyPr rtlCol="0">
            <a:normAutofit/>
          </a:bodyPr>
          <a:lstStyle/>
          <a:p>
            <a:pPr lvl="0"/>
            <a:endParaRPr lang="ru-RU" noProof="0" dirty="0"/>
          </a:p>
        </p:txBody>
      </p:sp>
      <p:sp>
        <p:nvSpPr>
          <p:cNvPr id="14" name="Рисунок 6"/>
          <p:cNvSpPr>
            <a:spLocks noGrp="1"/>
          </p:cNvSpPr>
          <p:nvPr>
            <p:ph type="pic" sz="quarter" idx="17"/>
          </p:nvPr>
        </p:nvSpPr>
        <p:spPr>
          <a:xfrm>
            <a:off x="7876837" y="2913145"/>
            <a:ext cx="3437156" cy="1169810"/>
          </a:xfrm>
        </p:spPr>
        <p:txBody>
          <a:bodyPr rtlCol="0">
            <a:normAutofit/>
          </a:bodyPr>
          <a:lstStyle/>
          <a:p>
            <a:pPr lvl="0"/>
            <a:endParaRPr lang="ru-RU" noProof="0" dirty="0"/>
          </a:p>
        </p:txBody>
      </p:sp>
    </p:spTree>
    <p:extLst>
      <p:ext uri="{BB962C8B-B14F-4D97-AF65-F5344CB8AC3E}">
        <p14:creationId xmlns:p14="http://schemas.microsoft.com/office/powerpoint/2010/main" val="39509556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9_Пользовательский макет">
    <p:spTree>
      <p:nvGrpSpPr>
        <p:cNvPr id="1" name=""/>
        <p:cNvGrpSpPr/>
        <p:nvPr/>
      </p:nvGrpSpPr>
      <p:grpSpPr>
        <a:xfrm>
          <a:off x="0" y="0"/>
          <a:ext cx="0" cy="0"/>
          <a:chOff x="0" y="0"/>
          <a:chExt cx="0" cy="0"/>
        </a:xfrm>
      </p:grpSpPr>
      <p:sp>
        <p:nvSpPr>
          <p:cNvPr id="6" name="Рисунок 12"/>
          <p:cNvSpPr>
            <a:spLocks noGrp="1"/>
          </p:cNvSpPr>
          <p:nvPr>
            <p:ph type="pic" sz="quarter" idx="16"/>
          </p:nvPr>
        </p:nvSpPr>
        <p:spPr>
          <a:xfrm>
            <a:off x="1" y="0"/>
            <a:ext cx="3087322" cy="2277599"/>
          </a:xfrm>
        </p:spPr>
        <p:txBody>
          <a:bodyPr rtlCol="0">
            <a:normAutofit/>
          </a:bodyPr>
          <a:lstStyle/>
          <a:p>
            <a:pPr lvl="0"/>
            <a:endParaRPr lang="ru-RU" noProof="0" dirty="0"/>
          </a:p>
        </p:txBody>
      </p:sp>
      <p:sp>
        <p:nvSpPr>
          <p:cNvPr id="7" name="Рисунок 12"/>
          <p:cNvSpPr>
            <a:spLocks noGrp="1"/>
          </p:cNvSpPr>
          <p:nvPr>
            <p:ph type="pic" sz="quarter" idx="17"/>
          </p:nvPr>
        </p:nvSpPr>
        <p:spPr>
          <a:xfrm>
            <a:off x="-1" y="2272570"/>
            <a:ext cx="3087323" cy="2044249"/>
          </a:xfrm>
        </p:spPr>
        <p:txBody>
          <a:bodyPr rtlCol="0">
            <a:normAutofit/>
          </a:bodyPr>
          <a:lstStyle/>
          <a:p>
            <a:pPr lvl="0"/>
            <a:endParaRPr lang="ru-RU" noProof="0" dirty="0"/>
          </a:p>
        </p:txBody>
      </p:sp>
      <p:sp>
        <p:nvSpPr>
          <p:cNvPr id="8" name="Рисунок 12"/>
          <p:cNvSpPr>
            <a:spLocks noGrp="1"/>
          </p:cNvSpPr>
          <p:nvPr>
            <p:ph type="pic" sz="quarter" idx="18"/>
          </p:nvPr>
        </p:nvSpPr>
        <p:spPr>
          <a:xfrm>
            <a:off x="3080084" y="2261938"/>
            <a:ext cx="3023004" cy="2052080"/>
          </a:xfrm>
        </p:spPr>
        <p:txBody>
          <a:bodyPr rtlCol="0">
            <a:normAutofit/>
          </a:bodyPr>
          <a:lstStyle/>
          <a:p>
            <a:pPr lvl="0"/>
            <a:endParaRPr lang="ru-RU" noProof="0" dirty="0"/>
          </a:p>
        </p:txBody>
      </p:sp>
      <p:sp>
        <p:nvSpPr>
          <p:cNvPr id="10" name="Рисунок 12"/>
          <p:cNvSpPr>
            <a:spLocks noGrp="1"/>
          </p:cNvSpPr>
          <p:nvPr>
            <p:ph type="pic" sz="quarter" idx="20"/>
          </p:nvPr>
        </p:nvSpPr>
        <p:spPr>
          <a:xfrm>
            <a:off x="9176084" y="2272570"/>
            <a:ext cx="3023004" cy="2038647"/>
          </a:xfrm>
        </p:spPr>
        <p:txBody>
          <a:bodyPr rtlCol="0">
            <a:normAutofit/>
          </a:bodyPr>
          <a:lstStyle/>
          <a:p>
            <a:pPr lvl="0"/>
            <a:endParaRPr lang="ru-RU" noProof="0" dirty="0"/>
          </a:p>
        </p:txBody>
      </p:sp>
      <p:sp>
        <p:nvSpPr>
          <p:cNvPr id="11" name="Рисунок 12"/>
          <p:cNvSpPr>
            <a:spLocks noGrp="1"/>
          </p:cNvSpPr>
          <p:nvPr>
            <p:ph type="pic" sz="quarter" idx="21"/>
          </p:nvPr>
        </p:nvSpPr>
        <p:spPr>
          <a:xfrm>
            <a:off x="1956391" y="4303386"/>
            <a:ext cx="4139609" cy="2554614"/>
          </a:xfrm>
        </p:spPr>
        <p:txBody>
          <a:bodyPr rtlCol="0">
            <a:normAutofit/>
          </a:bodyPr>
          <a:lstStyle/>
          <a:p>
            <a:pPr lvl="0"/>
            <a:endParaRPr lang="ru-RU" noProof="0" dirty="0"/>
          </a:p>
        </p:txBody>
      </p:sp>
      <p:sp>
        <p:nvSpPr>
          <p:cNvPr id="12" name="Рисунок 12"/>
          <p:cNvSpPr>
            <a:spLocks noGrp="1"/>
          </p:cNvSpPr>
          <p:nvPr>
            <p:ph type="pic" sz="quarter" idx="22"/>
          </p:nvPr>
        </p:nvSpPr>
        <p:spPr>
          <a:xfrm>
            <a:off x="0" y="4314019"/>
            <a:ext cx="1956391" cy="2543982"/>
          </a:xfrm>
        </p:spPr>
        <p:txBody>
          <a:bodyPr rtlCol="0">
            <a:normAutofit/>
          </a:bodyPr>
          <a:lstStyle/>
          <a:p>
            <a:pPr lvl="0"/>
            <a:endParaRPr lang="ru-RU" noProof="0" dirty="0"/>
          </a:p>
        </p:txBody>
      </p:sp>
      <p:sp>
        <p:nvSpPr>
          <p:cNvPr id="14" name="Рисунок 12"/>
          <p:cNvSpPr>
            <a:spLocks noGrp="1"/>
          </p:cNvSpPr>
          <p:nvPr>
            <p:ph type="pic" sz="quarter" idx="24"/>
          </p:nvPr>
        </p:nvSpPr>
        <p:spPr>
          <a:xfrm>
            <a:off x="6096000" y="4303387"/>
            <a:ext cx="4089991" cy="2554614"/>
          </a:xfrm>
        </p:spPr>
        <p:txBody>
          <a:bodyPr rtlCol="0">
            <a:normAutofit/>
          </a:bodyPr>
          <a:lstStyle/>
          <a:p>
            <a:pPr lvl="0"/>
            <a:endParaRPr lang="ru-RU" noProof="0" dirty="0"/>
          </a:p>
        </p:txBody>
      </p:sp>
      <p:sp>
        <p:nvSpPr>
          <p:cNvPr id="15" name="Рисунок 12"/>
          <p:cNvSpPr>
            <a:spLocks noGrp="1"/>
          </p:cNvSpPr>
          <p:nvPr>
            <p:ph type="pic" sz="quarter" idx="25"/>
          </p:nvPr>
        </p:nvSpPr>
        <p:spPr>
          <a:xfrm>
            <a:off x="3087322" y="7831"/>
            <a:ext cx="3008678" cy="2261937"/>
          </a:xfrm>
        </p:spPr>
        <p:txBody>
          <a:bodyPr rtlCol="0">
            <a:normAutofit/>
          </a:bodyPr>
          <a:lstStyle/>
          <a:p>
            <a:pPr lvl="0"/>
            <a:endParaRPr lang="ru-RU" noProof="0" dirty="0"/>
          </a:p>
        </p:txBody>
      </p:sp>
      <p:sp>
        <p:nvSpPr>
          <p:cNvPr id="16" name="Рисунок 12"/>
          <p:cNvSpPr>
            <a:spLocks noGrp="1"/>
          </p:cNvSpPr>
          <p:nvPr>
            <p:ph type="pic" sz="quarter" idx="26"/>
          </p:nvPr>
        </p:nvSpPr>
        <p:spPr>
          <a:xfrm>
            <a:off x="6096001" y="0"/>
            <a:ext cx="6095848" cy="2277599"/>
          </a:xfrm>
        </p:spPr>
        <p:txBody>
          <a:bodyPr rtlCol="0">
            <a:normAutofit/>
          </a:bodyPr>
          <a:lstStyle/>
          <a:p>
            <a:pPr lvl="0"/>
            <a:endParaRPr lang="ru-RU" noProof="0" dirty="0"/>
          </a:p>
        </p:txBody>
      </p:sp>
      <p:sp>
        <p:nvSpPr>
          <p:cNvPr id="17" name="Рисунок 12"/>
          <p:cNvSpPr>
            <a:spLocks noGrp="1"/>
          </p:cNvSpPr>
          <p:nvPr>
            <p:ph type="pic" sz="quarter" idx="27"/>
          </p:nvPr>
        </p:nvSpPr>
        <p:spPr>
          <a:xfrm>
            <a:off x="10185991" y="4303386"/>
            <a:ext cx="2013097" cy="2562447"/>
          </a:xfrm>
        </p:spPr>
        <p:txBody>
          <a:bodyPr rtlCol="0">
            <a:normAutofit/>
          </a:bodyPr>
          <a:lstStyle/>
          <a:p>
            <a:pPr lvl="0"/>
            <a:endParaRPr lang="ru-RU" noProof="0" dirty="0"/>
          </a:p>
        </p:txBody>
      </p:sp>
      <p:sp>
        <p:nvSpPr>
          <p:cNvPr id="18" name="Рисунок 12"/>
          <p:cNvSpPr>
            <a:spLocks noGrp="1"/>
          </p:cNvSpPr>
          <p:nvPr>
            <p:ph type="pic" sz="quarter" idx="28"/>
          </p:nvPr>
        </p:nvSpPr>
        <p:spPr>
          <a:xfrm>
            <a:off x="6103088" y="2261937"/>
            <a:ext cx="3080084" cy="2052081"/>
          </a:xfrm>
        </p:spPr>
        <p:txBody>
          <a:bodyPr rtlCol="0">
            <a:normAutofit/>
          </a:bodyPr>
          <a:lstStyle/>
          <a:p>
            <a:pPr lvl="0"/>
            <a:endParaRPr lang="ru-RU" noProof="0" dirty="0"/>
          </a:p>
        </p:txBody>
      </p:sp>
    </p:spTree>
    <p:extLst>
      <p:ext uri="{BB962C8B-B14F-4D97-AF65-F5344CB8AC3E}">
        <p14:creationId xmlns:p14="http://schemas.microsoft.com/office/powerpoint/2010/main" val="29522404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spTree>
      <p:nvGrpSpPr>
        <p:cNvPr id="1" name=""/>
        <p:cNvGrpSpPr/>
        <p:nvPr/>
      </p:nvGrpSpPr>
      <p:grpSpPr>
        <a:xfrm>
          <a:off x="0" y="0"/>
          <a:ext cx="0" cy="0"/>
          <a:chOff x="0" y="0"/>
          <a:chExt cx="0" cy="0"/>
        </a:xfrm>
      </p:grpSpPr>
      <p:sp>
        <p:nvSpPr>
          <p:cNvPr id="6" name="Рисунок 7"/>
          <p:cNvSpPr>
            <a:spLocks noGrp="1"/>
          </p:cNvSpPr>
          <p:nvPr>
            <p:ph type="pic" sz="quarter" idx="10"/>
          </p:nvPr>
        </p:nvSpPr>
        <p:spPr>
          <a:xfrm>
            <a:off x="1" y="0"/>
            <a:ext cx="12192000" cy="2171700"/>
          </a:xfrm>
        </p:spPr>
        <p:txBody>
          <a:bodyPr rtlCol="0">
            <a:normAutofit/>
          </a:bodyPr>
          <a:lstStyle/>
          <a:p>
            <a:pPr lvl="0"/>
            <a:endParaRPr lang="ru-RU" noProof="0" dirty="0"/>
          </a:p>
        </p:txBody>
      </p:sp>
    </p:spTree>
    <p:extLst>
      <p:ext uri="{BB962C8B-B14F-4D97-AF65-F5344CB8AC3E}">
        <p14:creationId xmlns:p14="http://schemas.microsoft.com/office/powerpoint/2010/main" val="39002882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Пользовательский макет">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87D3062E-25D7-48F7-B2FB-3EE1056B4552}"/>
              </a:ext>
            </a:extLst>
          </p:cNvPr>
          <p:cNvSpPr>
            <a:spLocks noChangeArrowheads="1"/>
          </p:cNvSpPr>
          <p:nvPr userDrawn="1"/>
        </p:nvSpPr>
        <p:spPr bwMode="auto">
          <a:xfrm>
            <a:off x="5921375" y="6465888"/>
            <a:ext cx="3492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2D03E766-BB1A-495B-85A1-9499DB8CCC06}"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sp>
        <p:nvSpPr>
          <p:cNvPr id="6" name="Рисунок 7"/>
          <p:cNvSpPr>
            <a:spLocks noGrp="1"/>
          </p:cNvSpPr>
          <p:nvPr>
            <p:ph type="pic" sz="quarter" idx="10"/>
          </p:nvPr>
        </p:nvSpPr>
        <p:spPr>
          <a:xfrm>
            <a:off x="1" y="-16071"/>
            <a:ext cx="12192000" cy="312942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0 h 10074"/>
              <a:gd name="connsiteX1" fmla="*/ 10000 w 10000"/>
              <a:gd name="connsiteY1" fmla="*/ 74 h 10074"/>
              <a:gd name="connsiteX2" fmla="*/ 10000 w 10000"/>
              <a:gd name="connsiteY2" fmla="*/ 10074 h 10074"/>
              <a:gd name="connsiteX3" fmla="*/ 0 w 10000"/>
              <a:gd name="connsiteY3" fmla="*/ 10074 h 10074"/>
              <a:gd name="connsiteX4" fmla="*/ 0 w 10000"/>
              <a:gd name="connsiteY4" fmla="*/ 0 h 10074"/>
              <a:gd name="connsiteX0" fmla="*/ 0 w 10000"/>
              <a:gd name="connsiteY0" fmla="*/ 0 h 14410"/>
              <a:gd name="connsiteX1" fmla="*/ 10000 w 10000"/>
              <a:gd name="connsiteY1" fmla="*/ 74 h 14410"/>
              <a:gd name="connsiteX2" fmla="*/ 10000 w 10000"/>
              <a:gd name="connsiteY2" fmla="*/ 10074 h 14410"/>
              <a:gd name="connsiteX3" fmla="*/ 11 w 10000"/>
              <a:gd name="connsiteY3" fmla="*/ 14410 h 14410"/>
              <a:gd name="connsiteX4" fmla="*/ 0 w 10000"/>
              <a:gd name="connsiteY4" fmla="*/ 0 h 14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4410">
                <a:moveTo>
                  <a:pt x="0" y="0"/>
                </a:moveTo>
                <a:lnTo>
                  <a:pt x="10000" y="74"/>
                </a:lnTo>
                <a:lnTo>
                  <a:pt x="10000" y="10074"/>
                </a:lnTo>
                <a:lnTo>
                  <a:pt x="11" y="14410"/>
                </a:lnTo>
                <a:cubicBezTo>
                  <a:pt x="7" y="9607"/>
                  <a:pt x="4" y="4803"/>
                  <a:pt x="0" y="0"/>
                </a:cubicBezTo>
                <a:close/>
              </a:path>
            </a:pathLst>
          </a:custGeom>
        </p:spPr>
        <p:txBody>
          <a:bodyPr rtlCol="0">
            <a:normAutofit/>
          </a:bodyPr>
          <a:lstStyle/>
          <a:p>
            <a:pPr lvl="0"/>
            <a:endParaRPr lang="ru-RU" noProof="0" dirty="0"/>
          </a:p>
        </p:txBody>
      </p:sp>
      <p:sp>
        <p:nvSpPr>
          <p:cNvPr id="8" name="Рисунок 7"/>
          <p:cNvSpPr>
            <a:spLocks noGrp="1"/>
          </p:cNvSpPr>
          <p:nvPr>
            <p:ph type="pic" sz="quarter" idx="11"/>
          </p:nvPr>
        </p:nvSpPr>
        <p:spPr>
          <a:xfrm>
            <a:off x="1446213" y="2033588"/>
            <a:ext cx="1787525" cy="1787525"/>
          </a:xfrm>
          <a:prstGeom prst="ellipse">
            <a:avLst/>
          </a:prstGeom>
        </p:spPr>
        <p:txBody>
          <a:bodyPr rtlCol="0">
            <a:normAutofit/>
          </a:bodyPr>
          <a:lstStyle/>
          <a:p>
            <a:pPr lvl="0"/>
            <a:endParaRPr lang="ru-RU" noProof="0" dirty="0"/>
          </a:p>
        </p:txBody>
      </p:sp>
      <p:sp>
        <p:nvSpPr>
          <p:cNvPr id="9" name="Рисунок 7"/>
          <p:cNvSpPr>
            <a:spLocks noGrp="1"/>
          </p:cNvSpPr>
          <p:nvPr>
            <p:ph type="pic" sz="quarter" idx="12"/>
          </p:nvPr>
        </p:nvSpPr>
        <p:spPr>
          <a:xfrm>
            <a:off x="5202238" y="2033587"/>
            <a:ext cx="1787525" cy="1787525"/>
          </a:xfrm>
          <a:prstGeom prst="ellipse">
            <a:avLst/>
          </a:prstGeom>
        </p:spPr>
        <p:txBody>
          <a:bodyPr rtlCol="0">
            <a:normAutofit/>
          </a:bodyPr>
          <a:lstStyle/>
          <a:p>
            <a:pPr lvl="0"/>
            <a:endParaRPr lang="ru-RU" noProof="0" dirty="0"/>
          </a:p>
        </p:txBody>
      </p:sp>
      <p:sp>
        <p:nvSpPr>
          <p:cNvPr id="10" name="Рисунок 7"/>
          <p:cNvSpPr>
            <a:spLocks noGrp="1"/>
          </p:cNvSpPr>
          <p:nvPr>
            <p:ph type="pic" sz="quarter" idx="13"/>
          </p:nvPr>
        </p:nvSpPr>
        <p:spPr>
          <a:xfrm>
            <a:off x="8958263" y="2033587"/>
            <a:ext cx="1787525" cy="1787525"/>
          </a:xfrm>
          <a:prstGeom prst="ellipse">
            <a:avLst/>
          </a:prstGeom>
        </p:spPr>
        <p:txBody>
          <a:bodyPr rtlCol="0">
            <a:normAutofit/>
          </a:bodyPr>
          <a:lstStyle/>
          <a:p>
            <a:pPr lvl="0"/>
            <a:endParaRPr lang="ru-RU" noProof="0" dirty="0"/>
          </a:p>
        </p:txBody>
      </p:sp>
    </p:spTree>
    <p:extLst>
      <p:ext uri="{BB962C8B-B14F-4D97-AF65-F5344CB8AC3E}">
        <p14:creationId xmlns:p14="http://schemas.microsoft.com/office/powerpoint/2010/main" val="29373972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Пустой слайд">
    <p:spTree>
      <p:nvGrpSpPr>
        <p:cNvPr id="1" name=""/>
        <p:cNvGrpSpPr/>
        <p:nvPr/>
      </p:nvGrpSpPr>
      <p:grpSpPr>
        <a:xfrm>
          <a:off x="0" y="0"/>
          <a:ext cx="0" cy="0"/>
          <a:chOff x="0" y="0"/>
          <a:chExt cx="0" cy="0"/>
        </a:xfrm>
      </p:grpSpPr>
      <p:sp>
        <p:nvSpPr>
          <p:cNvPr id="5" name="Рисунок 7"/>
          <p:cNvSpPr>
            <a:spLocks noGrp="1"/>
          </p:cNvSpPr>
          <p:nvPr>
            <p:ph type="pic" sz="quarter" idx="10"/>
          </p:nvPr>
        </p:nvSpPr>
        <p:spPr>
          <a:xfrm>
            <a:off x="1" y="0"/>
            <a:ext cx="12192000" cy="2033516"/>
          </a:xfrm>
        </p:spPr>
        <p:txBody>
          <a:bodyPr rtlCol="0">
            <a:normAutofit/>
          </a:bodyPr>
          <a:lstStyle/>
          <a:p>
            <a:pPr lvl="0"/>
            <a:endParaRPr lang="ru-RU" noProof="0" dirty="0"/>
          </a:p>
        </p:txBody>
      </p:sp>
      <p:sp>
        <p:nvSpPr>
          <p:cNvPr id="7" name="Рисунок 6"/>
          <p:cNvSpPr>
            <a:spLocks noGrp="1"/>
          </p:cNvSpPr>
          <p:nvPr>
            <p:ph type="pic" sz="quarter" idx="11"/>
          </p:nvPr>
        </p:nvSpPr>
        <p:spPr>
          <a:xfrm>
            <a:off x="859477" y="2797458"/>
            <a:ext cx="2757488" cy="1528763"/>
          </a:xfrm>
        </p:spPr>
        <p:txBody>
          <a:bodyPr rtlCol="0">
            <a:normAutofit/>
          </a:bodyPr>
          <a:lstStyle/>
          <a:p>
            <a:pPr lvl="0"/>
            <a:endParaRPr lang="ru-RU" noProof="0" dirty="0"/>
          </a:p>
        </p:txBody>
      </p:sp>
      <p:sp>
        <p:nvSpPr>
          <p:cNvPr id="8" name="Рисунок 6"/>
          <p:cNvSpPr>
            <a:spLocks noGrp="1"/>
          </p:cNvSpPr>
          <p:nvPr>
            <p:ph type="pic" sz="quarter" idx="12"/>
          </p:nvPr>
        </p:nvSpPr>
        <p:spPr>
          <a:xfrm>
            <a:off x="4737716" y="2797458"/>
            <a:ext cx="2757488" cy="1528763"/>
          </a:xfrm>
        </p:spPr>
        <p:txBody>
          <a:bodyPr rtlCol="0">
            <a:normAutofit/>
          </a:bodyPr>
          <a:lstStyle/>
          <a:p>
            <a:pPr lvl="0"/>
            <a:endParaRPr lang="ru-RU" noProof="0" dirty="0"/>
          </a:p>
        </p:txBody>
      </p:sp>
      <p:sp>
        <p:nvSpPr>
          <p:cNvPr id="9" name="Рисунок 6"/>
          <p:cNvSpPr>
            <a:spLocks noGrp="1"/>
          </p:cNvSpPr>
          <p:nvPr>
            <p:ph type="pic" sz="quarter" idx="13"/>
          </p:nvPr>
        </p:nvSpPr>
        <p:spPr>
          <a:xfrm>
            <a:off x="8615955" y="2797457"/>
            <a:ext cx="2757488" cy="1528763"/>
          </a:xfrm>
        </p:spPr>
        <p:txBody>
          <a:bodyPr rtlCol="0">
            <a:normAutofit/>
          </a:bodyPr>
          <a:lstStyle/>
          <a:p>
            <a:pPr lvl="0"/>
            <a:endParaRPr lang="ru-RU" noProof="0" dirty="0"/>
          </a:p>
        </p:txBody>
      </p:sp>
    </p:spTree>
    <p:extLst>
      <p:ext uri="{BB962C8B-B14F-4D97-AF65-F5344CB8AC3E}">
        <p14:creationId xmlns:p14="http://schemas.microsoft.com/office/powerpoint/2010/main" val="36666201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3">
            <a:extLst>
              <a:ext uri="{FF2B5EF4-FFF2-40B4-BE49-F238E27FC236}">
                <a16:creationId xmlns:a16="http://schemas.microsoft.com/office/drawing/2014/main" id="{E1CED023-E48A-48A5-A9FE-0EB2AC6C808A}"/>
              </a:ext>
            </a:extLst>
          </p:cNvPr>
          <p:cNvSpPr>
            <a:spLocks noGrp="1"/>
          </p:cNvSpPr>
          <p:nvPr>
            <p:ph type="dt" sz="half" idx="10"/>
          </p:nvPr>
        </p:nvSpPr>
        <p:spPr/>
        <p:txBody>
          <a:bodyPr/>
          <a:lstStyle>
            <a:lvl1pPr>
              <a:defRPr/>
            </a:lvl1pPr>
          </a:lstStyle>
          <a:p>
            <a:pPr>
              <a:defRPr/>
            </a:pPr>
            <a:endParaRPr lang="ru-RU" dirty="0"/>
          </a:p>
        </p:txBody>
      </p:sp>
      <p:sp>
        <p:nvSpPr>
          <p:cNvPr id="6" name="Нижний колонтитул 4">
            <a:extLst>
              <a:ext uri="{FF2B5EF4-FFF2-40B4-BE49-F238E27FC236}">
                <a16:creationId xmlns:a16="http://schemas.microsoft.com/office/drawing/2014/main" id="{ED4A30E9-EA30-42AC-A401-812C4B30AE4B}"/>
              </a:ext>
            </a:extLst>
          </p:cNvPr>
          <p:cNvSpPr>
            <a:spLocks noGrp="1"/>
          </p:cNvSpPr>
          <p:nvPr>
            <p:ph type="ftr" sz="quarter" idx="11"/>
          </p:nvPr>
        </p:nvSpPr>
        <p:spPr/>
        <p:txBody>
          <a:bodyPr/>
          <a:lstStyle>
            <a:lvl1pPr>
              <a:defRPr/>
            </a:lvl1pPr>
          </a:lstStyle>
          <a:p>
            <a:pPr>
              <a:defRPr/>
            </a:pPr>
            <a:r>
              <a:rPr lang="en-US"/>
              <a:t>© 2018 Synectiks. All Rights Reserved. Proprietary and Confidential.</a:t>
            </a:r>
            <a:endParaRPr lang="ru-RU"/>
          </a:p>
        </p:txBody>
      </p:sp>
      <p:sp>
        <p:nvSpPr>
          <p:cNvPr id="7" name="Номер слайда 5">
            <a:extLst>
              <a:ext uri="{FF2B5EF4-FFF2-40B4-BE49-F238E27FC236}">
                <a16:creationId xmlns:a16="http://schemas.microsoft.com/office/drawing/2014/main" id="{87D829AD-7540-466A-B05D-5DDBAEE2E80B}"/>
              </a:ext>
            </a:extLst>
          </p:cNvPr>
          <p:cNvSpPr>
            <a:spLocks noGrp="1"/>
          </p:cNvSpPr>
          <p:nvPr>
            <p:ph type="sldNum" sz="quarter" idx="12"/>
          </p:nvPr>
        </p:nvSpPr>
        <p:spPr/>
        <p:txBody>
          <a:bodyPr/>
          <a:lstStyle>
            <a:lvl1pPr>
              <a:defRPr/>
            </a:lvl1pPr>
          </a:lstStyle>
          <a:p>
            <a:pPr>
              <a:defRPr/>
            </a:pPr>
            <a:fld id="{E1A82D6D-8F6F-45F9-8B3C-73D2BE8E0C19}" type="slidenum">
              <a:rPr lang="ru-RU"/>
              <a:pPr>
                <a:defRPr/>
              </a:pPr>
              <a:t>‹#›</a:t>
            </a:fld>
            <a:endParaRPr lang="ru-RU" dirty="0"/>
          </a:p>
        </p:txBody>
      </p:sp>
    </p:spTree>
    <p:extLst>
      <p:ext uri="{BB962C8B-B14F-4D97-AF65-F5344CB8AC3E}">
        <p14:creationId xmlns:p14="http://schemas.microsoft.com/office/powerpoint/2010/main" val="22723820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dirty="0"/>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3">
            <a:extLst>
              <a:ext uri="{FF2B5EF4-FFF2-40B4-BE49-F238E27FC236}">
                <a16:creationId xmlns:a16="http://schemas.microsoft.com/office/drawing/2014/main" id="{4B9FF05E-2152-4EE6-956D-7FEB8FB87A42}"/>
              </a:ext>
            </a:extLst>
          </p:cNvPr>
          <p:cNvSpPr>
            <a:spLocks noGrp="1"/>
          </p:cNvSpPr>
          <p:nvPr>
            <p:ph type="dt" sz="half" idx="10"/>
          </p:nvPr>
        </p:nvSpPr>
        <p:spPr/>
        <p:txBody>
          <a:bodyPr/>
          <a:lstStyle>
            <a:lvl1pPr>
              <a:defRPr/>
            </a:lvl1pPr>
          </a:lstStyle>
          <a:p>
            <a:pPr>
              <a:defRPr/>
            </a:pPr>
            <a:endParaRPr lang="ru-RU" dirty="0"/>
          </a:p>
        </p:txBody>
      </p:sp>
      <p:sp>
        <p:nvSpPr>
          <p:cNvPr id="6" name="Нижний колонтитул 4">
            <a:extLst>
              <a:ext uri="{FF2B5EF4-FFF2-40B4-BE49-F238E27FC236}">
                <a16:creationId xmlns:a16="http://schemas.microsoft.com/office/drawing/2014/main" id="{C4BA0540-AAA2-4616-B257-D7963FB04DDF}"/>
              </a:ext>
            </a:extLst>
          </p:cNvPr>
          <p:cNvSpPr>
            <a:spLocks noGrp="1"/>
          </p:cNvSpPr>
          <p:nvPr>
            <p:ph type="ftr" sz="quarter" idx="11"/>
          </p:nvPr>
        </p:nvSpPr>
        <p:spPr/>
        <p:txBody>
          <a:bodyPr/>
          <a:lstStyle>
            <a:lvl1pPr>
              <a:defRPr/>
            </a:lvl1pPr>
          </a:lstStyle>
          <a:p>
            <a:pPr>
              <a:defRPr/>
            </a:pPr>
            <a:r>
              <a:rPr lang="en-US"/>
              <a:t>© 2018 Synectiks. All Rights Reserved. Proprietary and Confidential.</a:t>
            </a:r>
            <a:endParaRPr lang="ru-RU"/>
          </a:p>
        </p:txBody>
      </p:sp>
      <p:sp>
        <p:nvSpPr>
          <p:cNvPr id="7" name="Номер слайда 5">
            <a:extLst>
              <a:ext uri="{FF2B5EF4-FFF2-40B4-BE49-F238E27FC236}">
                <a16:creationId xmlns:a16="http://schemas.microsoft.com/office/drawing/2014/main" id="{CEAA6ED0-9F9A-413E-9CE2-1C6FB05BA0B3}"/>
              </a:ext>
            </a:extLst>
          </p:cNvPr>
          <p:cNvSpPr>
            <a:spLocks noGrp="1"/>
          </p:cNvSpPr>
          <p:nvPr>
            <p:ph type="sldNum" sz="quarter" idx="12"/>
          </p:nvPr>
        </p:nvSpPr>
        <p:spPr/>
        <p:txBody>
          <a:bodyPr/>
          <a:lstStyle>
            <a:lvl1pPr>
              <a:defRPr/>
            </a:lvl1pPr>
          </a:lstStyle>
          <a:p>
            <a:pPr>
              <a:defRPr/>
            </a:pPr>
            <a:fld id="{7F2C7105-7262-4415-87C9-E28B1BA5BED3}" type="slidenum">
              <a:rPr lang="ru-RU"/>
              <a:pPr>
                <a:defRPr/>
              </a:pPr>
              <a:t>‹#›</a:t>
            </a:fld>
            <a:endParaRPr lang="ru-RU" dirty="0"/>
          </a:p>
        </p:txBody>
      </p:sp>
    </p:spTree>
    <p:extLst>
      <p:ext uri="{BB962C8B-B14F-4D97-AF65-F5344CB8AC3E}">
        <p14:creationId xmlns:p14="http://schemas.microsoft.com/office/powerpoint/2010/main" val="18138882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4C0B143-CE1C-48B1-8F69-B10A5B127C0E}"/>
              </a:ext>
            </a:extLst>
          </p:cNvPr>
          <p:cNvSpPr>
            <a:spLocks noGrp="1"/>
          </p:cNvSpPr>
          <p:nvPr>
            <p:ph type="dt" sz="half" idx="10"/>
          </p:nvPr>
        </p:nvSpPr>
        <p:spPr/>
        <p:txBody>
          <a:bodyPr/>
          <a:lstStyle>
            <a:lvl1pPr>
              <a:defRPr/>
            </a:lvl1pPr>
          </a:lstStyle>
          <a:p>
            <a:pPr>
              <a:defRPr/>
            </a:pPr>
            <a:endParaRPr lang="ru-RU" dirty="0"/>
          </a:p>
        </p:txBody>
      </p:sp>
      <p:sp>
        <p:nvSpPr>
          <p:cNvPr id="5" name="Нижний колонтитул 4">
            <a:extLst>
              <a:ext uri="{FF2B5EF4-FFF2-40B4-BE49-F238E27FC236}">
                <a16:creationId xmlns:a16="http://schemas.microsoft.com/office/drawing/2014/main" id="{756E9185-17EA-4A4F-9300-7E593260E2D2}"/>
              </a:ext>
            </a:extLst>
          </p:cNvPr>
          <p:cNvSpPr>
            <a:spLocks noGrp="1"/>
          </p:cNvSpPr>
          <p:nvPr>
            <p:ph type="ftr" sz="quarter" idx="11"/>
          </p:nvPr>
        </p:nvSpPr>
        <p:spPr/>
        <p:txBody>
          <a:bodyPr/>
          <a:lstStyle>
            <a:lvl1pPr>
              <a:defRPr/>
            </a:lvl1pPr>
          </a:lstStyle>
          <a:p>
            <a:pPr>
              <a:defRPr/>
            </a:pPr>
            <a:r>
              <a:rPr lang="en-US"/>
              <a:t>© 2018 Synectiks. All Rights Reserved. Proprietary and Confidential.</a:t>
            </a:r>
            <a:endParaRPr lang="ru-RU"/>
          </a:p>
        </p:txBody>
      </p:sp>
      <p:sp>
        <p:nvSpPr>
          <p:cNvPr id="6" name="Номер слайда 5">
            <a:extLst>
              <a:ext uri="{FF2B5EF4-FFF2-40B4-BE49-F238E27FC236}">
                <a16:creationId xmlns:a16="http://schemas.microsoft.com/office/drawing/2014/main" id="{6A90E49C-0276-458F-811F-7FDD619F2F55}"/>
              </a:ext>
            </a:extLst>
          </p:cNvPr>
          <p:cNvSpPr>
            <a:spLocks noGrp="1"/>
          </p:cNvSpPr>
          <p:nvPr>
            <p:ph type="sldNum" sz="quarter" idx="12"/>
          </p:nvPr>
        </p:nvSpPr>
        <p:spPr/>
        <p:txBody>
          <a:bodyPr/>
          <a:lstStyle>
            <a:lvl1pPr>
              <a:defRPr/>
            </a:lvl1pPr>
          </a:lstStyle>
          <a:p>
            <a:pPr>
              <a:defRPr/>
            </a:pPr>
            <a:fld id="{BC89E854-D948-4F93-87AA-D3B2F43A4522}" type="slidenum">
              <a:rPr lang="ru-RU"/>
              <a:pPr>
                <a:defRPr/>
              </a:pPr>
              <a:t>‹#›</a:t>
            </a:fld>
            <a:endParaRPr lang="ru-RU" dirty="0"/>
          </a:p>
        </p:txBody>
      </p:sp>
    </p:spTree>
    <p:extLst>
      <p:ext uri="{BB962C8B-B14F-4D97-AF65-F5344CB8AC3E}">
        <p14:creationId xmlns:p14="http://schemas.microsoft.com/office/powerpoint/2010/main" val="20383890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F6E2096-8F94-4807-B20F-57476A454B1E}"/>
              </a:ext>
            </a:extLst>
          </p:cNvPr>
          <p:cNvSpPr>
            <a:spLocks noGrp="1"/>
          </p:cNvSpPr>
          <p:nvPr>
            <p:ph type="dt" sz="half" idx="10"/>
          </p:nvPr>
        </p:nvSpPr>
        <p:spPr/>
        <p:txBody>
          <a:bodyPr/>
          <a:lstStyle>
            <a:lvl1pPr>
              <a:defRPr/>
            </a:lvl1pPr>
          </a:lstStyle>
          <a:p>
            <a:pPr>
              <a:defRPr/>
            </a:pPr>
            <a:endParaRPr lang="ru-RU" dirty="0"/>
          </a:p>
        </p:txBody>
      </p:sp>
      <p:sp>
        <p:nvSpPr>
          <p:cNvPr id="5" name="Нижний колонтитул 4">
            <a:extLst>
              <a:ext uri="{FF2B5EF4-FFF2-40B4-BE49-F238E27FC236}">
                <a16:creationId xmlns:a16="http://schemas.microsoft.com/office/drawing/2014/main" id="{A112AC90-ACFB-4344-98BD-C0329B39077C}"/>
              </a:ext>
            </a:extLst>
          </p:cNvPr>
          <p:cNvSpPr>
            <a:spLocks noGrp="1"/>
          </p:cNvSpPr>
          <p:nvPr>
            <p:ph type="ftr" sz="quarter" idx="11"/>
          </p:nvPr>
        </p:nvSpPr>
        <p:spPr/>
        <p:txBody>
          <a:bodyPr/>
          <a:lstStyle>
            <a:lvl1pPr>
              <a:defRPr/>
            </a:lvl1pPr>
          </a:lstStyle>
          <a:p>
            <a:pPr>
              <a:defRPr/>
            </a:pPr>
            <a:r>
              <a:rPr lang="en-US"/>
              <a:t>© 2018 Synectiks. All Rights Reserved. Proprietary and Confidential.</a:t>
            </a:r>
            <a:endParaRPr lang="ru-RU"/>
          </a:p>
        </p:txBody>
      </p:sp>
      <p:sp>
        <p:nvSpPr>
          <p:cNvPr id="6" name="Номер слайда 5">
            <a:extLst>
              <a:ext uri="{FF2B5EF4-FFF2-40B4-BE49-F238E27FC236}">
                <a16:creationId xmlns:a16="http://schemas.microsoft.com/office/drawing/2014/main" id="{F7EE1744-75E5-487E-BEC9-39EF894CE115}"/>
              </a:ext>
            </a:extLst>
          </p:cNvPr>
          <p:cNvSpPr>
            <a:spLocks noGrp="1"/>
          </p:cNvSpPr>
          <p:nvPr>
            <p:ph type="sldNum" sz="quarter" idx="12"/>
          </p:nvPr>
        </p:nvSpPr>
        <p:spPr/>
        <p:txBody>
          <a:bodyPr/>
          <a:lstStyle>
            <a:lvl1pPr>
              <a:defRPr/>
            </a:lvl1pPr>
          </a:lstStyle>
          <a:p>
            <a:pPr>
              <a:defRPr/>
            </a:pPr>
            <a:fld id="{CC3BC5F8-324B-48AD-B509-391C53341A1A}" type="slidenum">
              <a:rPr lang="ru-RU"/>
              <a:pPr>
                <a:defRPr/>
              </a:pPr>
              <a:t>‹#›</a:t>
            </a:fld>
            <a:endParaRPr lang="ru-RU" dirty="0"/>
          </a:p>
        </p:txBody>
      </p:sp>
    </p:spTree>
    <p:extLst>
      <p:ext uri="{BB962C8B-B14F-4D97-AF65-F5344CB8AC3E}">
        <p14:creationId xmlns:p14="http://schemas.microsoft.com/office/powerpoint/2010/main" val="374504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Заголовок 1">
            <a:extLst>
              <a:ext uri="{FF2B5EF4-FFF2-40B4-BE49-F238E27FC236}">
                <a16:creationId xmlns:a16="http://schemas.microsoft.com/office/drawing/2014/main" id="{2A709A2D-9E3D-4D9B-BCCB-BD26DDFCEC18}"/>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u-RU" altLang="ru-RU"/>
              <a:t>Образец заголовка</a:t>
            </a:r>
          </a:p>
        </p:txBody>
      </p:sp>
      <p:sp>
        <p:nvSpPr>
          <p:cNvPr id="1027" name="Текст 2">
            <a:extLst>
              <a:ext uri="{FF2B5EF4-FFF2-40B4-BE49-F238E27FC236}">
                <a16:creationId xmlns:a16="http://schemas.microsoft.com/office/drawing/2014/main" id="{7948B22B-96C8-413D-8708-45DB7D03DF91}"/>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altLang="ru-RU"/>
              <a:t>Образец текста</a:t>
            </a:r>
          </a:p>
          <a:p>
            <a:pPr lvl="1"/>
            <a:r>
              <a:rPr lang="ru-RU" altLang="ru-RU"/>
              <a:t>Второй уровень</a:t>
            </a:r>
          </a:p>
          <a:p>
            <a:pPr lvl="2"/>
            <a:r>
              <a:rPr lang="ru-RU" altLang="ru-RU"/>
              <a:t>Третий уровень</a:t>
            </a:r>
          </a:p>
          <a:p>
            <a:pPr lvl="3"/>
            <a:r>
              <a:rPr lang="ru-RU" altLang="ru-RU"/>
              <a:t>Четвертый уровень</a:t>
            </a:r>
          </a:p>
          <a:p>
            <a:pPr lvl="4"/>
            <a:r>
              <a:rPr lang="ru-RU" altLang="ru-RU"/>
              <a:t>Пятый уровень</a:t>
            </a:r>
          </a:p>
        </p:txBody>
      </p:sp>
      <p:sp>
        <p:nvSpPr>
          <p:cNvPr id="4" name="Дата 3">
            <a:extLst>
              <a:ext uri="{FF2B5EF4-FFF2-40B4-BE49-F238E27FC236}">
                <a16:creationId xmlns:a16="http://schemas.microsoft.com/office/drawing/2014/main" id="{32E9909B-5CA4-4825-9E05-943A339CF2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ru-RU" dirty="0"/>
          </a:p>
        </p:txBody>
      </p:sp>
      <p:sp>
        <p:nvSpPr>
          <p:cNvPr id="5" name="Нижний колонтитул 4">
            <a:extLst>
              <a:ext uri="{FF2B5EF4-FFF2-40B4-BE49-F238E27FC236}">
                <a16:creationId xmlns:a16="http://schemas.microsoft.com/office/drawing/2014/main" id="{9FF8945F-B136-43A9-B80C-6D99765C79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US"/>
              <a:t>© 2018 Synectiks. All Rights Reserved. Proprietary and Confidential.</a:t>
            </a:r>
            <a:endParaRPr lang="ru-RU"/>
          </a:p>
        </p:txBody>
      </p:sp>
      <p:sp>
        <p:nvSpPr>
          <p:cNvPr id="6" name="Номер слайда 5">
            <a:extLst>
              <a:ext uri="{FF2B5EF4-FFF2-40B4-BE49-F238E27FC236}">
                <a16:creationId xmlns:a16="http://schemas.microsoft.com/office/drawing/2014/main" id="{438EF0BB-472A-4BB1-BBF9-1F52F5A9F0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918E4574-86E1-45A5-9A6D-75719EA22831}" type="slidenum">
              <a:rPr lang="ru-RU"/>
              <a:pPr>
                <a:defRPr/>
              </a:pPr>
              <a:t>‹#›</a:t>
            </a:fld>
            <a:endParaRPr lang="ru-RU" dirty="0"/>
          </a:p>
        </p:txBody>
      </p:sp>
    </p:spTree>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806" r:id="rId13"/>
    <p:sldLayoutId id="2147483807" r:id="rId14"/>
    <p:sldLayoutId id="2147483808" r:id="rId15"/>
    <p:sldLayoutId id="2147483809" r:id="rId16"/>
    <p:sldLayoutId id="2147483810" r:id="rId17"/>
    <p:sldLayoutId id="2147483811" r:id="rId18"/>
    <p:sldLayoutId id="2147483812" r:id="rId19"/>
    <p:sldLayoutId id="2147483813" r:id="rId20"/>
    <p:sldLayoutId id="2147483814" r:id="rId21"/>
    <p:sldLayoutId id="2147483815" r:id="rId22"/>
    <p:sldLayoutId id="2147483816" r:id="rId23"/>
    <p:sldLayoutId id="2147483817" r:id="rId24"/>
    <p:sldLayoutId id="2147483818" r:id="rId25"/>
    <p:sldLayoutId id="2147483819" r:id="rId26"/>
    <p:sldLayoutId id="2147483820" r:id="rId27"/>
    <p:sldLayoutId id="2147483821" r:id="rId28"/>
    <p:sldLayoutId id="2147483822" r:id="rId29"/>
    <p:sldLayoutId id="2147483823" r:id="rId30"/>
    <p:sldLayoutId id="2147483824" r:id="rId31"/>
    <p:sldLayoutId id="2147483825" r:id="rId32"/>
    <p:sldLayoutId id="2147483826" r:id="rId33"/>
    <p:sldLayoutId id="2147483790" r:id="rId34"/>
    <p:sldLayoutId id="2147483791" r:id="rId35"/>
    <p:sldLayoutId id="2147483792" r:id="rId36"/>
    <p:sldLayoutId id="2147483793" r:id="rId37"/>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Raleway SemiBold" panose="020B0003030101060003" pitchFamily="34" charset="0"/>
        </a:defRPr>
      </a:lvl2pPr>
      <a:lvl3pPr algn="l" rtl="0" eaLnBrk="0" fontAlgn="base" hangingPunct="0">
        <a:lnSpc>
          <a:spcPct val="90000"/>
        </a:lnSpc>
        <a:spcBef>
          <a:spcPct val="0"/>
        </a:spcBef>
        <a:spcAft>
          <a:spcPct val="0"/>
        </a:spcAft>
        <a:defRPr sz="4400">
          <a:solidFill>
            <a:schemeClr val="tx1"/>
          </a:solidFill>
          <a:latin typeface="Raleway SemiBold" panose="020B0003030101060003" pitchFamily="34" charset="0"/>
        </a:defRPr>
      </a:lvl3pPr>
      <a:lvl4pPr algn="l" rtl="0" eaLnBrk="0" fontAlgn="base" hangingPunct="0">
        <a:lnSpc>
          <a:spcPct val="90000"/>
        </a:lnSpc>
        <a:spcBef>
          <a:spcPct val="0"/>
        </a:spcBef>
        <a:spcAft>
          <a:spcPct val="0"/>
        </a:spcAft>
        <a:defRPr sz="4400">
          <a:solidFill>
            <a:schemeClr val="tx1"/>
          </a:solidFill>
          <a:latin typeface="Raleway SemiBold" panose="020B0003030101060003" pitchFamily="34" charset="0"/>
        </a:defRPr>
      </a:lvl4pPr>
      <a:lvl5pPr algn="l" rtl="0" eaLnBrk="0" fontAlgn="base" hangingPunct="0">
        <a:lnSpc>
          <a:spcPct val="90000"/>
        </a:lnSpc>
        <a:spcBef>
          <a:spcPct val="0"/>
        </a:spcBef>
        <a:spcAft>
          <a:spcPct val="0"/>
        </a:spcAft>
        <a:defRPr sz="4400">
          <a:solidFill>
            <a:schemeClr val="tx1"/>
          </a:solidFill>
          <a:latin typeface="Raleway SemiBold" panose="020B0003030101060003" pitchFamily="34" charset="0"/>
        </a:defRPr>
      </a:lvl5pPr>
      <a:lvl6pPr marL="457200" algn="l" rtl="0" fontAlgn="base">
        <a:lnSpc>
          <a:spcPct val="90000"/>
        </a:lnSpc>
        <a:spcBef>
          <a:spcPct val="0"/>
        </a:spcBef>
        <a:spcAft>
          <a:spcPct val="0"/>
        </a:spcAft>
        <a:defRPr sz="4400">
          <a:solidFill>
            <a:schemeClr val="tx1"/>
          </a:solidFill>
          <a:latin typeface="Raleway SemiBold" panose="020B0003030101060003" pitchFamily="34" charset="0"/>
        </a:defRPr>
      </a:lvl6pPr>
      <a:lvl7pPr marL="914400" algn="l" rtl="0" fontAlgn="base">
        <a:lnSpc>
          <a:spcPct val="90000"/>
        </a:lnSpc>
        <a:spcBef>
          <a:spcPct val="0"/>
        </a:spcBef>
        <a:spcAft>
          <a:spcPct val="0"/>
        </a:spcAft>
        <a:defRPr sz="4400">
          <a:solidFill>
            <a:schemeClr val="tx1"/>
          </a:solidFill>
          <a:latin typeface="Raleway SemiBold" panose="020B0003030101060003" pitchFamily="34" charset="0"/>
        </a:defRPr>
      </a:lvl7pPr>
      <a:lvl8pPr marL="1371600" algn="l" rtl="0" fontAlgn="base">
        <a:lnSpc>
          <a:spcPct val="90000"/>
        </a:lnSpc>
        <a:spcBef>
          <a:spcPct val="0"/>
        </a:spcBef>
        <a:spcAft>
          <a:spcPct val="0"/>
        </a:spcAft>
        <a:defRPr sz="4400">
          <a:solidFill>
            <a:schemeClr val="tx1"/>
          </a:solidFill>
          <a:latin typeface="Raleway SemiBold" panose="020B0003030101060003" pitchFamily="34" charset="0"/>
        </a:defRPr>
      </a:lvl8pPr>
      <a:lvl9pPr marL="1828800" algn="l" rtl="0" fontAlgn="base">
        <a:lnSpc>
          <a:spcPct val="90000"/>
        </a:lnSpc>
        <a:spcBef>
          <a:spcPct val="0"/>
        </a:spcBef>
        <a:spcAft>
          <a:spcPct val="0"/>
        </a:spcAft>
        <a:defRPr sz="4400">
          <a:solidFill>
            <a:schemeClr val="tx1"/>
          </a:solidFill>
          <a:latin typeface="Raleway SemiBold" panose="020B0003030101060003"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31.xml"/><Relationship Id="rId1" Type="http://schemas.openxmlformats.org/officeDocument/2006/relationships/vmlDrawing" Target="../drawings/vmlDrawing1.vml"/><Relationship Id="rId6" Type="http://schemas.openxmlformats.org/officeDocument/2006/relationships/image" Target="../media/image10.png"/><Relationship Id="rId5" Type="http://schemas.openxmlformats.org/officeDocument/2006/relationships/oleObject" Target="../embeddings/oleObject2.bin"/><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33.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07E520EA-5F2A-4D8A-BD76-DAD2517D46BD}"/>
              </a:ext>
            </a:extLst>
          </p:cNvPr>
          <p:cNvSpPr/>
          <p:nvPr/>
        </p:nvSpPr>
        <p:spPr>
          <a:xfrm>
            <a:off x="0" y="0"/>
            <a:ext cx="12192000" cy="6858000"/>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9" name="TextBox 8">
            <a:extLst>
              <a:ext uri="{FF2B5EF4-FFF2-40B4-BE49-F238E27FC236}">
                <a16:creationId xmlns:a16="http://schemas.microsoft.com/office/drawing/2014/main" id="{11DFADA0-5E43-48D1-BDC7-1C83EA867467}"/>
              </a:ext>
            </a:extLst>
          </p:cNvPr>
          <p:cNvSpPr txBox="1">
            <a:spLocks noChangeArrowheads="1"/>
          </p:cNvSpPr>
          <p:nvPr/>
        </p:nvSpPr>
        <p:spPr bwMode="auto">
          <a:xfrm>
            <a:off x="-191669" y="1065695"/>
            <a:ext cx="101203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600" dirty="0">
                <a:solidFill>
                  <a:schemeClr val="bg1"/>
                </a:solidFill>
                <a:latin typeface="Raleway Medium" panose="020B0603030101060003" pitchFamily="34" charset="0"/>
              </a:rPr>
              <a:t>SOW </a:t>
            </a:r>
            <a:r>
              <a:rPr lang="en-US" altLang="ru-RU" sz="3600" dirty="0">
                <a:solidFill>
                  <a:srgbClr val="E23936"/>
                </a:solidFill>
                <a:latin typeface="Raleway ExtraBold" panose="020B0903030101060003" pitchFamily="34" charset="0"/>
              </a:rPr>
              <a:t>Phase-Wise Transformation</a:t>
            </a:r>
            <a:endParaRPr lang="en-US" altLang="ru-RU" sz="3600" dirty="0">
              <a:solidFill>
                <a:schemeClr val="bg1"/>
              </a:solidFill>
              <a:latin typeface="Raleway ExtraBold" panose="020B0903030101060003" pitchFamily="34" charset="0"/>
            </a:endParaRPr>
          </a:p>
        </p:txBody>
      </p:sp>
      <p:grpSp>
        <p:nvGrpSpPr>
          <p:cNvPr id="36864" name="Group 36863">
            <a:extLst>
              <a:ext uri="{FF2B5EF4-FFF2-40B4-BE49-F238E27FC236}">
                <a16:creationId xmlns:a16="http://schemas.microsoft.com/office/drawing/2014/main" id="{EF8582F1-C5DB-4534-89E0-07978C7C0FAC}"/>
              </a:ext>
            </a:extLst>
          </p:cNvPr>
          <p:cNvGrpSpPr/>
          <p:nvPr/>
        </p:nvGrpSpPr>
        <p:grpSpPr>
          <a:xfrm>
            <a:off x="591895" y="2381574"/>
            <a:ext cx="2380130" cy="4599595"/>
            <a:chOff x="591895" y="2381574"/>
            <a:chExt cx="2380130" cy="4599595"/>
          </a:xfrm>
        </p:grpSpPr>
        <p:sp>
          <p:nvSpPr>
            <p:cNvPr id="30" name="Freeform: Shape 29">
              <a:extLst>
                <a:ext uri="{FF2B5EF4-FFF2-40B4-BE49-F238E27FC236}">
                  <a16:creationId xmlns:a16="http://schemas.microsoft.com/office/drawing/2014/main" id="{8B5294FF-0750-4E16-9783-831B09A1BD47}"/>
                </a:ext>
              </a:extLst>
            </p:cNvPr>
            <p:cNvSpPr/>
            <p:nvPr/>
          </p:nvSpPr>
          <p:spPr>
            <a:xfrm>
              <a:off x="591895" y="3218137"/>
              <a:ext cx="2380130" cy="3763032"/>
            </a:xfrm>
            <a:custGeom>
              <a:avLst/>
              <a:gdLst>
                <a:gd name="connsiteX0" fmla="*/ 847165 w 1603937"/>
                <a:gd name="connsiteY0" fmla="*/ 0 h 2003612"/>
                <a:gd name="connsiteX1" fmla="*/ 860612 w 1603937"/>
                <a:gd name="connsiteY1" fmla="*/ 94129 h 2003612"/>
                <a:gd name="connsiteX2" fmla="*/ 820271 w 1603937"/>
                <a:gd name="connsiteY2" fmla="*/ 389965 h 2003612"/>
                <a:gd name="connsiteX3" fmla="*/ 766483 w 1603937"/>
                <a:gd name="connsiteY3" fmla="*/ 470647 h 2003612"/>
                <a:gd name="connsiteX4" fmla="*/ 726142 w 1603937"/>
                <a:gd name="connsiteY4" fmla="*/ 510988 h 2003612"/>
                <a:gd name="connsiteX5" fmla="*/ 672353 w 1603937"/>
                <a:gd name="connsiteY5" fmla="*/ 524435 h 2003612"/>
                <a:gd name="connsiteX6" fmla="*/ 537883 w 1603937"/>
                <a:gd name="connsiteY6" fmla="*/ 564776 h 2003612"/>
                <a:gd name="connsiteX7" fmla="*/ 510989 w 1603937"/>
                <a:gd name="connsiteY7" fmla="*/ 591671 h 2003612"/>
                <a:gd name="connsiteX8" fmla="*/ 174812 w 1603937"/>
                <a:gd name="connsiteY8" fmla="*/ 578224 h 2003612"/>
                <a:gd name="connsiteX9" fmla="*/ 80683 w 1603937"/>
                <a:gd name="connsiteY9" fmla="*/ 537882 h 2003612"/>
                <a:gd name="connsiteX10" fmla="*/ 40342 w 1603937"/>
                <a:gd name="connsiteY10" fmla="*/ 524435 h 2003612"/>
                <a:gd name="connsiteX11" fmla="*/ 13447 w 1603937"/>
                <a:gd name="connsiteY11" fmla="*/ 443753 h 2003612"/>
                <a:gd name="connsiteX12" fmla="*/ 0 w 1603937"/>
                <a:gd name="connsiteY12" fmla="*/ 403412 h 2003612"/>
                <a:gd name="connsiteX13" fmla="*/ 13447 w 1603937"/>
                <a:gd name="connsiteY13" fmla="*/ 215153 h 2003612"/>
                <a:gd name="connsiteX14" fmla="*/ 53789 w 1603937"/>
                <a:gd name="connsiteY14" fmla="*/ 188259 h 2003612"/>
                <a:gd name="connsiteX15" fmla="*/ 134471 w 1603937"/>
                <a:gd name="connsiteY15" fmla="*/ 147918 h 2003612"/>
                <a:gd name="connsiteX16" fmla="*/ 484095 w 1603937"/>
                <a:gd name="connsiteY16" fmla="*/ 161365 h 2003612"/>
                <a:gd name="connsiteX17" fmla="*/ 510989 w 1603937"/>
                <a:gd name="connsiteY17" fmla="*/ 201706 h 2003612"/>
                <a:gd name="connsiteX18" fmla="*/ 551330 w 1603937"/>
                <a:gd name="connsiteY18" fmla="*/ 215153 h 2003612"/>
                <a:gd name="connsiteX19" fmla="*/ 605118 w 1603937"/>
                <a:gd name="connsiteY19" fmla="*/ 255494 h 2003612"/>
                <a:gd name="connsiteX20" fmla="*/ 672353 w 1603937"/>
                <a:gd name="connsiteY20" fmla="*/ 349624 h 2003612"/>
                <a:gd name="connsiteX21" fmla="*/ 712695 w 1603937"/>
                <a:gd name="connsiteY21" fmla="*/ 363071 h 2003612"/>
                <a:gd name="connsiteX22" fmla="*/ 766483 w 1603937"/>
                <a:gd name="connsiteY22" fmla="*/ 389965 h 2003612"/>
                <a:gd name="connsiteX23" fmla="*/ 806824 w 1603937"/>
                <a:gd name="connsiteY23" fmla="*/ 430306 h 2003612"/>
                <a:gd name="connsiteX24" fmla="*/ 860612 w 1603937"/>
                <a:gd name="connsiteY24" fmla="*/ 443753 h 2003612"/>
                <a:gd name="connsiteX25" fmla="*/ 900953 w 1603937"/>
                <a:gd name="connsiteY25" fmla="*/ 457200 h 2003612"/>
                <a:gd name="connsiteX26" fmla="*/ 1371600 w 1603937"/>
                <a:gd name="connsiteY26" fmla="*/ 403412 h 2003612"/>
                <a:gd name="connsiteX27" fmla="*/ 1385047 w 1603937"/>
                <a:gd name="connsiteY27" fmla="*/ 349624 h 2003612"/>
                <a:gd name="connsiteX28" fmla="*/ 1371600 w 1603937"/>
                <a:gd name="connsiteY28" fmla="*/ 174812 h 2003612"/>
                <a:gd name="connsiteX29" fmla="*/ 981636 w 1603937"/>
                <a:gd name="connsiteY29" fmla="*/ 201706 h 2003612"/>
                <a:gd name="connsiteX30" fmla="*/ 954742 w 1603937"/>
                <a:gd name="connsiteY30" fmla="*/ 242047 h 2003612"/>
                <a:gd name="connsiteX31" fmla="*/ 887506 w 1603937"/>
                <a:gd name="connsiteY31" fmla="*/ 309282 h 2003612"/>
                <a:gd name="connsiteX32" fmla="*/ 860612 w 1603937"/>
                <a:gd name="connsiteY32" fmla="*/ 389965 h 2003612"/>
                <a:gd name="connsiteX33" fmla="*/ 833718 w 1603937"/>
                <a:gd name="connsiteY33" fmla="*/ 430306 h 2003612"/>
                <a:gd name="connsiteX34" fmla="*/ 820271 w 1603937"/>
                <a:gd name="connsiteY34" fmla="*/ 470647 h 2003612"/>
                <a:gd name="connsiteX35" fmla="*/ 766483 w 1603937"/>
                <a:gd name="connsiteY35" fmla="*/ 551329 h 2003612"/>
                <a:gd name="connsiteX36" fmla="*/ 739589 w 1603937"/>
                <a:gd name="connsiteY36" fmla="*/ 591671 h 2003612"/>
                <a:gd name="connsiteX37" fmla="*/ 685800 w 1603937"/>
                <a:gd name="connsiteY37" fmla="*/ 658906 h 2003612"/>
                <a:gd name="connsiteX38" fmla="*/ 645459 w 1603937"/>
                <a:gd name="connsiteY38" fmla="*/ 712694 h 2003612"/>
                <a:gd name="connsiteX39" fmla="*/ 605118 w 1603937"/>
                <a:gd name="connsiteY39" fmla="*/ 726141 h 2003612"/>
                <a:gd name="connsiteX40" fmla="*/ 443753 w 1603937"/>
                <a:gd name="connsiteY40" fmla="*/ 712694 h 2003612"/>
                <a:gd name="connsiteX41" fmla="*/ 430306 w 1603937"/>
                <a:gd name="connsiteY41" fmla="*/ 672353 h 2003612"/>
                <a:gd name="connsiteX42" fmla="*/ 403412 w 1603937"/>
                <a:gd name="connsiteY42" fmla="*/ 618565 h 2003612"/>
                <a:gd name="connsiteX43" fmla="*/ 376518 w 1603937"/>
                <a:gd name="connsiteY43" fmla="*/ 537882 h 2003612"/>
                <a:gd name="connsiteX44" fmla="*/ 430306 w 1603937"/>
                <a:gd name="connsiteY44" fmla="*/ 349624 h 2003612"/>
                <a:gd name="connsiteX45" fmla="*/ 484095 w 1603937"/>
                <a:gd name="connsiteY45" fmla="*/ 363071 h 2003612"/>
                <a:gd name="connsiteX46" fmla="*/ 524436 w 1603937"/>
                <a:gd name="connsiteY46" fmla="*/ 416859 h 2003612"/>
                <a:gd name="connsiteX47" fmla="*/ 564777 w 1603937"/>
                <a:gd name="connsiteY47" fmla="*/ 457200 h 2003612"/>
                <a:gd name="connsiteX48" fmla="*/ 591671 w 1603937"/>
                <a:gd name="connsiteY48" fmla="*/ 537882 h 2003612"/>
                <a:gd name="connsiteX49" fmla="*/ 618565 w 1603937"/>
                <a:gd name="connsiteY49" fmla="*/ 578224 h 2003612"/>
                <a:gd name="connsiteX50" fmla="*/ 658906 w 1603937"/>
                <a:gd name="connsiteY50" fmla="*/ 672353 h 2003612"/>
                <a:gd name="connsiteX51" fmla="*/ 672353 w 1603937"/>
                <a:gd name="connsiteY51" fmla="*/ 712694 h 2003612"/>
                <a:gd name="connsiteX52" fmla="*/ 685800 w 1603937"/>
                <a:gd name="connsiteY52" fmla="*/ 766482 h 2003612"/>
                <a:gd name="connsiteX53" fmla="*/ 712695 w 1603937"/>
                <a:gd name="connsiteY53" fmla="*/ 793376 h 2003612"/>
                <a:gd name="connsiteX54" fmla="*/ 766483 w 1603937"/>
                <a:gd name="connsiteY54" fmla="*/ 860612 h 2003612"/>
                <a:gd name="connsiteX55" fmla="*/ 793377 w 1603937"/>
                <a:gd name="connsiteY55" fmla="*/ 900953 h 2003612"/>
                <a:gd name="connsiteX56" fmla="*/ 874059 w 1603937"/>
                <a:gd name="connsiteY56" fmla="*/ 968188 h 2003612"/>
                <a:gd name="connsiteX57" fmla="*/ 1385047 w 1603937"/>
                <a:gd name="connsiteY57" fmla="*/ 954741 h 2003612"/>
                <a:gd name="connsiteX58" fmla="*/ 1452283 w 1603937"/>
                <a:gd name="connsiteY58" fmla="*/ 887506 h 2003612"/>
                <a:gd name="connsiteX59" fmla="*/ 1519518 w 1603937"/>
                <a:gd name="connsiteY59" fmla="*/ 793376 h 2003612"/>
                <a:gd name="connsiteX60" fmla="*/ 1546412 w 1603937"/>
                <a:gd name="connsiteY60" fmla="*/ 699247 h 2003612"/>
                <a:gd name="connsiteX61" fmla="*/ 1519518 w 1603937"/>
                <a:gd name="connsiteY61" fmla="*/ 443753 h 2003612"/>
                <a:gd name="connsiteX62" fmla="*/ 1479177 w 1603937"/>
                <a:gd name="connsiteY62" fmla="*/ 416859 h 2003612"/>
                <a:gd name="connsiteX63" fmla="*/ 1411942 w 1603937"/>
                <a:gd name="connsiteY63" fmla="*/ 363071 h 2003612"/>
                <a:gd name="connsiteX64" fmla="*/ 1290918 w 1603937"/>
                <a:gd name="connsiteY64" fmla="*/ 389965 h 2003612"/>
                <a:gd name="connsiteX65" fmla="*/ 1223683 w 1603937"/>
                <a:gd name="connsiteY65" fmla="*/ 470647 h 2003612"/>
                <a:gd name="connsiteX66" fmla="*/ 1183342 w 1603937"/>
                <a:gd name="connsiteY66" fmla="*/ 497541 h 2003612"/>
                <a:gd name="connsiteX67" fmla="*/ 1143000 w 1603937"/>
                <a:gd name="connsiteY67" fmla="*/ 578224 h 2003612"/>
                <a:gd name="connsiteX68" fmla="*/ 1116106 w 1603937"/>
                <a:gd name="connsiteY68" fmla="*/ 618565 h 2003612"/>
                <a:gd name="connsiteX69" fmla="*/ 1089212 w 1603937"/>
                <a:gd name="connsiteY69" fmla="*/ 699247 h 2003612"/>
                <a:gd name="connsiteX70" fmla="*/ 1062318 w 1603937"/>
                <a:gd name="connsiteY70" fmla="*/ 779929 h 2003612"/>
                <a:gd name="connsiteX71" fmla="*/ 1048871 w 1603937"/>
                <a:gd name="connsiteY71" fmla="*/ 820271 h 2003612"/>
                <a:gd name="connsiteX72" fmla="*/ 1062318 w 1603937"/>
                <a:gd name="connsiteY72" fmla="*/ 1021976 h 2003612"/>
                <a:gd name="connsiteX73" fmla="*/ 1089212 w 1603937"/>
                <a:gd name="connsiteY73" fmla="*/ 1102659 h 2003612"/>
                <a:gd name="connsiteX74" fmla="*/ 1183342 w 1603937"/>
                <a:gd name="connsiteY74" fmla="*/ 1183341 h 2003612"/>
                <a:gd name="connsiteX75" fmla="*/ 1223683 w 1603937"/>
                <a:gd name="connsiteY75" fmla="*/ 1223682 h 2003612"/>
                <a:gd name="connsiteX76" fmla="*/ 1304365 w 1603937"/>
                <a:gd name="connsiteY76" fmla="*/ 1277471 h 2003612"/>
                <a:gd name="connsiteX77" fmla="*/ 1573306 w 1603937"/>
                <a:gd name="connsiteY77" fmla="*/ 1250576 h 2003612"/>
                <a:gd name="connsiteX78" fmla="*/ 1532965 w 1603937"/>
                <a:gd name="connsiteY78" fmla="*/ 712694 h 2003612"/>
                <a:gd name="connsiteX79" fmla="*/ 1465730 w 1603937"/>
                <a:gd name="connsiteY79" fmla="*/ 645459 h 2003612"/>
                <a:gd name="connsiteX80" fmla="*/ 1385047 w 1603937"/>
                <a:gd name="connsiteY80" fmla="*/ 591671 h 2003612"/>
                <a:gd name="connsiteX81" fmla="*/ 1331259 w 1603937"/>
                <a:gd name="connsiteY81" fmla="*/ 551329 h 2003612"/>
                <a:gd name="connsiteX82" fmla="*/ 1277471 w 1603937"/>
                <a:gd name="connsiteY82" fmla="*/ 578224 h 2003612"/>
                <a:gd name="connsiteX83" fmla="*/ 1264024 w 1603937"/>
                <a:gd name="connsiteY83" fmla="*/ 618565 h 2003612"/>
                <a:gd name="connsiteX84" fmla="*/ 1237130 w 1603937"/>
                <a:gd name="connsiteY84" fmla="*/ 672353 h 2003612"/>
                <a:gd name="connsiteX85" fmla="*/ 1196789 w 1603937"/>
                <a:gd name="connsiteY85" fmla="*/ 766482 h 2003612"/>
                <a:gd name="connsiteX86" fmla="*/ 1169895 w 1603937"/>
                <a:gd name="connsiteY86" fmla="*/ 806824 h 2003612"/>
                <a:gd name="connsiteX87" fmla="*/ 1102659 w 1603937"/>
                <a:gd name="connsiteY87" fmla="*/ 981635 h 2003612"/>
                <a:gd name="connsiteX88" fmla="*/ 1035424 w 1603937"/>
                <a:gd name="connsiteY88" fmla="*/ 1116106 h 2003612"/>
                <a:gd name="connsiteX89" fmla="*/ 995083 w 1603937"/>
                <a:gd name="connsiteY89" fmla="*/ 1156447 h 2003612"/>
                <a:gd name="connsiteX90" fmla="*/ 941295 w 1603937"/>
                <a:gd name="connsiteY90" fmla="*/ 1169894 h 2003612"/>
                <a:gd name="connsiteX91" fmla="*/ 510989 w 1603937"/>
                <a:gd name="connsiteY91" fmla="*/ 1156447 h 2003612"/>
                <a:gd name="connsiteX92" fmla="*/ 470647 w 1603937"/>
                <a:gd name="connsiteY92" fmla="*/ 1129553 h 2003612"/>
                <a:gd name="connsiteX93" fmla="*/ 376518 w 1603937"/>
                <a:gd name="connsiteY93" fmla="*/ 1062318 h 2003612"/>
                <a:gd name="connsiteX94" fmla="*/ 349624 w 1603937"/>
                <a:gd name="connsiteY94" fmla="*/ 1021976 h 2003612"/>
                <a:gd name="connsiteX95" fmla="*/ 255495 w 1603937"/>
                <a:gd name="connsiteY95" fmla="*/ 981635 h 2003612"/>
                <a:gd name="connsiteX96" fmla="*/ 174812 w 1603937"/>
                <a:gd name="connsiteY96" fmla="*/ 874059 h 2003612"/>
                <a:gd name="connsiteX97" fmla="*/ 121024 w 1603937"/>
                <a:gd name="connsiteY97" fmla="*/ 793376 h 2003612"/>
                <a:gd name="connsiteX98" fmla="*/ 134471 w 1603937"/>
                <a:gd name="connsiteY98" fmla="*/ 699247 h 2003612"/>
                <a:gd name="connsiteX99" fmla="*/ 242047 w 1603937"/>
                <a:gd name="connsiteY99" fmla="*/ 672353 h 2003612"/>
                <a:gd name="connsiteX100" fmla="*/ 497542 w 1603937"/>
                <a:gd name="connsiteY100" fmla="*/ 699247 h 2003612"/>
                <a:gd name="connsiteX101" fmla="*/ 591671 w 1603937"/>
                <a:gd name="connsiteY101" fmla="*/ 726141 h 2003612"/>
                <a:gd name="connsiteX102" fmla="*/ 632012 w 1603937"/>
                <a:gd name="connsiteY102" fmla="*/ 779929 h 2003612"/>
                <a:gd name="connsiteX103" fmla="*/ 658906 w 1603937"/>
                <a:gd name="connsiteY103" fmla="*/ 860612 h 2003612"/>
                <a:gd name="connsiteX104" fmla="*/ 685800 w 1603937"/>
                <a:gd name="connsiteY104" fmla="*/ 1223682 h 2003612"/>
                <a:gd name="connsiteX105" fmla="*/ 712695 w 1603937"/>
                <a:gd name="connsiteY105" fmla="*/ 1277471 h 2003612"/>
                <a:gd name="connsiteX106" fmla="*/ 766483 w 1603937"/>
                <a:gd name="connsiteY106" fmla="*/ 1331259 h 2003612"/>
                <a:gd name="connsiteX107" fmla="*/ 847165 w 1603937"/>
                <a:gd name="connsiteY107" fmla="*/ 1425388 h 2003612"/>
                <a:gd name="connsiteX108" fmla="*/ 1129553 w 1603937"/>
                <a:gd name="connsiteY108" fmla="*/ 1398494 h 2003612"/>
                <a:gd name="connsiteX109" fmla="*/ 1156447 w 1603937"/>
                <a:gd name="connsiteY109" fmla="*/ 1331259 h 2003612"/>
                <a:gd name="connsiteX110" fmla="*/ 1183342 w 1603937"/>
                <a:gd name="connsiteY110" fmla="*/ 1223682 h 2003612"/>
                <a:gd name="connsiteX111" fmla="*/ 1210236 w 1603937"/>
                <a:gd name="connsiteY111" fmla="*/ 1008529 h 2003612"/>
                <a:gd name="connsiteX112" fmla="*/ 1183342 w 1603937"/>
                <a:gd name="connsiteY112" fmla="*/ 712694 h 2003612"/>
                <a:gd name="connsiteX113" fmla="*/ 1143000 w 1603937"/>
                <a:gd name="connsiteY113" fmla="*/ 699247 h 2003612"/>
                <a:gd name="connsiteX114" fmla="*/ 1075765 w 1603937"/>
                <a:gd name="connsiteY114" fmla="*/ 658906 h 2003612"/>
                <a:gd name="connsiteX115" fmla="*/ 1008530 w 1603937"/>
                <a:gd name="connsiteY115" fmla="*/ 645459 h 2003612"/>
                <a:gd name="connsiteX116" fmla="*/ 954742 w 1603937"/>
                <a:gd name="connsiteY116" fmla="*/ 632012 h 2003612"/>
                <a:gd name="connsiteX117" fmla="*/ 564777 w 1603937"/>
                <a:gd name="connsiteY117" fmla="*/ 645459 h 2003612"/>
                <a:gd name="connsiteX118" fmla="*/ 524436 w 1603937"/>
                <a:gd name="connsiteY118" fmla="*/ 685800 h 2003612"/>
                <a:gd name="connsiteX119" fmla="*/ 497542 w 1603937"/>
                <a:gd name="connsiteY119" fmla="*/ 739588 h 2003612"/>
                <a:gd name="connsiteX120" fmla="*/ 470647 w 1603937"/>
                <a:gd name="connsiteY120" fmla="*/ 779929 h 2003612"/>
                <a:gd name="connsiteX121" fmla="*/ 430306 w 1603937"/>
                <a:gd name="connsiteY121" fmla="*/ 847165 h 2003612"/>
                <a:gd name="connsiteX122" fmla="*/ 416859 w 1603937"/>
                <a:gd name="connsiteY122" fmla="*/ 900953 h 2003612"/>
                <a:gd name="connsiteX123" fmla="*/ 403412 w 1603937"/>
                <a:gd name="connsiteY123" fmla="*/ 941294 h 2003612"/>
                <a:gd name="connsiteX124" fmla="*/ 376518 w 1603937"/>
                <a:gd name="connsiteY124" fmla="*/ 1143000 h 2003612"/>
                <a:gd name="connsiteX125" fmla="*/ 457200 w 1603937"/>
                <a:gd name="connsiteY125" fmla="*/ 1479176 h 2003612"/>
                <a:gd name="connsiteX126" fmla="*/ 551330 w 1603937"/>
                <a:gd name="connsiteY126" fmla="*/ 1532965 h 2003612"/>
                <a:gd name="connsiteX127" fmla="*/ 658906 w 1603937"/>
                <a:gd name="connsiteY127" fmla="*/ 1559859 h 2003612"/>
                <a:gd name="connsiteX128" fmla="*/ 1183342 w 1603937"/>
                <a:gd name="connsiteY128" fmla="*/ 1519518 h 2003612"/>
                <a:gd name="connsiteX129" fmla="*/ 1210236 w 1603937"/>
                <a:gd name="connsiteY129" fmla="*/ 1479176 h 2003612"/>
                <a:gd name="connsiteX130" fmla="*/ 1250577 w 1603937"/>
                <a:gd name="connsiteY130" fmla="*/ 1425388 h 2003612"/>
                <a:gd name="connsiteX131" fmla="*/ 1277471 w 1603937"/>
                <a:gd name="connsiteY131" fmla="*/ 1344706 h 2003612"/>
                <a:gd name="connsiteX132" fmla="*/ 1304365 w 1603937"/>
                <a:gd name="connsiteY132" fmla="*/ 1250576 h 2003612"/>
                <a:gd name="connsiteX133" fmla="*/ 1196789 w 1603937"/>
                <a:gd name="connsiteY133" fmla="*/ 793376 h 2003612"/>
                <a:gd name="connsiteX134" fmla="*/ 1156447 w 1603937"/>
                <a:gd name="connsiteY134" fmla="*/ 766482 h 2003612"/>
                <a:gd name="connsiteX135" fmla="*/ 1089212 w 1603937"/>
                <a:gd name="connsiteY135" fmla="*/ 779929 h 2003612"/>
                <a:gd name="connsiteX136" fmla="*/ 1062318 w 1603937"/>
                <a:gd name="connsiteY136" fmla="*/ 860612 h 2003612"/>
                <a:gd name="connsiteX137" fmla="*/ 1048871 w 1603937"/>
                <a:gd name="connsiteY137" fmla="*/ 900953 h 2003612"/>
                <a:gd name="connsiteX138" fmla="*/ 1062318 w 1603937"/>
                <a:gd name="connsiteY138" fmla="*/ 1156447 h 2003612"/>
                <a:gd name="connsiteX139" fmla="*/ 1102659 w 1603937"/>
                <a:gd name="connsiteY139" fmla="*/ 1196788 h 2003612"/>
                <a:gd name="connsiteX140" fmla="*/ 1210236 w 1603937"/>
                <a:gd name="connsiteY140" fmla="*/ 1317812 h 2003612"/>
                <a:gd name="connsiteX141" fmla="*/ 1264024 w 1603937"/>
                <a:gd name="connsiteY141" fmla="*/ 1344706 h 2003612"/>
                <a:gd name="connsiteX142" fmla="*/ 1385047 w 1603937"/>
                <a:gd name="connsiteY142" fmla="*/ 1411941 h 2003612"/>
                <a:gd name="connsiteX143" fmla="*/ 1411942 w 1603937"/>
                <a:gd name="connsiteY143" fmla="*/ 1452282 h 2003612"/>
                <a:gd name="connsiteX144" fmla="*/ 1425389 w 1603937"/>
                <a:gd name="connsiteY144" fmla="*/ 1492624 h 2003612"/>
                <a:gd name="connsiteX145" fmla="*/ 1452283 w 1603937"/>
                <a:gd name="connsiteY145" fmla="*/ 1613647 h 2003612"/>
                <a:gd name="connsiteX146" fmla="*/ 1465730 w 1603937"/>
                <a:gd name="connsiteY146" fmla="*/ 1653988 h 2003612"/>
                <a:gd name="connsiteX147" fmla="*/ 1479177 w 1603937"/>
                <a:gd name="connsiteY147" fmla="*/ 1734671 h 2003612"/>
                <a:gd name="connsiteX148" fmla="*/ 1492624 w 1603937"/>
                <a:gd name="connsiteY148" fmla="*/ 1775012 h 2003612"/>
                <a:gd name="connsiteX149" fmla="*/ 1465730 w 1603937"/>
                <a:gd name="connsiteY149" fmla="*/ 1936376 h 2003612"/>
                <a:gd name="connsiteX150" fmla="*/ 1438836 w 1603937"/>
                <a:gd name="connsiteY150" fmla="*/ 1976718 h 2003612"/>
                <a:gd name="connsiteX151" fmla="*/ 1425389 w 1603937"/>
                <a:gd name="connsiteY151" fmla="*/ 2003612 h 2003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1603937" h="2003612">
                  <a:moveTo>
                    <a:pt x="847165" y="0"/>
                  </a:moveTo>
                  <a:cubicBezTo>
                    <a:pt x="851647" y="31376"/>
                    <a:pt x="860612" y="62434"/>
                    <a:pt x="860612" y="94129"/>
                  </a:cubicBezTo>
                  <a:cubicBezTo>
                    <a:pt x="860612" y="126098"/>
                    <a:pt x="863885" y="324543"/>
                    <a:pt x="820271" y="389965"/>
                  </a:cubicBezTo>
                  <a:cubicBezTo>
                    <a:pt x="802342" y="416859"/>
                    <a:pt x="789339" y="447791"/>
                    <a:pt x="766483" y="470647"/>
                  </a:cubicBezTo>
                  <a:cubicBezTo>
                    <a:pt x="753036" y="484094"/>
                    <a:pt x="742653" y="501553"/>
                    <a:pt x="726142" y="510988"/>
                  </a:cubicBezTo>
                  <a:cubicBezTo>
                    <a:pt x="710096" y="520157"/>
                    <a:pt x="690055" y="519124"/>
                    <a:pt x="672353" y="524435"/>
                  </a:cubicBezTo>
                  <a:cubicBezTo>
                    <a:pt x="508654" y="573544"/>
                    <a:pt x="661864" y="533781"/>
                    <a:pt x="537883" y="564776"/>
                  </a:cubicBezTo>
                  <a:cubicBezTo>
                    <a:pt x="528918" y="573741"/>
                    <a:pt x="523659" y="591202"/>
                    <a:pt x="510989" y="591671"/>
                  </a:cubicBezTo>
                  <a:cubicBezTo>
                    <a:pt x="398917" y="595822"/>
                    <a:pt x="286676" y="586215"/>
                    <a:pt x="174812" y="578224"/>
                  </a:cubicBezTo>
                  <a:cubicBezTo>
                    <a:pt x="149587" y="576422"/>
                    <a:pt x="98878" y="545680"/>
                    <a:pt x="80683" y="537882"/>
                  </a:cubicBezTo>
                  <a:cubicBezTo>
                    <a:pt x="67655" y="532298"/>
                    <a:pt x="53789" y="528917"/>
                    <a:pt x="40342" y="524435"/>
                  </a:cubicBezTo>
                  <a:lnTo>
                    <a:pt x="13447" y="443753"/>
                  </a:lnTo>
                  <a:lnTo>
                    <a:pt x="0" y="403412"/>
                  </a:lnTo>
                  <a:cubicBezTo>
                    <a:pt x="4482" y="340659"/>
                    <a:pt x="-1812" y="276187"/>
                    <a:pt x="13447" y="215153"/>
                  </a:cubicBezTo>
                  <a:cubicBezTo>
                    <a:pt x="17367" y="199474"/>
                    <a:pt x="39334" y="195487"/>
                    <a:pt x="53789" y="188259"/>
                  </a:cubicBezTo>
                  <a:cubicBezTo>
                    <a:pt x="165131" y="132589"/>
                    <a:pt x="18864" y="224989"/>
                    <a:pt x="134471" y="147918"/>
                  </a:cubicBezTo>
                  <a:cubicBezTo>
                    <a:pt x="251012" y="152400"/>
                    <a:pt x="368640" y="144871"/>
                    <a:pt x="484095" y="161365"/>
                  </a:cubicBezTo>
                  <a:cubicBezTo>
                    <a:pt x="500094" y="163651"/>
                    <a:pt x="498369" y="191610"/>
                    <a:pt x="510989" y="201706"/>
                  </a:cubicBezTo>
                  <a:cubicBezTo>
                    <a:pt x="522057" y="210561"/>
                    <a:pt x="537883" y="210671"/>
                    <a:pt x="551330" y="215153"/>
                  </a:cubicBezTo>
                  <a:cubicBezTo>
                    <a:pt x="569259" y="228600"/>
                    <a:pt x="589271" y="239647"/>
                    <a:pt x="605118" y="255494"/>
                  </a:cubicBezTo>
                  <a:cubicBezTo>
                    <a:pt x="654170" y="304546"/>
                    <a:pt x="608827" y="296686"/>
                    <a:pt x="672353" y="349624"/>
                  </a:cubicBezTo>
                  <a:cubicBezTo>
                    <a:pt x="683242" y="358698"/>
                    <a:pt x="699666" y="357487"/>
                    <a:pt x="712695" y="363071"/>
                  </a:cubicBezTo>
                  <a:cubicBezTo>
                    <a:pt x="731120" y="370967"/>
                    <a:pt x="750171" y="378314"/>
                    <a:pt x="766483" y="389965"/>
                  </a:cubicBezTo>
                  <a:cubicBezTo>
                    <a:pt x="781958" y="401018"/>
                    <a:pt x="790313" y="420871"/>
                    <a:pt x="806824" y="430306"/>
                  </a:cubicBezTo>
                  <a:cubicBezTo>
                    <a:pt x="822870" y="439475"/>
                    <a:pt x="842842" y="438676"/>
                    <a:pt x="860612" y="443753"/>
                  </a:cubicBezTo>
                  <a:cubicBezTo>
                    <a:pt x="874241" y="447647"/>
                    <a:pt x="887506" y="452718"/>
                    <a:pt x="900953" y="457200"/>
                  </a:cubicBezTo>
                  <a:cubicBezTo>
                    <a:pt x="999770" y="454206"/>
                    <a:pt x="1302053" y="565689"/>
                    <a:pt x="1371600" y="403412"/>
                  </a:cubicBezTo>
                  <a:cubicBezTo>
                    <a:pt x="1378880" y="386425"/>
                    <a:pt x="1380565" y="367553"/>
                    <a:pt x="1385047" y="349624"/>
                  </a:cubicBezTo>
                  <a:cubicBezTo>
                    <a:pt x="1380565" y="291353"/>
                    <a:pt x="1426471" y="194931"/>
                    <a:pt x="1371600" y="174812"/>
                  </a:cubicBezTo>
                  <a:cubicBezTo>
                    <a:pt x="1249268" y="129957"/>
                    <a:pt x="1110270" y="180959"/>
                    <a:pt x="981636" y="201706"/>
                  </a:cubicBezTo>
                  <a:cubicBezTo>
                    <a:pt x="965681" y="204279"/>
                    <a:pt x="965384" y="229884"/>
                    <a:pt x="954742" y="242047"/>
                  </a:cubicBezTo>
                  <a:cubicBezTo>
                    <a:pt x="933870" y="265900"/>
                    <a:pt x="887506" y="309282"/>
                    <a:pt x="887506" y="309282"/>
                  </a:cubicBezTo>
                  <a:cubicBezTo>
                    <a:pt x="878541" y="336176"/>
                    <a:pt x="876337" y="366377"/>
                    <a:pt x="860612" y="389965"/>
                  </a:cubicBezTo>
                  <a:cubicBezTo>
                    <a:pt x="851647" y="403412"/>
                    <a:pt x="840946" y="415851"/>
                    <a:pt x="833718" y="430306"/>
                  </a:cubicBezTo>
                  <a:cubicBezTo>
                    <a:pt x="827379" y="442984"/>
                    <a:pt x="827155" y="458256"/>
                    <a:pt x="820271" y="470647"/>
                  </a:cubicBezTo>
                  <a:cubicBezTo>
                    <a:pt x="804574" y="498902"/>
                    <a:pt x="784412" y="524435"/>
                    <a:pt x="766483" y="551329"/>
                  </a:cubicBezTo>
                  <a:lnTo>
                    <a:pt x="739589" y="591671"/>
                  </a:lnTo>
                  <a:cubicBezTo>
                    <a:pt x="673098" y="691409"/>
                    <a:pt x="749669" y="582264"/>
                    <a:pt x="685800" y="658906"/>
                  </a:cubicBezTo>
                  <a:cubicBezTo>
                    <a:pt x="671452" y="676123"/>
                    <a:pt x="662676" y="698346"/>
                    <a:pt x="645459" y="712694"/>
                  </a:cubicBezTo>
                  <a:cubicBezTo>
                    <a:pt x="634570" y="721768"/>
                    <a:pt x="618565" y="721659"/>
                    <a:pt x="605118" y="726141"/>
                  </a:cubicBezTo>
                  <a:cubicBezTo>
                    <a:pt x="551330" y="721659"/>
                    <a:pt x="495341" y="728567"/>
                    <a:pt x="443753" y="712694"/>
                  </a:cubicBezTo>
                  <a:cubicBezTo>
                    <a:pt x="430205" y="708526"/>
                    <a:pt x="435890" y="685381"/>
                    <a:pt x="430306" y="672353"/>
                  </a:cubicBezTo>
                  <a:cubicBezTo>
                    <a:pt x="422410" y="653928"/>
                    <a:pt x="410857" y="637177"/>
                    <a:pt x="403412" y="618565"/>
                  </a:cubicBezTo>
                  <a:cubicBezTo>
                    <a:pt x="392883" y="592244"/>
                    <a:pt x="376518" y="537882"/>
                    <a:pt x="376518" y="537882"/>
                  </a:cubicBezTo>
                  <a:cubicBezTo>
                    <a:pt x="378729" y="511346"/>
                    <a:pt x="348822" y="361264"/>
                    <a:pt x="430306" y="349624"/>
                  </a:cubicBezTo>
                  <a:cubicBezTo>
                    <a:pt x="448602" y="347010"/>
                    <a:pt x="466165" y="358589"/>
                    <a:pt x="484095" y="363071"/>
                  </a:cubicBezTo>
                  <a:cubicBezTo>
                    <a:pt x="497542" y="381000"/>
                    <a:pt x="509851" y="399843"/>
                    <a:pt x="524436" y="416859"/>
                  </a:cubicBezTo>
                  <a:cubicBezTo>
                    <a:pt x="536812" y="431298"/>
                    <a:pt x="555542" y="440576"/>
                    <a:pt x="564777" y="457200"/>
                  </a:cubicBezTo>
                  <a:cubicBezTo>
                    <a:pt x="578544" y="481981"/>
                    <a:pt x="582706" y="510988"/>
                    <a:pt x="591671" y="537882"/>
                  </a:cubicBezTo>
                  <a:cubicBezTo>
                    <a:pt x="596782" y="553214"/>
                    <a:pt x="609600" y="564777"/>
                    <a:pt x="618565" y="578224"/>
                  </a:cubicBezTo>
                  <a:cubicBezTo>
                    <a:pt x="646551" y="690168"/>
                    <a:pt x="612474" y="579489"/>
                    <a:pt x="658906" y="672353"/>
                  </a:cubicBezTo>
                  <a:cubicBezTo>
                    <a:pt x="665245" y="685031"/>
                    <a:pt x="668459" y="699065"/>
                    <a:pt x="672353" y="712694"/>
                  </a:cubicBezTo>
                  <a:cubicBezTo>
                    <a:pt x="677430" y="730464"/>
                    <a:pt x="677535" y="749952"/>
                    <a:pt x="685800" y="766482"/>
                  </a:cubicBezTo>
                  <a:cubicBezTo>
                    <a:pt x="691470" y="777822"/>
                    <a:pt x="703730" y="784411"/>
                    <a:pt x="712695" y="793376"/>
                  </a:cubicBezTo>
                  <a:cubicBezTo>
                    <a:pt x="738873" y="871913"/>
                    <a:pt x="705659" y="799788"/>
                    <a:pt x="766483" y="860612"/>
                  </a:cubicBezTo>
                  <a:cubicBezTo>
                    <a:pt x="777911" y="872040"/>
                    <a:pt x="783031" y="888538"/>
                    <a:pt x="793377" y="900953"/>
                  </a:cubicBezTo>
                  <a:cubicBezTo>
                    <a:pt x="825732" y="939780"/>
                    <a:pt x="834393" y="941744"/>
                    <a:pt x="874059" y="968188"/>
                  </a:cubicBezTo>
                  <a:lnTo>
                    <a:pt x="1385047" y="954741"/>
                  </a:lnTo>
                  <a:cubicBezTo>
                    <a:pt x="1416438" y="950361"/>
                    <a:pt x="1433266" y="912862"/>
                    <a:pt x="1452283" y="887506"/>
                  </a:cubicBezTo>
                  <a:cubicBezTo>
                    <a:pt x="1461423" y="875319"/>
                    <a:pt x="1509685" y="813043"/>
                    <a:pt x="1519518" y="793376"/>
                  </a:cubicBezTo>
                  <a:cubicBezTo>
                    <a:pt x="1529164" y="774084"/>
                    <a:pt x="1542103" y="716481"/>
                    <a:pt x="1546412" y="699247"/>
                  </a:cubicBezTo>
                  <a:cubicBezTo>
                    <a:pt x="1537447" y="614082"/>
                    <a:pt x="1539353" y="527059"/>
                    <a:pt x="1519518" y="443753"/>
                  </a:cubicBezTo>
                  <a:cubicBezTo>
                    <a:pt x="1515775" y="428031"/>
                    <a:pt x="1490605" y="428287"/>
                    <a:pt x="1479177" y="416859"/>
                  </a:cubicBezTo>
                  <a:cubicBezTo>
                    <a:pt x="1418353" y="356035"/>
                    <a:pt x="1490478" y="389250"/>
                    <a:pt x="1411942" y="363071"/>
                  </a:cubicBezTo>
                  <a:cubicBezTo>
                    <a:pt x="1371601" y="372036"/>
                    <a:pt x="1330123" y="376897"/>
                    <a:pt x="1290918" y="389965"/>
                  </a:cubicBezTo>
                  <a:cubicBezTo>
                    <a:pt x="1230435" y="410126"/>
                    <a:pt x="1262099" y="424547"/>
                    <a:pt x="1223683" y="470647"/>
                  </a:cubicBezTo>
                  <a:cubicBezTo>
                    <a:pt x="1213337" y="483062"/>
                    <a:pt x="1196789" y="488576"/>
                    <a:pt x="1183342" y="497541"/>
                  </a:cubicBezTo>
                  <a:cubicBezTo>
                    <a:pt x="1106271" y="613143"/>
                    <a:pt x="1198669" y="466885"/>
                    <a:pt x="1143000" y="578224"/>
                  </a:cubicBezTo>
                  <a:cubicBezTo>
                    <a:pt x="1135773" y="592679"/>
                    <a:pt x="1122670" y="603797"/>
                    <a:pt x="1116106" y="618565"/>
                  </a:cubicBezTo>
                  <a:cubicBezTo>
                    <a:pt x="1104592" y="644470"/>
                    <a:pt x="1098177" y="672353"/>
                    <a:pt x="1089212" y="699247"/>
                  </a:cubicBezTo>
                  <a:lnTo>
                    <a:pt x="1062318" y="779929"/>
                  </a:lnTo>
                  <a:lnTo>
                    <a:pt x="1048871" y="820271"/>
                  </a:lnTo>
                  <a:cubicBezTo>
                    <a:pt x="1053353" y="887506"/>
                    <a:pt x="1052788" y="955269"/>
                    <a:pt x="1062318" y="1021976"/>
                  </a:cubicBezTo>
                  <a:cubicBezTo>
                    <a:pt x="1066327" y="1050040"/>
                    <a:pt x="1069166" y="1082613"/>
                    <a:pt x="1089212" y="1102659"/>
                  </a:cubicBezTo>
                  <a:cubicBezTo>
                    <a:pt x="1189312" y="1202759"/>
                    <a:pt x="1062588" y="1079839"/>
                    <a:pt x="1183342" y="1183341"/>
                  </a:cubicBezTo>
                  <a:cubicBezTo>
                    <a:pt x="1197781" y="1195717"/>
                    <a:pt x="1208672" y="1212007"/>
                    <a:pt x="1223683" y="1223682"/>
                  </a:cubicBezTo>
                  <a:cubicBezTo>
                    <a:pt x="1249197" y="1243526"/>
                    <a:pt x="1304365" y="1277471"/>
                    <a:pt x="1304365" y="1277471"/>
                  </a:cubicBezTo>
                  <a:cubicBezTo>
                    <a:pt x="1394012" y="1268506"/>
                    <a:pt x="1533848" y="1331570"/>
                    <a:pt x="1573306" y="1250576"/>
                  </a:cubicBezTo>
                  <a:cubicBezTo>
                    <a:pt x="1592651" y="1210867"/>
                    <a:pt x="1648651" y="844907"/>
                    <a:pt x="1532965" y="712694"/>
                  </a:cubicBezTo>
                  <a:cubicBezTo>
                    <a:pt x="1512094" y="688841"/>
                    <a:pt x="1490261" y="665529"/>
                    <a:pt x="1465730" y="645459"/>
                  </a:cubicBezTo>
                  <a:cubicBezTo>
                    <a:pt x="1440713" y="624991"/>
                    <a:pt x="1410905" y="611065"/>
                    <a:pt x="1385047" y="591671"/>
                  </a:cubicBezTo>
                  <a:lnTo>
                    <a:pt x="1331259" y="551329"/>
                  </a:lnTo>
                  <a:cubicBezTo>
                    <a:pt x="1313330" y="560294"/>
                    <a:pt x="1291645" y="564049"/>
                    <a:pt x="1277471" y="578224"/>
                  </a:cubicBezTo>
                  <a:cubicBezTo>
                    <a:pt x="1267448" y="588247"/>
                    <a:pt x="1269608" y="605537"/>
                    <a:pt x="1264024" y="618565"/>
                  </a:cubicBezTo>
                  <a:cubicBezTo>
                    <a:pt x="1256128" y="636990"/>
                    <a:pt x="1245425" y="654104"/>
                    <a:pt x="1237130" y="672353"/>
                  </a:cubicBezTo>
                  <a:cubicBezTo>
                    <a:pt x="1223004" y="703430"/>
                    <a:pt x="1212055" y="735949"/>
                    <a:pt x="1196789" y="766482"/>
                  </a:cubicBezTo>
                  <a:cubicBezTo>
                    <a:pt x="1189561" y="780937"/>
                    <a:pt x="1176373" y="792017"/>
                    <a:pt x="1169895" y="806824"/>
                  </a:cubicBezTo>
                  <a:cubicBezTo>
                    <a:pt x="1144871" y="864021"/>
                    <a:pt x="1125287" y="923448"/>
                    <a:pt x="1102659" y="981635"/>
                  </a:cubicBezTo>
                  <a:cubicBezTo>
                    <a:pt x="1081287" y="1036590"/>
                    <a:pt x="1071695" y="1067745"/>
                    <a:pt x="1035424" y="1116106"/>
                  </a:cubicBezTo>
                  <a:cubicBezTo>
                    <a:pt x="1024014" y="1131320"/>
                    <a:pt x="1011594" y="1147012"/>
                    <a:pt x="995083" y="1156447"/>
                  </a:cubicBezTo>
                  <a:cubicBezTo>
                    <a:pt x="979037" y="1165616"/>
                    <a:pt x="959224" y="1165412"/>
                    <a:pt x="941295" y="1169894"/>
                  </a:cubicBezTo>
                  <a:cubicBezTo>
                    <a:pt x="797860" y="1165412"/>
                    <a:pt x="653970" y="1168702"/>
                    <a:pt x="510989" y="1156447"/>
                  </a:cubicBezTo>
                  <a:cubicBezTo>
                    <a:pt x="494886" y="1155067"/>
                    <a:pt x="483798" y="1138947"/>
                    <a:pt x="470647" y="1129553"/>
                  </a:cubicBezTo>
                  <a:cubicBezTo>
                    <a:pt x="353874" y="1046144"/>
                    <a:pt x="471603" y="1125708"/>
                    <a:pt x="376518" y="1062318"/>
                  </a:cubicBezTo>
                  <a:cubicBezTo>
                    <a:pt x="367553" y="1048871"/>
                    <a:pt x="361052" y="1033404"/>
                    <a:pt x="349624" y="1021976"/>
                  </a:cubicBezTo>
                  <a:cubicBezTo>
                    <a:pt x="318670" y="991022"/>
                    <a:pt x="296643" y="991922"/>
                    <a:pt x="255495" y="981635"/>
                  </a:cubicBezTo>
                  <a:cubicBezTo>
                    <a:pt x="228601" y="945776"/>
                    <a:pt x="199675" y="911355"/>
                    <a:pt x="174812" y="874059"/>
                  </a:cubicBezTo>
                  <a:lnTo>
                    <a:pt x="121024" y="793376"/>
                  </a:lnTo>
                  <a:cubicBezTo>
                    <a:pt x="125506" y="762000"/>
                    <a:pt x="112059" y="721659"/>
                    <a:pt x="134471" y="699247"/>
                  </a:cubicBezTo>
                  <a:cubicBezTo>
                    <a:pt x="160607" y="673111"/>
                    <a:pt x="242047" y="672353"/>
                    <a:pt x="242047" y="672353"/>
                  </a:cubicBezTo>
                  <a:cubicBezTo>
                    <a:pt x="327212" y="681318"/>
                    <a:pt x="412626" y="688171"/>
                    <a:pt x="497542" y="699247"/>
                  </a:cubicBezTo>
                  <a:cubicBezTo>
                    <a:pt x="525281" y="702865"/>
                    <a:pt x="564322" y="717025"/>
                    <a:pt x="591671" y="726141"/>
                  </a:cubicBezTo>
                  <a:cubicBezTo>
                    <a:pt x="605118" y="744070"/>
                    <a:pt x="621989" y="759883"/>
                    <a:pt x="632012" y="779929"/>
                  </a:cubicBezTo>
                  <a:cubicBezTo>
                    <a:pt x="644690" y="805285"/>
                    <a:pt x="658906" y="860612"/>
                    <a:pt x="658906" y="860612"/>
                  </a:cubicBezTo>
                  <a:cubicBezTo>
                    <a:pt x="659068" y="864347"/>
                    <a:pt x="649848" y="1127813"/>
                    <a:pt x="685800" y="1223682"/>
                  </a:cubicBezTo>
                  <a:cubicBezTo>
                    <a:pt x="692839" y="1242452"/>
                    <a:pt x="700667" y="1261434"/>
                    <a:pt x="712695" y="1277471"/>
                  </a:cubicBezTo>
                  <a:cubicBezTo>
                    <a:pt x="727909" y="1297756"/>
                    <a:pt x="751269" y="1310974"/>
                    <a:pt x="766483" y="1331259"/>
                  </a:cubicBezTo>
                  <a:cubicBezTo>
                    <a:pt x="845590" y="1436736"/>
                    <a:pt x="730170" y="1337642"/>
                    <a:pt x="847165" y="1425388"/>
                  </a:cubicBezTo>
                  <a:cubicBezTo>
                    <a:pt x="941294" y="1416423"/>
                    <a:pt x="1039094" y="1426025"/>
                    <a:pt x="1129553" y="1398494"/>
                  </a:cubicBezTo>
                  <a:cubicBezTo>
                    <a:pt x="1152645" y="1391466"/>
                    <a:pt x="1147971" y="1353860"/>
                    <a:pt x="1156447" y="1331259"/>
                  </a:cubicBezTo>
                  <a:cubicBezTo>
                    <a:pt x="1170889" y="1292748"/>
                    <a:pt x="1177167" y="1266904"/>
                    <a:pt x="1183342" y="1223682"/>
                  </a:cubicBezTo>
                  <a:cubicBezTo>
                    <a:pt x="1193563" y="1152133"/>
                    <a:pt x="1210236" y="1008529"/>
                    <a:pt x="1210236" y="1008529"/>
                  </a:cubicBezTo>
                  <a:cubicBezTo>
                    <a:pt x="1201271" y="909917"/>
                    <a:pt x="1204377" y="809452"/>
                    <a:pt x="1183342" y="712694"/>
                  </a:cubicBezTo>
                  <a:cubicBezTo>
                    <a:pt x="1180331" y="698843"/>
                    <a:pt x="1155678" y="705586"/>
                    <a:pt x="1143000" y="699247"/>
                  </a:cubicBezTo>
                  <a:cubicBezTo>
                    <a:pt x="1119623" y="687559"/>
                    <a:pt x="1100032" y="668613"/>
                    <a:pt x="1075765" y="658906"/>
                  </a:cubicBezTo>
                  <a:cubicBezTo>
                    <a:pt x="1054544" y="650418"/>
                    <a:pt x="1030841" y="650417"/>
                    <a:pt x="1008530" y="645459"/>
                  </a:cubicBezTo>
                  <a:cubicBezTo>
                    <a:pt x="990489" y="641450"/>
                    <a:pt x="972671" y="636494"/>
                    <a:pt x="954742" y="632012"/>
                  </a:cubicBezTo>
                  <a:cubicBezTo>
                    <a:pt x="824754" y="636494"/>
                    <a:pt x="693838" y="629326"/>
                    <a:pt x="564777" y="645459"/>
                  </a:cubicBezTo>
                  <a:cubicBezTo>
                    <a:pt x="545907" y="647818"/>
                    <a:pt x="535489" y="670325"/>
                    <a:pt x="524436" y="685800"/>
                  </a:cubicBezTo>
                  <a:cubicBezTo>
                    <a:pt x="512785" y="702112"/>
                    <a:pt x="507488" y="722184"/>
                    <a:pt x="497542" y="739588"/>
                  </a:cubicBezTo>
                  <a:cubicBezTo>
                    <a:pt x="489524" y="753620"/>
                    <a:pt x="479213" y="766224"/>
                    <a:pt x="470647" y="779929"/>
                  </a:cubicBezTo>
                  <a:cubicBezTo>
                    <a:pt x="456795" y="802093"/>
                    <a:pt x="443753" y="824753"/>
                    <a:pt x="430306" y="847165"/>
                  </a:cubicBezTo>
                  <a:cubicBezTo>
                    <a:pt x="425824" y="865094"/>
                    <a:pt x="421936" y="883183"/>
                    <a:pt x="416859" y="900953"/>
                  </a:cubicBezTo>
                  <a:cubicBezTo>
                    <a:pt x="412965" y="914582"/>
                    <a:pt x="405417" y="927262"/>
                    <a:pt x="403412" y="941294"/>
                  </a:cubicBezTo>
                  <a:cubicBezTo>
                    <a:pt x="368132" y="1188258"/>
                    <a:pt x="409498" y="1011079"/>
                    <a:pt x="376518" y="1143000"/>
                  </a:cubicBezTo>
                  <a:cubicBezTo>
                    <a:pt x="393311" y="1254953"/>
                    <a:pt x="378127" y="1386925"/>
                    <a:pt x="457200" y="1479176"/>
                  </a:cubicBezTo>
                  <a:cubicBezTo>
                    <a:pt x="469005" y="1492948"/>
                    <a:pt x="539169" y="1528911"/>
                    <a:pt x="551330" y="1532965"/>
                  </a:cubicBezTo>
                  <a:cubicBezTo>
                    <a:pt x="586395" y="1544653"/>
                    <a:pt x="658906" y="1559859"/>
                    <a:pt x="658906" y="1559859"/>
                  </a:cubicBezTo>
                  <a:cubicBezTo>
                    <a:pt x="783296" y="1556497"/>
                    <a:pt x="1068614" y="1662927"/>
                    <a:pt x="1183342" y="1519518"/>
                  </a:cubicBezTo>
                  <a:cubicBezTo>
                    <a:pt x="1193438" y="1506898"/>
                    <a:pt x="1200842" y="1492327"/>
                    <a:pt x="1210236" y="1479176"/>
                  </a:cubicBezTo>
                  <a:cubicBezTo>
                    <a:pt x="1223262" y="1460939"/>
                    <a:pt x="1237130" y="1443317"/>
                    <a:pt x="1250577" y="1425388"/>
                  </a:cubicBezTo>
                  <a:cubicBezTo>
                    <a:pt x="1259542" y="1398494"/>
                    <a:pt x="1270595" y="1372208"/>
                    <a:pt x="1277471" y="1344706"/>
                  </a:cubicBezTo>
                  <a:cubicBezTo>
                    <a:pt x="1294356" y="1277167"/>
                    <a:pt x="1285074" y="1308451"/>
                    <a:pt x="1304365" y="1250576"/>
                  </a:cubicBezTo>
                  <a:cubicBezTo>
                    <a:pt x="1265566" y="862588"/>
                    <a:pt x="1368617" y="922247"/>
                    <a:pt x="1196789" y="793376"/>
                  </a:cubicBezTo>
                  <a:cubicBezTo>
                    <a:pt x="1183860" y="783679"/>
                    <a:pt x="1169894" y="775447"/>
                    <a:pt x="1156447" y="766482"/>
                  </a:cubicBezTo>
                  <a:cubicBezTo>
                    <a:pt x="1134035" y="770964"/>
                    <a:pt x="1105373" y="763768"/>
                    <a:pt x="1089212" y="779929"/>
                  </a:cubicBezTo>
                  <a:cubicBezTo>
                    <a:pt x="1069166" y="799975"/>
                    <a:pt x="1071283" y="833718"/>
                    <a:pt x="1062318" y="860612"/>
                  </a:cubicBezTo>
                  <a:lnTo>
                    <a:pt x="1048871" y="900953"/>
                  </a:lnTo>
                  <a:cubicBezTo>
                    <a:pt x="1053353" y="986118"/>
                    <a:pt x="1047062" y="1072540"/>
                    <a:pt x="1062318" y="1156447"/>
                  </a:cubicBezTo>
                  <a:cubicBezTo>
                    <a:pt x="1065720" y="1175157"/>
                    <a:pt x="1090283" y="1182349"/>
                    <a:pt x="1102659" y="1196788"/>
                  </a:cubicBezTo>
                  <a:cubicBezTo>
                    <a:pt x="1132796" y="1231948"/>
                    <a:pt x="1168479" y="1296933"/>
                    <a:pt x="1210236" y="1317812"/>
                  </a:cubicBezTo>
                  <a:cubicBezTo>
                    <a:pt x="1228165" y="1326777"/>
                    <a:pt x="1246835" y="1334393"/>
                    <a:pt x="1264024" y="1344706"/>
                  </a:cubicBezTo>
                  <a:cubicBezTo>
                    <a:pt x="1379619" y="1414063"/>
                    <a:pt x="1303904" y="1384893"/>
                    <a:pt x="1385047" y="1411941"/>
                  </a:cubicBezTo>
                  <a:cubicBezTo>
                    <a:pt x="1394012" y="1425388"/>
                    <a:pt x="1404714" y="1437827"/>
                    <a:pt x="1411942" y="1452282"/>
                  </a:cubicBezTo>
                  <a:cubicBezTo>
                    <a:pt x="1418281" y="1464960"/>
                    <a:pt x="1421495" y="1478995"/>
                    <a:pt x="1425389" y="1492624"/>
                  </a:cubicBezTo>
                  <a:cubicBezTo>
                    <a:pt x="1452999" y="1589261"/>
                    <a:pt x="1424551" y="1502720"/>
                    <a:pt x="1452283" y="1613647"/>
                  </a:cubicBezTo>
                  <a:cubicBezTo>
                    <a:pt x="1455721" y="1627398"/>
                    <a:pt x="1461248" y="1640541"/>
                    <a:pt x="1465730" y="1653988"/>
                  </a:cubicBezTo>
                  <a:cubicBezTo>
                    <a:pt x="1470212" y="1680882"/>
                    <a:pt x="1473262" y="1708055"/>
                    <a:pt x="1479177" y="1734671"/>
                  </a:cubicBezTo>
                  <a:cubicBezTo>
                    <a:pt x="1482252" y="1748508"/>
                    <a:pt x="1492624" y="1760838"/>
                    <a:pt x="1492624" y="1775012"/>
                  </a:cubicBezTo>
                  <a:cubicBezTo>
                    <a:pt x="1492624" y="1804838"/>
                    <a:pt x="1486770" y="1894296"/>
                    <a:pt x="1465730" y="1936376"/>
                  </a:cubicBezTo>
                  <a:cubicBezTo>
                    <a:pt x="1458502" y="1950831"/>
                    <a:pt x="1447151" y="1962860"/>
                    <a:pt x="1438836" y="1976718"/>
                  </a:cubicBezTo>
                  <a:cubicBezTo>
                    <a:pt x="1433679" y="1985313"/>
                    <a:pt x="1429871" y="1994647"/>
                    <a:pt x="1425389" y="2003612"/>
                  </a:cubicBezTo>
                </a:path>
              </a:pathLst>
            </a:custGeom>
            <a:noFill/>
            <a:ln w="285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55555765-277B-45E4-81FA-0DEBFB937580}"/>
                </a:ext>
              </a:extLst>
            </p:cNvPr>
            <p:cNvGrpSpPr/>
            <p:nvPr/>
          </p:nvGrpSpPr>
          <p:grpSpPr>
            <a:xfrm rot="10800000">
              <a:off x="1393816" y="2381574"/>
              <a:ext cx="914400" cy="914400"/>
              <a:chOff x="9757619" y="2093495"/>
              <a:chExt cx="914400" cy="914400"/>
            </a:xfrm>
            <a:gradFill>
              <a:gsLst>
                <a:gs pos="0">
                  <a:schemeClr val="accent1">
                    <a:lumMod val="5000"/>
                    <a:lumOff val="95000"/>
                  </a:schemeClr>
                </a:gs>
                <a:gs pos="74000">
                  <a:schemeClr val="bg2">
                    <a:lumMod val="90000"/>
                  </a:schemeClr>
                </a:gs>
                <a:gs pos="83000">
                  <a:schemeClr val="accent1">
                    <a:lumMod val="45000"/>
                    <a:lumOff val="55000"/>
                  </a:schemeClr>
                </a:gs>
                <a:gs pos="100000">
                  <a:schemeClr val="accent1">
                    <a:lumMod val="30000"/>
                    <a:lumOff val="70000"/>
                  </a:schemeClr>
                </a:gs>
              </a:gsLst>
              <a:path path="circle">
                <a:fillToRect l="100000" t="100000"/>
              </a:path>
            </a:gradFill>
          </p:grpSpPr>
          <p:grpSp>
            <p:nvGrpSpPr>
              <p:cNvPr id="18" name="Graphic 2" descr="Lightbulb">
                <a:extLst>
                  <a:ext uri="{FF2B5EF4-FFF2-40B4-BE49-F238E27FC236}">
                    <a16:creationId xmlns:a16="http://schemas.microsoft.com/office/drawing/2014/main" id="{13A6E969-530B-4193-995B-AE1F80BAF26B}"/>
                  </a:ext>
                </a:extLst>
              </p:cNvPr>
              <p:cNvGrpSpPr/>
              <p:nvPr/>
            </p:nvGrpSpPr>
            <p:grpSpPr>
              <a:xfrm rot="10800000">
                <a:off x="9757619" y="2093495"/>
                <a:ext cx="914400" cy="914400"/>
                <a:chOff x="9757619" y="2093495"/>
                <a:chExt cx="914400" cy="914400"/>
              </a:xfrm>
              <a:grpFill/>
            </p:grpSpPr>
            <p:sp>
              <p:nvSpPr>
                <p:cNvPr id="20" name="Freeform: Shape 19">
                  <a:extLst>
                    <a:ext uri="{FF2B5EF4-FFF2-40B4-BE49-F238E27FC236}">
                      <a16:creationId xmlns:a16="http://schemas.microsoft.com/office/drawing/2014/main" id="{8B8D8659-C068-4CA9-99B2-6307F4F49F43}"/>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1">
                    <a:lumMod val="95000"/>
                  </a:schemeClr>
                </a:solidFill>
                <a:ln w="9525" cap="flat">
                  <a:noFill/>
                  <a:prstDash val="solid"/>
                  <a:miter/>
                </a:ln>
              </p:spPr>
              <p:txBody>
                <a:bodyPr/>
                <a:lstStyle/>
                <a:p>
                  <a:endParaRPr lang="en-US" dirty="0"/>
                </a:p>
              </p:txBody>
            </p:sp>
            <p:sp>
              <p:nvSpPr>
                <p:cNvPr id="21" name="Freeform: Shape 20">
                  <a:extLst>
                    <a:ext uri="{FF2B5EF4-FFF2-40B4-BE49-F238E27FC236}">
                      <a16:creationId xmlns:a16="http://schemas.microsoft.com/office/drawing/2014/main" id="{CB94DE0F-6ED1-4594-82D6-19A77CB1117F}"/>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2"/>
                </a:solidFill>
                <a:ln w="9525" cap="flat">
                  <a:noFill/>
                  <a:prstDash val="solid"/>
                  <a:miter/>
                </a:ln>
              </p:spPr>
              <p:txBody>
                <a:bodyPr/>
                <a:lstStyle/>
                <a:p>
                  <a:endParaRPr lang="en-US"/>
                </a:p>
              </p:txBody>
            </p:sp>
            <p:sp>
              <p:nvSpPr>
                <p:cNvPr id="22" name="Freeform: Shape 21">
                  <a:extLst>
                    <a:ext uri="{FF2B5EF4-FFF2-40B4-BE49-F238E27FC236}">
                      <a16:creationId xmlns:a16="http://schemas.microsoft.com/office/drawing/2014/main" id="{CAE5DA39-4960-48C2-A455-680759D6D352}"/>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chemeClr val="tx2">
                    <a:lumMod val="20000"/>
                    <a:lumOff val="80000"/>
                  </a:schemeClr>
                </a:solidFill>
                <a:ln w="9525" cap="flat">
                  <a:noFill/>
                  <a:prstDash val="solid"/>
                  <a:miter/>
                </a:ln>
              </p:spPr>
              <p:txBody>
                <a:bodyPr/>
                <a:lstStyle/>
                <a:p>
                  <a:endParaRPr lang="en-US" dirty="0"/>
                </a:p>
              </p:txBody>
            </p:sp>
            <p:sp>
              <p:nvSpPr>
                <p:cNvPr id="23" name="Freeform: Shape 22">
                  <a:extLst>
                    <a:ext uri="{FF2B5EF4-FFF2-40B4-BE49-F238E27FC236}">
                      <a16:creationId xmlns:a16="http://schemas.microsoft.com/office/drawing/2014/main" id="{63FE4E93-F418-4B70-BE07-048F74B44B96}"/>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grpFill/>
                <a:ln w="9525" cap="flat">
                  <a:noFill/>
                  <a:prstDash val="solid"/>
                  <a:miter/>
                </a:ln>
              </p:spPr>
              <p:txBody>
                <a:bodyPr/>
                <a:lstStyle/>
                <a:p>
                  <a:endParaRPr lang="en-US" dirty="0"/>
                </a:p>
              </p:txBody>
            </p:sp>
          </p:grpSp>
          <p:sp>
            <p:nvSpPr>
              <p:cNvPr id="19" name="Freeform: Shape 18">
                <a:extLst>
                  <a:ext uri="{FF2B5EF4-FFF2-40B4-BE49-F238E27FC236}">
                    <a16:creationId xmlns:a16="http://schemas.microsoft.com/office/drawing/2014/main" id="{92455C61-0793-4DBB-8BF9-03D1BF5FF2BF}"/>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1" name="Group 30">
            <a:extLst>
              <a:ext uri="{FF2B5EF4-FFF2-40B4-BE49-F238E27FC236}">
                <a16:creationId xmlns:a16="http://schemas.microsoft.com/office/drawing/2014/main" id="{DCBE6B62-A2B2-4E0A-9208-77D5179B9475}"/>
              </a:ext>
            </a:extLst>
          </p:cNvPr>
          <p:cNvGrpSpPr/>
          <p:nvPr/>
        </p:nvGrpSpPr>
        <p:grpSpPr>
          <a:xfrm>
            <a:off x="9757619" y="-26894"/>
            <a:ext cx="914400" cy="3034789"/>
            <a:chOff x="9757619" y="-26894"/>
            <a:chExt cx="914400" cy="3034789"/>
          </a:xfrm>
        </p:grpSpPr>
        <p:cxnSp>
          <p:nvCxnSpPr>
            <p:cNvPr id="26" name="Straight Connector 25">
              <a:extLst>
                <a:ext uri="{FF2B5EF4-FFF2-40B4-BE49-F238E27FC236}">
                  <a16:creationId xmlns:a16="http://schemas.microsoft.com/office/drawing/2014/main" id="{A5348050-D971-41B5-AEE8-856EABC5BDBD}"/>
                </a:ext>
              </a:extLst>
            </p:cNvPr>
            <p:cNvCxnSpPr/>
            <p:nvPr/>
          </p:nvCxnSpPr>
          <p:spPr>
            <a:xfrm flipV="1">
              <a:off x="10223528" y="-26894"/>
              <a:ext cx="0" cy="218160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06EB8CE-EA91-426B-86EB-62FAC860BC63}"/>
                </a:ext>
              </a:extLst>
            </p:cNvPr>
            <p:cNvGrpSpPr/>
            <p:nvPr/>
          </p:nvGrpSpPr>
          <p:grpSpPr>
            <a:xfrm>
              <a:off x="9757619" y="2093495"/>
              <a:ext cx="914400" cy="914400"/>
              <a:chOff x="9757619" y="2093495"/>
              <a:chExt cx="914400" cy="914400"/>
            </a:xfrm>
          </p:grpSpPr>
          <p:grpSp>
            <p:nvGrpSpPr>
              <p:cNvPr id="4" name="Graphic 2" descr="Lightbulb">
                <a:extLst>
                  <a:ext uri="{FF2B5EF4-FFF2-40B4-BE49-F238E27FC236}">
                    <a16:creationId xmlns:a16="http://schemas.microsoft.com/office/drawing/2014/main" id="{FD2BB3C1-3444-4585-9E80-54FB43266207}"/>
                  </a:ext>
                </a:extLst>
              </p:cNvPr>
              <p:cNvGrpSpPr/>
              <p:nvPr/>
            </p:nvGrpSpPr>
            <p:grpSpPr>
              <a:xfrm rot="10800000">
                <a:off x="9757619" y="2093495"/>
                <a:ext cx="914400" cy="914400"/>
                <a:chOff x="9757619" y="2093495"/>
                <a:chExt cx="914400" cy="914400"/>
              </a:xfrm>
            </p:grpSpPr>
            <p:sp>
              <p:nvSpPr>
                <p:cNvPr id="7" name="Freeform: Shape 6">
                  <a:extLst>
                    <a:ext uri="{FF2B5EF4-FFF2-40B4-BE49-F238E27FC236}">
                      <a16:creationId xmlns:a16="http://schemas.microsoft.com/office/drawing/2014/main" id="{6FEA3A4F-F5F3-4DB7-8456-4768B01FDB91}"/>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dirty="0"/>
                </a:p>
              </p:txBody>
            </p:sp>
            <p:sp>
              <p:nvSpPr>
                <p:cNvPr id="8" name="Freeform: Shape 7">
                  <a:extLst>
                    <a:ext uri="{FF2B5EF4-FFF2-40B4-BE49-F238E27FC236}">
                      <a16:creationId xmlns:a16="http://schemas.microsoft.com/office/drawing/2014/main" id="{5CC37F91-1EDC-4A39-B54C-5EC0BAB5E1B8}"/>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a:p>
              </p:txBody>
            </p:sp>
            <p:sp>
              <p:nvSpPr>
                <p:cNvPr id="10" name="Freeform: Shape 9">
                  <a:extLst>
                    <a:ext uri="{FF2B5EF4-FFF2-40B4-BE49-F238E27FC236}">
                      <a16:creationId xmlns:a16="http://schemas.microsoft.com/office/drawing/2014/main" id="{EB1A4252-13E8-43EB-A5F8-64A9E33EED4F}"/>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rgbClr val="FFFF00"/>
                </a:solidFill>
                <a:ln w="9525" cap="flat">
                  <a:solidFill>
                    <a:srgbClr val="FFFF00"/>
                  </a:solidFill>
                  <a:prstDash val="solid"/>
                  <a:miter/>
                </a:ln>
              </p:spPr>
              <p:txBody>
                <a:bodyPr/>
                <a:lstStyle/>
                <a:p>
                  <a:endParaRPr lang="en-US"/>
                </a:p>
              </p:txBody>
            </p:sp>
            <p:sp>
              <p:nvSpPr>
                <p:cNvPr id="11" name="Freeform: Shape 10">
                  <a:extLst>
                    <a:ext uri="{FF2B5EF4-FFF2-40B4-BE49-F238E27FC236}">
                      <a16:creationId xmlns:a16="http://schemas.microsoft.com/office/drawing/2014/main" id="{2AAC16E2-8A3E-4664-B069-26A9B96006C1}"/>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solidFill>
                  <a:srgbClr val="FFFF00"/>
                </a:solidFill>
                <a:ln w="9525" cap="flat">
                  <a:solidFill>
                    <a:srgbClr val="FFFF00"/>
                  </a:solidFill>
                  <a:prstDash val="solid"/>
                  <a:miter/>
                </a:ln>
              </p:spPr>
              <p:txBody>
                <a:bodyPr/>
                <a:lstStyle/>
                <a:p>
                  <a:endParaRPr lang="en-US" dirty="0"/>
                </a:p>
              </p:txBody>
            </p:sp>
          </p:grpSp>
          <p:sp>
            <p:nvSpPr>
              <p:cNvPr id="13" name="Freeform: Shape 12">
                <a:extLst>
                  <a:ext uri="{FF2B5EF4-FFF2-40B4-BE49-F238E27FC236}">
                    <a16:creationId xmlns:a16="http://schemas.microsoft.com/office/drawing/2014/main" id="{BD76A508-0D8E-4FE9-B177-B36E6A23E986}"/>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pic>
        <p:nvPicPr>
          <p:cNvPr id="36871" name="Picture 36870">
            <a:extLst>
              <a:ext uri="{FF2B5EF4-FFF2-40B4-BE49-F238E27FC236}">
                <a16:creationId xmlns:a16="http://schemas.microsoft.com/office/drawing/2014/main" id="{3A8F1B80-B132-4FBA-B4A4-D802F899D9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9062" y="294623"/>
            <a:ext cx="1775713" cy="211302"/>
          </a:xfrm>
          <a:prstGeom prst="rect">
            <a:avLst/>
          </a:prstGeom>
        </p:spPr>
      </p:pic>
      <p:sp>
        <p:nvSpPr>
          <p:cNvPr id="36873" name="TextBox 36872">
            <a:extLst>
              <a:ext uri="{FF2B5EF4-FFF2-40B4-BE49-F238E27FC236}">
                <a16:creationId xmlns:a16="http://schemas.microsoft.com/office/drawing/2014/main" id="{D213D14F-503E-4E61-A079-A575362B8A1F}"/>
              </a:ext>
            </a:extLst>
          </p:cNvPr>
          <p:cNvSpPr txBox="1"/>
          <p:nvPr/>
        </p:nvSpPr>
        <p:spPr>
          <a:xfrm>
            <a:off x="8521501" y="5524290"/>
            <a:ext cx="2141621" cy="400110"/>
          </a:xfrm>
          <a:prstGeom prst="rect">
            <a:avLst/>
          </a:prstGeom>
          <a:noFill/>
        </p:spPr>
        <p:txBody>
          <a:bodyPr wrap="square" rtlCol="0">
            <a:spAutoFit/>
          </a:bodyPr>
          <a:lstStyle/>
          <a:p>
            <a:r>
              <a:rPr lang="en-US" altLang="ru-RU" sz="2000" i="1" dirty="0">
                <a:solidFill>
                  <a:schemeClr val="bg1"/>
                </a:solidFill>
                <a:latin typeface="Raleway Medium" panose="020B0603030101060003" pitchFamily="34" charset="0"/>
              </a:rPr>
              <a:t>Keep it simple…</a:t>
            </a:r>
            <a:endParaRPr lang="ru-RU" altLang="ru-RU" sz="2000" i="1" dirty="0">
              <a:solidFill>
                <a:schemeClr val="bg1"/>
              </a:solidFill>
              <a:latin typeface="Raleway ExtraBold" panose="020B0903030101060003" pitchFamily="34" charset="0"/>
            </a:endParaRPr>
          </a:p>
        </p:txBody>
      </p:sp>
      <p:sp>
        <p:nvSpPr>
          <p:cNvPr id="36874" name="Rectangle 36873">
            <a:extLst>
              <a:ext uri="{FF2B5EF4-FFF2-40B4-BE49-F238E27FC236}">
                <a16:creationId xmlns:a16="http://schemas.microsoft.com/office/drawing/2014/main" id="{7969B4D2-DFDA-4EF0-ACC7-B55EC956D001}"/>
              </a:ext>
            </a:extLst>
          </p:cNvPr>
          <p:cNvSpPr/>
          <p:nvPr/>
        </p:nvSpPr>
        <p:spPr>
          <a:xfrm>
            <a:off x="5618747" y="4920916"/>
            <a:ext cx="1359569" cy="871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4AB4FFD-0C3F-4C30-A082-65FCFF0A8670}"/>
              </a:ext>
            </a:extLst>
          </p:cNvPr>
          <p:cNvSpPr txBox="1"/>
          <p:nvPr/>
        </p:nvSpPr>
        <p:spPr>
          <a:xfrm>
            <a:off x="8945585" y="6630836"/>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cSld>
  <p:clrMapOvr>
    <a:masterClrMapping/>
  </p:clrMapOvr>
  <mc:AlternateContent xmlns:mc="http://schemas.openxmlformats.org/markup-compatibility/2006" xmlns:p14="http://schemas.microsoft.com/office/powerpoint/2010/main">
    <mc:Choice Requires="p14">
      <p:transition spd="slow" p14:dur="2000" advTm="0">
        <p:wipe/>
      </p:transition>
    </mc:Choice>
    <mc:Fallback xmlns="">
      <p:transition spd="slow" advTm="0">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00"/>
                                  </p:stCondLst>
                                  <p:childTnLst>
                                    <p:set>
                                      <p:cBhvr>
                                        <p:cTn id="6" dur="1" fill="hold">
                                          <p:stCondLst>
                                            <p:cond delay="499"/>
                                          </p:stCondLst>
                                        </p:cTn>
                                        <p:tgtEl>
                                          <p:spTgt spid="368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1" presetClass="entr" presetSubtype="0" fill="hold" grpId="0" nodeType="clickEffect">
                                  <p:stCondLst>
                                    <p:cond delay="500"/>
                                  </p:stCondLst>
                                  <p:iterate type="lt">
                                    <p:tmPct val="10000"/>
                                  </p:iterate>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9"/>
                                        </p:tgtEl>
                                        <p:attrNameLst>
                                          <p:attrName>ppt_y</p:attrName>
                                        </p:attrNameLst>
                                      </p:cBhvr>
                                      <p:tavLst>
                                        <p:tav tm="0">
                                          <p:val>
                                            <p:strVal val="#ppt_y"/>
                                          </p:val>
                                        </p:tav>
                                        <p:tav tm="100000">
                                          <p:val>
                                            <p:strVal val="#ppt_y"/>
                                          </p:val>
                                        </p:tav>
                                      </p:tavLst>
                                    </p:anim>
                                    <p:anim calcmode="lin" valueType="num">
                                      <p:cBhvr>
                                        <p:cTn id="13" dur="5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nodeType="clickEffect">
                                  <p:stCondLst>
                                    <p:cond delay="500"/>
                                  </p:stCondLst>
                                  <p:childTnLst>
                                    <p:set>
                                      <p:cBhvr>
                                        <p:cTn id="19" dur="1" fill="hold">
                                          <p:stCondLst>
                                            <p:cond delay="0"/>
                                          </p:stCondLst>
                                        </p:cTn>
                                        <p:tgtEl>
                                          <p:spTgt spid="31"/>
                                        </p:tgtEl>
                                        <p:attrNameLst>
                                          <p:attrName>style.visibility</p:attrName>
                                        </p:attrNameLst>
                                      </p:cBhvr>
                                      <p:to>
                                        <p:strVal val="visible"/>
                                      </p:to>
                                    </p:set>
                                    <p:anim calcmode="lin" valueType="num">
                                      <p:cBhvr additive="base">
                                        <p:cTn id="20" dur="500" fill="hold"/>
                                        <p:tgtEl>
                                          <p:spTgt spid="31"/>
                                        </p:tgtEl>
                                        <p:attrNameLst>
                                          <p:attrName>ppt_x</p:attrName>
                                        </p:attrNameLst>
                                      </p:cBhvr>
                                      <p:tavLst>
                                        <p:tav tm="0">
                                          <p:val>
                                            <p:strVal val="#ppt_x"/>
                                          </p:val>
                                        </p:tav>
                                        <p:tav tm="100000">
                                          <p:val>
                                            <p:strVal val="#ppt_x"/>
                                          </p:val>
                                        </p:tav>
                                      </p:tavLst>
                                    </p:anim>
                                    <p:anim calcmode="lin" valueType="num">
                                      <p:cBhvr additive="base">
                                        <p:cTn id="21"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1" presetClass="entr" presetSubtype="0" fill="hold" grpId="0" nodeType="clickEffect">
                                  <p:stCondLst>
                                    <p:cond delay="0"/>
                                  </p:stCondLst>
                                  <p:iterate type="lt">
                                    <p:tmPct val="10000"/>
                                  </p:iterate>
                                  <p:childTnLst>
                                    <p:set>
                                      <p:cBhvr>
                                        <p:cTn id="25" dur="1" fill="hold">
                                          <p:stCondLst>
                                            <p:cond delay="0"/>
                                          </p:stCondLst>
                                        </p:cTn>
                                        <p:tgtEl>
                                          <p:spTgt spid="36873"/>
                                        </p:tgtEl>
                                        <p:attrNameLst>
                                          <p:attrName>style.visibility</p:attrName>
                                        </p:attrNameLst>
                                      </p:cBhvr>
                                      <p:to>
                                        <p:strVal val="visible"/>
                                      </p:to>
                                    </p:set>
                                    <p:anim calcmode="lin" valueType="num">
                                      <p:cBhvr>
                                        <p:cTn id="26" dur="500" fill="hold"/>
                                        <p:tgtEl>
                                          <p:spTgt spid="36873"/>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6873"/>
                                        </p:tgtEl>
                                        <p:attrNameLst>
                                          <p:attrName>ppt_y</p:attrName>
                                        </p:attrNameLst>
                                      </p:cBhvr>
                                      <p:tavLst>
                                        <p:tav tm="0">
                                          <p:val>
                                            <p:strVal val="#ppt_y"/>
                                          </p:val>
                                        </p:tav>
                                        <p:tav tm="100000">
                                          <p:val>
                                            <p:strVal val="#ppt_y"/>
                                          </p:val>
                                        </p:tav>
                                      </p:tavLst>
                                    </p:anim>
                                    <p:anim calcmode="lin" valueType="num">
                                      <p:cBhvr>
                                        <p:cTn id="28" dur="500" fill="hold"/>
                                        <p:tgtEl>
                                          <p:spTgt spid="36873"/>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687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6873"/>
                                        </p:tgtEl>
                                      </p:cBhvr>
                                    </p:animEffect>
                                  </p:childTnLst>
                                </p:cTn>
                              </p:par>
                            </p:childTnLst>
                          </p:cTn>
                        </p:par>
                        <p:par>
                          <p:cTn id="31" fill="hold">
                            <p:stCondLst>
                              <p:cond delay="1100"/>
                            </p:stCondLst>
                            <p:childTnLst>
                              <p:par>
                                <p:cTn id="32" presetID="1" presetClass="entr" presetSubtype="0" fill="hold" grpId="0" nodeType="afterEffect" nodePh="1">
                                  <p:stCondLst>
                                    <p:cond delay="500"/>
                                  </p:stCondLst>
                                  <p:endCondLst>
                                    <p:cond evt="begin" delay="0">
                                      <p:tn val="32"/>
                                    </p:cond>
                                  </p:endCondLst>
                                  <p:childTnLst>
                                    <p:set>
                                      <p:cBhvr>
                                        <p:cTn id="33" dur="1" fill="hold">
                                          <p:stCondLst>
                                            <p:cond delay="999"/>
                                          </p:stCondLst>
                                        </p:cTn>
                                        <p:tgtEl>
                                          <p:spTgt spid="368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6873" grpId="0"/>
      <p:bldP spid="3687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4E42BCE9-9CD1-420F-A93A-B690CDED5A3D}"/>
              </a:ext>
            </a:extLst>
          </p:cNvPr>
          <p:cNvSpPr/>
          <p:nvPr/>
        </p:nvSpPr>
        <p:spPr>
          <a:xfrm>
            <a:off x="9827133" y="0"/>
            <a:ext cx="2374900" cy="6858000"/>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0" name="Овал 9">
            <a:extLst>
              <a:ext uri="{FF2B5EF4-FFF2-40B4-BE49-F238E27FC236}">
                <a16:creationId xmlns:a16="http://schemas.microsoft.com/office/drawing/2014/main" id="{CABE3499-829A-41DF-AAA2-26DA86F15DF2}"/>
              </a:ext>
            </a:extLst>
          </p:cNvPr>
          <p:cNvSpPr/>
          <p:nvPr/>
        </p:nvSpPr>
        <p:spPr>
          <a:xfrm>
            <a:off x="10490708" y="1162050"/>
            <a:ext cx="1047750" cy="104933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 name="Прямоугольник 1">
            <a:extLst>
              <a:ext uri="{FF2B5EF4-FFF2-40B4-BE49-F238E27FC236}">
                <a16:creationId xmlns:a16="http://schemas.microsoft.com/office/drawing/2014/main" id="{D226A06C-2B67-4A9B-A7A0-EA935DA679A3}"/>
              </a:ext>
            </a:extLst>
          </p:cNvPr>
          <p:cNvSpPr>
            <a:spLocks noChangeArrowheads="1"/>
          </p:cNvSpPr>
          <p:nvPr/>
        </p:nvSpPr>
        <p:spPr bwMode="auto">
          <a:xfrm>
            <a:off x="10746296" y="1333500"/>
            <a:ext cx="536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rgbClr val="E23936"/>
                </a:solidFill>
                <a:latin typeface="FontAwesome" pitchFamily="2" charset="0"/>
              </a:rPr>
              <a:t></a:t>
            </a:r>
            <a:endParaRPr lang="ru-RU" altLang="ru-RU" sz="2400">
              <a:solidFill>
                <a:srgbClr val="E23936"/>
              </a:solidFill>
            </a:endParaRPr>
          </a:p>
        </p:txBody>
      </p:sp>
      <p:sp>
        <p:nvSpPr>
          <p:cNvPr id="3" name="Прямоугольник 2">
            <a:extLst>
              <a:ext uri="{FF2B5EF4-FFF2-40B4-BE49-F238E27FC236}">
                <a16:creationId xmlns:a16="http://schemas.microsoft.com/office/drawing/2014/main" id="{B1CB98DA-1476-4A69-BCCC-5C68037FAECC}"/>
              </a:ext>
            </a:extLst>
          </p:cNvPr>
          <p:cNvSpPr>
            <a:spLocks noChangeArrowheads="1"/>
          </p:cNvSpPr>
          <p:nvPr/>
        </p:nvSpPr>
        <p:spPr bwMode="auto">
          <a:xfrm>
            <a:off x="10643327" y="1800225"/>
            <a:ext cx="742511"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rgbClr val="E23936"/>
                </a:solidFill>
                <a:latin typeface="Raleway Heavy" pitchFamily="34" charset="0"/>
              </a:rPr>
              <a:t>INCREMENTAL</a:t>
            </a:r>
          </a:p>
        </p:txBody>
      </p:sp>
      <p:sp>
        <p:nvSpPr>
          <p:cNvPr id="13" name="Овал 12">
            <a:extLst>
              <a:ext uri="{FF2B5EF4-FFF2-40B4-BE49-F238E27FC236}">
                <a16:creationId xmlns:a16="http://schemas.microsoft.com/office/drawing/2014/main" id="{AF3E42A0-FEB7-4A0A-827B-39115830EA59}"/>
              </a:ext>
            </a:extLst>
          </p:cNvPr>
          <p:cNvSpPr/>
          <p:nvPr/>
        </p:nvSpPr>
        <p:spPr>
          <a:xfrm>
            <a:off x="10490708" y="2984500"/>
            <a:ext cx="1047750" cy="1049338"/>
          </a:xfrm>
          <a:prstGeom prst="ellipse">
            <a:avLst/>
          </a:prstGeom>
          <a:solidFill>
            <a:srgbClr val="E23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4" name="Овал 13">
            <a:extLst>
              <a:ext uri="{FF2B5EF4-FFF2-40B4-BE49-F238E27FC236}">
                <a16:creationId xmlns:a16="http://schemas.microsoft.com/office/drawing/2014/main" id="{36E7E294-C59A-4643-BE7A-E31A5F381FCC}"/>
              </a:ext>
            </a:extLst>
          </p:cNvPr>
          <p:cNvSpPr/>
          <p:nvPr/>
        </p:nvSpPr>
        <p:spPr>
          <a:xfrm>
            <a:off x="10490708" y="4806950"/>
            <a:ext cx="1047750" cy="1049338"/>
          </a:xfrm>
          <a:prstGeom prst="ellipse">
            <a:avLst/>
          </a:prstGeom>
          <a:solidFill>
            <a:srgbClr val="E23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cxnSp>
        <p:nvCxnSpPr>
          <p:cNvPr id="15" name="Прямая соединительная линия 14">
            <a:extLst>
              <a:ext uri="{FF2B5EF4-FFF2-40B4-BE49-F238E27FC236}">
                <a16:creationId xmlns:a16="http://schemas.microsoft.com/office/drawing/2014/main" id="{1C15F737-7A5F-4662-B272-7D477962856A}"/>
              </a:ext>
            </a:extLst>
          </p:cNvPr>
          <p:cNvCxnSpPr>
            <a:stCxn id="10" idx="4"/>
            <a:endCxn id="13" idx="0"/>
          </p:cNvCxnSpPr>
          <p:nvPr/>
        </p:nvCxnSpPr>
        <p:spPr>
          <a:xfrm>
            <a:off x="11014583" y="2211388"/>
            <a:ext cx="0" cy="7731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Прямоугольник 16">
            <a:extLst>
              <a:ext uri="{FF2B5EF4-FFF2-40B4-BE49-F238E27FC236}">
                <a16:creationId xmlns:a16="http://schemas.microsoft.com/office/drawing/2014/main" id="{938DFD9F-98A2-4104-A185-23FCF0883B3A}"/>
              </a:ext>
            </a:extLst>
          </p:cNvPr>
          <p:cNvSpPr>
            <a:spLocks noChangeArrowheads="1"/>
          </p:cNvSpPr>
          <p:nvPr/>
        </p:nvSpPr>
        <p:spPr bwMode="auto">
          <a:xfrm>
            <a:off x="10801858" y="3165475"/>
            <a:ext cx="4270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18" name="Прямоугольник 17">
            <a:extLst>
              <a:ext uri="{FF2B5EF4-FFF2-40B4-BE49-F238E27FC236}">
                <a16:creationId xmlns:a16="http://schemas.microsoft.com/office/drawing/2014/main" id="{52311F55-3034-4B55-BA2C-066B4345E1D8}"/>
              </a:ext>
            </a:extLst>
          </p:cNvPr>
          <p:cNvSpPr>
            <a:spLocks noChangeArrowheads="1"/>
          </p:cNvSpPr>
          <p:nvPr/>
        </p:nvSpPr>
        <p:spPr bwMode="auto">
          <a:xfrm>
            <a:off x="10476421" y="3624263"/>
            <a:ext cx="1077912"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chemeClr val="bg1"/>
                </a:solidFill>
                <a:latin typeface="Raleway Heavy" pitchFamily="34" charset="0"/>
              </a:rPr>
              <a:t>HIGH QUALITY</a:t>
            </a:r>
          </a:p>
        </p:txBody>
      </p:sp>
      <p:cxnSp>
        <p:nvCxnSpPr>
          <p:cNvPr id="20" name="Прямая соединительная линия 19">
            <a:extLst>
              <a:ext uri="{FF2B5EF4-FFF2-40B4-BE49-F238E27FC236}">
                <a16:creationId xmlns:a16="http://schemas.microsoft.com/office/drawing/2014/main" id="{31AAEE5E-BFE8-4AA4-9A1E-92BF91481D7E}"/>
              </a:ext>
            </a:extLst>
          </p:cNvPr>
          <p:cNvCxnSpPr/>
          <p:nvPr/>
        </p:nvCxnSpPr>
        <p:spPr>
          <a:xfrm>
            <a:off x="11014583" y="4033838"/>
            <a:ext cx="0" cy="7731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Прямоугольник 20">
            <a:extLst>
              <a:ext uri="{FF2B5EF4-FFF2-40B4-BE49-F238E27FC236}">
                <a16:creationId xmlns:a16="http://schemas.microsoft.com/office/drawing/2014/main" id="{5B9D441E-7643-47E9-894B-4BB53714D28A}"/>
              </a:ext>
            </a:extLst>
          </p:cNvPr>
          <p:cNvSpPr>
            <a:spLocks noChangeArrowheads="1"/>
          </p:cNvSpPr>
          <p:nvPr/>
        </p:nvSpPr>
        <p:spPr bwMode="auto">
          <a:xfrm>
            <a:off x="10844721" y="49974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22" name="Прямоугольник 21">
            <a:extLst>
              <a:ext uri="{FF2B5EF4-FFF2-40B4-BE49-F238E27FC236}">
                <a16:creationId xmlns:a16="http://schemas.microsoft.com/office/drawing/2014/main" id="{2E9DC48B-BD31-4309-9AC0-B7D0096552A2}"/>
              </a:ext>
            </a:extLst>
          </p:cNvPr>
          <p:cNvSpPr>
            <a:spLocks noChangeArrowheads="1"/>
          </p:cNvSpPr>
          <p:nvPr/>
        </p:nvSpPr>
        <p:spPr bwMode="auto">
          <a:xfrm>
            <a:off x="10671380" y="5465763"/>
            <a:ext cx="68640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chemeClr val="bg1"/>
                </a:solidFill>
                <a:latin typeface="Raleway Heavy" pitchFamily="34" charset="0"/>
              </a:rPr>
              <a:t>REPEATABLE</a:t>
            </a:r>
          </a:p>
        </p:txBody>
      </p:sp>
      <p:grpSp>
        <p:nvGrpSpPr>
          <p:cNvPr id="116" name="Group 115">
            <a:extLst>
              <a:ext uri="{FF2B5EF4-FFF2-40B4-BE49-F238E27FC236}">
                <a16:creationId xmlns:a16="http://schemas.microsoft.com/office/drawing/2014/main" id="{A5051BCF-DD9A-45E9-84EF-A85ECE643FDC}"/>
              </a:ext>
            </a:extLst>
          </p:cNvPr>
          <p:cNvGrpSpPr/>
          <p:nvPr/>
        </p:nvGrpSpPr>
        <p:grpSpPr>
          <a:xfrm>
            <a:off x="280793" y="2364759"/>
            <a:ext cx="9025830" cy="4008144"/>
            <a:chOff x="864394" y="2669106"/>
            <a:chExt cx="7127082" cy="3164958"/>
          </a:xfrm>
          <a:solidFill>
            <a:srgbClr val="000000"/>
          </a:solidFill>
        </p:grpSpPr>
        <p:sp>
          <p:nvSpPr>
            <p:cNvPr id="202" name="Freeform 7">
              <a:extLst>
                <a:ext uri="{FF2B5EF4-FFF2-40B4-BE49-F238E27FC236}">
                  <a16:creationId xmlns:a16="http://schemas.microsoft.com/office/drawing/2014/main" id="{BDF34BD9-BF4E-496D-B92E-93667730F226}"/>
                </a:ext>
              </a:extLst>
            </p:cNvPr>
            <p:cNvSpPr/>
            <p:nvPr/>
          </p:nvSpPr>
          <p:spPr>
            <a:xfrm>
              <a:off x="4341120" y="5217352"/>
              <a:ext cx="3650356" cy="616712"/>
            </a:xfrm>
            <a:custGeom>
              <a:avLst/>
              <a:gdLst>
                <a:gd name="connsiteX0" fmla="*/ 447675 w 3650356"/>
                <a:gd name="connsiteY0" fmla="*/ 0 h 616712"/>
                <a:gd name="connsiteX1" fmla="*/ 2289603 w 3650356"/>
                <a:gd name="connsiteY1" fmla="*/ 192212 h 616712"/>
                <a:gd name="connsiteX2" fmla="*/ 2887851 w 3650356"/>
                <a:gd name="connsiteY2" fmla="*/ 199858 h 616712"/>
                <a:gd name="connsiteX3" fmla="*/ 2978848 w 3650356"/>
                <a:gd name="connsiteY3" fmla="*/ 121412 h 616712"/>
                <a:gd name="connsiteX4" fmla="*/ 3650356 w 3650356"/>
                <a:gd name="connsiteY4" fmla="*/ 430974 h 616712"/>
                <a:gd name="connsiteX5" fmla="*/ 2383536 w 3650356"/>
                <a:gd name="connsiteY5" fmla="*/ 616712 h 616712"/>
                <a:gd name="connsiteX6" fmla="*/ 2534566 w 3650356"/>
                <a:gd name="connsiteY6" fmla="*/ 492215 h 616712"/>
                <a:gd name="connsiteX7" fmla="*/ 2025433 w 3650356"/>
                <a:gd name="connsiteY7" fmla="*/ 456539 h 616712"/>
                <a:gd name="connsiteX8" fmla="*/ 0 w 3650356"/>
                <a:gd name="connsiteY8" fmla="*/ 176816 h 616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0356" h="616712">
                  <a:moveTo>
                    <a:pt x="447675" y="0"/>
                  </a:moveTo>
                  <a:cubicBezTo>
                    <a:pt x="868100" y="114300"/>
                    <a:pt x="1628746" y="172344"/>
                    <a:pt x="2289603" y="192212"/>
                  </a:cubicBezTo>
                  <a:lnTo>
                    <a:pt x="2887851" y="199858"/>
                  </a:lnTo>
                  <a:lnTo>
                    <a:pt x="2978848" y="121412"/>
                  </a:lnTo>
                  <a:lnTo>
                    <a:pt x="3650356" y="430974"/>
                  </a:lnTo>
                  <a:lnTo>
                    <a:pt x="2383536" y="616712"/>
                  </a:lnTo>
                  <a:lnTo>
                    <a:pt x="2534566" y="492215"/>
                  </a:lnTo>
                  <a:lnTo>
                    <a:pt x="2025433" y="456539"/>
                  </a:lnTo>
                  <a:cubicBezTo>
                    <a:pt x="1464142" y="419555"/>
                    <a:pt x="799043" y="368507"/>
                    <a:pt x="0" y="176816"/>
                  </a:cubicBez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3" name="Rectangle 8">
              <a:extLst>
                <a:ext uri="{FF2B5EF4-FFF2-40B4-BE49-F238E27FC236}">
                  <a16:creationId xmlns:a16="http://schemas.microsoft.com/office/drawing/2014/main" id="{605DC22B-78D0-4CF2-A12A-F3AB32F7D70C}"/>
                </a:ext>
              </a:extLst>
            </p:cNvPr>
            <p:cNvSpPr/>
            <p:nvPr/>
          </p:nvSpPr>
          <p:spPr>
            <a:xfrm rot="3600000">
              <a:off x="3413749" y="3794977"/>
              <a:ext cx="1319655" cy="1676114"/>
            </a:xfrm>
            <a:custGeom>
              <a:avLst/>
              <a:gdLst>
                <a:gd name="connsiteX0" fmla="*/ 0 w 908050"/>
                <a:gd name="connsiteY0" fmla="*/ 0 h 374650"/>
                <a:gd name="connsiteX1" fmla="*/ 908050 w 908050"/>
                <a:gd name="connsiteY1" fmla="*/ 0 h 374650"/>
                <a:gd name="connsiteX2" fmla="*/ 908050 w 908050"/>
                <a:gd name="connsiteY2" fmla="*/ 374650 h 374650"/>
                <a:gd name="connsiteX3" fmla="*/ 0 w 908050"/>
                <a:gd name="connsiteY3" fmla="*/ 374650 h 374650"/>
                <a:gd name="connsiteX4" fmla="*/ 0 w 908050"/>
                <a:gd name="connsiteY4" fmla="*/ 0 h 374650"/>
                <a:gd name="connsiteX0" fmla="*/ 0 w 967729"/>
                <a:gd name="connsiteY0" fmla="*/ 70030 h 444680"/>
                <a:gd name="connsiteX1" fmla="*/ 967729 w 967729"/>
                <a:gd name="connsiteY1" fmla="*/ 0 h 444680"/>
                <a:gd name="connsiteX2" fmla="*/ 908050 w 967729"/>
                <a:gd name="connsiteY2" fmla="*/ 444680 h 444680"/>
                <a:gd name="connsiteX3" fmla="*/ 0 w 967729"/>
                <a:gd name="connsiteY3" fmla="*/ 444680 h 444680"/>
                <a:gd name="connsiteX4" fmla="*/ 0 w 967729"/>
                <a:gd name="connsiteY4" fmla="*/ 70030 h 444680"/>
                <a:gd name="connsiteX0" fmla="*/ 0 w 1091467"/>
                <a:gd name="connsiteY0" fmla="*/ 0 h 1174742"/>
                <a:gd name="connsiteX1" fmla="*/ 1091467 w 1091467"/>
                <a:gd name="connsiteY1" fmla="*/ 730062 h 1174742"/>
                <a:gd name="connsiteX2" fmla="*/ 1031788 w 1091467"/>
                <a:gd name="connsiteY2" fmla="*/ 1174742 h 1174742"/>
                <a:gd name="connsiteX3" fmla="*/ 123738 w 1091467"/>
                <a:gd name="connsiteY3" fmla="*/ 1174742 h 1174742"/>
                <a:gd name="connsiteX4" fmla="*/ 0 w 1091467"/>
                <a:gd name="connsiteY4" fmla="*/ 0 h 1174742"/>
                <a:gd name="connsiteX0" fmla="*/ 127346 w 1218813"/>
                <a:gd name="connsiteY0" fmla="*/ 0 h 1174742"/>
                <a:gd name="connsiteX1" fmla="*/ 1218813 w 1218813"/>
                <a:gd name="connsiteY1" fmla="*/ 730062 h 1174742"/>
                <a:gd name="connsiteX2" fmla="*/ 1159134 w 1218813"/>
                <a:gd name="connsiteY2" fmla="*/ 1174742 h 1174742"/>
                <a:gd name="connsiteX3" fmla="*/ 0 w 1218813"/>
                <a:gd name="connsiteY3" fmla="*/ 185643 h 1174742"/>
                <a:gd name="connsiteX4" fmla="*/ 127346 w 1218813"/>
                <a:gd name="connsiteY4" fmla="*/ 0 h 1174742"/>
                <a:gd name="connsiteX0" fmla="*/ 135996 w 1227463"/>
                <a:gd name="connsiteY0" fmla="*/ 0 h 1174742"/>
                <a:gd name="connsiteX1" fmla="*/ 1227463 w 1227463"/>
                <a:gd name="connsiteY1" fmla="*/ 730062 h 1174742"/>
                <a:gd name="connsiteX2" fmla="*/ 1167784 w 1227463"/>
                <a:gd name="connsiteY2" fmla="*/ 1174742 h 1174742"/>
                <a:gd name="connsiteX3" fmla="*/ 8650 w 1227463"/>
                <a:gd name="connsiteY3" fmla="*/ 185643 h 1174742"/>
                <a:gd name="connsiteX4" fmla="*/ 135996 w 1227463"/>
                <a:gd name="connsiteY4" fmla="*/ 0 h 1174742"/>
                <a:gd name="connsiteX0" fmla="*/ 204056 w 1295523"/>
                <a:gd name="connsiteY0" fmla="*/ 0 h 1648748"/>
                <a:gd name="connsiteX1" fmla="*/ 1295523 w 1295523"/>
                <a:gd name="connsiteY1" fmla="*/ 730062 h 1648748"/>
                <a:gd name="connsiteX2" fmla="*/ 1235844 w 1295523"/>
                <a:gd name="connsiteY2" fmla="*/ 1174742 h 1648748"/>
                <a:gd name="connsiteX3" fmla="*/ 76710 w 1295523"/>
                <a:gd name="connsiteY3" fmla="*/ 185643 h 1648748"/>
                <a:gd name="connsiteX4" fmla="*/ 204056 w 1295523"/>
                <a:gd name="connsiteY4" fmla="*/ 0 h 1648748"/>
                <a:gd name="connsiteX0" fmla="*/ 228188 w 1319655"/>
                <a:gd name="connsiteY0" fmla="*/ 0 h 1664060"/>
                <a:gd name="connsiteX1" fmla="*/ 1319655 w 1319655"/>
                <a:gd name="connsiteY1" fmla="*/ 730062 h 1664060"/>
                <a:gd name="connsiteX2" fmla="*/ 1259976 w 1319655"/>
                <a:gd name="connsiteY2" fmla="*/ 1174742 h 1664060"/>
                <a:gd name="connsiteX3" fmla="*/ 100842 w 1319655"/>
                <a:gd name="connsiteY3" fmla="*/ 185643 h 1664060"/>
                <a:gd name="connsiteX4" fmla="*/ 228188 w 1319655"/>
                <a:gd name="connsiteY4" fmla="*/ 0 h 1664060"/>
                <a:gd name="connsiteX0" fmla="*/ 228188 w 1319655"/>
                <a:gd name="connsiteY0" fmla="*/ 0 h 1664060"/>
                <a:gd name="connsiteX1" fmla="*/ 1319655 w 1319655"/>
                <a:gd name="connsiteY1" fmla="*/ 730062 h 1664060"/>
                <a:gd name="connsiteX2" fmla="*/ 1259976 w 1319655"/>
                <a:gd name="connsiteY2" fmla="*/ 1174742 h 1664060"/>
                <a:gd name="connsiteX3" fmla="*/ 100842 w 1319655"/>
                <a:gd name="connsiteY3" fmla="*/ 185643 h 1664060"/>
                <a:gd name="connsiteX4" fmla="*/ 228188 w 1319655"/>
                <a:gd name="connsiteY4" fmla="*/ 0 h 1664060"/>
                <a:gd name="connsiteX0" fmla="*/ 228188 w 1319655"/>
                <a:gd name="connsiteY0" fmla="*/ 0 h 1664060"/>
                <a:gd name="connsiteX1" fmla="*/ 1319655 w 1319655"/>
                <a:gd name="connsiteY1" fmla="*/ 730062 h 1664060"/>
                <a:gd name="connsiteX2" fmla="*/ 1259976 w 1319655"/>
                <a:gd name="connsiteY2" fmla="*/ 1174742 h 1664060"/>
                <a:gd name="connsiteX3" fmla="*/ 100842 w 1319655"/>
                <a:gd name="connsiteY3" fmla="*/ 185643 h 1664060"/>
                <a:gd name="connsiteX4" fmla="*/ 228188 w 1319655"/>
                <a:gd name="connsiteY4" fmla="*/ 0 h 1664060"/>
                <a:gd name="connsiteX0" fmla="*/ 228188 w 1319655"/>
                <a:gd name="connsiteY0" fmla="*/ 0 h 1664060"/>
                <a:gd name="connsiteX1" fmla="*/ 1319655 w 1319655"/>
                <a:gd name="connsiteY1" fmla="*/ 730062 h 1664060"/>
                <a:gd name="connsiteX2" fmla="*/ 1259976 w 1319655"/>
                <a:gd name="connsiteY2" fmla="*/ 1174742 h 1664060"/>
                <a:gd name="connsiteX3" fmla="*/ 100842 w 1319655"/>
                <a:gd name="connsiteY3" fmla="*/ 185643 h 1664060"/>
                <a:gd name="connsiteX4" fmla="*/ 228188 w 1319655"/>
                <a:gd name="connsiteY4" fmla="*/ 0 h 1664060"/>
                <a:gd name="connsiteX0" fmla="*/ 240646 w 1319655"/>
                <a:gd name="connsiteY0" fmla="*/ 0 h 1676114"/>
                <a:gd name="connsiteX1" fmla="*/ 1319655 w 1319655"/>
                <a:gd name="connsiteY1" fmla="*/ 742116 h 1676114"/>
                <a:gd name="connsiteX2" fmla="*/ 1259976 w 1319655"/>
                <a:gd name="connsiteY2" fmla="*/ 1186796 h 1676114"/>
                <a:gd name="connsiteX3" fmla="*/ 100842 w 1319655"/>
                <a:gd name="connsiteY3" fmla="*/ 197697 h 1676114"/>
                <a:gd name="connsiteX4" fmla="*/ 240646 w 1319655"/>
                <a:gd name="connsiteY4" fmla="*/ 0 h 1676114"/>
                <a:gd name="connsiteX0" fmla="*/ 240646 w 1319655"/>
                <a:gd name="connsiteY0" fmla="*/ 0 h 1676114"/>
                <a:gd name="connsiteX1" fmla="*/ 1319655 w 1319655"/>
                <a:gd name="connsiteY1" fmla="*/ 742116 h 1676114"/>
                <a:gd name="connsiteX2" fmla="*/ 1259976 w 1319655"/>
                <a:gd name="connsiteY2" fmla="*/ 1186796 h 1676114"/>
                <a:gd name="connsiteX3" fmla="*/ 100842 w 1319655"/>
                <a:gd name="connsiteY3" fmla="*/ 197697 h 1676114"/>
                <a:gd name="connsiteX4" fmla="*/ 240646 w 1319655"/>
                <a:gd name="connsiteY4" fmla="*/ 0 h 1676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655" h="1676114">
                  <a:moveTo>
                    <a:pt x="240646" y="0"/>
                  </a:moveTo>
                  <a:cubicBezTo>
                    <a:pt x="-161522" y="2127298"/>
                    <a:pt x="947548" y="1098897"/>
                    <a:pt x="1319655" y="742116"/>
                  </a:cubicBezTo>
                  <a:lnTo>
                    <a:pt x="1259976" y="1186796"/>
                  </a:lnTo>
                  <a:cubicBezTo>
                    <a:pt x="-224682" y="2411710"/>
                    <a:pt x="-58588" y="1053661"/>
                    <a:pt x="100842" y="197697"/>
                  </a:cubicBezTo>
                  <a:lnTo>
                    <a:pt x="240646" y="0"/>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4" name="Rectangle 9">
              <a:extLst>
                <a:ext uri="{FF2B5EF4-FFF2-40B4-BE49-F238E27FC236}">
                  <a16:creationId xmlns:a16="http://schemas.microsoft.com/office/drawing/2014/main" id="{154DA4D5-0BF2-48A7-9176-E65A49AAA173}"/>
                </a:ext>
              </a:extLst>
            </p:cNvPr>
            <p:cNvSpPr/>
            <p:nvPr/>
          </p:nvSpPr>
          <p:spPr>
            <a:xfrm rot="17100000">
              <a:off x="3903621" y="2598780"/>
              <a:ext cx="690605" cy="1498771"/>
            </a:xfrm>
            <a:custGeom>
              <a:avLst/>
              <a:gdLst>
                <a:gd name="connsiteX0" fmla="*/ 0 w 338138"/>
                <a:gd name="connsiteY0" fmla="*/ 0 h 261937"/>
                <a:gd name="connsiteX1" fmla="*/ 338138 w 338138"/>
                <a:gd name="connsiteY1" fmla="*/ 0 h 261937"/>
                <a:gd name="connsiteX2" fmla="*/ 338138 w 338138"/>
                <a:gd name="connsiteY2" fmla="*/ 261937 h 261937"/>
                <a:gd name="connsiteX3" fmla="*/ 0 w 338138"/>
                <a:gd name="connsiteY3" fmla="*/ 261937 h 261937"/>
                <a:gd name="connsiteX4" fmla="*/ 0 w 338138"/>
                <a:gd name="connsiteY4" fmla="*/ 0 h 261937"/>
                <a:gd name="connsiteX0" fmla="*/ 0 w 338138"/>
                <a:gd name="connsiteY0" fmla="*/ 0 h 261937"/>
                <a:gd name="connsiteX1" fmla="*/ 338138 w 338138"/>
                <a:gd name="connsiteY1" fmla="*/ 0 h 261937"/>
                <a:gd name="connsiteX2" fmla="*/ 338138 w 338138"/>
                <a:gd name="connsiteY2" fmla="*/ 261937 h 261937"/>
                <a:gd name="connsiteX3" fmla="*/ 57173 w 338138"/>
                <a:gd name="connsiteY3" fmla="*/ 226896 h 261937"/>
                <a:gd name="connsiteX4" fmla="*/ 0 w 338138"/>
                <a:gd name="connsiteY4" fmla="*/ 0 h 261937"/>
                <a:gd name="connsiteX0" fmla="*/ 0 w 602029"/>
                <a:gd name="connsiteY0" fmla="*/ 1103651 h 1365588"/>
                <a:gd name="connsiteX1" fmla="*/ 602029 w 602029"/>
                <a:gd name="connsiteY1" fmla="*/ 0 h 1365588"/>
                <a:gd name="connsiteX2" fmla="*/ 338138 w 602029"/>
                <a:gd name="connsiteY2" fmla="*/ 1365588 h 1365588"/>
                <a:gd name="connsiteX3" fmla="*/ 57173 w 602029"/>
                <a:gd name="connsiteY3" fmla="*/ 1330547 h 1365588"/>
                <a:gd name="connsiteX4" fmla="*/ 0 w 602029"/>
                <a:gd name="connsiteY4" fmla="*/ 1103651 h 1365588"/>
                <a:gd name="connsiteX0" fmla="*/ 0 w 661731"/>
                <a:gd name="connsiteY0" fmla="*/ 1103651 h 1330547"/>
                <a:gd name="connsiteX1" fmla="*/ 602029 w 661731"/>
                <a:gd name="connsiteY1" fmla="*/ 0 h 1330547"/>
                <a:gd name="connsiteX2" fmla="*/ 661731 w 661731"/>
                <a:gd name="connsiteY2" fmla="*/ 33930 h 1330547"/>
                <a:gd name="connsiteX3" fmla="*/ 57173 w 661731"/>
                <a:gd name="connsiteY3" fmla="*/ 1330547 h 1330547"/>
                <a:gd name="connsiteX4" fmla="*/ 0 w 661731"/>
                <a:gd name="connsiteY4" fmla="*/ 1103651 h 1330547"/>
                <a:gd name="connsiteX0" fmla="*/ 0 w 661731"/>
                <a:gd name="connsiteY0" fmla="*/ 1103651 h 1496850"/>
                <a:gd name="connsiteX1" fmla="*/ 602029 w 661731"/>
                <a:gd name="connsiteY1" fmla="*/ 0 h 1496850"/>
                <a:gd name="connsiteX2" fmla="*/ 661731 w 661731"/>
                <a:gd name="connsiteY2" fmla="*/ 33930 h 1496850"/>
                <a:gd name="connsiteX3" fmla="*/ 57173 w 661731"/>
                <a:gd name="connsiteY3" fmla="*/ 1330547 h 1496850"/>
                <a:gd name="connsiteX4" fmla="*/ 0 w 661731"/>
                <a:gd name="connsiteY4" fmla="*/ 1103651 h 1496850"/>
                <a:gd name="connsiteX0" fmla="*/ 0 w 690605"/>
                <a:gd name="connsiteY0" fmla="*/ 1103651 h 1498771"/>
                <a:gd name="connsiteX1" fmla="*/ 602029 w 690605"/>
                <a:gd name="connsiteY1" fmla="*/ 0 h 1498771"/>
                <a:gd name="connsiteX2" fmla="*/ 661731 w 690605"/>
                <a:gd name="connsiteY2" fmla="*/ 33930 h 1498771"/>
                <a:gd name="connsiteX3" fmla="*/ 57173 w 690605"/>
                <a:gd name="connsiteY3" fmla="*/ 1330547 h 1498771"/>
                <a:gd name="connsiteX4" fmla="*/ 0 w 690605"/>
                <a:gd name="connsiteY4" fmla="*/ 1103651 h 1498771"/>
                <a:gd name="connsiteX0" fmla="*/ 0 w 690605"/>
                <a:gd name="connsiteY0" fmla="*/ 1103651 h 1498771"/>
                <a:gd name="connsiteX1" fmla="*/ 602029 w 690605"/>
                <a:gd name="connsiteY1" fmla="*/ 0 h 1498771"/>
                <a:gd name="connsiteX2" fmla="*/ 661731 w 690605"/>
                <a:gd name="connsiteY2" fmla="*/ 33930 h 1498771"/>
                <a:gd name="connsiteX3" fmla="*/ 57173 w 690605"/>
                <a:gd name="connsiteY3" fmla="*/ 1330547 h 1498771"/>
                <a:gd name="connsiteX4" fmla="*/ 0 w 690605"/>
                <a:gd name="connsiteY4" fmla="*/ 1103651 h 1498771"/>
                <a:gd name="connsiteX0" fmla="*/ 0 w 690605"/>
                <a:gd name="connsiteY0" fmla="*/ 1103651 h 1498771"/>
                <a:gd name="connsiteX1" fmla="*/ 602029 w 690605"/>
                <a:gd name="connsiteY1" fmla="*/ 0 h 1498771"/>
                <a:gd name="connsiteX2" fmla="*/ 661731 w 690605"/>
                <a:gd name="connsiteY2" fmla="*/ 33930 h 1498771"/>
                <a:gd name="connsiteX3" fmla="*/ 57173 w 690605"/>
                <a:gd name="connsiteY3" fmla="*/ 1330547 h 1498771"/>
                <a:gd name="connsiteX4" fmla="*/ 0 w 690605"/>
                <a:gd name="connsiteY4" fmla="*/ 1103651 h 1498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605" h="1498771">
                  <a:moveTo>
                    <a:pt x="0" y="1103651"/>
                  </a:moveTo>
                  <a:cubicBezTo>
                    <a:pt x="515963" y="1691623"/>
                    <a:pt x="716153" y="917104"/>
                    <a:pt x="602029" y="0"/>
                  </a:cubicBezTo>
                  <a:lnTo>
                    <a:pt x="661731" y="33930"/>
                  </a:lnTo>
                  <a:cubicBezTo>
                    <a:pt x="715943" y="491293"/>
                    <a:pt x="770491" y="1998762"/>
                    <a:pt x="57173" y="1330547"/>
                  </a:cubicBezTo>
                  <a:lnTo>
                    <a:pt x="0" y="1103651"/>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5" name="Rectangle 10">
              <a:extLst>
                <a:ext uri="{FF2B5EF4-FFF2-40B4-BE49-F238E27FC236}">
                  <a16:creationId xmlns:a16="http://schemas.microsoft.com/office/drawing/2014/main" id="{DF9006D7-ABB3-4263-A796-9D23B52D4746}"/>
                </a:ext>
              </a:extLst>
            </p:cNvPr>
            <p:cNvSpPr/>
            <p:nvPr/>
          </p:nvSpPr>
          <p:spPr>
            <a:xfrm>
              <a:off x="2002633" y="2709996"/>
              <a:ext cx="1535464" cy="194154"/>
            </a:xfrm>
            <a:custGeom>
              <a:avLst/>
              <a:gdLst>
                <a:gd name="connsiteX0" fmla="*/ 0 w 1440213"/>
                <a:gd name="connsiteY0" fmla="*/ 0 h 163198"/>
                <a:gd name="connsiteX1" fmla="*/ 1440213 w 1440213"/>
                <a:gd name="connsiteY1" fmla="*/ 0 h 163198"/>
                <a:gd name="connsiteX2" fmla="*/ 1440213 w 1440213"/>
                <a:gd name="connsiteY2" fmla="*/ 163198 h 163198"/>
                <a:gd name="connsiteX3" fmla="*/ 0 w 1440213"/>
                <a:gd name="connsiteY3" fmla="*/ 163198 h 163198"/>
                <a:gd name="connsiteX4" fmla="*/ 0 w 1440213"/>
                <a:gd name="connsiteY4" fmla="*/ 0 h 163198"/>
                <a:gd name="connsiteX0" fmla="*/ 0 w 1483076"/>
                <a:gd name="connsiteY0" fmla="*/ 0 h 163198"/>
                <a:gd name="connsiteX1" fmla="*/ 1483076 w 1483076"/>
                <a:gd name="connsiteY1" fmla="*/ 107156 h 163198"/>
                <a:gd name="connsiteX2" fmla="*/ 1440213 w 1483076"/>
                <a:gd name="connsiteY2" fmla="*/ 163198 h 163198"/>
                <a:gd name="connsiteX3" fmla="*/ 0 w 1483076"/>
                <a:gd name="connsiteY3" fmla="*/ 163198 h 163198"/>
                <a:gd name="connsiteX4" fmla="*/ 0 w 1483076"/>
                <a:gd name="connsiteY4" fmla="*/ 0 h 163198"/>
                <a:gd name="connsiteX0" fmla="*/ 0 w 1497364"/>
                <a:gd name="connsiteY0" fmla="*/ 0 h 194154"/>
                <a:gd name="connsiteX1" fmla="*/ 1497364 w 1497364"/>
                <a:gd name="connsiteY1" fmla="*/ 138112 h 194154"/>
                <a:gd name="connsiteX2" fmla="*/ 1454501 w 1497364"/>
                <a:gd name="connsiteY2" fmla="*/ 194154 h 194154"/>
                <a:gd name="connsiteX3" fmla="*/ 14288 w 1497364"/>
                <a:gd name="connsiteY3" fmla="*/ 194154 h 194154"/>
                <a:gd name="connsiteX4" fmla="*/ 0 w 1497364"/>
                <a:gd name="connsiteY4" fmla="*/ 0 h 194154"/>
                <a:gd name="connsiteX0" fmla="*/ 0 w 1497364"/>
                <a:gd name="connsiteY0" fmla="*/ 0 h 194154"/>
                <a:gd name="connsiteX1" fmla="*/ 1497364 w 1497364"/>
                <a:gd name="connsiteY1" fmla="*/ 138112 h 194154"/>
                <a:gd name="connsiteX2" fmla="*/ 1454501 w 1497364"/>
                <a:gd name="connsiteY2" fmla="*/ 194154 h 194154"/>
                <a:gd name="connsiteX3" fmla="*/ 14288 w 1497364"/>
                <a:gd name="connsiteY3" fmla="*/ 194154 h 194154"/>
                <a:gd name="connsiteX4" fmla="*/ 0 w 1497364"/>
                <a:gd name="connsiteY4" fmla="*/ 0 h 194154"/>
                <a:gd name="connsiteX0" fmla="*/ 0 w 1497364"/>
                <a:gd name="connsiteY0" fmla="*/ 0 h 194154"/>
                <a:gd name="connsiteX1" fmla="*/ 1497364 w 1497364"/>
                <a:gd name="connsiteY1" fmla="*/ 138112 h 194154"/>
                <a:gd name="connsiteX2" fmla="*/ 1454501 w 1497364"/>
                <a:gd name="connsiteY2" fmla="*/ 194154 h 194154"/>
                <a:gd name="connsiteX3" fmla="*/ 14288 w 1497364"/>
                <a:gd name="connsiteY3" fmla="*/ 194154 h 194154"/>
                <a:gd name="connsiteX4" fmla="*/ 0 w 1497364"/>
                <a:gd name="connsiteY4" fmla="*/ 0 h 194154"/>
                <a:gd name="connsiteX0" fmla="*/ 38100 w 1535464"/>
                <a:gd name="connsiteY0" fmla="*/ 0 h 194154"/>
                <a:gd name="connsiteX1" fmla="*/ 1535464 w 1535464"/>
                <a:gd name="connsiteY1" fmla="*/ 138112 h 194154"/>
                <a:gd name="connsiteX2" fmla="*/ 1492601 w 1535464"/>
                <a:gd name="connsiteY2" fmla="*/ 194154 h 194154"/>
                <a:gd name="connsiteX3" fmla="*/ 0 w 1535464"/>
                <a:gd name="connsiteY3" fmla="*/ 29848 h 194154"/>
                <a:gd name="connsiteX4" fmla="*/ 38100 w 1535464"/>
                <a:gd name="connsiteY4" fmla="*/ 0 h 194154"/>
                <a:gd name="connsiteX0" fmla="*/ 38100 w 1535464"/>
                <a:gd name="connsiteY0" fmla="*/ 0 h 194154"/>
                <a:gd name="connsiteX1" fmla="*/ 1535464 w 1535464"/>
                <a:gd name="connsiteY1" fmla="*/ 138112 h 194154"/>
                <a:gd name="connsiteX2" fmla="*/ 1492601 w 1535464"/>
                <a:gd name="connsiteY2" fmla="*/ 194154 h 194154"/>
                <a:gd name="connsiteX3" fmla="*/ 0 w 1535464"/>
                <a:gd name="connsiteY3" fmla="*/ 29848 h 194154"/>
                <a:gd name="connsiteX4" fmla="*/ 38100 w 1535464"/>
                <a:gd name="connsiteY4" fmla="*/ 0 h 194154"/>
                <a:gd name="connsiteX0" fmla="*/ 38100 w 1535464"/>
                <a:gd name="connsiteY0" fmla="*/ 0 h 194154"/>
                <a:gd name="connsiteX1" fmla="*/ 1535464 w 1535464"/>
                <a:gd name="connsiteY1" fmla="*/ 138112 h 194154"/>
                <a:gd name="connsiteX2" fmla="*/ 1492601 w 1535464"/>
                <a:gd name="connsiteY2" fmla="*/ 194154 h 194154"/>
                <a:gd name="connsiteX3" fmla="*/ 0 w 1535464"/>
                <a:gd name="connsiteY3" fmla="*/ 29848 h 194154"/>
                <a:gd name="connsiteX4" fmla="*/ 38100 w 1535464"/>
                <a:gd name="connsiteY4" fmla="*/ 0 h 194154"/>
                <a:gd name="connsiteX0" fmla="*/ 38100 w 1535464"/>
                <a:gd name="connsiteY0" fmla="*/ 0 h 194154"/>
                <a:gd name="connsiteX1" fmla="*/ 1535464 w 1535464"/>
                <a:gd name="connsiteY1" fmla="*/ 138112 h 194154"/>
                <a:gd name="connsiteX2" fmla="*/ 1492601 w 1535464"/>
                <a:gd name="connsiteY2" fmla="*/ 194154 h 194154"/>
                <a:gd name="connsiteX3" fmla="*/ 0 w 1535464"/>
                <a:gd name="connsiteY3" fmla="*/ 29848 h 194154"/>
                <a:gd name="connsiteX4" fmla="*/ 38100 w 1535464"/>
                <a:gd name="connsiteY4" fmla="*/ 0 h 194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464" h="194154">
                  <a:moveTo>
                    <a:pt x="38100" y="0"/>
                  </a:moveTo>
                  <a:cubicBezTo>
                    <a:pt x="358628" y="5556"/>
                    <a:pt x="1062537" y="46831"/>
                    <a:pt x="1535464" y="138112"/>
                  </a:cubicBezTo>
                  <a:lnTo>
                    <a:pt x="1492601" y="194154"/>
                  </a:lnTo>
                  <a:cubicBezTo>
                    <a:pt x="1109367" y="79853"/>
                    <a:pt x="488009" y="63185"/>
                    <a:pt x="0" y="29848"/>
                  </a:cubicBezTo>
                  <a:lnTo>
                    <a:pt x="38100" y="0"/>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6" name="Rectangle 11">
              <a:extLst>
                <a:ext uri="{FF2B5EF4-FFF2-40B4-BE49-F238E27FC236}">
                  <a16:creationId xmlns:a16="http://schemas.microsoft.com/office/drawing/2014/main" id="{BDAEE2EE-25E6-4FE0-9CD1-823B5C95EBFB}"/>
                </a:ext>
              </a:extLst>
            </p:cNvPr>
            <p:cNvSpPr/>
            <p:nvPr/>
          </p:nvSpPr>
          <p:spPr>
            <a:xfrm>
              <a:off x="864394" y="2669106"/>
              <a:ext cx="1112043" cy="62388"/>
            </a:xfrm>
            <a:custGeom>
              <a:avLst/>
              <a:gdLst>
                <a:gd name="connsiteX0" fmla="*/ 0 w 1081087"/>
                <a:gd name="connsiteY0" fmla="*/ 0 h 45719"/>
                <a:gd name="connsiteX1" fmla="*/ 1081087 w 1081087"/>
                <a:gd name="connsiteY1" fmla="*/ 0 h 45719"/>
                <a:gd name="connsiteX2" fmla="*/ 1081087 w 1081087"/>
                <a:gd name="connsiteY2" fmla="*/ 45719 h 45719"/>
                <a:gd name="connsiteX3" fmla="*/ 0 w 1081087"/>
                <a:gd name="connsiteY3" fmla="*/ 45719 h 45719"/>
                <a:gd name="connsiteX4" fmla="*/ 0 w 1081087"/>
                <a:gd name="connsiteY4" fmla="*/ 0 h 45719"/>
                <a:gd name="connsiteX0" fmla="*/ 0 w 1131093"/>
                <a:gd name="connsiteY0" fmla="*/ 0 h 45719"/>
                <a:gd name="connsiteX1" fmla="*/ 1131093 w 1131093"/>
                <a:gd name="connsiteY1" fmla="*/ 19050 h 45719"/>
                <a:gd name="connsiteX2" fmla="*/ 1081087 w 1131093"/>
                <a:gd name="connsiteY2" fmla="*/ 45719 h 45719"/>
                <a:gd name="connsiteX3" fmla="*/ 0 w 1131093"/>
                <a:gd name="connsiteY3" fmla="*/ 45719 h 45719"/>
                <a:gd name="connsiteX4" fmla="*/ 0 w 1131093"/>
                <a:gd name="connsiteY4" fmla="*/ 0 h 45719"/>
                <a:gd name="connsiteX0" fmla="*/ 21431 w 1131093"/>
                <a:gd name="connsiteY0" fmla="*/ 0 h 62388"/>
                <a:gd name="connsiteX1" fmla="*/ 1131093 w 1131093"/>
                <a:gd name="connsiteY1" fmla="*/ 35719 h 62388"/>
                <a:gd name="connsiteX2" fmla="*/ 1081087 w 1131093"/>
                <a:gd name="connsiteY2" fmla="*/ 62388 h 62388"/>
                <a:gd name="connsiteX3" fmla="*/ 0 w 1131093"/>
                <a:gd name="connsiteY3" fmla="*/ 62388 h 62388"/>
                <a:gd name="connsiteX4" fmla="*/ 21431 w 1131093"/>
                <a:gd name="connsiteY4" fmla="*/ 0 h 62388"/>
                <a:gd name="connsiteX0" fmla="*/ 0 w 1109662"/>
                <a:gd name="connsiteY0" fmla="*/ 109062 h 171450"/>
                <a:gd name="connsiteX1" fmla="*/ 1109662 w 1109662"/>
                <a:gd name="connsiteY1" fmla="*/ 144781 h 171450"/>
                <a:gd name="connsiteX2" fmla="*/ 1059656 w 1109662"/>
                <a:gd name="connsiteY2" fmla="*/ 171450 h 171450"/>
                <a:gd name="connsiteX3" fmla="*/ 135731 w 1109662"/>
                <a:gd name="connsiteY3" fmla="*/ 0 h 171450"/>
                <a:gd name="connsiteX4" fmla="*/ 0 w 1109662"/>
                <a:gd name="connsiteY4" fmla="*/ 109062 h 171450"/>
                <a:gd name="connsiteX0" fmla="*/ 2381 w 1112043"/>
                <a:gd name="connsiteY0" fmla="*/ 0 h 62388"/>
                <a:gd name="connsiteX1" fmla="*/ 1112043 w 1112043"/>
                <a:gd name="connsiteY1" fmla="*/ 35719 h 62388"/>
                <a:gd name="connsiteX2" fmla="*/ 1062037 w 1112043"/>
                <a:gd name="connsiteY2" fmla="*/ 62388 h 62388"/>
                <a:gd name="connsiteX3" fmla="*/ 0 w 1112043"/>
                <a:gd name="connsiteY3" fmla="*/ 31432 h 62388"/>
                <a:gd name="connsiteX4" fmla="*/ 2381 w 1112043"/>
                <a:gd name="connsiteY4" fmla="*/ 0 h 62388"/>
                <a:gd name="connsiteX0" fmla="*/ 2381 w 1112043"/>
                <a:gd name="connsiteY0" fmla="*/ 0 h 62388"/>
                <a:gd name="connsiteX1" fmla="*/ 1112043 w 1112043"/>
                <a:gd name="connsiteY1" fmla="*/ 35719 h 62388"/>
                <a:gd name="connsiteX2" fmla="*/ 1062037 w 1112043"/>
                <a:gd name="connsiteY2" fmla="*/ 62388 h 62388"/>
                <a:gd name="connsiteX3" fmla="*/ 0 w 1112043"/>
                <a:gd name="connsiteY3" fmla="*/ 31432 h 62388"/>
                <a:gd name="connsiteX4" fmla="*/ 2381 w 1112043"/>
                <a:gd name="connsiteY4" fmla="*/ 0 h 62388"/>
                <a:gd name="connsiteX0" fmla="*/ 2381 w 1112043"/>
                <a:gd name="connsiteY0" fmla="*/ 0 h 62388"/>
                <a:gd name="connsiteX1" fmla="*/ 1112043 w 1112043"/>
                <a:gd name="connsiteY1" fmla="*/ 35719 h 62388"/>
                <a:gd name="connsiteX2" fmla="*/ 1062037 w 1112043"/>
                <a:gd name="connsiteY2" fmla="*/ 62388 h 62388"/>
                <a:gd name="connsiteX3" fmla="*/ 0 w 1112043"/>
                <a:gd name="connsiteY3" fmla="*/ 31432 h 62388"/>
                <a:gd name="connsiteX4" fmla="*/ 2381 w 1112043"/>
                <a:gd name="connsiteY4" fmla="*/ 0 h 6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2043" h="62388">
                  <a:moveTo>
                    <a:pt x="2381" y="0"/>
                  </a:moveTo>
                  <a:cubicBezTo>
                    <a:pt x="372268" y="11906"/>
                    <a:pt x="737393" y="14288"/>
                    <a:pt x="1112043" y="35719"/>
                  </a:cubicBezTo>
                  <a:lnTo>
                    <a:pt x="1062037" y="62388"/>
                  </a:lnTo>
                  <a:lnTo>
                    <a:pt x="0" y="31432"/>
                  </a:lnTo>
                  <a:lnTo>
                    <a:pt x="2381" y="0"/>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grpSp>
        <p:nvGrpSpPr>
          <p:cNvPr id="121" name="Group 120">
            <a:extLst>
              <a:ext uri="{FF2B5EF4-FFF2-40B4-BE49-F238E27FC236}">
                <a16:creationId xmlns:a16="http://schemas.microsoft.com/office/drawing/2014/main" id="{5A10D7E2-6802-4A57-88A7-57EDF0CCE5B2}"/>
              </a:ext>
            </a:extLst>
          </p:cNvPr>
          <p:cNvGrpSpPr/>
          <p:nvPr/>
        </p:nvGrpSpPr>
        <p:grpSpPr>
          <a:xfrm>
            <a:off x="2385067" y="653696"/>
            <a:ext cx="1467210" cy="1733431"/>
            <a:chOff x="2236511" y="768674"/>
            <a:chExt cx="1467210" cy="1733431"/>
          </a:xfrm>
        </p:grpSpPr>
        <p:sp>
          <p:nvSpPr>
            <p:cNvPr id="155" name="Oval 154">
              <a:extLst>
                <a:ext uri="{FF2B5EF4-FFF2-40B4-BE49-F238E27FC236}">
                  <a16:creationId xmlns:a16="http://schemas.microsoft.com/office/drawing/2014/main" id="{C7DEBD43-FA5F-40F8-95A3-F8B8268AE63B}"/>
                </a:ext>
              </a:extLst>
            </p:cNvPr>
            <p:cNvSpPr/>
            <p:nvPr/>
          </p:nvSpPr>
          <p:spPr>
            <a:xfrm>
              <a:off x="2627323" y="2401999"/>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156" name="Group 155">
              <a:extLst>
                <a:ext uri="{FF2B5EF4-FFF2-40B4-BE49-F238E27FC236}">
                  <a16:creationId xmlns:a16="http://schemas.microsoft.com/office/drawing/2014/main" id="{4CF75F02-FB58-4F20-8761-44A1594CD5C4}"/>
                </a:ext>
              </a:extLst>
            </p:cNvPr>
            <p:cNvGrpSpPr/>
            <p:nvPr/>
          </p:nvGrpSpPr>
          <p:grpSpPr>
            <a:xfrm>
              <a:off x="2236511" y="768674"/>
              <a:ext cx="1467210" cy="1695126"/>
              <a:chOff x="2211753" y="740070"/>
              <a:chExt cx="1516726" cy="1752334"/>
            </a:xfrm>
          </p:grpSpPr>
          <p:grpSp>
            <p:nvGrpSpPr>
              <p:cNvPr id="157" name="Group 156">
                <a:extLst>
                  <a:ext uri="{FF2B5EF4-FFF2-40B4-BE49-F238E27FC236}">
                    <a16:creationId xmlns:a16="http://schemas.microsoft.com/office/drawing/2014/main" id="{7B7C2D42-F235-474E-9E7E-6F46FA42CE59}"/>
                  </a:ext>
                </a:extLst>
              </p:cNvPr>
              <p:cNvGrpSpPr/>
              <p:nvPr/>
            </p:nvGrpSpPr>
            <p:grpSpPr>
              <a:xfrm>
                <a:off x="2211753" y="740070"/>
                <a:ext cx="1516726" cy="1752334"/>
                <a:chOff x="290953" y="2282951"/>
                <a:chExt cx="1883664" cy="2176271"/>
              </a:xfrm>
            </p:grpSpPr>
            <p:sp>
              <p:nvSpPr>
                <p:cNvPr id="163" name="Freeform 137">
                  <a:extLst>
                    <a:ext uri="{FF2B5EF4-FFF2-40B4-BE49-F238E27FC236}">
                      <a16:creationId xmlns:a16="http://schemas.microsoft.com/office/drawing/2014/main" id="{FD897B12-AA2A-43A2-BCC4-76B55C5B96D0}"/>
                    </a:ext>
                  </a:extLst>
                </p:cNvPr>
                <p:cNvSpPr/>
                <p:nvPr/>
              </p:nvSpPr>
              <p:spPr>
                <a:xfrm flipV="1">
                  <a:off x="290953" y="2282951"/>
                  <a:ext cx="1883663" cy="2176271"/>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CC960"/>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64" name="Freeform 138">
                  <a:extLst>
                    <a:ext uri="{FF2B5EF4-FFF2-40B4-BE49-F238E27FC236}">
                      <a16:creationId xmlns:a16="http://schemas.microsoft.com/office/drawing/2014/main" id="{046B4243-5DBC-4C43-A814-ADF9BF0C8B6D}"/>
                    </a:ext>
                  </a:extLst>
                </p:cNvPr>
                <p:cNvSpPr/>
                <p:nvPr/>
              </p:nvSpPr>
              <p:spPr>
                <a:xfrm>
                  <a:off x="1231317" y="2283019"/>
                  <a:ext cx="943300" cy="2176203"/>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65" name="Freeform 139">
                  <a:extLst>
                    <a:ext uri="{FF2B5EF4-FFF2-40B4-BE49-F238E27FC236}">
                      <a16:creationId xmlns:a16="http://schemas.microsoft.com/office/drawing/2014/main" id="{C5288530-E6C7-44C4-A472-BD84074F9263}"/>
                    </a:ext>
                  </a:extLst>
                </p:cNvPr>
                <p:cNvSpPr/>
                <p:nvPr/>
              </p:nvSpPr>
              <p:spPr>
                <a:xfrm flipV="1">
                  <a:off x="706339" y="2761488"/>
                  <a:ext cx="1056204" cy="1219200"/>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158" name="Group 157">
                <a:extLst>
                  <a:ext uri="{FF2B5EF4-FFF2-40B4-BE49-F238E27FC236}">
                    <a16:creationId xmlns:a16="http://schemas.microsoft.com/office/drawing/2014/main" id="{D9D77131-B187-42B6-BACC-037A99E10EC8}"/>
                  </a:ext>
                </a:extLst>
              </p:cNvPr>
              <p:cNvGrpSpPr/>
              <p:nvPr/>
            </p:nvGrpSpPr>
            <p:grpSpPr>
              <a:xfrm flipH="1">
                <a:off x="2736240" y="1325510"/>
                <a:ext cx="470418" cy="451521"/>
                <a:chOff x="1875470" y="4657229"/>
                <a:chExt cx="1035194" cy="993610"/>
              </a:xfrm>
              <a:solidFill>
                <a:srgbClr val="E69B04"/>
              </a:solidFill>
            </p:grpSpPr>
            <p:sp>
              <p:nvSpPr>
                <p:cNvPr id="160" name="Freeform 134">
                  <a:extLst>
                    <a:ext uri="{FF2B5EF4-FFF2-40B4-BE49-F238E27FC236}">
                      <a16:creationId xmlns:a16="http://schemas.microsoft.com/office/drawing/2014/main" id="{CF372A77-8528-4742-A4E8-B392E3FC5146}"/>
                    </a:ext>
                  </a:extLst>
                </p:cNvPr>
                <p:cNvSpPr/>
                <p:nvPr/>
              </p:nvSpPr>
              <p:spPr>
                <a:xfrm>
                  <a:off x="2052927" y="4849271"/>
                  <a:ext cx="857737" cy="801568"/>
                </a:xfrm>
                <a:custGeom>
                  <a:avLst/>
                  <a:gdLst>
                    <a:gd name="connsiteX0" fmla="*/ 281030 w 857737"/>
                    <a:gd name="connsiteY0" fmla="*/ 0 h 801568"/>
                    <a:gd name="connsiteX1" fmla="*/ 562060 w 857737"/>
                    <a:gd name="connsiteY1" fmla="*/ 281030 h 801568"/>
                    <a:gd name="connsiteX2" fmla="*/ 514065 w 857737"/>
                    <a:gd name="connsiteY2" fmla="*/ 438157 h 801568"/>
                    <a:gd name="connsiteX3" fmla="*/ 506432 w 857737"/>
                    <a:gd name="connsiteY3" fmla="*/ 447408 h 801568"/>
                    <a:gd name="connsiteX4" fmla="*/ 583615 w 857737"/>
                    <a:gd name="connsiteY4" fmla="*/ 517132 h 801568"/>
                    <a:gd name="connsiteX5" fmla="*/ 608393 w 857737"/>
                    <a:gd name="connsiteY5" fmla="*/ 489650 h 801568"/>
                    <a:gd name="connsiteX6" fmla="*/ 857737 w 857737"/>
                    <a:gd name="connsiteY6" fmla="*/ 714442 h 801568"/>
                    <a:gd name="connsiteX7" fmla="*/ 779185 w 857737"/>
                    <a:gd name="connsiteY7" fmla="*/ 801568 h 801568"/>
                    <a:gd name="connsiteX8" fmla="*/ 529840 w 857737"/>
                    <a:gd name="connsiteY8" fmla="*/ 576776 h 801568"/>
                    <a:gd name="connsiteX9" fmla="*/ 552602 w 857737"/>
                    <a:gd name="connsiteY9" fmla="*/ 551530 h 801568"/>
                    <a:gd name="connsiteX10" fmla="*/ 476296 w 857737"/>
                    <a:gd name="connsiteY10" fmla="*/ 482597 h 801568"/>
                    <a:gd name="connsiteX11" fmla="*/ 438157 w 857737"/>
                    <a:gd name="connsiteY11" fmla="*/ 514065 h 801568"/>
                    <a:gd name="connsiteX12" fmla="*/ 281030 w 857737"/>
                    <a:gd name="connsiteY12" fmla="*/ 562060 h 801568"/>
                    <a:gd name="connsiteX13" fmla="*/ 0 w 857737"/>
                    <a:gd name="connsiteY13" fmla="*/ 281030 h 801568"/>
                    <a:gd name="connsiteX14" fmla="*/ 281030 w 857737"/>
                    <a:gd name="connsiteY14" fmla="*/ 0 h 801568"/>
                    <a:gd name="connsiteX15" fmla="*/ 281030 w 857737"/>
                    <a:gd name="connsiteY15" fmla="*/ 48900 h 801568"/>
                    <a:gd name="connsiteX16" fmla="*/ 48900 w 857737"/>
                    <a:gd name="connsiteY16" fmla="*/ 281030 h 801568"/>
                    <a:gd name="connsiteX17" fmla="*/ 281030 w 857737"/>
                    <a:gd name="connsiteY17" fmla="*/ 513160 h 801568"/>
                    <a:gd name="connsiteX18" fmla="*/ 513160 w 857737"/>
                    <a:gd name="connsiteY18" fmla="*/ 281030 h 801568"/>
                    <a:gd name="connsiteX19" fmla="*/ 281030 w 857737"/>
                    <a:gd name="connsiteY19" fmla="*/ 48900 h 80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57737" h="801568">
                      <a:moveTo>
                        <a:pt x="281030" y="0"/>
                      </a:moveTo>
                      <a:cubicBezTo>
                        <a:pt x="436239" y="0"/>
                        <a:pt x="562061" y="125821"/>
                        <a:pt x="562060" y="281030"/>
                      </a:cubicBezTo>
                      <a:cubicBezTo>
                        <a:pt x="562060" y="339233"/>
                        <a:pt x="544367" y="393304"/>
                        <a:pt x="514065" y="438157"/>
                      </a:cubicBezTo>
                      <a:lnTo>
                        <a:pt x="506432" y="447408"/>
                      </a:lnTo>
                      <a:lnTo>
                        <a:pt x="583615" y="517132"/>
                      </a:lnTo>
                      <a:lnTo>
                        <a:pt x="608393" y="489650"/>
                      </a:lnTo>
                      <a:lnTo>
                        <a:pt x="857737" y="714442"/>
                      </a:lnTo>
                      <a:lnTo>
                        <a:pt x="779185" y="801568"/>
                      </a:lnTo>
                      <a:lnTo>
                        <a:pt x="529840" y="576776"/>
                      </a:lnTo>
                      <a:lnTo>
                        <a:pt x="552602" y="551530"/>
                      </a:lnTo>
                      <a:lnTo>
                        <a:pt x="476296" y="482597"/>
                      </a:lnTo>
                      <a:lnTo>
                        <a:pt x="438157" y="514065"/>
                      </a:lnTo>
                      <a:cubicBezTo>
                        <a:pt x="393304" y="544367"/>
                        <a:pt x="339233" y="562061"/>
                        <a:pt x="281030" y="562060"/>
                      </a:cubicBezTo>
                      <a:cubicBezTo>
                        <a:pt x="125821" y="562061"/>
                        <a:pt x="0" y="436239"/>
                        <a:pt x="0" y="281030"/>
                      </a:cubicBezTo>
                      <a:cubicBezTo>
                        <a:pt x="0" y="125821"/>
                        <a:pt x="125821" y="0"/>
                        <a:pt x="281030" y="0"/>
                      </a:cubicBezTo>
                      <a:close/>
                      <a:moveTo>
                        <a:pt x="281030" y="48900"/>
                      </a:moveTo>
                      <a:cubicBezTo>
                        <a:pt x="152828" y="48900"/>
                        <a:pt x="48900" y="152828"/>
                        <a:pt x="48900" y="281030"/>
                      </a:cubicBezTo>
                      <a:cubicBezTo>
                        <a:pt x="48900" y="409232"/>
                        <a:pt x="152828" y="513160"/>
                        <a:pt x="281030" y="513160"/>
                      </a:cubicBezTo>
                      <a:cubicBezTo>
                        <a:pt x="409232" y="513160"/>
                        <a:pt x="513160" y="409232"/>
                        <a:pt x="513160" y="281030"/>
                      </a:cubicBezTo>
                      <a:cubicBezTo>
                        <a:pt x="513160" y="152828"/>
                        <a:pt x="409232" y="48900"/>
                        <a:pt x="281030" y="4890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61" name="Oval 160">
                  <a:extLst>
                    <a:ext uri="{FF2B5EF4-FFF2-40B4-BE49-F238E27FC236}">
                      <a16:creationId xmlns:a16="http://schemas.microsoft.com/office/drawing/2014/main" id="{6A37AF24-F21B-4B9F-95FF-6EB2A7D9AEE0}"/>
                    </a:ext>
                  </a:extLst>
                </p:cNvPr>
                <p:cNvSpPr/>
                <p:nvPr/>
              </p:nvSpPr>
              <p:spPr>
                <a:xfrm>
                  <a:off x="2264526" y="5049819"/>
                  <a:ext cx="153597" cy="153598"/>
                </a:xfrm>
                <a:prstGeom prst="ellipse">
                  <a:avLst/>
                </a:pr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62" name="Freeform 136">
                  <a:extLst>
                    <a:ext uri="{FF2B5EF4-FFF2-40B4-BE49-F238E27FC236}">
                      <a16:creationId xmlns:a16="http://schemas.microsoft.com/office/drawing/2014/main" id="{B7EBCE8A-0B09-4928-9C7E-32B7DE56DE24}"/>
                    </a:ext>
                  </a:extLst>
                </p:cNvPr>
                <p:cNvSpPr/>
                <p:nvPr/>
              </p:nvSpPr>
              <p:spPr>
                <a:xfrm rot="18852688">
                  <a:off x="1871383" y="4661316"/>
                  <a:ext cx="924252" cy="916078"/>
                </a:xfrm>
                <a:custGeom>
                  <a:avLst/>
                  <a:gdLst>
                    <a:gd name="connsiteX0" fmla="*/ 2303792 w 2904087"/>
                    <a:gd name="connsiteY0" fmla="*/ 312028 h 2878405"/>
                    <a:gd name="connsiteX1" fmla="*/ 2642778 w 2904087"/>
                    <a:gd name="connsiteY1" fmla="*/ 660478 h 2878405"/>
                    <a:gd name="connsiteX2" fmla="*/ 2508212 w 2904087"/>
                    <a:gd name="connsiteY2" fmla="*/ 791391 h 2878405"/>
                    <a:gd name="connsiteX3" fmla="*/ 2548060 w 2904087"/>
                    <a:gd name="connsiteY3" fmla="*/ 860989 h 2878405"/>
                    <a:gd name="connsiteX4" fmla="*/ 2665608 w 2904087"/>
                    <a:gd name="connsiteY4" fmla="*/ 1211567 h 2878405"/>
                    <a:gd name="connsiteX5" fmla="*/ 2669510 w 2904087"/>
                    <a:gd name="connsiteY5" fmla="*/ 1241503 h 2878405"/>
                    <a:gd name="connsiteX6" fmla="*/ 2904087 w 2904087"/>
                    <a:gd name="connsiteY6" fmla="*/ 1252304 h 2878405"/>
                    <a:gd name="connsiteX7" fmla="*/ 2881728 w 2904087"/>
                    <a:gd name="connsiteY7" fmla="*/ 1737927 h 2878405"/>
                    <a:gd name="connsiteX8" fmla="*/ 2651297 w 2904087"/>
                    <a:gd name="connsiteY8" fmla="*/ 1727317 h 2878405"/>
                    <a:gd name="connsiteX9" fmla="*/ 2628142 w 2904087"/>
                    <a:gd name="connsiteY9" fmla="*/ 1816787 h 2878405"/>
                    <a:gd name="connsiteX10" fmla="*/ 2531763 w 2904087"/>
                    <a:gd name="connsiteY10" fmla="*/ 2045083 h 2878405"/>
                    <a:gd name="connsiteX11" fmla="*/ 2471351 w 2904087"/>
                    <a:gd name="connsiteY11" fmla="*/ 2144177 h 2878405"/>
                    <a:gd name="connsiteX12" fmla="*/ 2644463 w 2904087"/>
                    <a:gd name="connsiteY12" fmla="*/ 2322120 h 2878405"/>
                    <a:gd name="connsiteX13" fmla="*/ 2296012 w 2904087"/>
                    <a:gd name="connsiteY13" fmla="*/ 2661107 h 2878405"/>
                    <a:gd name="connsiteX14" fmla="*/ 2128529 w 2904087"/>
                    <a:gd name="connsiteY14" fmla="*/ 2488948 h 2878405"/>
                    <a:gd name="connsiteX15" fmla="*/ 2098337 w 2904087"/>
                    <a:gd name="connsiteY15" fmla="*/ 2510510 h 2878405"/>
                    <a:gd name="connsiteX16" fmla="*/ 1802422 w 2904087"/>
                    <a:gd name="connsiteY16" fmla="*/ 2649844 h 2878405"/>
                    <a:gd name="connsiteX17" fmla="*/ 1724025 w 2904087"/>
                    <a:gd name="connsiteY17" fmla="*/ 2671374 h 2878405"/>
                    <a:gd name="connsiteX18" fmla="*/ 1726283 w 2904087"/>
                    <a:gd name="connsiteY18" fmla="*/ 2572901 h 2878405"/>
                    <a:gd name="connsiteX19" fmla="*/ 1602584 w 2904087"/>
                    <a:gd name="connsiteY19" fmla="*/ 2570066 h 2878405"/>
                    <a:gd name="connsiteX20" fmla="*/ 1593085 w 2904087"/>
                    <a:gd name="connsiteY20" fmla="*/ 2418297 h 2878405"/>
                    <a:gd name="connsiteX21" fmla="*/ 1683243 w 2904087"/>
                    <a:gd name="connsiteY21" fmla="*/ 2397594 h 2878405"/>
                    <a:gd name="connsiteX22" fmla="*/ 2107924 w 2904087"/>
                    <a:gd name="connsiteY22" fmla="*/ 2152381 h 2878405"/>
                    <a:gd name="connsiteX23" fmla="*/ 2127332 w 2904087"/>
                    <a:gd name="connsiteY23" fmla="*/ 742068 h 2878405"/>
                    <a:gd name="connsiteX24" fmla="*/ 717022 w 2904087"/>
                    <a:gd name="connsiteY24" fmla="*/ 722659 h 2878405"/>
                    <a:gd name="connsiteX25" fmla="*/ 697613 w 2904087"/>
                    <a:gd name="connsiteY25" fmla="*/ 2132971 h 2878405"/>
                    <a:gd name="connsiteX26" fmla="*/ 1208532 w 2904087"/>
                    <a:gd name="connsiteY26" fmla="*/ 2413882 h 2878405"/>
                    <a:gd name="connsiteX27" fmla="*/ 1342669 w 2904087"/>
                    <a:gd name="connsiteY27" fmla="*/ 2428606 h 2878405"/>
                    <a:gd name="connsiteX28" fmla="*/ 1338968 w 2904087"/>
                    <a:gd name="connsiteY28" fmla="*/ 2590060 h 2878405"/>
                    <a:gd name="connsiteX29" fmla="*/ 1232473 w 2904087"/>
                    <a:gd name="connsiteY29" fmla="*/ 2587618 h 2878405"/>
                    <a:gd name="connsiteX30" fmla="*/ 1230965 w 2904087"/>
                    <a:gd name="connsiteY30" fmla="*/ 2653401 h 2878405"/>
                    <a:gd name="connsiteX31" fmla="*/ 1231188 w 2904087"/>
                    <a:gd name="connsiteY31" fmla="*/ 2659491 h 2878405"/>
                    <a:gd name="connsiteX32" fmla="*/ 1232316 w 2904087"/>
                    <a:gd name="connsiteY32" fmla="*/ 2659491 h 2878405"/>
                    <a:gd name="connsiteX33" fmla="*/ 1232316 w 2904087"/>
                    <a:gd name="connsiteY33" fmla="*/ 2690202 h 2878405"/>
                    <a:gd name="connsiteX34" fmla="*/ 1232564 w 2904087"/>
                    <a:gd name="connsiteY34" fmla="*/ 2696952 h 2878405"/>
                    <a:gd name="connsiteX35" fmla="*/ 1232316 w 2904087"/>
                    <a:gd name="connsiteY35" fmla="*/ 2696914 h 2878405"/>
                    <a:gd name="connsiteX36" fmla="*/ 1232316 w 2904087"/>
                    <a:gd name="connsiteY36" fmla="*/ 2878405 h 2878405"/>
                    <a:gd name="connsiteX37" fmla="*/ 1179526 w 2904087"/>
                    <a:gd name="connsiteY37" fmla="*/ 2878405 h 2878405"/>
                    <a:gd name="connsiteX38" fmla="*/ 1179526 w 2904087"/>
                    <a:gd name="connsiteY38" fmla="*/ 2688878 h 2878405"/>
                    <a:gd name="connsiteX39" fmla="*/ 1167139 w 2904087"/>
                    <a:gd name="connsiteY39" fmla="*/ 2686992 h 2878405"/>
                    <a:gd name="connsiteX40" fmla="*/ 499869 w 2904087"/>
                    <a:gd name="connsiteY40" fmla="*/ 2325342 h 2878405"/>
                    <a:gd name="connsiteX41" fmla="*/ 186826 w 2904087"/>
                    <a:gd name="connsiteY41" fmla="*/ 1783186 h 2878405"/>
                    <a:gd name="connsiteX42" fmla="*/ 164812 w 2904087"/>
                    <a:gd name="connsiteY42" fmla="*/ 1687314 h 2878405"/>
                    <a:gd name="connsiteX43" fmla="*/ 9562 w 2904087"/>
                    <a:gd name="connsiteY43" fmla="*/ 1690367 h 2878405"/>
                    <a:gd name="connsiteX44" fmla="*/ 0 w 2904087"/>
                    <a:gd name="connsiteY44" fmla="*/ 1204324 h 2878405"/>
                    <a:gd name="connsiteX45" fmla="*/ 162234 w 2904087"/>
                    <a:gd name="connsiteY45" fmla="*/ 1201133 h 2878405"/>
                    <a:gd name="connsiteX46" fmla="*/ 166031 w 2904087"/>
                    <a:gd name="connsiteY46" fmla="*/ 1177165 h 2878405"/>
                    <a:gd name="connsiteX47" fmla="*/ 358765 w 2904087"/>
                    <a:gd name="connsiteY47" fmla="*/ 722383 h 2878405"/>
                    <a:gd name="connsiteX48" fmla="*/ 374085 w 2904087"/>
                    <a:gd name="connsiteY48" fmla="*/ 702136 h 2878405"/>
                    <a:gd name="connsiteX49" fmla="*/ 269935 w 2904087"/>
                    <a:gd name="connsiteY49" fmla="*/ 595078 h 2878405"/>
                    <a:gd name="connsiteX50" fmla="*/ 618384 w 2904087"/>
                    <a:gd name="connsiteY50" fmla="*/ 256090 h 2878405"/>
                    <a:gd name="connsiteX51" fmla="*/ 724997 w 2904087"/>
                    <a:gd name="connsiteY51" fmla="*/ 365679 h 2878405"/>
                    <a:gd name="connsiteX52" fmla="*/ 726609 w 2904087"/>
                    <a:gd name="connsiteY52" fmla="*/ 364529 h 2878405"/>
                    <a:gd name="connsiteX53" fmla="*/ 1186521 w 2904087"/>
                    <a:gd name="connsiteY53" fmla="*/ 184383 h 2878405"/>
                    <a:gd name="connsiteX54" fmla="*/ 1229105 w 2904087"/>
                    <a:gd name="connsiteY54" fmla="*/ 178836 h 2878405"/>
                    <a:gd name="connsiteX55" fmla="*/ 1220106 w 2904087"/>
                    <a:gd name="connsiteY55" fmla="*/ 29170 h 2878405"/>
                    <a:gd name="connsiteX56" fmla="*/ 1705368 w 2904087"/>
                    <a:gd name="connsiteY56" fmla="*/ 0 h 2878405"/>
                    <a:gd name="connsiteX57" fmla="*/ 1717551 w 2904087"/>
                    <a:gd name="connsiteY57" fmla="*/ 202650 h 2878405"/>
                    <a:gd name="connsiteX58" fmla="*/ 1791742 w 2904087"/>
                    <a:gd name="connsiteY58" fmla="*/ 221849 h 2878405"/>
                    <a:gd name="connsiteX59" fmla="*/ 2127608 w 2904087"/>
                    <a:gd name="connsiteY59" fmla="*/ 383810 h 2878405"/>
                    <a:gd name="connsiteX60" fmla="*/ 2185207 w 2904087"/>
                    <a:gd name="connsiteY60" fmla="*/ 427390 h 2878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904087" h="2878405">
                      <a:moveTo>
                        <a:pt x="2303792" y="312028"/>
                      </a:moveTo>
                      <a:lnTo>
                        <a:pt x="2642778" y="660478"/>
                      </a:lnTo>
                      <a:lnTo>
                        <a:pt x="2508212" y="791391"/>
                      </a:lnTo>
                      <a:lnTo>
                        <a:pt x="2548060" y="860989"/>
                      </a:lnTo>
                      <a:cubicBezTo>
                        <a:pt x="2604796" y="972659"/>
                        <a:pt x="2643961" y="1090876"/>
                        <a:pt x="2665608" y="1211567"/>
                      </a:cubicBezTo>
                      <a:lnTo>
                        <a:pt x="2669510" y="1241503"/>
                      </a:lnTo>
                      <a:lnTo>
                        <a:pt x="2904087" y="1252304"/>
                      </a:lnTo>
                      <a:lnTo>
                        <a:pt x="2881728" y="1737927"/>
                      </a:lnTo>
                      <a:lnTo>
                        <a:pt x="2651297" y="1727317"/>
                      </a:lnTo>
                      <a:lnTo>
                        <a:pt x="2628142" y="1816787"/>
                      </a:lnTo>
                      <a:cubicBezTo>
                        <a:pt x="2603754" y="1895204"/>
                        <a:pt x="2571621" y="1971708"/>
                        <a:pt x="2531763" y="2045083"/>
                      </a:cubicBezTo>
                      <a:lnTo>
                        <a:pt x="2471351" y="2144177"/>
                      </a:lnTo>
                      <a:lnTo>
                        <a:pt x="2644463" y="2322120"/>
                      </a:lnTo>
                      <a:lnTo>
                        <a:pt x="2296012" y="2661107"/>
                      </a:lnTo>
                      <a:lnTo>
                        <a:pt x="2128529" y="2488948"/>
                      </a:lnTo>
                      <a:lnTo>
                        <a:pt x="2098337" y="2510510"/>
                      </a:lnTo>
                      <a:cubicBezTo>
                        <a:pt x="2004840" y="2570409"/>
                        <a:pt x="1905294" y="2616843"/>
                        <a:pt x="1802422" y="2649844"/>
                      </a:cubicBezTo>
                      <a:lnTo>
                        <a:pt x="1724025" y="2671374"/>
                      </a:lnTo>
                      <a:lnTo>
                        <a:pt x="1726283" y="2572901"/>
                      </a:lnTo>
                      <a:lnTo>
                        <a:pt x="1602584" y="2570066"/>
                      </a:lnTo>
                      <a:lnTo>
                        <a:pt x="1593085" y="2418297"/>
                      </a:lnTo>
                      <a:lnTo>
                        <a:pt x="1683243" y="2397594"/>
                      </a:lnTo>
                      <a:cubicBezTo>
                        <a:pt x="1838062" y="2354078"/>
                        <a:pt x="1984547" y="2272407"/>
                        <a:pt x="2107924" y="2152381"/>
                      </a:cubicBezTo>
                      <a:cubicBezTo>
                        <a:pt x="2502732" y="1768294"/>
                        <a:pt x="2511421" y="1136875"/>
                        <a:pt x="2127332" y="742068"/>
                      </a:cubicBezTo>
                      <a:cubicBezTo>
                        <a:pt x="1743247" y="347261"/>
                        <a:pt x="1111829" y="338571"/>
                        <a:pt x="717022" y="722659"/>
                      </a:cubicBezTo>
                      <a:cubicBezTo>
                        <a:pt x="322216" y="1106745"/>
                        <a:pt x="313524" y="1738162"/>
                        <a:pt x="697613" y="2132971"/>
                      </a:cubicBezTo>
                      <a:cubicBezTo>
                        <a:pt x="841644" y="2281022"/>
                        <a:pt x="1020457" y="2374778"/>
                        <a:pt x="1208532" y="2413882"/>
                      </a:cubicBezTo>
                      <a:lnTo>
                        <a:pt x="1342669" y="2428606"/>
                      </a:lnTo>
                      <a:lnTo>
                        <a:pt x="1338968" y="2590060"/>
                      </a:lnTo>
                      <a:lnTo>
                        <a:pt x="1232473" y="2587618"/>
                      </a:lnTo>
                      <a:lnTo>
                        <a:pt x="1230965" y="2653401"/>
                      </a:lnTo>
                      <a:lnTo>
                        <a:pt x="1231188" y="2659491"/>
                      </a:lnTo>
                      <a:lnTo>
                        <a:pt x="1232316" y="2659491"/>
                      </a:lnTo>
                      <a:lnTo>
                        <a:pt x="1232316" y="2690202"/>
                      </a:lnTo>
                      <a:lnTo>
                        <a:pt x="1232564" y="2696952"/>
                      </a:lnTo>
                      <a:lnTo>
                        <a:pt x="1232316" y="2696914"/>
                      </a:lnTo>
                      <a:lnTo>
                        <a:pt x="1232316" y="2878405"/>
                      </a:lnTo>
                      <a:lnTo>
                        <a:pt x="1179526" y="2878405"/>
                      </a:lnTo>
                      <a:lnTo>
                        <a:pt x="1179526" y="2688878"/>
                      </a:lnTo>
                      <a:lnTo>
                        <a:pt x="1167139" y="2686992"/>
                      </a:lnTo>
                      <a:cubicBezTo>
                        <a:pt x="921550" y="2638996"/>
                        <a:pt x="687574" y="2518287"/>
                        <a:pt x="499869" y="2325342"/>
                      </a:cubicBezTo>
                      <a:cubicBezTo>
                        <a:pt x="346642" y="2167839"/>
                        <a:pt x="242378" y="1980833"/>
                        <a:pt x="186826" y="1783186"/>
                      </a:cubicBezTo>
                      <a:lnTo>
                        <a:pt x="164812" y="1687314"/>
                      </a:lnTo>
                      <a:lnTo>
                        <a:pt x="9562" y="1690367"/>
                      </a:lnTo>
                      <a:lnTo>
                        <a:pt x="0" y="1204324"/>
                      </a:lnTo>
                      <a:lnTo>
                        <a:pt x="162234" y="1201133"/>
                      </a:lnTo>
                      <a:lnTo>
                        <a:pt x="166031" y="1177165"/>
                      </a:lnTo>
                      <a:cubicBezTo>
                        <a:pt x="199313" y="1017098"/>
                        <a:pt x="263602" y="862285"/>
                        <a:pt x="358765" y="722383"/>
                      </a:cubicBezTo>
                      <a:lnTo>
                        <a:pt x="374085" y="702136"/>
                      </a:lnTo>
                      <a:lnTo>
                        <a:pt x="269935" y="595078"/>
                      </a:lnTo>
                      <a:lnTo>
                        <a:pt x="618384" y="256090"/>
                      </a:lnTo>
                      <a:lnTo>
                        <a:pt x="724997" y="365679"/>
                      </a:lnTo>
                      <a:lnTo>
                        <a:pt x="726609" y="364529"/>
                      </a:lnTo>
                      <a:cubicBezTo>
                        <a:pt x="869078" y="273252"/>
                        <a:pt x="1025599" y="213246"/>
                        <a:pt x="1186521" y="184383"/>
                      </a:cubicBezTo>
                      <a:lnTo>
                        <a:pt x="1229105" y="178836"/>
                      </a:lnTo>
                      <a:lnTo>
                        <a:pt x="1220106" y="29170"/>
                      </a:lnTo>
                      <a:lnTo>
                        <a:pt x="1705368" y="0"/>
                      </a:lnTo>
                      <a:lnTo>
                        <a:pt x="1717551" y="202650"/>
                      </a:lnTo>
                      <a:lnTo>
                        <a:pt x="1791742" y="221849"/>
                      </a:lnTo>
                      <a:cubicBezTo>
                        <a:pt x="1909369" y="258433"/>
                        <a:pt x="2022681" y="312439"/>
                        <a:pt x="2127608" y="383810"/>
                      </a:cubicBezTo>
                      <a:lnTo>
                        <a:pt x="2185207" y="42739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159" name="TextBox 158">
                <a:extLst>
                  <a:ext uri="{FF2B5EF4-FFF2-40B4-BE49-F238E27FC236}">
                    <a16:creationId xmlns:a16="http://schemas.microsoft.com/office/drawing/2014/main" id="{AC3E11E6-5B3A-4784-9D32-54C5AF1B11D7}"/>
                  </a:ext>
                </a:extLst>
              </p:cNvPr>
              <p:cNvSpPr txBox="1"/>
              <p:nvPr/>
            </p:nvSpPr>
            <p:spPr>
              <a:xfrm rot="21536445">
                <a:off x="2461213" y="978967"/>
                <a:ext cx="1052167" cy="921233"/>
              </a:xfrm>
              <a:prstGeom prst="rect">
                <a:avLst/>
              </a:prstGeom>
              <a:noFill/>
              <a:scene3d>
                <a:camera prst="orthographicFront"/>
                <a:lightRig rig="threePt" dir="t"/>
              </a:scene3d>
            </p:spPr>
            <p:txBody>
              <a:bodyPr wrap="none" rtlCol="0">
                <a:prstTxWarp prst="textArchUp">
                  <a:avLst/>
                </a:prstTxWarp>
                <a:spAutoFit/>
              </a:bodyPr>
              <a:lstStyle/>
              <a:p>
                <a:pPr algn="ctr"/>
                <a:r>
                  <a:rPr lang="en-US" sz="2000" dirty="0">
                    <a:solidFill>
                      <a:srgbClr val="FFFFFF"/>
                    </a:solidFill>
                    <a:latin typeface="Arial" panose="020B0604020202020204" pitchFamily="34" charset="0"/>
                    <a:cs typeface="Arial" panose="020B0604020202020204" pitchFamily="34" charset="0"/>
                  </a:rPr>
                  <a:t>TXN CONSOLIDATION</a:t>
                </a:r>
              </a:p>
            </p:txBody>
          </p:sp>
        </p:grpSp>
      </p:grpSp>
      <p:grpSp>
        <p:nvGrpSpPr>
          <p:cNvPr id="37889" name="Group 37888">
            <a:extLst>
              <a:ext uri="{FF2B5EF4-FFF2-40B4-BE49-F238E27FC236}">
                <a16:creationId xmlns:a16="http://schemas.microsoft.com/office/drawing/2014/main" id="{AAF804FE-E3BF-4AAE-8DF2-BF48AB597811}"/>
              </a:ext>
            </a:extLst>
          </p:cNvPr>
          <p:cNvGrpSpPr/>
          <p:nvPr/>
        </p:nvGrpSpPr>
        <p:grpSpPr>
          <a:xfrm>
            <a:off x="489621" y="783726"/>
            <a:ext cx="1242114" cy="1487491"/>
            <a:chOff x="489621" y="783726"/>
            <a:chExt cx="1242114" cy="1487491"/>
          </a:xfrm>
        </p:grpSpPr>
        <p:sp>
          <p:nvSpPr>
            <p:cNvPr id="123" name="Oval 122">
              <a:extLst>
                <a:ext uri="{FF2B5EF4-FFF2-40B4-BE49-F238E27FC236}">
                  <a16:creationId xmlns:a16="http://schemas.microsoft.com/office/drawing/2014/main" id="{DDBCD93B-6500-453D-99FF-F025F141EC48}"/>
                </a:ext>
              </a:extLst>
            </p:cNvPr>
            <p:cNvSpPr/>
            <p:nvPr/>
          </p:nvSpPr>
          <p:spPr>
            <a:xfrm>
              <a:off x="767885" y="2171111"/>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124" name="Group 123">
              <a:extLst>
                <a:ext uri="{FF2B5EF4-FFF2-40B4-BE49-F238E27FC236}">
                  <a16:creationId xmlns:a16="http://schemas.microsoft.com/office/drawing/2014/main" id="{A0EB4470-0A3E-4558-987B-D6592507245C}"/>
                </a:ext>
              </a:extLst>
            </p:cNvPr>
            <p:cNvGrpSpPr/>
            <p:nvPr/>
          </p:nvGrpSpPr>
          <p:grpSpPr>
            <a:xfrm>
              <a:off x="489621" y="783726"/>
              <a:ext cx="1242114" cy="1435064"/>
              <a:chOff x="267913" y="898704"/>
              <a:chExt cx="1242114" cy="1435064"/>
            </a:xfrm>
          </p:grpSpPr>
          <p:grpSp>
            <p:nvGrpSpPr>
              <p:cNvPr id="125" name="Group 124">
                <a:extLst>
                  <a:ext uri="{FF2B5EF4-FFF2-40B4-BE49-F238E27FC236}">
                    <a16:creationId xmlns:a16="http://schemas.microsoft.com/office/drawing/2014/main" id="{695835B6-F6C4-483C-9E0E-D8581D2D97CC}"/>
                  </a:ext>
                </a:extLst>
              </p:cNvPr>
              <p:cNvGrpSpPr/>
              <p:nvPr/>
            </p:nvGrpSpPr>
            <p:grpSpPr>
              <a:xfrm>
                <a:off x="267913" y="898704"/>
                <a:ext cx="1242114" cy="1435064"/>
                <a:chOff x="267913" y="898704"/>
                <a:chExt cx="1242114" cy="1435064"/>
              </a:xfrm>
            </p:grpSpPr>
            <p:grpSp>
              <p:nvGrpSpPr>
                <p:cNvPr id="150" name="Group 149">
                  <a:extLst>
                    <a:ext uri="{FF2B5EF4-FFF2-40B4-BE49-F238E27FC236}">
                      <a16:creationId xmlns:a16="http://schemas.microsoft.com/office/drawing/2014/main" id="{A998DF5C-3FF5-4BD2-813C-9EBE19C35970}"/>
                    </a:ext>
                  </a:extLst>
                </p:cNvPr>
                <p:cNvGrpSpPr/>
                <p:nvPr/>
              </p:nvGrpSpPr>
              <p:grpSpPr>
                <a:xfrm>
                  <a:off x="267913" y="898704"/>
                  <a:ext cx="1242114" cy="1435064"/>
                  <a:chOff x="290952" y="2282951"/>
                  <a:chExt cx="1883666" cy="2176271"/>
                </a:xfrm>
              </p:grpSpPr>
              <p:sp>
                <p:nvSpPr>
                  <p:cNvPr id="152" name="Freeform 148">
                    <a:extLst>
                      <a:ext uri="{FF2B5EF4-FFF2-40B4-BE49-F238E27FC236}">
                        <a16:creationId xmlns:a16="http://schemas.microsoft.com/office/drawing/2014/main" id="{D887E6D1-4A06-408B-800E-2B31F7E84B3B}"/>
                      </a:ext>
                    </a:extLst>
                  </p:cNvPr>
                  <p:cNvSpPr/>
                  <p:nvPr/>
                </p:nvSpPr>
                <p:spPr>
                  <a:xfrm flipV="1">
                    <a:off x="290952" y="2282951"/>
                    <a:ext cx="1883665" cy="2176271"/>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CF5A89"/>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3" name="Freeform 149">
                    <a:extLst>
                      <a:ext uri="{FF2B5EF4-FFF2-40B4-BE49-F238E27FC236}">
                        <a16:creationId xmlns:a16="http://schemas.microsoft.com/office/drawing/2014/main" id="{EFE0AECF-7F49-49E3-8721-FCE2FF61E1D2}"/>
                      </a:ext>
                    </a:extLst>
                  </p:cNvPr>
                  <p:cNvSpPr/>
                  <p:nvPr/>
                </p:nvSpPr>
                <p:spPr>
                  <a:xfrm>
                    <a:off x="1231317" y="2283019"/>
                    <a:ext cx="943301" cy="2176203"/>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54" name="Freeform 150">
                    <a:extLst>
                      <a:ext uri="{FF2B5EF4-FFF2-40B4-BE49-F238E27FC236}">
                        <a16:creationId xmlns:a16="http://schemas.microsoft.com/office/drawing/2014/main" id="{5C08B3EC-B18B-48D6-9937-DEA7E9A79562}"/>
                      </a:ext>
                    </a:extLst>
                  </p:cNvPr>
                  <p:cNvSpPr/>
                  <p:nvPr/>
                </p:nvSpPr>
                <p:spPr>
                  <a:xfrm flipV="1">
                    <a:off x="706338" y="2761488"/>
                    <a:ext cx="1056204" cy="1219199"/>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grpSp>
            <p:sp>
              <p:nvSpPr>
                <p:cNvPr id="151" name="TextBox 150">
                  <a:extLst>
                    <a:ext uri="{FF2B5EF4-FFF2-40B4-BE49-F238E27FC236}">
                      <a16:creationId xmlns:a16="http://schemas.microsoft.com/office/drawing/2014/main" id="{BC40A4DA-A9CC-4C6F-AEB8-C64AA180646C}"/>
                    </a:ext>
                  </a:extLst>
                </p:cNvPr>
                <p:cNvSpPr txBox="1"/>
                <p:nvPr/>
              </p:nvSpPr>
              <p:spPr>
                <a:xfrm>
                  <a:off x="466724" y="1099097"/>
                  <a:ext cx="834788" cy="754439"/>
                </a:xfrm>
                <a:prstGeom prst="rect">
                  <a:avLst/>
                </a:prstGeom>
                <a:noFill/>
                <a:scene3d>
                  <a:camera prst="orthographicFront"/>
                  <a:lightRig rig="threePt" dir="t"/>
                </a:scene3d>
              </p:spPr>
              <p:txBody>
                <a:bodyPr wrap="none" rtlCol="0">
                  <a:prstTxWarp prst="textArchUp">
                    <a:avLst/>
                  </a:prstTxWarp>
                  <a:spAutoFit/>
                </a:bodyPr>
                <a:lstStyle/>
                <a:p>
                  <a:pPr lvl="1" algn="ctr"/>
                  <a:r>
                    <a:rPr lang="en-US" sz="3600" dirty="0">
                      <a:solidFill>
                        <a:srgbClr val="FFFFFF"/>
                      </a:solidFill>
                      <a:latin typeface="Arial" panose="020B0604020202020204" pitchFamily="34" charset="0"/>
                      <a:cs typeface="Arial" panose="020B0604020202020204" pitchFamily="34" charset="0"/>
                    </a:rPr>
                    <a:t>BATCH CONSOLIDATION</a:t>
                  </a:r>
                </a:p>
              </p:txBody>
            </p:sp>
          </p:grpSp>
          <p:grpSp>
            <p:nvGrpSpPr>
              <p:cNvPr id="126" name="Group 125">
                <a:extLst>
                  <a:ext uri="{FF2B5EF4-FFF2-40B4-BE49-F238E27FC236}">
                    <a16:creationId xmlns:a16="http://schemas.microsoft.com/office/drawing/2014/main" id="{EF712714-16E2-4C33-A717-9A36956AA071}"/>
                  </a:ext>
                </a:extLst>
              </p:cNvPr>
              <p:cNvGrpSpPr/>
              <p:nvPr/>
            </p:nvGrpSpPr>
            <p:grpSpPr>
              <a:xfrm>
                <a:off x="699952" y="1388378"/>
                <a:ext cx="364262" cy="364034"/>
                <a:chOff x="3589019" y="1687563"/>
                <a:chExt cx="2677739" cy="2676066"/>
              </a:xfrm>
              <a:solidFill>
                <a:srgbClr val="C23870"/>
              </a:solidFill>
            </p:grpSpPr>
            <p:sp>
              <p:nvSpPr>
                <p:cNvPr id="127" name="Freeform 59">
                  <a:extLst>
                    <a:ext uri="{FF2B5EF4-FFF2-40B4-BE49-F238E27FC236}">
                      <a16:creationId xmlns:a16="http://schemas.microsoft.com/office/drawing/2014/main" id="{90DC8D8F-6ADB-4AF9-8181-5F15AD7F24F8}"/>
                    </a:ext>
                  </a:extLst>
                </p:cNvPr>
                <p:cNvSpPr/>
                <p:nvPr/>
              </p:nvSpPr>
              <p:spPr>
                <a:xfrm rot="19740000">
                  <a:off x="3589019" y="1687563"/>
                  <a:ext cx="2677739" cy="2676066"/>
                </a:xfrm>
                <a:custGeom>
                  <a:avLst/>
                  <a:gdLst>
                    <a:gd name="connsiteX0" fmla="*/ 1997254 w 2677740"/>
                    <a:gd name="connsiteY0" fmla="*/ 296653 h 2676068"/>
                    <a:gd name="connsiteX1" fmla="*/ 1926111 w 2677740"/>
                    <a:gd name="connsiteY1" fmla="*/ 415053 h 2676068"/>
                    <a:gd name="connsiteX2" fmla="*/ 1876400 w 2677740"/>
                    <a:gd name="connsiteY2" fmla="*/ 427447 h 2676068"/>
                    <a:gd name="connsiteX3" fmla="*/ 1876402 w 2677740"/>
                    <a:gd name="connsiteY3" fmla="*/ 427447 h 2676068"/>
                    <a:gd name="connsiteX4" fmla="*/ 1864007 w 2677740"/>
                    <a:gd name="connsiteY4" fmla="*/ 377736 h 2676068"/>
                    <a:gd name="connsiteX5" fmla="*/ 1934721 w 2677740"/>
                    <a:gd name="connsiteY5" fmla="*/ 260049 h 2676068"/>
                    <a:gd name="connsiteX6" fmla="*/ 1862490 w 2677740"/>
                    <a:gd name="connsiteY6" fmla="*/ 221460 h 2676068"/>
                    <a:gd name="connsiteX7" fmla="*/ 1512093 w 2677740"/>
                    <a:gd name="connsiteY7" fmla="*/ 116546 h 2676068"/>
                    <a:gd name="connsiteX8" fmla="*/ 1401356 w 2677740"/>
                    <a:gd name="connsiteY8" fmla="*/ 106257 h 2676068"/>
                    <a:gd name="connsiteX9" fmla="*/ 1401355 w 2677740"/>
                    <a:gd name="connsiteY9" fmla="*/ 243341 h 2676068"/>
                    <a:gd name="connsiteX10" fmla="*/ 1365128 w 2677740"/>
                    <a:gd name="connsiteY10" fmla="*/ 279568 h 2676068"/>
                    <a:gd name="connsiteX11" fmla="*/ 1365129 w 2677740"/>
                    <a:gd name="connsiteY11" fmla="*/ 279567 h 2676068"/>
                    <a:gd name="connsiteX12" fmla="*/ 1328902 w 2677740"/>
                    <a:gd name="connsiteY12" fmla="*/ 243340 h 2676068"/>
                    <a:gd name="connsiteX13" fmla="*/ 1328902 w 2677740"/>
                    <a:gd name="connsiteY13" fmla="*/ 105739 h 2676068"/>
                    <a:gd name="connsiteX14" fmla="*/ 1273749 w 2677740"/>
                    <a:gd name="connsiteY14" fmla="*/ 105975 h 2676068"/>
                    <a:gd name="connsiteX15" fmla="*/ 894853 w 2677740"/>
                    <a:gd name="connsiteY15" fmla="*/ 186454 h 2676068"/>
                    <a:gd name="connsiteX16" fmla="*/ 778216 w 2677740"/>
                    <a:gd name="connsiteY16" fmla="*/ 238335 h 2676068"/>
                    <a:gd name="connsiteX17" fmla="*/ 830146 w 2677740"/>
                    <a:gd name="connsiteY17" fmla="*/ 332021 h 2676068"/>
                    <a:gd name="connsiteX18" fmla="*/ 816024 w 2677740"/>
                    <a:gd name="connsiteY18" fmla="*/ 381269 h 2676068"/>
                    <a:gd name="connsiteX19" fmla="*/ 816025 w 2677740"/>
                    <a:gd name="connsiteY19" fmla="*/ 381268 h 2676068"/>
                    <a:gd name="connsiteX20" fmla="*/ 766777 w 2677740"/>
                    <a:gd name="connsiteY20" fmla="*/ 367146 h 2676068"/>
                    <a:gd name="connsiteX21" fmla="*/ 715365 w 2677740"/>
                    <a:gd name="connsiteY21" fmla="*/ 274397 h 2676068"/>
                    <a:gd name="connsiteX22" fmla="*/ 663310 w 2677740"/>
                    <a:gd name="connsiteY22" fmla="*/ 304485 h 2676068"/>
                    <a:gd name="connsiteX23" fmla="*/ 369853 w 2677740"/>
                    <a:gd name="connsiteY23" fmla="*/ 572561 h 2676068"/>
                    <a:gd name="connsiteX24" fmla="*/ 304074 w 2677740"/>
                    <a:gd name="connsiteY24" fmla="*/ 667862 h 2676068"/>
                    <a:gd name="connsiteX25" fmla="*/ 413492 w 2677740"/>
                    <a:gd name="connsiteY25" fmla="*/ 731035 h 2676068"/>
                    <a:gd name="connsiteX26" fmla="*/ 426752 w 2677740"/>
                    <a:gd name="connsiteY26" fmla="*/ 780522 h 2676068"/>
                    <a:gd name="connsiteX27" fmla="*/ 426752 w 2677740"/>
                    <a:gd name="connsiteY27" fmla="*/ 780521 h 2676068"/>
                    <a:gd name="connsiteX28" fmla="*/ 377265 w 2677740"/>
                    <a:gd name="connsiteY28" fmla="*/ 793781 h 2676068"/>
                    <a:gd name="connsiteX29" fmla="*/ 265794 w 2677740"/>
                    <a:gd name="connsiteY29" fmla="*/ 729423 h 2676068"/>
                    <a:gd name="connsiteX30" fmla="*/ 222760 w 2677740"/>
                    <a:gd name="connsiteY30" fmla="*/ 809678 h 2676068"/>
                    <a:gd name="connsiteX31" fmla="*/ 118757 w 2677740"/>
                    <a:gd name="connsiteY31" fmla="*/ 1147692 h 2676068"/>
                    <a:gd name="connsiteX32" fmla="*/ 105323 w 2677740"/>
                    <a:gd name="connsiteY32" fmla="*/ 1295669 h 2676068"/>
                    <a:gd name="connsiteX33" fmla="*/ 229562 w 2677740"/>
                    <a:gd name="connsiteY33" fmla="*/ 1293501 h 2676068"/>
                    <a:gd name="connsiteX34" fmla="*/ 266416 w 2677740"/>
                    <a:gd name="connsiteY34" fmla="*/ 1329091 h 2676068"/>
                    <a:gd name="connsiteX35" fmla="*/ 266415 w 2677740"/>
                    <a:gd name="connsiteY35" fmla="*/ 1329090 h 2676068"/>
                    <a:gd name="connsiteX36" fmla="*/ 230826 w 2677740"/>
                    <a:gd name="connsiteY36" fmla="*/ 1365943 h 2676068"/>
                    <a:gd name="connsiteX37" fmla="*/ 107114 w 2677740"/>
                    <a:gd name="connsiteY37" fmla="*/ 1368103 h 2676068"/>
                    <a:gd name="connsiteX38" fmla="*/ 110086 w 2677740"/>
                    <a:gd name="connsiteY38" fmla="*/ 1454386 h 2676068"/>
                    <a:gd name="connsiteX39" fmla="*/ 236663 w 2677740"/>
                    <a:gd name="connsiteY39" fmla="*/ 1892398 h 2676068"/>
                    <a:gd name="connsiteX40" fmla="*/ 248634 w 2677740"/>
                    <a:gd name="connsiteY40" fmla="*/ 1913721 h 2676068"/>
                    <a:gd name="connsiteX41" fmla="*/ 360605 w 2677740"/>
                    <a:gd name="connsiteY41" fmla="*/ 1846443 h 2676068"/>
                    <a:gd name="connsiteX42" fmla="*/ 410316 w 2677740"/>
                    <a:gd name="connsiteY42" fmla="*/ 1858837 h 2676068"/>
                    <a:gd name="connsiteX43" fmla="*/ 410315 w 2677740"/>
                    <a:gd name="connsiteY43" fmla="*/ 1858837 h 2676068"/>
                    <a:gd name="connsiteX44" fmla="*/ 397920 w 2677740"/>
                    <a:gd name="connsiteY44" fmla="*/ 1908548 h 2676068"/>
                    <a:gd name="connsiteX45" fmla="*/ 284119 w 2677740"/>
                    <a:gd name="connsiteY45" fmla="*/ 1976927 h 2676068"/>
                    <a:gd name="connsiteX46" fmla="*/ 291394 w 2677740"/>
                    <a:gd name="connsiteY46" fmla="*/ 1989885 h 2676068"/>
                    <a:gd name="connsiteX47" fmla="*/ 598819 w 2677740"/>
                    <a:gd name="connsiteY47" fmla="*/ 2324562 h 2676068"/>
                    <a:gd name="connsiteX48" fmla="*/ 682635 w 2677740"/>
                    <a:gd name="connsiteY48" fmla="*/ 2380856 h 2676068"/>
                    <a:gd name="connsiteX49" fmla="*/ 740578 w 2677740"/>
                    <a:gd name="connsiteY49" fmla="*/ 2284424 h 2676068"/>
                    <a:gd name="connsiteX50" fmla="*/ 790289 w 2677740"/>
                    <a:gd name="connsiteY50" fmla="*/ 2272030 h 2676068"/>
                    <a:gd name="connsiteX51" fmla="*/ 790287 w 2677740"/>
                    <a:gd name="connsiteY51" fmla="*/ 2272030 h 2676068"/>
                    <a:gd name="connsiteX52" fmla="*/ 802682 w 2677740"/>
                    <a:gd name="connsiteY52" fmla="*/ 2321741 h 2676068"/>
                    <a:gd name="connsiteX53" fmla="*/ 745261 w 2677740"/>
                    <a:gd name="connsiteY53" fmla="*/ 2417304 h 2676068"/>
                    <a:gd name="connsiteX54" fmla="*/ 811493 w 2677740"/>
                    <a:gd name="connsiteY54" fmla="*/ 2452830 h 2676068"/>
                    <a:gd name="connsiteX55" fmla="*/ 1149840 w 2677740"/>
                    <a:gd name="connsiteY55" fmla="*/ 2557165 h 2676068"/>
                    <a:gd name="connsiteX56" fmla="*/ 1302489 w 2677740"/>
                    <a:gd name="connsiteY56" fmla="*/ 2571183 h 2676068"/>
                    <a:gd name="connsiteX57" fmla="*/ 1294522 w 2677740"/>
                    <a:gd name="connsiteY57" fmla="*/ 2457233 h 2676068"/>
                    <a:gd name="connsiteX58" fmla="*/ 1328134 w 2677740"/>
                    <a:gd name="connsiteY58" fmla="*/ 2418567 h 2676068"/>
                    <a:gd name="connsiteX59" fmla="*/ 1328133 w 2677740"/>
                    <a:gd name="connsiteY59" fmla="*/ 2418568 h 2676068"/>
                    <a:gd name="connsiteX60" fmla="*/ 1366799 w 2677740"/>
                    <a:gd name="connsiteY60" fmla="*/ 2452180 h 2676068"/>
                    <a:gd name="connsiteX61" fmla="*/ 1374961 w 2677740"/>
                    <a:gd name="connsiteY61" fmla="*/ 2568908 h 2676068"/>
                    <a:gd name="connsiteX62" fmla="*/ 1456736 w 2677740"/>
                    <a:gd name="connsiteY62" fmla="*/ 2566189 h 2676068"/>
                    <a:gd name="connsiteX63" fmla="*/ 1894873 w 2677740"/>
                    <a:gd name="connsiteY63" fmla="*/ 2440205 h 2676068"/>
                    <a:gd name="connsiteX64" fmla="*/ 1900560 w 2677740"/>
                    <a:gd name="connsiteY64" fmla="*/ 2437021 h 2676068"/>
                    <a:gd name="connsiteX65" fmla="*/ 1840071 w 2677740"/>
                    <a:gd name="connsiteY65" fmla="*/ 2307299 h 2676068"/>
                    <a:gd name="connsiteX66" fmla="*/ 1857593 w 2677740"/>
                    <a:gd name="connsiteY66" fmla="*/ 2259156 h 2676068"/>
                    <a:gd name="connsiteX67" fmla="*/ 1857593 w 2677740"/>
                    <a:gd name="connsiteY67" fmla="*/ 2259157 h 2676068"/>
                    <a:gd name="connsiteX68" fmla="*/ 1905736 w 2677740"/>
                    <a:gd name="connsiteY68" fmla="*/ 2276680 h 2676068"/>
                    <a:gd name="connsiteX69" fmla="*/ 1963953 w 2677740"/>
                    <a:gd name="connsiteY69" fmla="*/ 2401527 h 2676068"/>
                    <a:gd name="connsiteX70" fmla="*/ 1992357 w 2677740"/>
                    <a:gd name="connsiteY70" fmla="*/ 2385623 h 2676068"/>
                    <a:gd name="connsiteX71" fmla="*/ 2326882 w 2677740"/>
                    <a:gd name="connsiteY71" fmla="*/ 2078781 h 2676068"/>
                    <a:gd name="connsiteX72" fmla="*/ 2386251 w 2677740"/>
                    <a:gd name="connsiteY72" fmla="*/ 1990412 h 2676068"/>
                    <a:gd name="connsiteX73" fmla="*/ 2302128 w 2677740"/>
                    <a:gd name="connsiteY73" fmla="*/ 1943781 h 2676068"/>
                    <a:gd name="connsiteX74" fmla="*/ 2288006 w 2677740"/>
                    <a:gd name="connsiteY74" fmla="*/ 1894533 h 2676068"/>
                    <a:gd name="connsiteX75" fmla="*/ 2288007 w 2677740"/>
                    <a:gd name="connsiteY75" fmla="*/ 1894535 h 2676068"/>
                    <a:gd name="connsiteX76" fmla="*/ 2337255 w 2677740"/>
                    <a:gd name="connsiteY76" fmla="*/ 1880413 h 2676068"/>
                    <a:gd name="connsiteX77" fmla="*/ 2422211 w 2677740"/>
                    <a:gd name="connsiteY77" fmla="*/ 1927505 h 2676068"/>
                    <a:gd name="connsiteX78" fmla="*/ 2454982 w 2677740"/>
                    <a:gd name="connsiteY78" fmla="*/ 1866389 h 2676068"/>
                    <a:gd name="connsiteX79" fmla="*/ 2558985 w 2677740"/>
                    <a:gd name="connsiteY79" fmla="*/ 1528376 h 2676068"/>
                    <a:gd name="connsiteX80" fmla="*/ 2571789 w 2677740"/>
                    <a:gd name="connsiteY80" fmla="*/ 1387339 h 2676068"/>
                    <a:gd name="connsiteX81" fmla="*/ 2479381 w 2677740"/>
                    <a:gd name="connsiteY81" fmla="*/ 1384112 h 2676068"/>
                    <a:gd name="connsiteX82" fmla="*/ 2444440 w 2677740"/>
                    <a:gd name="connsiteY82" fmla="*/ 1346643 h 2676068"/>
                    <a:gd name="connsiteX83" fmla="*/ 2444441 w 2677740"/>
                    <a:gd name="connsiteY83" fmla="*/ 1346643 h 2676068"/>
                    <a:gd name="connsiteX84" fmla="*/ 2481911 w 2677740"/>
                    <a:gd name="connsiteY84" fmla="*/ 1311703 h 2676068"/>
                    <a:gd name="connsiteX85" fmla="*/ 2570864 w 2677740"/>
                    <a:gd name="connsiteY85" fmla="*/ 1314809 h 2676068"/>
                    <a:gd name="connsiteX86" fmla="*/ 2567655 w 2677740"/>
                    <a:gd name="connsiteY86" fmla="*/ 1221681 h 2676068"/>
                    <a:gd name="connsiteX87" fmla="*/ 2441079 w 2677740"/>
                    <a:gd name="connsiteY87" fmla="*/ 783669 h 2676068"/>
                    <a:gd name="connsiteX88" fmla="*/ 2430135 w 2677740"/>
                    <a:gd name="connsiteY88" fmla="*/ 764176 h 2676068"/>
                    <a:gd name="connsiteX89" fmla="*/ 2335203 w 2677740"/>
                    <a:gd name="connsiteY89" fmla="*/ 814651 h 2676068"/>
                    <a:gd name="connsiteX90" fmla="*/ 2286209 w 2677740"/>
                    <a:gd name="connsiteY90" fmla="*/ 799672 h 2676068"/>
                    <a:gd name="connsiteX91" fmla="*/ 2286210 w 2677740"/>
                    <a:gd name="connsiteY91" fmla="*/ 799673 h 2676068"/>
                    <a:gd name="connsiteX92" fmla="*/ 2301189 w 2677740"/>
                    <a:gd name="connsiteY92" fmla="*/ 750678 h 2676068"/>
                    <a:gd name="connsiteX93" fmla="*/ 2394656 w 2677740"/>
                    <a:gd name="connsiteY93" fmla="*/ 700981 h 2676068"/>
                    <a:gd name="connsiteX94" fmla="*/ 2386348 w 2677740"/>
                    <a:gd name="connsiteY94" fmla="*/ 686182 h 2676068"/>
                    <a:gd name="connsiteX95" fmla="*/ 2078923 w 2677740"/>
                    <a:gd name="connsiteY95" fmla="*/ 351506 h 2676068"/>
                    <a:gd name="connsiteX96" fmla="*/ 2027663 w 2677740"/>
                    <a:gd name="connsiteY96" fmla="*/ 191691 h 2676068"/>
                    <a:gd name="connsiteX97" fmla="*/ 2486737 w 2677740"/>
                    <a:gd name="connsiteY97" fmla="*/ 2027742 h 2676068"/>
                    <a:gd name="connsiteX98" fmla="*/ 650078 w 2677740"/>
                    <a:gd name="connsiteY98" fmla="*/ 2484377 h 2676068"/>
                    <a:gd name="connsiteX99" fmla="*/ 191004 w 2677740"/>
                    <a:gd name="connsiteY99" fmla="*/ 648327 h 2676068"/>
                    <a:gd name="connsiteX100" fmla="*/ 2027663 w 2677740"/>
                    <a:gd name="connsiteY100" fmla="*/ 191691 h 2676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2677740" h="2676068">
                      <a:moveTo>
                        <a:pt x="1997254" y="296653"/>
                      </a:moveTo>
                      <a:lnTo>
                        <a:pt x="1926111" y="415053"/>
                      </a:lnTo>
                      <a:cubicBezTo>
                        <a:pt x="1915806" y="432203"/>
                        <a:pt x="1893551" y="437752"/>
                        <a:pt x="1876400" y="427447"/>
                      </a:cubicBezTo>
                      <a:lnTo>
                        <a:pt x="1876402" y="427447"/>
                      </a:lnTo>
                      <a:cubicBezTo>
                        <a:pt x="1859252" y="417142"/>
                        <a:pt x="1853703" y="394886"/>
                        <a:pt x="1864007" y="377736"/>
                      </a:cubicBezTo>
                      <a:lnTo>
                        <a:pt x="1934721" y="260049"/>
                      </a:lnTo>
                      <a:lnTo>
                        <a:pt x="1862490" y="221460"/>
                      </a:lnTo>
                      <a:cubicBezTo>
                        <a:pt x="1749243" y="168148"/>
                        <a:pt x="1631167" y="133495"/>
                        <a:pt x="1512093" y="116546"/>
                      </a:cubicBezTo>
                      <a:lnTo>
                        <a:pt x="1401356" y="106257"/>
                      </a:lnTo>
                      <a:lnTo>
                        <a:pt x="1401355" y="243341"/>
                      </a:lnTo>
                      <a:cubicBezTo>
                        <a:pt x="1401355" y="263349"/>
                        <a:pt x="1385136" y="279568"/>
                        <a:pt x="1365128" y="279568"/>
                      </a:cubicBezTo>
                      <a:lnTo>
                        <a:pt x="1365129" y="279567"/>
                      </a:lnTo>
                      <a:cubicBezTo>
                        <a:pt x="1345121" y="279567"/>
                        <a:pt x="1328902" y="263348"/>
                        <a:pt x="1328902" y="243340"/>
                      </a:cubicBezTo>
                      <a:lnTo>
                        <a:pt x="1328902" y="105739"/>
                      </a:lnTo>
                      <a:lnTo>
                        <a:pt x="1273749" y="105975"/>
                      </a:lnTo>
                      <a:cubicBezTo>
                        <a:pt x="1143919" y="112796"/>
                        <a:pt x="1015949" y="140037"/>
                        <a:pt x="894853" y="186454"/>
                      </a:cubicBezTo>
                      <a:lnTo>
                        <a:pt x="778216" y="238335"/>
                      </a:lnTo>
                      <a:lnTo>
                        <a:pt x="830146" y="332021"/>
                      </a:lnTo>
                      <a:cubicBezTo>
                        <a:pt x="839846" y="349520"/>
                        <a:pt x="833524" y="371569"/>
                        <a:pt x="816024" y="381269"/>
                      </a:cubicBezTo>
                      <a:lnTo>
                        <a:pt x="816025" y="381268"/>
                      </a:lnTo>
                      <a:cubicBezTo>
                        <a:pt x="798525" y="390968"/>
                        <a:pt x="776477" y="384645"/>
                        <a:pt x="766777" y="367146"/>
                      </a:cubicBezTo>
                      <a:lnTo>
                        <a:pt x="715365" y="274397"/>
                      </a:lnTo>
                      <a:lnTo>
                        <a:pt x="663310" y="304485"/>
                      </a:lnTo>
                      <a:cubicBezTo>
                        <a:pt x="553605" y="375915"/>
                        <a:pt x="454115" y="465689"/>
                        <a:pt x="369853" y="572561"/>
                      </a:cubicBezTo>
                      <a:lnTo>
                        <a:pt x="304074" y="667862"/>
                      </a:lnTo>
                      <a:lnTo>
                        <a:pt x="413492" y="731035"/>
                      </a:lnTo>
                      <a:cubicBezTo>
                        <a:pt x="430819" y="741039"/>
                        <a:pt x="436756" y="763195"/>
                        <a:pt x="426752" y="780522"/>
                      </a:cubicBezTo>
                      <a:lnTo>
                        <a:pt x="426752" y="780521"/>
                      </a:lnTo>
                      <a:cubicBezTo>
                        <a:pt x="416748" y="797848"/>
                        <a:pt x="394592" y="803785"/>
                        <a:pt x="377265" y="793781"/>
                      </a:cubicBezTo>
                      <a:lnTo>
                        <a:pt x="265794" y="729423"/>
                      </a:lnTo>
                      <a:lnTo>
                        <a:pt x="222760" y="809678"/>
                      </a:lnTo>
                      <a:cubicBezTo>
                        <a:pt x="170915" y="918932"/>
                        <a:pt x="136536" y="1032757"/>
                        <a:pt x="118757" y="1147692"/>
                      </a:cubicBezTo>
                      <a:lnTo>
                        <a:pt x="105323" y="1295669"/>
                      </a:lnTo>
                      <a:lnTo>
                        <a:pt x="229562" y="1293501"/>
                      </a:lnTo>
                      <a:cubicBezTo>
                        <a:pt x="249567" y="1293152"/>
                        <a:pt x="266067" y="1309086"/>
                        <a:pt x="266416" y="1329091"/>
                      </a:cubicBezTo>
                      <a:lnTo>
                        <a:pt x="266415" y="1329090"/>
                      </a:lnTo>
                      <a:cubicBezTo>
                        <a:pt x="266764" y="1349095"/>
                        <a:pt x="250830" y="1365594"/>
                        <a:pt x="230826" y="1365943"/>
                      </a:cubicBezTo>
                      <a:lnTo>
                        <a:pt x="107114" y="1368103"/>
                      </a:lnTo>
                      <a:lnTo>
                        <a:pt x="110086" y="1454386"/>
                      </a:lnTo>
                      <a:cubicBezTo>
                        <a:pt x="124818" y="1606619"/>
                        <a:pt x="167694" y="1755357"/>
                        <a:pt x="236663" y="1892398"/>
                      </a:cubicBezTo>
                      <a:lnTo>
                        <a:pt x="248634" y="1913721"/>
                      </a:lnTo>
                      <a:lnTo>
                        <a:pt x="360605" y="1846443"/>
                      </a:lnTo>
                      <a:cubicBezTo>
                        <a:pt x="377755" y="1836138"/>
                        <a:pt x="400011" y="1841687"/>
                        <a:pt x="410316" y="1858837"/>
                      </a:cubicBezTo>
                      <a:lnTo>
                        <a:pt x="410315" y="1858837"/>
                      </a:lnTo>
                      <a:cubicBezTo>
                        <a:pt x="420619" y="1875987"/>
                        <a:pt x="415070" y="1898243"/>
                        <a:pt x="397920" y="1908548"/>
                      </a:cubicBezTo>
                      <a:lnTo>
                        <a:pt x="284119" y="1976927"/>
                      </a:lnTo>
                      <a:lnTo>
                        <a:pt x="291394" y="1989885"/>
                      </a:lnTo>
                      <a:cubicBezTo>
                        <a:pt x="370424" y="2116805"/>
                        <a:pt x="473522" y="2230858"/>
                        <a:pt x="598819" y="2324562"/>
                      </a:cubicBezTo>
                      <a:lnTo>
                        <a:pt x="682635" y="2380856"/>
                      </a:lnTo>
                      <a:lnTo>
                        <a:pt x="740578" y="2284424"/>
                      </a:lnTo>
                      <a:cubicBezTo>
                        <a:pt x="750883" y="2267274"/>
                        <a:pt x="773138" y="2261725"/>
                        <a:pt x="790289" y="2272030"/>
                      </a:cubicBezTo>
                      <a:lnTo>
                        <a:pt x="790287" y="2272030"/>
                      </a:lnTo>
                      <a:cubicBezTo>
                        <a:pt x="807437" y="2282335"/>
                        <a:pt x="812986" y="2304591"/>
                        <a:pt x="802682" y="2321741"/>
                      </a:cubicBezTo>
                      <a:lnTo>
                        <a:pt x="745261" y="2417304"/>
                      </a:lnTo>
                      <a:lnTo>
                        <a:pt x="811493" y="2452830"/>
                      </a:lnTo>
                      <a:cubicBezTo>
                        <a:pt x="920876" y="2504771"/>
                        <a:pt x="1034813" y="2539263"/>
                        <a:pt x="1149840" y="2557165"/>
                      </a:cubicBezTo>
                      <a:lnTo>
                        <a:pt x="1302489" y="2571183"/>
                      </a:lnTo>
                      <a:lnTo>
                        <a:pt x="1294522" y="2457233"/>
                      </a:lnTo>
                      <a:cubicBezTo>
                        <a:pt x="1293126" y="2437274"/>
                        <a:pt x="1308175" y="2419963"/>
                        <a:pt x="1328134" y="2418567"/>
                      </a:cubicBezTo>
                      <a:lnTo>
                        <a:pt x="1328133" y="2418568"/>
                      </a:lnTo>
                      <a:cubicBezTo>
                        <a:pt x="1348092" y="2417173"/>
                        <a:pt x="1365403" y="2432221"/>
                        <a:pt x="1366799" y="2452180"/>
                      </a:cubicBezTo>
                      <a:lnTo>
                        <a:pt x="1374961" y="2568908"/>
                      </a:lnTo>
                      <a:lnTo>
                        <a:pt x="1456736" y="2566189"/>
                      </a:lnTo>
                      <a:cubicBezTo>
                        <a:pt x="1609047" y="2551646"/>
                        <a:pt x="1757827" y="2508971"/>
                        <a:pt x="1894873" y="2440205"/>
                      </a:cubicBezTo>
                      <a:lnTo>
                        <a:pt x="1900560" y="2437021"/>
                      </a:lnTo>
                      <a:lnTo>
                        <a:pt x="1840071" y="2307299"/>
                      </a:lnTo>
                      <a:cubicBezTo>
                        <a:pt x="1831615" y="2289165"/>
                        <a:pt x="1839460" y="2267611"/>
                        <a:pt x="1857593" y="2259156"/>
                      </a:cubicBezTo>
                      <a:lnTo>
                        <a:pt x="1857593" y="2259157"/>
                      </a:lnTo>
                      <a:cubicBezTo>
                        <a:pt x="1875726" y="2250701"/>
                        <a:pt x="1897280" y="2258546"/>
                        <a:pt x="1905736" y="2276680"/>
                      </a:cubicBezTo>
                      <a:lnTo>
                        <a:pt x="1963953" y="2401527"/>
                      </a:lnTo>
                      <a:lnTo>
                        <a:pt x="1992357" y="2385623"/>
                      </a:lnTo>
                      <a:cubicBezTo>
                        <a:pt x="2119264" y="2306791"/>
                        <a:pt x="2233266" y="2203890"/>
                        <a:pt x="2326882" y="2078781"/>
                      </a:cubicBezTo>
                      <a:lnTo>
                        <a:pt x="2386251" y="1990412"/>
                      </a:lnTo>
                      <a:lnTo>
                        <a:pt x="2302128" y="1943781"/>
                      </a:lnTo>
                      <a:cubicBezTo>
                        <a:pt x="2284629" y="1934081"/>
                        <a:pt x="2278307" y="1912033"/>
                        <a:pt x="2288006" y="1894533"/>
                      </a:cubicBezTo>
                      <a:lnTo>
                        <a:pt x="2288007" y="1894535"/>
                      </a:lnTo>
                      <a:cubicBezTo>
                        <a:pt x="2297707" y="1877035"/>
                        <a:pt x="2319756" y="1870713"/>
                        <a:pt x="2337255" y="1880413"/>
                      </a:cubicBezTo>
                      <a:lnTo>
                        <a:pt x="2422211" y="1927505"/>
                      </a:lnTo>
                      <a:lnTo>
                        <a:pt x="2454982" y="1866389"/>
                      </a:lnTo>
                      <a:cubicBezTo>
                        <a:pt x="2506826" y="1757135"/>
                        <a:pt x="2541206" y="1643311"/>
                        <a:pt x="2558985" y="1528376"/>
                      </a:cubicBezTo>
                      <a:lnTo>
                        <a:pt x="2571789" y="1387339"/>
                      </a:lnTo>
                      <a:lnTo>
                        <a:pt x="2479381" y="1384112"/>
                      </a:lnTo>
                      <a:cubicBezTo>
                        <a:pt x="2459385" y="1383413"/>
                        <a:pt x="2443742" y="1366638"/>
                        <a:pt x="2444440" y="1346643"/>
                      </a:cubicBezTo>
                      <a:lnTo>
                        <a:pt x="2444441" y="1346643"/>
                      </a:lnTo>
                      <a:cubicBezTo>
                        <a:pt x="2445139" y="1326648"/>
                        <a:pt x="2461915" y="1311005"/>
                        <a:pt x="2481911" y="1311703"/>
                      </a:cubicBezTo>
                      <a:lnTo>
                        <a:pt x="2570864" y="1314809"/>
                      </a:lnTo>
                      <a:lnTo>
                        <a:pt x="2567655" y="1221681"/>
                      </a:lnTo>
                      <a:cubicBezTo>
                        <a:pt x="2552924" y="1069448"/>
                        <a:pt x="2510048" y="920710"/>
                        <a:pt x="2441079" y="783669"/>
                      </a:cubicBezTo>
                      <a:lnTo>
                        <a:pt x="2430135" y="764176"/>
                      </a:lnTo>
                      <a:lnTo>
                        <a:pt x="2335203" y="814651"/>
                      </a:lnTo>
                      <a:cubicBezTo>
                        <a:pt x="2317537" y="824044"/>
                        <a:pt x="2295602" y="817338"/>
                        <a:pt x="2286209" y="799672"/>
                      </a:cubicBezTo>
                      <a:lnTo>
                        <a:pt x="2286210" y="799673"/>
                      </a:lnTo>
                      <a:cubicBezTo>
                        <a:pt x="2276817" y="782006"/>
                        <a:pt x="2283523" y="760072"/>
                        <a:pt x="2301189" y="750678"/>
                      </a:cubicBezTo>
                      <a:lnTo>
                        <a:pt x="2394656" y="700981"/>
                      </a:lnTo>
                      <a:lnTo>
                        <a:pt x="2386348" y="686182"/>
                      </a:lnTo>
                      <a:cubicBezTo>
                        <a:pt x="2307318" y="559262"/>
                        <a:pt x="2204220" y="445210"/>
                        <a:pt x="2078923" y="351506"/>
                      </a:cubicBezTo>
                      <a:close/>
                      <a:moveTo>
                        <a:pt x="2027663" y="191691"/>
                      </a:moveTo>
                      <a:cubicBezTo>
                        <a:pt x="2661612" y="572606"/>
                        <a:pt x="2867146" y="1394634"/>
                        <a:pt x="2486737" y="2027742"/>
                      </a:cubicBezTo>
                      <a:cubicBezTo>
                        <a:pt x="2106327" y="2660850"/>
                        <a:pt x="1284027" y="2865292"/>
                        <a:pt x="650078" y="2484377"/>
                      </a:cubicBezTo>
                      <a:cubicBezTo>
                        <a:pt x="16129" y="2103462"/>
                        <a:pt x="-189406" y="1281435"/>
                        <a:pt x="191004" y="648327"/>
                      </a:cubicBezTo>
                      <a:cubicBezTo>
                        <a:pt x="571414" y="15219"/>
                        <a:pt x="1393714" y="-189224"/>
                        <a:pt x="2027663" y="191691"/>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28" name="Freeform 60">
                  <a:extLst>
                    <a:ext uri="{FF2B5EF4-FFF2-40B4-BE49-F238E27FC236}">
                      <a16:creationId xmlns:a16="http://schemas.microsoft.com/office/drawing/2014/main" id="{5DD6F624-8C62-41BB-A365-DAFD77DB92A5}"/>
                    </a:ext>
                  </a:extLst>
                </p:cNvPr>
                <p:cNvSpPr/>
                <p:nvPr/>
              </p:nvSpPr>
              <p:spPr>
                <a:xfrm>
                  <a:off x="4475566" y="2154662"/>
                  <a:ext cx="997527" cy="814646"/>
                </a:xfrm>
                <a:custGeom>
                  <a:avLst/>
                  <a:gdLst>
                    <a:gd name="connsiteX0" fmla="*/ 102212 w 997528"/>
                    <a:gd name="connsiteY0" fmla="*/ 172905 h 814647"/>
                    <a:gd name="connsiteX1" fmla="*/ 51540 w 997528"/>
                    <a:gd name="connsiteY1" fmla="*/ 223577 h 814647"/>
                    <a:gd name="connsiteX2" fmla="*/ 51540 w 997528"/>
                    <a:gd name="connsiteY2" fmla="*/ 694148 h 814647"/>
                    <a:gd name="connsiteX3" fmla="*/ 102212 w 997528"/>
                    <a:gd name="connsiteY3" fmla="*/ 744820 h 814647"/>
                    <a:gd name="connsiteX4" fmla="*/ 895316 w 997528"/>
                    <a:gd name="connsiteY4" fmla="*/ 744820 h 814647"/>
                    <a:gd name="connsiteX5" fmla="*/ 945988 w 997528"/>
                    <a:gd name="connsiteY5" fmla="*/ 694148 h 814647"/>
                    <a:gd name="connsiteX6" fmla="*/ 945988 w 997528"/>
                    <a:gd name="connsiteY6" fmla="*/ 223577 h 814647"/>
                    <a:gd name="connsiteX7" fmla="*/ 895316 w 997528"/>
                    <a:gd name="connsiteY7" fmla="*/ 172905 h 814647"/>
                    <a:gd name="connsiteX8" fmla="*/ 72178 w 997528"/>
                    <a:gd name="connsiteY8" fmla="*/ 0 h 814647"/>
                    <a:gd name="connsiteX9" fmla="*/ 119703 w 997528"/>
                    <a:gd name="connsiteY9" fmla="*/ 0 h 814647"/>
                    <a:gd name="connsiteX10" fmla="*/ 119703 w 997528"/>
                    <a:gd name="connsiteY10" fmla="*/ 44890 h 814647"/>
                    <a:gd name="connsiteX11" fmla="*/ 170411 w 997528"/>
                    <a:gd name="connsiteY11" fmla="*/ 95598 h 814647"/>
                    <a:gd name="connsiteX12" fmla="*/ 208648 w 997528"/>
                    <a:gd name="connsiteY12" fmla="*/ 95598 h 814647"/>
                    <a:gd name="connsiteX13" fmla="*/ 259356 w 997528"/>
                    <a:gd name="connsiteY13" fmla="*/ 44890 h 814647"/>
                    <a:gd name="connsiteX14" fmla="*/ 259356 w 997528"/>
                    <a:gd name="connsiteY14" fmla="*/ 0 h 814647"/>
                    <a:gd name="connsiteX15" fmla="*/ 420069 w 997528"/>
                    <a:gd name="connsiteY15" fmla="*/ 0 h 814647"/>
                    <a:gd name="connsiteX16" fmla="*/ 420069 w 997528"/>
                    <a:gd name="connsiteY16" fmla="*/ 44890 h 814647"/>
                    <a:gd name="connsiteX17" fmla="*/ 470777 w 997528"/>
                    <a:gd name="connsiteY17" fmla="*/ 95598 h 814647"/>
                    <a:gd name="connsiteX18" fmla="*/ 509014 w 997528"/>
                    <a:gd name="connsiteY18" fmla="*/ 95598 h 814647"/>
                    <a:gd name="connsiteX19" fmla="*/ 559722 w 997528"/>
                    <a:gd name="connsiteY19" fmla="*/ 44890 h 814647"/>
                    <a:gd name="connsiteX20" fmla="*/ 559722 w 997528"/>
                    <a:gd name="connsiteY20" fmla="*/ 0 h 814647"/>
                    <a:gd name="connsiteX21" fmla="*/ 720436 w 997528"/>
                    <a:gd name="connsiteY21" fmla="*/ 0 h 814647"/>
                    <a:gd name="connsiteX22" fmla="*/ 720436 w 997528"/>
                    <a:gd name="connsiteY22" fmla="*/ 44890 h 814647"/>
                    <a:gd name="connsiteX23" fmla="*/ 771144 w 997528"/>
                    <a:gd name="connsiteY23" fmla="*/ 95598 h 814647"/>
                    <a:gd name="connsiteX24" fmla="*/ 809381 w 997528"/>
                    <a:gd name="connsiteY24" fmla="*/ 95598 h 814647"/>
                    <a:gd name="connsiteX25" fmla="*/ 860089 w 997528"/>
                    <a:gd name="connsiteY25" fmla="*/ 44890 h 814647"/>
                    <a:gd name="connsiteX26" fmla="*/ 860089 w 997528"/>
                    <a:gd name="connsiteY26" fmla="*/ 0 h 814647"/>
                    <a:gd name="connsiteX27" fmla="*/ 925350 w 997528"/>
                    <a:gd name="connsiteY27" fmla="*/ 0 h 814647"/>
                    <a:gd name="connsiteX28" fmla="*/ 997528 w 997528"/>
                    <a:gd name="connsiteY28" fmla="*/ 72178 h 814647"/>
                    <a:gd name="connsiteX29" fmla="*/ 997528 w 997528"/>
                    <a:gd name="connsiteY29" fmla="*/ 742469 h 814647"/>
                    <a:gd name="connsiteX30" fmla="*/ 925350 w 997528"/>
                    <a:gd name="connsiteY30" fmla="*/ 814647 h 814647"/>
                    <a:gd name="connsiteX31" fmla="*/ 72178 w 997528"/>
                    <a:gd name="connsiteY31" fmla="*/ 814647 h 814647"/>
                    <a:gd name="connsiteX32" fmla="*/ 0 w 997528"/>
                    <a:gd name="connsiteY32" fmla="*/ 742469 h 814647"/>
                    <a:gd name="connsiteX33" fmla="*/ 0 w 997528"/>
                    <a:gd name="connsiteY33" fmla="*/ 72178 h 814647"/>
                    <a:gd name="connsiteX34" fmla="*/ 72178 w 997528"/>
                    <a:gd name="connsiteY34" fmla="*/ 0 h 814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97528" h="814647">
                      <a:moveTo>
                        <a:pt x="102212" y="172905"/>
                      </a:moveTo>
                      <a:cubicBezTo>
                        <a:pt x="74227" y="172905"/>
                        <a:pt x="51540" y="195592"/>
                        <a:pt x="51540" y="223577"/>
                      </a:cubicBezTo>
                      <a:lnTo>
                        <a:pt x="51540" y="694148"/>
                      </a:lnTo>
                      <a:cubicBezTo>
                        <a:pt x="51540" y="722133"/>
                        <a:pt x="74227" y="744820"/>
                        <a:pt x="102212" y="744820"/>
                      </a:cubicBezTo>
                      <a:lnTo>
                        <a:pt x="895316" y="744820"/>
                      </a:lnTo>
                      <a:cubicBezTo>
                        <a:pt x="923301" y="744820"/>
                        <a:pt x="945988" y="722133"/>
                        <a:pt x="945988" y="694148"/>
                      </a:cubicBezTo>
                      <a:lnTo>
                        <a:pt x="945988" y="223577"/>
                      </a:lnTo>
                      <a:cubicBezTo>
                        <a:pt x="945988" y="195592"/>
                        <a:pt x="923301" y="172905"/>
                        <a:pt x="895316" y="172905"/>
                      </a:cubicBezTo>
                      <a:close/>
                      <a:moveTo>
                        <a:pt x="72178" y="0"/>
                      </a:moveTo>
                      <a:lnTo>
                        <a:pt x="119703" y="0"/>
                      </a:lnTo>
                      <a:lnTo>
                        <a:pt x="119703" y="44890"/>
                      </a:lnTo>
                      <a:cubicBezTo>
                        <a:pt x="119703" y="72895"/>
                        <a:pt x="142406" y="95598"/>
                        <a:pt x="170411" y="95598"/>
                      </a:cubicBezTo>
                      <a:lnTo>
                        <a:pt x="208648" y="95598"/>
                      </a:lnTo>
                      <a:cubicBezTo>
                        <a:pt x="236653" y="95598"/>
                        <a:pt x="259356" y="72895"/>
                        <a:pt x="259356" y="44890"/>
                      </a:cubicBezTo>
                      <a:lnTo>
                        <a:pt x="259356" y="0"/>
                      </a:lnTo>
                      <a:lnTo>
                        <a:pt x="420069" y="0"/>
                      </a:lnTo>
                      <a:lnTo>
                        <a:pt x="420069" y="44890"/>
                      </a:lnTo>
                      <a:cubicBezTo>
                        <a:pt x="420069" y="72895"/>
                        <a:pt x="442772" y="95598"/>
                        <a:pt x="470777" y="95598"/>
                      </a:cubicBezTo>
                      <a:lnTo>
                        <a:pt x="509014" y="95598"/>
                      </a:lnTo>
                      <a:cubicBezTo>
                        <a:pt x="537019" y="95598"/>
                        <a:pt x="559722" y="72895"/>
                        <a:pt x="559722" y="44890"/>
                      </a:cubicBezTo>
                      <a:lnTo>
                        <a:pt x="559722" y="0"/>
                      </a:lnTo>
                      <a:lnTo>
                        <a:pt x="720436" y="0"/>
                      </a:lnTo>
                      <a:lnTo>
                        <a:pt x="720436" y="44890"/>
                      </a:lnTo>
                      <a:cubicBezTo>
                        <a:pt x="720436" y="72895"/>
                        <a:pt x="743139" y="95598"/>
                        <a:pt x="771144" y="95598"/>
                      </a:cubicBezTo>
                      <a:lnTo>
                        <a:pt x="809381" y="95598"/>
                      </a:lnTo>
                      <a:cubicBezTo>
                        <a:pt x="837386" y="95598"/>
                        <a:pt x="860089" y="72895"/>
                        <a:pt x="860089" y="44890"/>
                      </a:cubicBezTo>
                      <a:lnTo>
                        <a:pt x="860089" y="0"/>
                      </a:lnTo>
                      <a:lnTo>
                        <a:pt x="925350" y="0"/>
                      </a:lnTo>
                      <a:cubicBezTo>
                        <a:pt x="965213" y="0"/>
                        <a:pt x="997528" y="32315"/>
                        <a:pt x="997528" y="72178"/>
                      </a:cubicBezTo>
                      <a:lnTo>
                        <a:pt x="997528" y="742469"/>
                      </a:lnTo>
                      <a:cubicBezTo>
                        <a:pt x="997528" y="782332"/>
                        <a:pt x="965213" y="814647"/>
                        <a:pt x="925350" y="814647"/>
                      </a:cubicBezTo>
                      <a:lnTo>
                        <a:pt x="72178" y="814647"/>
                      </a:lnTo>
                      <a:cubicBezTo>
                        <a:pt x="32315" y="814647"/>
                        <a:pt x="0" y="782332"/>
                        <a:pt x="0" y="742469"/>
                      </a:cubicBezTo>
                      <a:lnTo>
                        <a:pt x="0" y="72178"/>
                      </a:lnTo>
                      <a:cubicBezTo>
                        <a:pt x="0" y="32315"/>
                        <a:pt x="32315" y="0"/>
                        <a:pt x="72178"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rial" panose="020B0604020202020204" pitchFamily="34" charset="0"/>
                    <a:cs typeface="Arial" panose="020B0604020202020204" pitchFamily="34" charset="0"/>
                  </a:endParaRPr>
                </a:p>
              </p:txBody>
            </p:sp>
            <p:sp>
              <p:nvSpPr>
                <p:cNvPr id="129" name="Rectangle 128">
                  <a:extLst>
                    <a:ext uri="{FF2B5EF4-FFF2-40B4-BE49-F238E27FC236}">
                      <a16:creationId xmlns:a16="http://schemas.microsoft.com/office/drawing/2014/main" id="{81E2866E-16A9-4132-8D1A-874BFAEF512C}"/>
                    </a:ext>
                  </a:extLst>
                </p:cNvPr>
                <p:cNvSpPr/>
                <p:nvPr/>
              </p:nvSpPr>
              <p:spPr>
                <a:xfrm>
                  <a:off x="4622707" y="2406254"/>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0" name="Rectangle 129">
                  <a:extLst>
                    <a:ext uri="{FF2B5EF4-FFF2-40B4-BE49-F238E27FC236}">
                      <a16:creationId xmlns:a16="http://schemas.microsoft.com/office/drawing/2014/main" id="{4E2EDB82-D6AB-4BAA-AD20-953A1C5D4948}"/>
                    </a:ext>
                  </a:extLst>
                </p:cNvPr>
                <p:cNvSpPr/>
                <p:nvPr/>
              </p:nvSpPr>
              <p:spPr>
                <a:xfrm>
                  <a:off x="4622707" y="2577220"/>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1" name="Rectangle 130">
                  <a:extLst>
                    <a:ext uri="{FF2B5EF4-FFF2-40B4-BE49-F238E27FC236}">
                      <a16:creationId xmlns:a16="http://schemas.microsoft.com/office/drawing/2014/main" id="{D7CB4AF5-73CC-408C-A2EC-FCD444E3921E}"/>
                    </a:ext>
                  </a:extLst>
                </p:cNvPr>
                <p:cNvSpPr/>
                <p:nvPr/>
              </p:nvSpPr>
              <p:spPr>
                <a:xfrm>
                  <a:off x="4622707" y="2748185"/>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2" name="Rectangle 131">
                  <a:extLst>
                    <a:ext uri="{FF2B5EF4-FFF2-40B4-BE49-F238E27FC236}">
                      <a16:creationId xmlns:a16="http://schemas.microsoft.com/office/drawing/2014/main" id="{1142AB93-1E0C-49FC-9279-4078C68B7C89}"/>
                    </a:ext>
                  </a:extLst>
                </p:cNvPr>
                <p:cNvSpPr/>
                <p:nvPr/>
              </p:nvSpPr>
              <p:spPr>
                <a:xfrm>
                  <a:off x="4816571" y="2406254"/>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3" name="Rectangle 132">
                  <a:extLst>
                    <a:ext uri="{FF2B5EF4-FFF2-40B4-BE49-F238E27FC236}">
                      <a16:creationId xmlns:a16="http://schemas.microsoft.com/office/drawing/2014/main" id="{F4A3A51C-D185-400F-BDC6-0ECC95AF3668}"/>
                    </a:ext>
                  </a:extLst>
                </p:cNvPr>
                <p:cNvSpPr/>
                <p:nvPr/>
              </p:nvSpPr>
              <p:spPr>
                <a:xfrm>
                  <a:off x="4816571" y="2577220"/>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4" name="Rectangle 133">
                  <a:extLst>
                    <a:ext uri="{FF2B5EF4-FFF2-40B4-BE49-F238E27FC236}">
                      <a16:creationId xmlns:a16="http://schemas.microsoft.com/office/drawing/2014/main" id="{25208855-BD93-400F-8CD0-507490D819C6}"/>
                    </a:ext>
                  </a:extLst>
                </p:cNvPr>
                <p:cNvSpPr/>
                <p:nvPr/>
              </p:nvSpPr>
              <p:spPr>
                <a:xfrm>
                  <a:off x="4816571" y="2748185"/>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5" name="Rectangle 134">
                  <a:extLst>
                    <a:ext uri="{FF2B5EF4-FFF2-40B4-BE49-F238E27FC236}">
                      <a16:creationId xmlns:a16="http://schemas.microsoft.com/office/drawing/2014/main" id="{D506DBB3-A335-4227-A88A-4D3823F20B05}"/>
                    </a:ext>
                  </a:extLst>
                </p:cNvPr>
                <p:cNvSpPr/>
                <p:nvPr/>
              </p:nvSpPr>
              <p:spPr>
                <a:xfrm>
                  <a:off x="5010170" y="2406255"/>
                  <a:ext cx="146302" cy="89780"/>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6" name="Rectangle 135">
                  <a:extLst>
                    <a:ext uri="{FF2B5EF4-FFF2-40B4-BE49-F238E27FC236}">
                      <a16:creationId xmlns:a16="http://schemas.microsoft.com/office/drawing/2014/main" id="{5254E6E2-FB15-4272-BC48-D85A3E087906}"/>
                    </a:ext>
                  </a:extLst>
                </p:cNvPr>
                <p:cNvSpPr/>
                <p:nvPr/>
              </p:nvSpPr>
              <p:spPr>
                <a:xfrm>
                  <a:off x="5010170" y="2577220"/>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7" name="Rectangle 136">
                  <a:extLst>
                    <a:ext uri="{FF2B5EF4-FFF2-40B4-BE49-F238E27FC236}">
                      <a16:creationId xmlns:a16="http://schemas.microsoft.com/office/drawing/2014/main" id="{3C4395CE-B8A4-4439-9A64-96E4DD981EDD}"/>
                    </a:ext>
                  </a:extLst>
                </p:cNvPr>
                <p:cNvSpPr/>
                <p:nvPr/>
              </p:nvSpPr>
              <p:spPr>
                <a:xfrm>
                  <a:off x="5010170" y="2748185"/>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8" name="Rectangle 137">
                  <a:extLst>
                    <a:ext uri="{FF2B5EF4-FFF2-40B4-BE49-F238E27FC236}">
                      <a16:creationId xmlns:a16="http://schemas.microsoft.com/office/drawing/2014/main" id="{3C1F5745-3414-408D-A39C-1718ECB31E9D}"/>
                    </a:ext>
                  </a:extLst>
                </p:cNvPr>
                <p:cNvSpPr/>
                <p:nvPr/>
              </p:nvSpPr>
              <p:spPr>
                <a:xfrm>
                  <a:off x="5204042" y="2406254"/>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9" name="Rectangle 138">
                  <a:extLst>
                    <a:ext uri="{FF2B5EF4-FFF2-40B4-BE49-F238E27FC236}">
                      <a16:creationId xmlns:a16="http://schemas.microsoft.com/office/drawing/2014/main" id="{C6253EBF-3DD6-440F-819C-D64776030F02}"/>
                    </a:ext>
                  </a:extLst>
                </p:cNvPr>
                <p:cNvSpPr/>
                <p:nvPr/>
              </p:nvSpPr>
              <p:spPr>
                <a:xfrm>
                  <a:off x="5204042" y="2577220"/>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A5B434BF-1BAE-4081-8A7E-82F716491E20}"/>
                    </a:ext>
                  </a:extLst>
                </p:cNvPr>
                <p:cNvSpPr/>
                <p:nvPr/>
              </p:nvSpPr>
              <p:spPr>
                <a:xfrm>
                  <a:off x="5204042" y="2748185"/>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41" name="Rounded Rectangle 73">
                  <a:extLst>
                    <a:ext uri="{FF2B5EF4-FFF2-40B4-BE49-F238E27FC236}">
                      <a16:creationId xmlns:a16="http://schemas.microsoft.com/office/drawing/2014/main" id="{54A69683-3E64-49A2-857C-139745B228BE}"/>
                    </a:ext>
                  </a:extLst>
                </p:cNvPr>
                <p:cNvSpPr/>
                <p:nvPr/>
              </p:nvSpPr>
              <p:spPr>
                <a:xfrm>
                  <a:off x="4614819" y="1995002"/>
                  <a:ext cx="100563" cy="231193"/>
                </a:xfrm>
                <a:prstGeom prst="roundRect">
                  <a:avLst>
                    <a:gd name="adj" fmla="val 3631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42" name="Rounded Rectangle 74">
                  <a:extLst>
                    <a:ext uri="{FF2B5EF4-FFF2-40B4-BE49-F238E27FC236}">
                      <a16:creationId xmlns:a16="http://schemas.microsoft.com/office/drawing/2014/main" id="{B7F4BBB5-2142-44D8-8ECD-1428040A5794}"/>
                    </a:ext>
                  </a:extLst>
                </p:cNvPr>
                <p:cNvSpPr/>
                <p:nvPr/>
              </p:nvSpPr>
              <p:spPr>
                <a:xfrm>
                  <a:off x="4915186" y="1995002"/>
                  <a:ext cx="100563" cy="231193"/>
                </a:xfrm>
                <a:prstGeom prst="roundRect">
                  <a:avLst>
                    <a:gd name="adj" fmla="val 3631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43" name="Rounded Rectangle 75">
                  <a:extLst>
                    <a:ext uri="{FF2B5EF4-FFF2-40B4-BE49-F238E27FC236}">
                      <a16:creationId xmlns:a16="http://schemas.microsoft.com/office/drawing/2014/main" id="{4E06A913-E370-45EC-B8F7-D4915C2D0D21}"/>
                    </a:ext>
                  </a:extLst>
                </p:cNvPr>
                <p:cNvSpPr/>
                <p:nvPr/>
              </p:nvSpPr>
              <p:spPr>
                <a:xfrm>
                  <a:off x="5215553" y="1995002"/>
                  <a:ext cx="100563" cy="231193"/>
                </a:xfrm>
                <a:prstGeom prst="roundRect">
                  <a:avLst>
                    <a:gd name="adj" fmla="val 3631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nvGrpSpPr>
                <p:cNvPr id="144" name="Group 143">
                  <a:extLst>
                    <a:ext uri="{FF2B5EF4-FFF2-40B4-BE49-F238E27FC236}">
                      <a16:creationId xmlns:a16="http://schemas.microsoft.com/office/drawing/2014/main" id="{D271759E-4C6F-4299-9210-F788153E1E5F}"/>
                    </a:ext>
                  </a:extLst>
                </p:cNvPr>
                <p:cNvGrpSpPr/>
                <p:nvPr/>
              </p:nvGrpSpPr>
              <p:grpSpPr>
                <a:xfrm>
                  <a:off x="4577866" y="3094255"/>
                  <a:ext cx="847034" cy="865347"/>
                  <a:chOff x="4577861" y="3094256"/>
                  <a:chExt cx="847032" cy="865344"/>
                </a:xfrm>
                <a:grpFill/>
              </p:grpSpPr>
              <p:sp>
                <p:nvSpPr>
                  <p:cNvPr id="145" name="Freeform 137">
                    <a:extLst>
                      <a:ext uri="{FF2B5EF4-FFF2-40B4-BE49-F238E27FC236}">
                        <a16:creationId xmlns:a16="http://schemas.microsoft.com/office/drawing/2014/main" id="{40CF987F-6917-4557-8AD2-C026D615AEF1}"/>
                      </a:ext>
                    </a:extLst>
                  </p:cNvPr>
                  <p:cNvSpPr>
                    <a:spLocks/>
                  </p:cNvSpPr>
                  <p:nvPr/>
                </p:nvSpPr>
                <p:spPr bwMode="auto">
                  <a:xfrm>
                    <a:off x="5363852" y="3485262"/>
                    <a:ext cx="61041" cy="177022"/>
                  </a:xfrm>
                  <a:prstGeom prst="roundRect">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kern="0" dirty="0">
                      <a:solidFill>
                        <a:prstClr val="black"/>
                      </a:solidFill>
                      <a:latin typeface="Arial" panose="020B0604020202020204" pitchFamily="34" charset="0"/>
                      <a:cs typeface="Arial" panose="020B0604020202020204" pitchFamily="34" charset="0"/>
                    </a:endParaRPr>
                  </a:p>
                </p:txBody>
              </p:sp>
              <p:sp>
                <p:nvSpPr>
                  <p:cNvPr id="146" name="Freeform 78">
                    <a:extLst>
                      <a:ext uri="{FF2B5EF4-FFF2-40B4-BE49-F238E27FC236}">
                        <a16:creationId xmlns:a16="http://schemas.microsoft.com/office/drawing/2014/main" id="{0C641000-3CA2-47E1-9C78-D63898617E0B}"/>
                      </a:ext>
                    </a:extLst>
                  </p:cNvPr>
                  <p:cNvSpPr/>
                  <p:nvPr/>
                </p:nvSpPr>
                <p:spPr>
                  <a:xfrm>
                    <a:off x="4577861" y="3182506"/>
                    <a:ext cx="777094" cy="777094"/>
                  </a:xfrm>
                  <a:custGeom>
                    <a:avLst/>
                    <a:gdLst>
                      <a:gd name="connsiteX0" fmla="*/ 367373 w 777097"/>
                      <a:gd name="connsiteY0" fmla="*/ 82618 h 777094"/>
                      <a:gd name="connsiteX1" fmla="*/ 326463 w 777097"/>
                      <a:gd name="connsiteY1" fmla="*/ 86742 h 777094"/>
                      <a:gd name="connsiteX2" fmla="*/ 86743 w 777097"/>
                      <a:gd name="connsiteY2" fmla="*/ 326461 h 777094"/>
                      <a:gd name="connsiteX3" fmla="*/ 83089 w 777097"/>
                      <a:gd name="connsiteY3" fmla="*/ 362709 h 777094"/>
                      <a:gd name="connsiteX4" fmla="*/ 117342 w 777097"/>
                      <a:gd name="connsiteY4" fmla="*/ 362709 h 777094"/>
                      <a:gd name="connsiteX5" fmla="*/ 117342 w 777097"/>
                      <a:gd name="connsiteY5" fmla="*/ 413997 h 777094"/>
                      <a:gd name="connsiteX6" fmla="*/ 83050 w 777097"/>
                      <a:gd name="connsiteY6" fmla="*/ 413997 h 777094"/>
                      <a:gd name="connsiteX7" fmla="*/ 86743 w 777097"/>
                      <a:gd name="connsiteY7" fmla="*/ 450633 h 777094"/>
                      <a:gd name="connsiteX8" fmla="*/ 326463 w 777097"/>
                      <a:gd name="connsiteY8" fmla="*/ 690352 h 777094"/>
                      <a:gd name="connsiteX9" fmla="*/ 367373 w 777097"/>
                      <a:gd name="connsiteY9" fmla="*/ 694476 h 777094"/>
                      <a:gd name="connsiteX10" fmla="*/ 367373 w 777097"/>
                      <a:gd name="connsiteY10" fmla="*/ 666358 h 777094"/>
                      <a:gd name="connsiteX11" fmla="*/ 418661 w 777097"/>
                      <a:gd name="connsiteY11" fmla="*/ 666358 h 777094"/>
                      <a:gd name="connsiteX12" fmla="*/ 418661 w 777097"/>
                      <a:gd name="connsiteY12" fmla="*/ 693575 h 777094"/>
                      <a:gd name="connsiteX13" fmla="*/ 450635 w 777097"/>
                      <a:gd name="connsiteY13" fmla="*/ 690352 h 777094"/>
                      <a:gd name="connsiteX14" fmla="*/ 690355 w 777097"/>
                      <a:gd name="connsiteY14" fmla="*/ 450633 h 777094"/>
                      <a:gd name="connsiteX15" fmla="*/ 694048 w 777097"/>
                      <a:gd name="connsiteY15" fmla="*/ 413997 h 777094"/>
                      <a:gd name="connsiteX16" fmla="*/ 662864 w 777097"/>
                      <a:gd name="connsiteY16" fmla="*/ 413997 h 777094"/>
                      <a:gd name="connsiteX17" fmla="*/ 662864 w 777097"/>
                      <a:gd name="connsiteY17" fmla="*/ 362709 h 777094"/>
                      <a:gd name="connsiteX18" fmla="*/ 694009 w 777097"/>
                      <a:gd name="connsiteY18" fmla="*/ 362709 h 777094"/>
                      <a:gd name="connsiteX19" fmla="*/ 690355 w 777097"/>
                      <a:gd name="connsiteY19" fmla="*/ 326461 h 777094"/>
                      <a:gd name="connsiteX20" fmla="*/ 450635 w 777097"/>
                      <a:gd name="connsiteY20" fmla="*/ 86742 h 777094"/>
                      <a:gd name="connsiteX21" fmla="*/ 418661 w 777097"/>
                      <a:gd name="connsiteY21" fmla="*/ 83519 h 777094"/>
                      <a:gd name="connsiteX22" fmla="*/ 418661 w 777097"/>
                      <a:gd name="connsiteY22" fmla="*/ 115010 h 777094"/>
                      <a:gd name="connsiteX23" fmla="*/ 367373 w 777097"/>
                      <a:gd name="connsiteY23" fmla="*/ 115010 h 777094"/>
                      <a:gd name="connsiteX24" fmla="*/ 388549 w 777097"/>
                      <a:gd name="connsiteY24" fmla="*/ 0 h 777094"/>
                      <a:gd name="connsiteX25" fmla="*/ 777097 w 777097"/>
                      <a:gd name="connsiteY25" fmla="*/ 388547 h 777094"/>
                      <a:gd name="connsiteX26" fmla="*/ 710739 w 777097"/>
                      <a:gd name="connsiteY26" fmla="*/ 605787 h 777094"/>
                      <a:gd name="connsiteX27" fmla="*/ 677246 w 777097"/>
                      <a:gd name="connsiteY27" fmla="*/ 646382 h 777094"/>
                      <a:gd name="connsiteX28" fmla="*/ 737049 w 777097"/>
                      <a:gd name="connsiteY28" fmla="*/ 704133 h 777094"/>
                      <a:gd name="connsiteX29" fmla="*/ 737855 w 777097"/>
                      <a:gd name="connsiteY29" fmla="*/ 750303 h 777094"/>
                      <a:gd name="connsiteX30" fmla="*/ 691685 w 777097"/>
                      <a:gd name="connsiteY30" fmla="*/ 751109 h 777094"/>
                      <a:gd name="connsiteX31" fmla="*/ 629566 w 777097"/>
                      <a:gd name="connsiteY31" fmla="*/ 691120 h 777094"/>
                      <a:gd name="connsiteX32" fmla="*/ 605790 w 777097"/>
                      <a:gd name="connsiteY32" fmla="*/ 710736 h 777094"/>
                      <a:gd name="connsiteX33" fmla="*/ 388549 w 777097"/>
                      <a:gd name="connsiteY33" fmla="*/ 777094 h 777094"/>
                      <a:gd name="connsiteX34" fmla="*/ 171308 w 777097"/>
                      <a:gd name="connsiteY34" fmla="*/ 710736 h 777094"/>
                      <a:gd name="connsiteX35" fmla="*/ 119147 w 777097"/>
                      <a:gd name="connsiteY35" fmla="*/ 667700 h 777094"/>
                      <a:gd name="connsiteX36" fmla="*/ 86216 w 777097"/>
                      <a:gd name="connsiteY36" fmla="*/ 726697 h 777094"/>
                      <a:gd name="connsiteX37" fmla="*/ 41791 w 777097"/>
                      <a:gd name="connsiteY37" fmla="*/ 739295 h 777094"/>
                      <a:gd name="connsiteX38" fmla="*/ 41792 w 777097"/>
                      <a:gd name="connsiteY38" fmla="*/ 739294 h 777094"/>
                      <a:gd name="connsiteX39" fmla="*/ 29195 w 777097"/>
                      <a:gd name="connsiteY39" fmla="*/ 694869 h 777094"/>
                      <a:gd name="connsiteX40" fmla="*/ 73849 w 777097"/>
                      <a:gd name="connsiteY40" fmla="*/ 614866 h 777094"/>
                      <a:gd name="connsiteX41" fmla="*/ 66358 w 777097"/>
                      <a:gd name="connsiteY41" fmla="*/ 605787 h 777094"/>
                      <a:gd name="connsiteX42" fmla="*/ 0 w 777097"/>
                      <a:gd name="connsiteY42" fmla="*/ 388547 h 777094"/>
                      <a:gd name="connsiteX43" fmla="*/ 30534 w 777097"/>
                      <a:gd name="connsiteY43" fmla="*/ 237307 h 777094"/>
                      <a:gd name="connsiteX44" fmla="*/ 113803 w 777097"/>
                      <a:gd name="connsiteY44" fmla="*/ 113803 h 777094"/>
                      <a:gd name="connsiteX45" fmla="*/ 388549 w 777097"/>
                      <a:gd name="connsiteY45" fmla="*/ 0 h 777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77097" h="777094">
                        <a:moveTo>
                          <a:pt x="367373" y="82618"/>
                        </a:moveTo>
                        <a:lnTo>
                          <a:pt x="326463" y="86742"/>
                        </a:lnTo>
                        <a:cubicBezTo>
                          <a:pt x="206137" y="111364"/>
                          <a:pt x="111365" y="206136"/>
                          <a:pt x="86743" y="326461"/>
                        </a:cubicBezTo>
                        <a:lnTo>
                          <a:pt x="83089" y="362709"/>
                        </a:lnTo>
                        <a:lnTo>
                          <a:pt x="117342" y="362709"/>
                        </a:lnTo>
                        <a:lnTo>
                          <a:pt x="117342" y="413997"/>
                        </a:lnTo>
                        <a:lnTo>
                          <a:pt x="83050" y="413997"/>
                        </a:lnTo>
                        <a:lnTo>
                          <a:pt x="86743" y="450633"/>
                        </a:lnTo>
                        <a:cubicBezTo>
                          <a:pt x="111365" y="570958"/>
                          <a:pt x="206137" y="665730"/>
                          <a:pt x="326463" y="690352"/>
                        </a:cubicBezTo>
                        <a:lnTo>
                          <a:pt x="367373" y="694476"/>
                        </a:lnTo>
                        <a:lnTo>
                          <a:pt x="367373" y="666358"/>
                        </a:lnTo>
                        <a:lnTo>
                          <a:pt x="418661" y="666358"/>
                        </a:lnTo>
                        <a:lnTo>
                          <a:pt x="418661" y="693575"/>
                        </a:lnTo>
                        <a:lnTo>
                          <a:pt x="450635" y="690352"/>
                        </a:lnTo>
                        <a:cubicBezTo>
                          <a:pt x="570960" y="665730"/>
                          <a:pt x="665733" y="570958"/>
                          <a:pt x="690355" y="450633"/>
                        </a:cubicBezTo>
                        <a:lnTo>
                          <a:pt x="694048" y="413997"/>
                        </a:lnTo>
                        <a:lnTo>
                          <a:pt x="662864" y="413997"/>
                        </a:lnTo>
                        <a:lnTo>
                          <a:pt x="662864" y="362709"/>
                        </a:lnTo>
                        <a:lnTo>
                          <a:pt x="694009" y="362709"/>
                        </a:lnTo>
                        <a:lnTo>
                          <a:pt x="690355" y="326461"/>
                        </a:lnTo>
                        <a:cubicBezTo>
                          <a:pt x="665733" y="206136"/>
                          <a:pt x="570960" y="111364"/>
                          <a:pt x="450635" y="86742"/>
                        </a:cubicBezTo>
                        <a:lnTo>
                          <a:pt x="418661" y="83519"/>
                        </a:lnTo>
                        <a:lnTo>
                          <a:pt x="418661" y="115010"/>
                        </a:lnTo>
                        <a:lnTo>
                          <a:pt x="367373" y="115010"/>
                        </a:lnTo>
                        <a:close/>
                        <a:moveTo>
                          <a:pt x="388549" y="0"/>
                        </a:moveTo>
                        <a:cubicBezTo>
                          <a:pt x="603138" y="0"/>
                          <a:pt x="777097" y="173959"/>
                          <a:pt x="777097" y="388547"/>
                        </a:cubicBezTo>
                        <a:cubicBezTo>
                          <a:pt x="777097" y="469018"/>
                          <a:pt x="752634" y="543775"/>
                          <a:pt x="710739" y="605787"/>
                        </a:cubicBezTo>
                        <a:lnTo>
                          <a:pt x="677246" y="646382"/>
                        </a:lnTo>
                        <a:lnTo>
                          <a:pt x="737049" y="704133"/>
                        </a:lnTo>
                        <a:cubicBezTo>
                          <a:pt x="750021" y="716660"/>
                          <a:pt x="750382" y="737331"/>
                          <a:pt x="737855" y="750303"/>
                        </a:cubicBezTo>
                        <a:cubicBezTo>
                          <a:pt x="725328" y="763275"/>
                          <a:pt x="704657" y="763636"/>
                          <a:pt x="691685" y="751109"/>
                        </a:cubicBezTo>
                        <a:lnTo>
                          <a:pt x="629566" y="691120"/>
                        </a:lnTo>
                        <a:lnTo>
                          <a:pt x="605790" y="710736"/>
                        </a:lnTo>
                        <a:cubicBezTo>
                          <a:pt x="543777" y="752631"/>
                          <a:pt x="469020" y="777094"/>
                          <a:pt x="388549" y="777094"/>
                        </a:cubicBezTo>
                        <a:cubicBezTo>
                          <a:pt x="308078" y="777094"/>
                          <a:pt x="233320" y="752631"/>
                          <a:pt x="171308" y="710736"/>
                        </a:cubicBezTo>
                        <a:lnTo>
                          <a:pt x="119147" y="667700"/>
                        </a:lnTo>
                        <a:lnTo>
                          <a:pt x="86216" y="726697"/>
                        </a:lnTo>
                        <a:cubicBezTo>
                          <a:pt x="77427" y="742443"/>
                          <a:pt x="57537" y="748084"/>
                          <a:pt x="41791" y="739295"/>
                        </a:cubicBezTo>
                        <a:lnTo>
                          <a:pt x="41792" y="739294"/>
                        </a:lnTo>
                        <a:cubicBezTo>
                          <a:pt x="26046" y="730505"/>
                          <a:pt x="20406" y="710615"/>
                          <a:pt x="29195" y="694869"/>
                        </a:cubicBezTo>
                        <a:lnTo>
                          <a:pt x="73849" y="614866"/>
                        </a:lnTo>
                        <a:lnTo>
                          <a:pt x="66358" y="605787"/>
                        </a:lnTo>
                        <a:cubicBezTo>
                          <a:pt x="24463" y="543775"/>
                          <a:pt x="0" y="469018"/>
                          <a:pt x="0" y="388547"/>
                        </a:cubicBezTo>
                        <a:cubicBezTo>
                          <a:pt x="0" y="334900"/>
                          <a:pt x="10873" y="283792"/>
                          <a:pt x="30534" y="237307"/>
                        </a:cubicBezTo>
                        <a:cubicBezTo>
                          <a:pt x="48765" y="196139"/>
                          <a:pt x="74141" y="154971"/>
                          <a:pt x="113803" y="113803"/>
                        </a:cubicBezTo>
                        <a:cubicBezTo>
                          <a:pt x="184117" y="43489"/>
                          <a:pt x="281254" y="0"/>
                          <a:pt x="388549" y="0"/>
                        </a:cubicBezTo>
                        <a:close/>
                      </a:path>
                    </a:pathLst>
                  </a:custGeom>
                  <a:grpFill/>
                  <a:ln w="12700" cap="flat" cmpd="sng" algn="ctr">
                    <a:noFill/>
                    <a:prstDash val="solid"/>
                    <a:miter lim="800000"/>
                  </a:ln>
                  <a:effectLst/>
                </p:spPr>
                <p:txBody>
                  <a:bodyPr wrap="square" rtlCol="0" anchor="ctr">
                    <a:noAutofit/>
                  </a:bodyPr>
                  <a:lstStyle/>
                  <a:p>
                    <a:pPr algn="ctr"/>
                    <a:endParaRPr lang="en-US" kern="0" dirty="0">
                      <a:solidFill>
                        <a:prstClr val="white"/>
                      </a:solidFill>
                      <a:latin typeface="Arial" panose="020B0604020202020204" pitchFamily="34" charset="0"/>
                      <a:cs typeface="Arial" panose="020B0604020202020204" pitchFamily="34" charset="0"/>
                    </a:endParaRPr>
                  </a:p>
                </p:txBody>
              </p:sp>
              <p:sp>
                <p:nvSpPr>
                  <p:cNvPr id="147" name="Freeform 79">
                    <a:extLst>
                      <a:ext uri="{FF2B5EF4-FFF2-40B4-BE49-F238E27FC236}">
                        <a16:creationId xmlns:a16="http://schemas.microsoft.com/office/drawing/2014/main" id="{A262EF5B-C25F-4E5E-9A19-3306F785D9B2}"/>
                      </a:ext>
                    </a:extLst>
                  </p:cNvPr>
                  <p:cNvSpPr/>
                  <p:nvPr/>
                </p:nvSpPr>
                <p:spPr>
                  <a:xfrm rot="16200000" flipH="1">
                    <a:off x="4760247" y="3356384"/>
                    <a:ext cx="258778" cy="215645"/>
                  </a:xfrm>
                  <a:custGeom>
                    <a:avLst/>
                    <a:gdLst>
                      <a:gd name="connsiteX0" fmla="*/ 0 w 528638"/>
                      <a:gd name="connsiteY0" fmla="*/ 415527 h 440531"/>
                      <a:gd name="connsiteX1" fmla="*/ 0 w 528638"/>
                      <a:gd name="connsiteY1" fmla="*/ 358379 h 440531"/>
                      <a:gd name="connsiteX2" fmla="*/ 25004 w 528638"/>
                      <a:gd name="connsiteY2" fmla="*/ 333375 h 440531"/>
                      <a:gd name="connsiteX3" fmla="*/ 433387 w 528638"/>
                      <a:gd name="connsiteY3" fmla="*/ 333375 h 440531"/>
                      <a:gd name="connsiteX4" fmla="*/ 433387 w 528638"/>
                      <a:gd name="connsiteY4" fmla="*/ 22226 h 440531"/>
                      <a:gd name="connsiteX5" fmla="*/ 455613 w 528638"/>
                      <a:gd name="connsiteY5" fmla="*/ 0 h 440531"/>
                      <a:gd name="connsiteX6" fmla="*/ 506412 w 528638"/>
                      <a:gd name="connsiteY6" fmla="*/ 0 h 440531"/>
                      <a:gd name="connsiteX7" fmla="*/ 528638 w 528638"/>
                      <a:gd name="connsiteY7" fmla="*/ 22226 h 440531"/>
                      <a:gd name="connsiteX8" fmla="*/ 528638 w 528638"/>
                      <a:gd name="connsiteY8" fmla="*/ 415924 h 440531"/>
                      <a:gd name="connsiteX9" fmla="*/ 522128 w 528638"/>
                      <a:gd name="connsiteY9" fmla="*/ 431640 h 440531"/>
                      <a:gd name="connsiteX10" fmla="*/ 519055 w 528638"/>
                      <a:gd name="connsiteY10" fmla="*/ 432914 h 440531"/>
                      <a:gd name="connsiteX11" fmla="*/ 518933 w 528638"/>
                      <a:gd name="connsiteY11" fmla="*/ 433207 h 440531"/>
                      <a:gd name="connsiteX12" fmla="*/ 501253 w 528638"/>
                      <a:gd name="connsiteY12" fmla="*/ 440531 h 440531"/>
                      <a:gd name="connsiteX13" fmla="*/ 25004 w 528638"/>
                      <a:gd name="connsiteY13" fmla="*/ 440531 h 440531"/>
                      <a:gd name="connsiteX14" fmla="*/ 0 w 528638"/>
                      <a:gd name="connsiteY14" fmla="*/ 415527 h 440531"/>
                      <a:gd name="connsiteX0" fmla="*/ 0 w 542160"/>
                      <a:gd name="connsiteY0" fmla="*/ 415527 h 440531"/>
                      <a:gd name="connsiteX1" fmla="*/ 0 w 542160"/>
                      <a:gd name="connsiteY1" fmla="*/ 358379 h 440531"/>
                      <a:gd name="connsiteX2" fmla="*/ 25004 w 542160"/>
                      <a:gd name="connsiteY2" fmla="*/ 333375 h 440531"/>
                      <a:gd name="connsiteX3" fmla="*/ 433387 w 542160"/>
                      <a:gd name="connsiteY3" fmla="*/ 333375 h 440531"/>
                      <a:gd name="connsiteX4" fmla="*/ 433387 w 542160"/>
                      <a:gd name="connsiteY4" fmla="*/ 22226 h 440531"/>
                      <a:gd name="connsiteX5" fmla="*/ 455613 w 542160"/>
                      <a:gd name="connsiteY5" fmla="*/ 0 h 440531"/>
                      <a:gd name="connsiteX6" fmla="*/ 506412 w 542160"/>
                      <a:gd name="connsiteY6" fmla="*/ 0 h 440531"/>
                      <a:gd name="connsiteX7" fmla="*/ 528638 w 542160"/>
                      <a:gd name="connsiteY7" fmla="*/ 22226 h 440531"/>
                      <a:gd name="connsiteX8" fmla="*/ 528638 w 542160"/>
                      <a:gd name="connsiteY8" fmla="*/ 415924 h 440531"/>
                      <a:gd name="connsiteX9" fmla="*/ 522128 w 542160"/>
                      <a:gd name="connsiteY9" fmla="*/ 431640 h 440531"/>
                      <a:gd name="connsiteX10" fmla="*/ 519055 w 542160"/>
                      <a:gd name="connsiteY10" fmla="*/ 432914 h 440531"/>
                      <a:gd name="connsiteX11" fmla="*/ 501253 w 542160"/>
                      <a:gd name="connsiteY11" fmla="*/ 440531 h 440531"/>
                      <a:gd name="connsiteX12" fmla="*/ 25004 w 542160"/>
                      <a:gd name="connsiteY12" fmla="*/ 440531 h 440531"/>
                      <a:gd name="connsiteX13" fmla="*/ 0 w 542160"/>
                      <a:gd name="connsiteY13" fmla="*/ 415527 h 440531"/>
                      <a:gd name="connsiteX0" fmla="*/ 0 w 542160"/>
                      <a:gd name="connsiteY0" fmla="*/ 415527 h 450320"/>
                      <a:gd name="connsiteX1" fmla="*/ 0 w 542160"/>
                      <a:gd name="connsiteY1" fmla="*/ 358379 h 450320"/>
                      <a:gd name="connsiteX2" fmla="*/ 25004 w 542160"/>
                      <a:gd name="connsiteY2" fmla="*/ 333375 h 450320"/>
                      <a:gd name="connsiteX3" fmla="*/ 433387 w 542160"/>
                      <a:gd name="connsiteY3" fmla="*/ 333375 h 450320"/>
                      <a:gd name="connsiteX4" fmla="*/ 433387 w 542160"/>
                      <a:gd name="connsiteY4" fmla="*/ 22226 h 450320"/>
                      <a:gd name="connsiteX5" fmla="*/ 455613 w 542160"/>
                      <a:gd name="connsiteY5" fmla="*/ 0 h 450320"/>
                      <a:gd name="connsiteX6" fmla="*/ 506412 w 542160"/>
                      <a:gd name="connsiteY6" fmla="*/ 0 h 450320"/>
                      <a:gd name="connsiteX7" fmla="*/ 528638 w 542160"/>
                      <a:gd name="connsiteY7" fmla="*/ 22226 h 450320"/>
                      <a:gd name="connsiteX8" fmla="*/ 528638 w 542160"/>
                      <a:gd name="connsiteY8" fmla="*/ 415924 h 450320"/>
                      <a:gd name="connsiteX9" fmla="*/ 519055 w 542160"/>
                      <a:gd name="connsiteY9" fmla="*/ 432914 h 450320"/>
                      <a:gd name="connsiteX10" fmla="*/ 501253 w 542160"/>
                      <a:gd name="connsiteY10" fmla="*/ 440531 h 450320"/>
                      <a:gd name="connsiteX11" fmla="*/ 25004 w 542160"/>
                      <a:gd name="connsiteY11" fmla="*/ 440531 h 450320"/>
                      <a:gd name="connsiteX12" fmla="*/ 0 w 542160"/>
                      <a:gd name="connsiteY12" fmla="*/ 415527 h 450320"/>
                      <a:gd name="connsiteX0" fmla="*/ 0 w 545872"/>
                      <a:gd name="connsiteY0" fmla="*/ 415527 h 453592"/>
                      <a:gd name="connsiteX1" fmla="*/ 0 w 545872"/>
                      <a:gd name="connsiteY1" fmla="*/ 358379 h 453592"/>
                      <a:gd name="connsiteX2" fmla="*/ 25004 w 545872"/>
                      <a:gd name="connsiteY2" fmla="*/ 333375 h 453592"/>
                      <a:gd name="connsiteX3" fmla="*/ 433387 w 545872"/>
                      <a:gd name="connsiteY3" fmla="*/ 333375 h 453592"/>
                      <a:gd name="connsiteX4" fmla="*/ 433387 w 545872"/>
                      <a:gd name="connsiteY4" fmla="*/ 22226 h 453592"/>
                      <a:gd name="connsiteX5" fmla="*/ 455613 w 545872"/>
                      <a:gd name="connsiteY5" fmla="*/ 0 h 453592"/>
                      <a:gd name="connsiteX6" fmla="*/ 506412 w 545872"/>
                      <a:gd name="connsiteY6" fmla="*/ 0 h 453592"/>
                      <a:gd name="connsiteX7" fmla="*/ 528638 w 545872"/>
                      <a:gd name="connsiteY7" fmla="*/ 22226 h 453592"/>
                      <a:gd name="connsiteX8" fmla="*/ 528638 w 545872"/>
                      <a:gd name="connsiteY8" fmla="*/ 415924 h 453592"/>
                      <a:gd name="connsiteX9" fmla="*/ 501253 w 545872"/>
                      <a:gd name="connsiteY9" fmla="*/ 440531 h 453592"/>
                      <a:gd name="connsiteX10" fmla="*/ 25004 w 545872"/>
                      <a:gd name="connsiteY10" fmla="*/ 440531 h 453592"/>
                      <a:gd name="connsiteX11" fmla="*/ 0 w 545872"/>
                      <a:gd name="connsiteY11" fmla="*/ 415527 h 453592"/>
                      <a:gd name="connsiteX0" fmla="*/ 0 w 528638"/>
                      <a:gd name="connsiteY0" fmla="*/ 415527 h 454716"/>
                      <a:gd name="connsiteX1" fmla="*/ 0 w 528638"/>
                      <a:gd name="connsiteY1" fmla="*/ 358379 h 454716"/>
                      <a:gd name="connsiteX2" fmla="*/ 25004 w 528638"/>
                      <a:gd name="connsiteY2" fmla="*/ 333375 h 454716"/>
                      <a:gd name="connsiteX3" fmla="*/ 433387 w 528638"/>
                      <a:gd name="connsiteY3" fmla="*/ 333375 h 454716"/>
                      <a:gd name="connsiteX4" fmla="*/ 433387 w 528638"/>
                      <a:gd name="connsiteY4" fmla="*/ 22226 h 454716"/>
                      <a:gd name="connsiteX5" fmla="*/ 455613 w 528638"/>
                      <a:gd name="connsiteY5" fmla="*/ 0 h 454716"/>
                      <a:gd name="connsiteX6" fmla="*/ 506412 w 528638"/>
                      <a:gd name="connsiteY6" fmla="*/ 0 h 454716"/>
                      <a:gd name="connsiteX7" fmla="*/ 528638 w 528638"/>
                      <a:gd name="connsiteY7" fmla="*/ 22226 h 454716"/>
                      <a:gd name="connsiteX8" fmla="*/ 528638 w 528638"/>
                      <a:gd name="connsiteY8" fmla="*/ 415924 h 454716"/>
                      <a:gd name="connsiteX9" fmla="*/ 501253 w 528638"/>
                      <a:gd name="connsiteY9" fmla="*/ 440531 h 454716"/>
                      <a:gd name="connsiteX10" fmla="*/ 25004 w 528638"/>
                      <a:gd name="connsiteY10" fmla="*/ 440531 h 454716"/>
                      <a:gd name="connsiteX11" fmla="*/ 0 w 528638"/>
                      <a:gd name="connsiteY11" fmla="*/ 415527 h 454716"/>
                      <a:gd name="connsiteX0" fmla="*/ 0 w 528638"/>
                      <a:gd name="connsiteY0" fmla="*/ 415527 h 440531"/>
                      <a:gd name="connsiteX1" fmla="*/ 0 w 528638"/>
                      <a:gd name="connsiteY1" fmla="*/ 358379 h 440531"/>
                      <a:gd name="connsiteX2" fmla="*/ 25004 w 528638"/>
                      <a:gd name="connsiteY2" fmla="*/ 333375 h 440531"/>
                      <a:gd name="connsiteX3" fmla="*/ 433387 w 528638"/>
                      <a:gd name="connsiteY3" fmla="*/ 333375 h 440531"/>
                      <a:gd name="connsiteX4" fmla="*/ 433387 w 528638"/>
                      <a:gd name="connsiteY4" fmla="*/ 22226 h 440531"/>
                      <a:gd name="connsiteX5" fmla="*/ 455613 w 528638"/>
                      <a:gd name="connsiteY5" fmla="*/ 0 h 440531"/>
                      <a:gd name="connsiteX6" fmla="*/ 506412 w 528638"/>
                      <a:gd name="connsiteY6" fmla="*/ 0 h 440531"/>
                      <a:gd name="connsiteX7" fmla="*/ 528638 w 528638"/>
                      <a:gd name="connsiteY7" fmla="*/ 22226 h 440531"/>
                      <a:gd name="connsiteX8" fmla="*/ 528638 w 528638"/>
                      <a:gd name="connsiteY8" fmla="*/ 415924 h 440531"/>
                      <a:gd name="connsiteX9" fmla="*/ 501253 w 528638"/>
                      <a:gd name="connsiteY9" fmla="*/ 440531 h 440531"/>
                      <a:gd name="connsiteX10" fmla="*/ 25004 w 528638"/>
                      <a:gd name="connsiteY10" fmla="*/ 440531 h 440531"/>
                      <a:gd name="connsiteX11" fmla="*/ 0 w 528638"/>
                      <a:gd name="connsiteY11" fmla="*/ 415527 h 440531"/>
                      <a:gd name="connsiteX0" fmla="*/ 0 w 528638"/>
                      <a:gd name="connsiteY0" fmla="*/ 415527 h 440531"/>
                      <a:gd name="connsiteX1" fmla="*/ 0 w 528638"/>
                      <a:gd name="connsiteY1" fmla="*/ 358379 h 440531"/>
                      <a:gd name="connsiteX2" fmla="*/ 25004 w 528638"/>
                      <a:gd name="connsiteY2" fmla="*/ 333375 h 440531"/>
                      <a:gd name="connsiteX3" fmla="*/ 433387 w 528638"/>
                      <a:gd name="connsiteY3" fmla="*/ 333375 h 440531"/>
                      <a:gd name="connsiteX4" fmla="*/ 433387 w 528638"/>
                      <a:gd name="connsiteY4" fmla="*/ 22226 h 440531"/>
                      <a:gd name="connsiteX5" fmla="*/ 455613 w 528638"/>
                      <a:gd name="connsiteY5" fmla="*/ 0 h 440531"/>
                      <a:gd name="connsiteX6" fmla="*/ 506412 w 528638"/>
                      <a:gd name="connsiteY6" fmla="*/ 0 h 440531"/>
                      <a:gd name="connsiteX7" fmla="*/ 528638 w 528638"/>
                      <a:gd name="connsiteY7" fmla="*/ 22226 h 440531"/>
                      <a:gd name="connsiteX8" fmla="*/ 528638 w 528638"/>
                      <a:gd name="connsiteY8" fmla="*/ 415924 h 440531"/>
                      <a:gd name="connsiteX9" fmla="*/ 501253 w 528638"/>
                      <a:gd name="connsiteY9" fmla="*/ 440531 h 440531"/>
                      <a:gd name="connsiteX10" fmla="*/ 25004 w 528638"/>
                      <a:gd name="connsiteY10" fmla="*/ 440531 h 440531"/>
                      <a:gd name="connsiteX11" fmla="*/ 0 w 528638"/>
                      <a:gd name="connsiteY11" fmla="*/ 415527 h 440531"/>
                      <a:gd name="connsiteX0" fmla="*/ 0 w 528650"/>
                      <a:gd name="connsiteY0" fmla="*/ 415527 h 440531"/>
                      <a:gd name="connsiteX1" fmla="*/ 0 w 528650"/>
                      <a:gd name="connsiteY1" fmla="*/ 358379 h 440531"/>
                      <a:gd name="connsiteX2" fmla="*/ 25004 w 528650"/>
                      <a:gd name="connsiteY2" fmla="*/ 333375 h 440531"/>
                      <a:gd name="connsiteX3" fmla="*/ 433387 w 528650"/>
                      <a:gd name="connsiteY3" fmla="*/ 333375 h 440531"/>
                      <a:gd name="connsiteX4" fmla="*/ 433387 w 528650"/>
                      <a:gd name="connsiteY4" fmla="*/ 22226 h 440531"/>
                      <a:gd name="connsiteX5" fmla="*/ 455613 w 528650"/>
                      <a:gd name="connsiteY5" fmla="*/ 0 h 440531"/>
                      <a:gd name="connsiteX6" fmla="*/ 506412 w 528650"/>
                      <a:gd name="connsiteY6" fmla="*/ 0 h 440531"/>
                      <a:gd name="connsiteX7" fmla="*/ 528638 w 528650"/>
                      <a:gd name="connsiteY7" fmla="*/ 22226 h 440531"/>
                      <a:gd name="connsiteX8" fmla="*/ 528638 w 528650"/>
                      <a:gd name="connsiteY8" fmla="*/ 415924 h 440531"/>
                      <a:gd name="connsiteX9" fmla="*/ 501253 w 528650"/>
                      <a:gd name="connsiteY9" fmla="*/ 440531 h 440531"/>
                      <a:gd name="connsiteX10" fmla="*/ 25004 w 528650"/>
                      <a:gd name="connsiteY10" fmla="*/ 440531 h 440531"/>
                      <a:gd name="connsiteX11" fmla="*/ 0 w 528650"/>
                      <a:gd name="connsiteY11" fmla="*/ 415527 h 44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650" h="440531">
                        <a:moveTo>
                          <a:pt x="0" y="415527"/>
                        </a:moveTo>
                        <a:lnTo>
                          <a:pt x="0" y="358379"/>
                        </a:lnTo>
                        <a:cubicBezTo>
                          <a:pt x="0" y="344570"/>
                          <a:pt x="11195" y="333375"/>
                          <a:pt x="25004" y="333375"/>
                        </a:cubicBezTo>
                        <a:lnTo>
                          <a:pt x="433387" y="333375"/>
                        </a:lnTo>
                        <a:lnTo>
                          <a:pt x="433387" y="22226"/>
                        </a:lnTo>
                        <a:cubicBezTo>
                          <a:pt x="433387" y="9951"/>
                          <a:pt x="443338" y="0"/>
                          <a:pt x="455613" y="0"/>
                        </a:cubicBezTo>
                        <a:lnTo>
                          <a:pt x="506412" y="0"/>
                        </a:lnTo>
                        <a:cubicBezTo>
                          <a:pt x="518687" y="0"/>
                          <a:pt x="528638" y="9951"/>
                          <a:pt x="528638" y="22226"/>
                        </a:cubicBezTo>
                        <a:lnTo>
                          <a:pt x="528638" y="415924"/>
                        </a:lnTo>
                        <a:cubicBezTo>
                          <a:pt x="528839" y="433240"/>
                          <a:pt x="526836" y="440003"/>
                          <a:pt x="501253" y="440531"/>
                        </a:cubicBezTo>
                        <a:lnTo>
                          <a:pt x="25004" y="440531"/>
                        </a:lnTo>
                        <a:cubicBezTo>
                          <a:pt x="11195" y="440531"/>
                          <a:pt x="0" y="429336"/>
                          <a:pt x="0" y="415527"/>
                        </a:cubicBezTo>
                        <a:close/>
                      </a:path>
                    </a:pathLst>
                  </a:custGeom>
                  <a:grpFill/>
                  <a:ln w="12700" cap="flat" cmpd="sng" algn="ctr">
                    <a:noFill/>
                    <a:prstDash val="solid"/>
                    <a:miter lim="800000"/>
                  </a:ln>
                  <a:effectLst/>
                </p:spPr>
                <p:txBody>
                  <a:bodyPr rtlCol="0" anchor="ctr"/>
                  <a:lstStyle/>
                  <a:p>
                    <a:pPr algn="ctr"/>
                    <a:endParaRPr lang="en-US" kern="0" dirty="0">
                      <a:solidFill>
                        <a:prstClr val="white"/>
                      </a:solidFill>
                      <a:latin typeface="Arial" panose="020B0604020202020204" pitchFamily="34" charset="0"/>
                      <a:cs typeface="Arial" panose="020B0604020202020204" pitchFamily="34" charset="0"/>
                    </a:endParaRPr>
                  </a:p>
                </p:txBody>
              </p:sp>
              <p:sp>
                <p:nvSpPr>
                  <p:cNvPr id="148" name="Rectangle 4">
                    <a:extLst>
                      <a:ext uri="{FF2B5EF4-FFF2-40B4-BE49-F238E27FC236}">
                        <a16:creationId xmlns:a16="http://schemas.microsoft.com/office/drawing/2014/main" id="{A65CEC4A-250F-470F-8CE8-731A9C4FBB2C}"/>
                      </a:ext>
                    </a:extLst>
                  </p:cNvPr>
                  <p:cNvSpPr/>
                  <p:nvPr/>
                </p:nvSpPr>
                <p:spPr>
                  <a:xfrm>
                    <a:off x="4613881" y="3201869"/>
                    <a:ext cx="279254" cy="262332"/>
                  </a:xfrm>
                  <a:custGeom>
                    <a:avLst/>
                    <a:gdLst>
                      <a:gd name="connsiteX0" fmla="*/ 0 w 1756228"/>
                      <a:gd name="connsiteY0" fmla="*/ 0 h 1756228"/>
                      <a:gd name="connsiteX1" fmla="*/ 1756228 w 1756228"/>
                      <a:gd name="connsiteY1" fmla="*/ 0 h 1756228"/>
                      <a:gd name="connsiteX2" fmla="*/ 1756228 w 1756228"/>
                      <a:gd name="connsiteY2" fmla="*/ 1756228 h 1756228"/>
                      <a:gd name="connsiteX3" fmla="*/ 0 w 1756228"/>
                      <a:gd name="connsiteY3" fmla="*/ 1756228 h 1756228"/>
                      <a:gd name="connsiteX4" fmla="*/ 0 w 1756228"/>
                      <a:gd name="connsiteY4" fmla="*/ 0 h 1756228"/>
                      <a:gd name="connsiteX0" fmla="*/ 0 w 1813737"/>
                      <a:gd name="connsiteY0" fmla="*/ 0 h 1756228"/>
                      <a:gd name="connsiteX1" fmla="*/ 1813737 w 1813737"/>
                      <a:gd name="connsiteY1" fmla="*/ 166778 h 1756228"/>
                      <a:gd name="connsiteX2" fmla="*/ 1756228 w 1813737"/>
                      <a:gd name="connsiteY2" fmla="*/ 1756228 h 1756228"/>
                      <a:gd name="connsiteX3" fmla="*/ 0 w 1813737"/>
                      <a:gd name="connsiteY3" fmla="*/ 1756228 h 1756228"/>
                      <a:gd name="connsiteX4" fmla="*/ 0 w 1813737"/>
                      <a:gd name="connsiteY4" fmla="*/ 0 h 1756228"/>
                      <a:gd name="connsiteX0" fmla="*/ 17253 w 1813737"/>
                      <a:gd name="connsiteY0" fmla="*/ 0 h 1589451"/>
                      <a:gd name="connsiteX1" fmla="*/ 1813737 w 1813737"/>
                      <a:gd name="connsiteY1" fmla="*/ 1 h 1589451"/>
                      <a:gd name="connsiteX2" fmla="*/ 1756228 w 1813737"/>
                      <a:gd name="connsiteY2" fmla="*/ 1589451 h 1589451"/>
                      <a:gd name="connsiteX3" fmla="*/ 0 w 1813737"/>
                      <a:gd name="connsiteY3" fmla="*/ 1589451 h 1589451"/>
                      <a:gd name="connsiteX4" fmla="*/ 17253 w 1813737"/>
                      <a:gd name="connsiteY4" fmla="*/ 0 h 1589451"/>
                      <a:gd name="connsiteX0" fmla="*/ 17253 w 1813737"/>
                      <a:gd name="connsiteY0" fmla="*/ 283713 h 1873164"/>
                      <a:gd name="connsiteX1" fmla="*/ 1813737 w 1813737"/>
                      <a:gd name="connsiteY1" fmla="*/ 283714 h 1873164"/>
                      <a:gd name="connsiteX2" fmla="*/ 1756228 w 1813737"/>
                      <a:gd name="connsiteY2" fmla="*/ 1873164 h 1873164"/>
                      <a:gd name="connsiteX3" fmla="*/ 0 w 1813737"/>
                      <a:gd name="connsiteY3" fmla="*/ 1873164 h 1873164"/>
                      <a:gd name="connsiteX4" fmla="*/ 17253 w 1813737"/>
                      <a:gd name="connsiteY4" fmla="*/ 283713 h 1873164"/>
                      <a:gd name="connsiteX0" fmla="*/ 17253 w 1813737"/>
                      <a:gd name="connsiteY0" fmla="*/ 397132 h 1986583"/>
                      <a:gd name="connsiteX1" fmla="*/ 1813737 w 1813737"/>
                      <a:gd name="connsiteY1" fmla="*/ 397133 h 1986583"/>
                      <a:gd name="connsiteX2" fmla="*/ 1756228 w 1813737"/>
                      <a:gd name="connsiteY2" fmla="*/ 1986583 h 1986583"/>
                      <a:gd name="connsiteX3" fmla="*/ 0 w 1813737"/>
                      <a:gd name="connsiteY3" fmla="*/ 1986583 h 1986583"/>
                      <a:gd name="connsiteX4" fmla="*/ 17253 w 1813737"/>
                      <a:gd name="connsiteY4" fmla="*/ 397132 h 1986583"/>
                      <a:gd name="connsiteX0" fmla="*/ 17253 w 1813737"/>
                      <a:gd name="connsiteY0" fmla="*/ 402884 h 1992335"/>
                      <a:gd name="connsiteX1" fmla="*/ 1813737 w 1813737"/>
                      <a:gd name="connsiteY1" fmla="*/ 402885 h 1992335"/>
                      <a:gd name="connsiteX2" fmla="*/ 1756228 w 1813737"/>
                      <a:gd name="connsiteY2" fmla="*/ 1992335 h 1992335"/>
                      <a:gd name="connsiteX3" fmla="*/ 0 w 1813737"/>
                      <a:gd name="connsiteY3" fmla="*/ 1992335 h 1992335"/>
                      <a:gd name="connsiteX4" fmla="*/ 17253 w 1813737"/>
                      <a:gd name="connsiteY4" fmla="*/ 402884 h 1992335"/>
                      <a:gd name="connsiteX0" fmla="*/ 17253 w 1813737"/>
                      <a:gd name="connsiteY0" fmla="*/ 402884 h 1992335"/>
                      <a:gd name="connsiteX1" fmla="*/ 1813737 w 1813737"/>
                      <a:gd name="connsiteY1" fmla="*/ 402885 h 1992335"/>
                      <a:gd name="connsiteX2" fmla="*/ 1756228 w 1813737"/>
                      <a:gd name="connsiteY2" fmla="*/ 1992335 h 1992335"/>
                      <a:gd name="connsiteX3" fmla="*/ 0 w 1813737"/>
                      <a:gd name="connsiteY3" fmla="*/ 1992335 h 1992335"/>
                      <a:gd name="connsiteX4" fmla="*/ 17253 w 1813737"/>
                      <a:gd name="connsiteY4" fmla="*/ 402884 h 1992335"/>
                      <a:gd name="connsiteX0" fmla="*/ 17253 w 1813737"/>
                      <a:gd name="connsiteY0" fmla="*/ 409930 h 1999381"/>
                      <a:gd name="connsiteX1" fmla="*/ 1813737 w 1813737"/>
                      <a:gd name="connsiteY1" fmla="*/ 409931 h 1999381"/>
                      <a:gd name="connsiteX2" fmla="*/ 1756228 w 1813737"/>
                      <a:gd name="connsiteY2" fmla="*/ 1999381 h 1999381"/>
                      <a:gd name="connsiteX3" fmla="*/ 0 w 1813737"/>
                      <a:gd name="connsiteY3" fmla="*/ 1999381 h 1999381"/>
                      <a:gd name="connsiteX4" fmla="*/ 17253 w 1813737"/>
                      <a:gd name="connsiteY4" fmla="*/ 409930 h 1999381"/>
                      <a:gd name="connsiteX0" fmla="*/ 17253 w 1813737"/>
                      <a:gd name="connsiteY0" fmla="*/ 391209 h 1980660"/>
                      <a:gd name="connsiteX1" fmla="*/ 1813737 w 1813737"/>
                      <a:gd name="connsiteY1" fmla="*/ 391210 h 1980660"/>
                      <a:gd name="connsiteX2" fmla="*/ 1756228 w 1813737"/>
                      <a:gd name="connsiteY2" fmla="*/ 1980660 h 1980660"/>
                      <a:gd name="connsiteX3" fmla="*/ 0 w 1813737"/>
                      <a:gd name="connsiteY3" fmla="*/ 1980660 h 1980660"/>
                      <a:gd name="connsiteX4" fmla="*/ 17253 w 1813737"/>
                      <a:gd name="connsiteY4" fmla="*/ 391209 h 1980660"/>
                      <a:gd name="connsiteX0" fmla="*/ 17253 w 1813737"/>
                      <a:gd name="connsiteY0" fmla="*/ 400542 h 1989993"/>
                      <a:gd name="connsiteX1" fmla="*/ 1813737 w 1813737"/>
                      <a:gd name="connsiteY1" fmla="*/ 400543 h 1989993"/>
                      <a:gd name="connsiteX2" fmla="*/ 1756228 w 1813737"/>
                      <a:gd name="connsiteY2" fmla="*/ 1989993 h 1989993"/>
                      <a:gd name="connsiteX3" fmla="*/ 0 w 1813737"/>
                      <a:gd name="connsiteY3" fmla="*/ 1989993 h 1989993"/>
                      <a:gd name="connsiteX4" fmla="*/ 17253 w 1813737"/>
                      <a:gd name="connsiteY4" fmla="*/ 400542 h 1989993"/>
                      <a:gd name="connsiteX0" fmla="*/ 266502 w 2062986"/>
                      <a:gd name="connsiteY0" fmla="*/ 400542 h 1989993"/>
                      <a:gd name="connsiteX1" fmla="*/ 2062986 w 2062986"/>
                      <a:gd name="connsiteY1" fmla="*/ 400543 h 1989993"/>
                      <a:gd name="connsiteX2" fmla="*/ 2005477 w 2062986"/>
                      <a:gd name="connsiteY2" fmla="*/ 1989993 h 1989993"/>
                      <a:gd name="connsiteX3" fmla="*/ 249249 w 2062986"/>
                      <a:gd name="connsiteY3" fmla="*/ 1989993 h 1989993"/>
                      <a:gd name="connsiteX4" fmla="*/ 266502 w 2062986"/>
                      <a:gd name="connsiteY4" fmla="*/ 400542 h 1989993"/>
                      <a:gd name="connsiteX0" fmla="*/ 395975 w 2192459"/>
                      <a:gd name="connsiteY0" fmla="*/ 400542 h 1989993"/>
                      <a:gd name="connsiteX1" fmla="*/ 2192459 w 2192459"/>
                      <a:gd name="connsiteY1" fmla="*/ 400543 h 1989993"/>
                      <a:gd name="connsiteX2" fmla="*/ 2134950 w 2192459"/>
                      <a:gd name="connsiteY2" fmla="*/ 1989993 h 1989993"/>
                      <a:gd name="connsiteX3" fmla="*/ 378722 w 2192459"/>
                      <a:gd name="connsiteY3" fmla="*/ 1989993 h 1989993"/>
                      <a:gd name="connsiteX4" fmla="*/ 395975 w 2192459"/>
                      <a:gd name="connsiteY4" fmla="*/ 400542 h 1989993"/>
                      <a:gd name="connsiteX0" fmla="*/ 314991 w 2111475"/>
                      <a:gd name="connsiteY0" fmla="*/ 400542 h 1989993"/>
                      <a:gd name="connsiteX1" fmla="*/ 2111475 w 2111475"/>
                      <a:gd name="connsiteY1" fmla="*/ 400543 h 1989993"/>
                      <a:gd name="connsiteX2" fmla="*/ 2053966 w 2111475"/>
                      <a:gd name="connsiteY2" fmla="*/ 1989993 h 1989993"/>
                      <a:gd name="connsiteX3" fmla="*/ 297738 w 2111475"/>
                      <a:gd name="connsiteY3" fmla="*/ 1989993 h 1989993"/>
                      <a:gd name="connsiteX4" fmla="*/ 314991 w 2111475"/>
                      <a:gd name="connsiteY4" fmla="*/ 400542 h 1989993"/>
                      <a:gd name="connsiteX0" fmla="*/ 316630 w 2113114"/>
                      <a:gd name="connsiteY0" fmla="*/ 400542 h 1989993"/>
                      <a:gd name="connsiteX1" fmla="*/ 2113114 w 2113114"/>
                      <a:gd name="connsiteY1" fmla="*/ 400543 h 1989993"/>
                      <a:gd name="connsiteX2" fmla="*/ 2055605 w 2113114"/>
                      <a:gd name="connsiteY2" fmla="*/ 1989993 h 1989993"/>
                      <a:gd name="connsiteX3" fmla="*/ 299377 w 2113114"/>
                      <a:gd name="connsiteY3" fmla="*/ 1989993 h 1989993"/>
                      <a:gd name="connsiteX4" fmla="*/ 316630 w 2113114"/>
                      <a:gd name="connsiteY4" fmla="*/ 400542 h 1989993"/>
                      <a:gd name="connsiteX0" fmla="*/ 296768 w 2093252"/>
                      <a:gd name="connsiteY0" fmla="*/ 400542 h 1989993"/>
                      <a:gd name="connsiteX1" fmla="*/ 2093252 w 2093252"/>
                      <a:gd name="connsiteY1" fmla="*/ 400543 h 1989993"/>
                      <a:gd name="connsiteX2" fmla="*/ 2035743 w 2093252"/>
                      <a:gd name="connsiteY2" fmla="*/ 1989993 h 1989993"/>
                      <a:gd name="connsiteX3" fmla="*/ 279515 w 2093252"/>
                      <a:gd name="connsiteY3" fmla="*/ 1989993 h 1989993"/>
                      <a:gd name="connsiteX4" fmla="*/ 296768 w 2093252"/>
                      <a:gd name="connsiteY4" fmla="*/ 400542 h 1989993"/>
                      <a:gd name="connsiteX0" fmla="*/ 309170 w 2105654"/>
                      <a:gd name="connsiteY0" fmla="*/ 400542 h 1989993"/>
                      <a:gd name="connsiteX1" fmla="*/ 2105654 w 2105654"/>
                      <a:gd name="connsiteY1" fmla="*/ 400543 h 1989993"/>
                      <a:gd name="connsiteX2" fmla="*/ 2048145 w 2105654"/>
                      <a:gd name="connsiteY2" fmla="*/ 1989993 h 1989993"/>
                      <a:gd name="connsiteX3" fmla="*/ 291917 w 2105654"/>
                      <a:gd name="connsiteY3" fmla="*/ 1989993 h 1989993"/>
                      <a:gd name="connsiteX4" fmla="*/ 309170 w 2105654"/>
                      <a:gd name="connsiteY4" fmla="*/ 400542 h 1989993"/>
                      <a:gd name="connsiteX0" fmla="*/ 309170 w 2105654"/>
                      <a:gd name="connsiteY0" fmla="*/ 400542 h 1989993"/>
                      <a:gd name="connsiteX1" fmla="*/ 2105654 w 2105654"/>
                      <a:gd name="connsiteY1" fmla="*/ 400543 h 1989993"/>
                      <a:gd name="connsiteX2" fmla="*/ 2048145 w 2105654"/>
                      <a:gd name="connsiteY2" fmla="*/ 1989993 h 1989993"/>
                      <a:gd name="connsiteX3" fmla="*/ 291917 w 2105654"/>
                      <a:gd name="connsiteY3" fmla="*/ 1989993 h 1989993"/>
                      <a:gd name="connsiteX4" fmla="*/ 309170 w 2105654"/>
                      <a:gd name="connsiteY4" fmla="*/ 400542 h 1989993"/>
                      <a:gd name="connsiteX0" fmla="*/ 309170 w 2099904"/>
                      <a:gd name="connsiteY0" fmla="*/ 405518 h 1994969"/>
                      <a:gd name="connsiteX1" fmla="*/ 2099904 w 2099904"/>
                      <a:gd name="connsiteY1" fmla="*/ 394017 h 1994969"/>
                      <a:gd name="connsiteX2" fmla="*/ 2048145 w 2099904"/>
                      <a:gd name="connsiteY2" fmla="*/ 1994969 h 1994969"/>
                      <a:gd name="connsiteX3" fmla="*/ 291917 w 2099904"/>
                      <a:gd name="connsiteY3" fmla="*/ 1994969 h 1994969"/>
                      <a:gd name="connsiteX4" fmla="*/ 309170 w 2099904"/>
                      <a:gd name="connsiteY4" fmla="*/ 405518 h 1994969"/>
                      <a:gd name="connsiteX0" fmla="*/ 309170 w 2099904"/>
                      <a:gd name="connsiteY0" fmla="*/ 405518 h 1994969"/>
                      <a:gd name="connsiteX1" fmla="*/ 2099904 w 2099904"/>
                      <a:gd name="connsiteY1" fmla="*/ 394017 h 1994969"/>
                      <a:gd name="connsiteX2" fmla="*/ 2048145 w 2099904"/>
                      <a:gd name="connsiteY2" fmla="*/ 1994969 h 1994969"/>
                      <a:gd name="connsiteX3" fmla="*/ 291917 w 2099904"/>
                      <a:gd name="connsiteY3" fmla="*/ 1994969 h 1994969"/>
                      <a:gd name="connsiteX4" fmla="*/ 309170 w 2099904"/>
                      <a:gd name="connsiteY4" fmla="*/ 405518 h 1994969"/>
                      <a:gd name="connsiteX0" fmla="*/ 309170 w 2099904"/>
                      <a:gd name="connsiteY0" fmla="*/ 405518 h 1994969"/>
                      <a:gd name="connsiteX1" fmla="*/ 2099904 w 2099904"/>
                      <a:gd name="connsiteY1" fmla="*/ 394017 h 1994969"/>
                      <a:gd name="connsiteX2" fmla="*/ 291917 w 2099904"/>
                      <a:gd name="connsiteY2" fmla="*/ 1994969 h 1994969"/>
                      <a:gd name="connsiteX3" fmla="*/ 309170 w 2099904"/>
                      <a:gd name="connsiteY3" fmla="*/ 405518 h 1994969"/>
                      <a:gd name="connsiteX0" fmla="*/ 309170 w 2117157"/>
                      <a:gd name="connsiteY0" fmla="*/ 400543 h 1989994"/>
                      <a:gd name="connsiteX1" fmla="*/ 2117157 w 2117157"/>
                      <a:gd name="connsiteY1" fmla="*/ 400544 h 1989994"/>
                      <a:gd name="connsiteX2" fmla="*/ 291917 w 2117157"/>
                      <a:gd name="connsiteY2" fmla="*/ 1989994 h 1989994"/>
                      <a:gd name="connsiteX3" fmla="*/ 309170 w 2117157"/>
                      <a:gd name="connsiteY3" fmla="*/ 400543 h 1989994"/>
                      <a:gd name="connsiteX0" fmla="*/ 309170 w 2117157"/>
                      <a:gd name="connsiteY0" fmla="*/ 406377 h 1995828"/>
                      <a:gd name="connsiteX1" fmla="*/ 2117157 w 2117157"/>
                      <a:gd name="connsiteY1" fmla="*/ 406378 h 1995828"/>
                      <a:gd name="connsiteX2" fmla="*/ 291917 w 2117157"/>
                      <a:gd name="connsiteY2" fmla="*/ 1995828 h 1995828"/>
                      <a:gd name="connsiteX3" fmla="*/ 309170 w 2117157"/>
                      <a:gd name="connsiteY3" fmla="*/ 406377 h 1995828"/>
                      <a:gd name="connsiteX0" fmla="*/ 309170 w 2117157"/>
                      <a:gd name="connsiteY0" fmla="*/ 399418 h 1988869"/>
                      <a:gd name="connsiteX1" fmla="*/ 2117157 w 2117157"/>
                      <a:gd name="connsiteY1" fmla="*/ 399419 h 1988869"/>
                      <a:gd name="connsiteX2" fmla="*/ 291917 w 2117157"/>
                      <a:gd name="connsiteY2" fmla="*/ 1988869 h 1988869"/>
                      <a:gd name="connsiteX3" fmla="*/ 309170 w 2117157"/>
                      <a:gd name="connsiteY3" fmla="*/ 399418 h 1988869"/>
                    </a:gdLst>
                    <a:ahLst/>
                    <a:cxnLst>
                      <a:cxn ang="0">
                        <a:pos x="connsiteX0" y="connsiteY0"/>
                      </a:cxn>
                      <a:cxn ang="0">
                        <a:pos x="connsiteX1" y="connsiteY1"/>
                      </a:cxn>
                      <a:cxn ang="0">
                        <a:pos x="connsiteX2" y="connsiteY2"/>
                      </a:cxn>
                      <a:cxn ang="0">
                        <a:pos x="connsiteX3" y="connsiteY3"/>
                      </a:cxn>
                    </a:cxnLst>
                    <a:rect l="l" t="t" r="r" b="b"/>
                    <a:pathLst>
                      <a:path w="2117157" h="1988869">
                        <a:moveTo>
                          <a:pt x="309170" y="399418"/>
                        </a:moveTo>
                        <a:cubicBezTo>
                          <a:pt x="925251" y="-215933"/>
                          <a:pt x="1690858" y="-43404"/>
                          <a:pt x="2117157" y="399419"/>
                        </a:cubicBezTo>
                        <a:lnTo>
                          <a:pt x="291917" y="1988869"/>
                        </a:lnTo>
                        <a:cubicBezTo>
                          <a:pt x="102136" y="1775355"/>
                          <a:pt x="-265924" y="1050006"/>
                          <a:pt x="309170" y="399418"/>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rial" panose="020B0604020202020204" pitchFamily="34" charset="0"/>
                      <a:cs typeface="Arial" panose="020B0604020202020204" pitchFamily="34" charset="0"/>
                    </a:endParaRPr>
                  </a:p>
                </p:txBody>
              </p:sp>
              <p:sp>
                <p:nvSpPr>
                  <p:cNvPr id="149" name="Rectangle 4">
                    <a:extLst>
                      <a:ext uri="{FF2B5EF4-FFF2-40B4-BE49-F238E27FC236}">
                        <a16:creationId xmlns:a16="http://schemas.microsoft.com/office/drawing/2014/main" id="{5D7FEACA-95D6-49FC-A3F6-13AF17FA0013}"/>
                      </a:ext>
                    </a:extLst>
                  </p:cNvPr>
                  <p:cNvSpPr/>
                  <p:nvPr/>
                </p:nvSpPr>
                <p:spPr>
                  <a:xfrm rot="4951313">
                    <a:off x="5132142" y="3103367"/>
                    <a:ext cx="300726" cy="282504"/>
                  </a:xfrm>
                  <a:custGeom>
                    <a:avLst/>
                    <a:gdLst>
                      <a:gd name="connsiteX0" fmla="*/ 0 w 1756228"/>
                      <a:gd name="connsiteY0" fmla="*/ 0 h 1756228"/>
                      <a:gd name="connsiteX1" fmla="*/ 1756228 w 1756228"/>
                      <a:gd name="connsiteY1" fmla="*/ 0 h 1756228"/>
                      <a:gd name="connsiteX2" fmla="*/ 1756228 w 1756228"/>
                      <a:gd name="connsiteY2" fmla="*/ 1756228 h 1756228"/>
                      <a:gd name="connsiteX3" fmla="*/ 0 w 1756228"/>
                      <a:gd name="connsiteY3" fmla="*/ 1756228 h 1756228"/>
                      <a:gd name="connsiteX4" fmla="*/ 0 w 1756228"/>
                      <a:gd name="connsiteY4" fmla="*/ 0 h 1756228"/>
                      <a:gd name="connsiteX0" fmla="*/ 0 w 1813737"/>
                      <a:gd name="connsiteY0" fmla="*/ 0 h 1756228"/>
                      <a:gd name="connsiteX1" fmla="*/ 1813737 w 1813737"/>
                      <a:gd name="connsiteY1" fmla="*/ 166778 h 1756228"/>
                      <a:gd name="connsiteX2" fmla="*/ 1756228 w 1813737"/>
                      <a:gd name="connsiteY2" fmla="*/ 1756228 h 1756228"/>
                      <a:gd name="connsiteX3" fmla="*/ 0 w 1813737"/>
                      <a:gd name="connsiteY3" fmla="*/ 1756228 h 1756228"/>
                      <a:gd name="connsiteX4" fmla="*/ 0 w 1813737"/>
                      <a:gd name="connsiteY4" fmla="*/ 0 h 1756228"/>
                      <a:gd name="connsiteX0" fmla="*/ 17253 w 1813737"/>
                      <a:gd name="connsiteY0" fmla="*/ 0 h 1589451"/>
                      <a:gd name="connsiteX1" fmla="*/ 1813737 w 1813737"/>
                      <a:gd name="connsiteY1" fmla="*/ 1 h 1589451"/>
                      <a:gd name="connsiteX2" fmla="*/ 1756228 w 1813737"/>
                      <a:gd name="connsiteY2" fmla="*/ 1589451 h 1589451"/>
                      <a:gd name="connsiteX3" fmla="*/ 0 w 1813737"/>
                      <a:gd name="connsiteY3" fmla="*/ 1589451 h 1589451"/>
                      <a:gd name="connsiteX4" fmla="*/ 17253 w 1813737"/>
                      <a:gd name="connsiteY4" fmla="*/ 0 h 1589451"/>
                      <a:gd name="connsiteX0" fmla="*/ 17253 w 1813737"/>
                      <a:gd name="connsiteY0" fmla="*/ 283713 h 1873164"/>
                      <a:gd name="connsiteX1" fmla="*/ 1813737 w 1813737"/>
                      <a:gd name="connsiteY1" fmla="*/ 283714 h 1873164"/>
                      <a:gd name="connsiteX2" fmla="*/ 1756228 w 1813737"/>
                      <a:gd name="connsiteY2" fmla="*/ 1873164 h 1873164"/>
                      <a:gd name="connsiteX3" fmla="*/ 0 w 1813737"/>
                      <a:gd name="connsiteY3" fmla="*/ 1873164 h 1873164"/>
                      <a:gd name="connsiteX4" fmla="*/ 17253 w 1813737"/>
                      <a:gd name="connsiteY4" fmla="*/ 283713 h 1873164"/>
                      <a:gd name="connsiteX0" fmla="*/ 17253 w 1813737"/>
                      <a:gd name="connsiteY0" fmla="*/ 397132 h 1986583"/>
                      <a:gd name="connsiteX1" fmla="*/ 1813737 w 1813737"/>
                      <a:gd name="connsiteY1" fmla="*/ 397133 h 1986583"/>
                      <a:gd name="connsiteX2" fmla="*/ 1756228 w 1813737"/>
                      <a:gd name="connsiteY2" fmla="*/ 1986583 h 1986583"/>
                      <a:gd name="connsiteX3" fmla="*/ 0 w 1813737"/>
                      <a:gd name="connsiteY3" fmla="*/ 1986583 h 1986583"/>
                      <a:gd name="connsiteX4" fmla="*/ 17253 w 1813737"/>
                      <a:gd name="connsiteY4" fmla="*/ 397132 h 1986583"/>
                      <a:gd name="connsiteX0" fmla="*/ 17253 w 1813737"/>
                      <a:gd name="connsiteY0" fmla="*/ 402884 h 1992335"/>
                      <a:gd name="connsiteX1" fmla="*/ 1813737 w 1813737"/>
                      <a:gd name="connsiteY1" fmla="*/ 402885 h 1992335"/>
                      <a:gd name="connsiteX2" fmla="*/ 1756228 w 1813737"/>
                      <a:gd name="connsiteY2" fmla="*/ 1992335 h 1992335"/>
                      <a:gd name="connsiteX3" fmla="*/ 0 w 1813737"/>
                      <a:gd name="connsiteY3" fmla="*/ 1992335 h 1992335"/>
                      <a:gd name="connsiteX4" fmla="*/ 17253 w 1813737"/>
                      <a:gd name="connsiteY4" fmla="*/ 402884 h 1992335"/>
                      <a:gd name="connsiteX0" fmla="*/ 17253 w 1813737"/>
                      <a:gd name="connsiteY0" fmla="*/ 402884 h 1992335"/>
                      <a:gd name="connsiteX1" fmla="*/ 1813737 w 1813737"/>
                      <a:gd name="connsiteY1" fmla="*/ 402885 h 1992335"/>
                      <a:gd name="connsiteX2" fmla="*/ 1756228 w 1813737"/>
                      <a:gd name="connsiteY2" fmla="*/ 1992335 h 1992335"/>
                      <a:gd name="connsiteX3" fmla="*/ 0 w 1813737"/>
                      <a:gd name="connsiteY3" fmla="*/ 1992335 h 1992335"/>
                      <a:gd name="connsiteX4" fmla="*/ 17253 w 1813737"/>
                      <a:gd name="connsiteY4" fmla="*/ 402884 h 1992335"/>
                      <a:gd name="connsiteX0" fmla="*/ 17253 w 1813737"/>
                      <a:gd name="connsiteY0" fmla="*/ 409930 h 1999381"/>
                      <a:gd name="connsiteX1" fmla="*/ 1813737 w 1813737"/>
                      <a:gd name="connsiteY1" fmla="*/ 409931 h 1999381"/>
                      <a:gd name="connsiteX2" fmla="*/ 1756228 w 1813737"/>
                      <a:gd name="connsiteY2" fmla="*/ 1999381 h 1999381"/>
                      <a:gd name="connsiteX3" fmla="*/ 0 w 1813737"/>
                      <a:gd name="connsiteY3" fmla="*/ 1999381 h 1999381"/>
                      <a:gd name="connsiteX4" fmla="*/ 17253 w 1813737"/>
                      <a:gd name="connsiteY4" fmla="*/ 409930 h 1999381"/>
                      <a:gd name="connsiteX0" fmla="*/ 17253 w 1813737"/>
                      <a:gd name="connsiteY0" fmla="*/ 391209 h 1980660"/>
                      <a:gd name="connsiteX1" fmla="*/ 1813737 w 1813737"/>
                      <a:gd name="connsiteY1" fmla="*/ 391210 h 1980660"/>
                      <a:gd name="connsiteX2" fmla="*/ 1756228 w 1813737"/>
                      <a:gd name="connsiteY2" fmla="*/ 1980660 h 1980660"/>
                      <a:gd name="connsiteX3" fmla="*/ 0 w 1813737"/>
                      <a:gd name="connsiteY3" fmla="*/ 1980660 h 1980660"/>
                      <a:gd name="connsiteX4" fmla="*/ 17253 w 1813737"/>
                      <a:gd name="connsiteY4" fmla="*/ 391209 h 1980660"/>
                      <a:gd name="connsiteX0" fmla="*/ 17253 w 1813737"/>
                      <a:gd name="connsiteY0" fmla="*/ 400542 h 1989993"/>
                      <a:gd name="connsiteX1" fmla="*/ 1813737 w 1813737"/>
                      <a:gd name="connsiteY1" fmla="*/ 400543 h 1989993"/>
                      <a:gd name="connsiteX2" fmla="*/ 1756228 w 1813737"/>
                      <a:gd name="connsiteY2" fmla="*/ 1989993 h 1989993"/>
                      <a:gd name="connsiteX3" fmla="*/ 0 w 1813737"/>
                      <a:gd name="connsiteY3" fmla="*/ 1989993 h 1989993"/>
                      <a:gd name="connsiteX4" fmla="*/ 17253 w 1813737"/>
                      <a:gd name="connsiteY4" fmla="*/ 400542 h 1989993"/>
                      <a:gd name="connsiteX0" fmla="*/ 266502 w 2062986"/>
                      <a:gd name="connsiteY0" fmla="*/ 400542 h 1989993"/>
                      <a:gd name="connsiteX1" fmla="*/ 2062986 w 2062986"/>
                      <a:gd name="connsiteY1" fmla="*/ 400543 h 1989993"/>
                      <a:gd name="connsiteX2" fmla="*/ 2005477 w 2062986"/>
                      <a:gd name="connsiteY2" fmla="*/ 1989993 h 1989993"/>
                      <a:gd name="connsiteX3" fmla="*/ 249249 w 2062986"/>
                      <a:gd name="connsiteY3" fmla="*/ 1989993 h 1989993"/>
                      <a:gd name="connsiteX4" fmla="*/ 266502 w 2062986"/>
                      <a:gd name="connsiteY4" fmla="*/ 400542 h 1989993"/>
                      <a:gd name="connsiteX0" fmla="*/ 395975 w 2192459"/>
                      <a:gd name="connsiteY0" fmla="*/ 400542 h 1989993"/>
                      <a:gd name="connsiteX1" fmla="*/ 2192459 w 2192459"/>
                      <a:gd name="connsiteY1" fmla="*/ 400543 h 1989993"/>
                      <a:gd name="connsiteX2" fmla="*/ 2134950 w 2192459"/>
                      <a:gd name="connsiteY2" fmla="*/ 1989993 h 1989993"/>
                      <a:gd name="connsiteX3" fmla="*/ 378722 w 2192459"/>
                      <a:gd name="connsiteY3" fmla="*/ 1989993 h 1989993"/>
                      <a:gd name="connsiteX4" fmla="*/ 395975 w 2192459"/>
                      <a:gd name="connsiteY4" fmla="*/ 400542 h 1989993"/>
                      <a:gd name="connsiteX0" fmla="*/ 314991 w 2111475"/>
                      <a:gd name="connsiteY0" fmla="*/ 400542 h 1989993"/>
                      <a:gd name="connsiteX1" fmla="*/ 2111475 w 2111475"/>
                      <a:gd name="connsiteY1" fmla="*/ 400543 h 1989993"/>
                      <a:gd name="connsiteX2" fmla="*/ 2053966 w 2111475"/>
                      <a:gd name="connsiteY2" fmla="*/ 1989993 h 1989993"/>
                      <a:gd name="connsiteX3" fmla="*/ 297738 w 2111475"/>
                      <a:gd name="connsiteY3" fmla="*/ 1989993 h 1989993"/>
                      <a:gd name="connsiteX4" fmla="*/ 314991 w 2111475"/>
                      <a:gd name="connsiteY4" fmla="*/ 400542 h 1989993"/>
                      <a:gd name="connsiteX0" fmla="*/ 316630 w 2113114"/>
                      <a:gd name="connsiteY0" fmla="*/ 400542 h 1989993"/>
                      <a:gd name="connsiteX1" fmla="*/ 2113114 w 2113114"/>
                      <a:gd name="connsiteY1" fmla="*/ 400543 h 1989993"/>
                      <a:gd name="connsiteX2" fmla="*/ 2055605 w 2113114"/>
                      <a:gd name="connsiteY2" fmla="*/ 1989993 h 1989993"/>
                      <a:gd name="connsiteX3" fmla="*/ 299377 w 2113114"/>
                      <a:gd name="connsiteY3" fmla="*/ 1989993 h 1989993"/>
                      <a:gd name="connsiteX4" fmla="*/ 316630 w 2113114"/>
                      <a:gd name="connsiteY4" fmla="*/ 400542 h 1989993"/>
                      <a:gd name="connsiteX0" fmla="*/ 296768 w 2093252"/>
                      <a:gd name="connsiteY0" fmla="*/ 400542 h 1989993"/>
                      <a:gd name="connsiteX1" fmla="*/ 2093252 w 2093252"/>
                      <a:gd name="connsiteY1" fmla="*/ 400543 h 1989993"/>
                      <a:gd name="connsiteX2" fmla="*/ 2035743 w 2093252"/>
                      <a:gd name="connsiteY2" fmla="*/ 1989993 h 1989993"/>
                      <a:gd name="connsiteX3" fmla="*/ 279515 w 2093252"/>
                      <a:gd name="connsiteY3" fmla="*/ 1989993 h 1989993"/>
                      <a:gd name="connsiteX4" fmla="*/ 296768 w 2093252"/>
                      <a:gd name="connsiteY4" fmla="*/ 400542 h 1989993"/>
                      <a:gd name="connsiteX0" fmla="*/ 309170 w 2105654"/>
                      <a:gd name="connsiteY0" fmla="*/ 400542 h 1989993"/>
                      <a:gd name="connsiteX1" fmla="*/ 2105654 w 2105654"/>
                      <a:gd name="connsiteY1" fmla="*/ 400543 h 1989993"/>
                      <a:gd name="connsiteX2" fmla="*/ 2048145 w 2105654"/>
                      <a:gd name="connsiteY2" fmla="*/ 1989993 h 1989993"/>
                      <a:gd name="connsiteX3" fmla="*/ 291917 w 2105654"/>
                      <a:gd name="connsiteY3" fmla="*/ 1989993 h 1989993"/>
                      <a:gd name="connsiteX4" fmla="*/ 309170 w 2105654"/>
                      <a:gd name="connsiteY4" fmla="*/ 400542 h 1989993"/>
                      <a:gd name="connsiteX0" fmla="*/ 309170 w 2105654"/>
                      <a:gd name="connsiteY0" fmla="*/ 400542 h 1989993"/>
                      <a:gd name="connsiteX1" fmla="*/ 2105654 w 2105654"/>
                      <a:gd name="connsiteY1" fmla="*/ 400543 h 1989993"/>
                      <a:gd name="connsiteX2" fmla="*/ 2048145 w 2105654"/>
                      <a:gd name="connsiteY2" fmla="*/ 1989993 h 1989993"/>
                      <a:gd name="connsiteX3" fmla="*/ 291917 w 2105654"/>
                      <a:gd name="connsiteY3" fmla="*/ 1989993 h 1989993"/>
                      <a:gd name="connsiteX4" fmla="*/ 309170 w 2105654"/>
                      <a:gd name="connsiteY4" fmla="*/ 400542 h 1989993"/>
                      <a:gd name="connsiteX0" fmla="*/ 309170 w 2099904"/>
                      <a:gd name="connsiteY0" fmla="*/ 405518 h 1994969"/>
                      <a:gd name="connsiteX1" fmla="*/ 2099904 w 2099904"/>
                      <a:gd name="connsiteY1" fmla="*/ 394017 h 1994969"/>
                      <a:gd name="connsiteX2" fmla="*/ 2048145 w 2099904"/>
                      <a:gd name="connsiteY2" fmla="*/ 1994969 h 1994969"/>
                      <a:gd name="connsiteX3" fmla="*/ 291917 w 2099904"/>
                      <a:gd name="connsiteY3" fmla="*/ 1994969 h 1994969"/>
                      <a:gd name="connsiteX4" fmla="*/ 309170 w 2099904"/>
                      <a:gd name="connsiteY4" fmla="*/ 405518 h 1994969"/>
                      <a:gd name="connsiteX0" fmla="*/ 309170 w 2099904"/>
                      <a:gd name="connsiteY0" fmla="*/ 405518 h 1994969"/>
                      <a:gd name="connsiteX1" fmla="*/ 2099904 w 2099904"/>
                      <a:gd name="connsiteY1" fmla="*/ 394017 h 1994969"/>
                      <a:gd name="connsiteX2" fmla="*/ 2048145 w 2099904"/>
                      <a:gd name="connsiteY2" fmla="*/ 1994969 h 1994969"/>
                      <a:gd name="connsiteX3" fmla="*/ 291917 w 2099904"/>
                      <a:gd name="connsiteY3" fmla="*/ 1994969 h 1994969"/>
                      <a:gd name="connsiteX4" fmla="*/ 309170 w 2099904"/>
                      <a:gd name="connsiteY4" fmla="*/ 405518 h 1994969"/>
                      <a:gd name="connsiteX0" fmla="*/ 309170 w 2099904"/>
                      <a:gd name="connsiteY0" fmla="*/ 405518 h 1994969"/>
                      <a:gd name="connsiteX1" fmla="*/ 2099904 w 2099904"/>
                      <a:gd name="connsiteY1" fmla="*/ 394017 h 1994969"/>
                      <a:gd name="connsiteX2" fmla="*/ 291917 w 2099904"/>
                      <a:gd name="connsiteY2" fmla="*/ 1994969 h 1994969"/>
                      <a:gd name="connsiteX3" fmla="*/ 309170 w 2099904"/>
                      <a:gd name="connsiteY3" fmla="*/ 405518 h 1994969"/>
                      <a:gd name="connsiteX0" fmla="*/ 309170 w 2117157"/>
                      <a:gd name="connsiteY0" fmla="*/ 400543 h 1989994"/>
                      <a:gd name="connsiteX1" fmla="*/ 2117157 w 2117157"/>
                      <a:gd name="connsiteY1" fmla="*/ 400544 h 1989994"/>
                      <a:gd name="connsiteX2" fmla="*/ 291917 w 2117157"/>
                      <a:gd name="connsiteY2" fmla="*/ 1989994 h 1989994"/>
                      <a:gd name="connsiteX3" fmla="*/ 309170 w 2117157"/>
                      <a:gd name="connsiteY3" fmla="*/ 400543 h 1989994"/>
                      <a:gd name="connsiteX0" fmla="*/ 309170 w 2117157"/>
                      <a:gd name="connsiteY0" fmla="*/ 406377 h 1995828"/>
                      <a:gd name="connsiteX1" fmla="*/ 2117157 w 2117157"/>
                      <a:gd name="connsiteY1" fmla="*/ 406378 h 1995828"/>
                      <a:gd name="connsiteX2" fmla="*/ 291917 w 2117157"/>
                      <a:gd name="connsiteY2" fmla="*/ 1995828 h 1995828"/>
                      <a:gd name="connsiteX3" fmla="*/ 309170 w 2117157"/>
                      <a:gd name="connsiteY3" fmla="*/ 406377 h 1995828"/>
                      <a:gd name="connsiteX0" fmla="*/ 309170 w 2117157"/>
                      <a:gd name="connsiteY0" fmla="*/ 399418 h 1988869"/>
                      <a:gd name="connsiteX1" fmla="*/ 2117157 w 2117157"/>
                      <a:gd name="connsiteY1" fmla="*/ 399419 h 1988869"/>
                      <a:gd name="connsiteX2" fmla="*/ 291917 w 2117157"/>
                      <a:gd name="connsiteY2" fmla="*/ 1988869 h 1988869"/>
                      <a:gd name="connsiteX3" fmla="*/ 309170 w 2117157"/>
                      <a:gd name="connsiteY3" fmla="*/ 399418 h 1988869"/>
                    </a:gdLst>
                    <a:ahLst/>
                    <a:cxnLst>
                      <a:cxn ang="0">
                        <a:pos x="connsiteX0" y="connsiteY0"/>
                      </a:cxn>
                      <a:cxn ang="0">
                        <a:pos x="connsiteX1" y="connsiteY1"/>
                      </a:cxn>
                      <a:cxn ang="0">
                        <a:pos x="connsiteX2" y="connsiteY2"/>
                      </a:cxn>
                      <a:cxn ang="0">
                        <a:pos x="connsiteX3" y="connsiteY3"/>
                      </a:cxn>
                    </a:cxnLst>
                    <a:rect l="l" t="t" r="r" b="b"/>
                    <a:pathLst>
                      <a:path w="2117157" h="1988869">
                        <a:moveTo>
                          <a:pt x="309170" y="399418"/>
                        </a:moveTo>
                        <a:cubicBezTo>
                          <a:pt x="925251" y="-215933"/>
                          <a:pt x="1690858" y="-43404"/>
                          <a:pt x="2117157" y="399419"/>
                        </a:cubicBezTo>
                        <a:lnTo>
                          <a:pt x="291917" y="1988869"/>
                        </a:lnTo>
                        <a:cubicBezTo>
                          <a:pt x="102136" y="1775355"/>
                          <a:pt x="-265924" y="1050006"/>
                          <a:pt x="309170" y="399418"/>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grpSp>
        </p:grpSp>
      </p:grpSp>
      <p:grpSp>
        <p:nvGrpSpPr>
          <p:cNvPr id="252" name="Group 251">
            <a:extLst>
              <a:ext uri="{FF2B5EF4-FFF2-40B4-BE49-F238E27FC236}">
                <a16:creationId xmlns:a16="http://schemas.microsoft.com/office/drawing/2014/main" id="{C557DF7E-2C69-4548-BDC2-4A9FD64818AF}"/>
              </a:ext>
            </a:extLst>
          </p:cNvPr>
          <p:cNvGrpSpPr/>
          <p:nvPr/>
        </p:nvGrpSpPr>
        <p:grpSpPr>
          <a:xfrm>
            <a:off x="135285" y="2494791"/>
            <a:ext cx="2602211" cy="892552"/>
            <a:chOff x="38712" y="2530997"/>
            <a:chExt cx="2602211" cy="892552"/>
          </a:xfrm>
        </p:grpSpPr>
        <p:sp>
          <p:nvSpPr>
            <p:cNvPr id="207" name="Rectangle 206">
              <a:extLst>
                <a:ext uri="{FF2B5EF4-FFF2-40B4-BE49-F238E27FC236}">
                  <a16:creationId xmlns:a16="http://schemas.microsoft.com/office/drawing/2014/main" id="{48D7EBD6-4220-41AB-9EF8-12BD195A848E}"/>
                </a:ext>
              </a:extLst>
            </p:cNvPr>
            <p:cNvSpPr/>
            <p:nvPr/>
          </p:nvSpPr>
          <p:spPr>
            <a:xfrm flipH="1">
              <a:off x="38712" y="2530997"/>
              <a:ext cx="2541211" cy="89255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Phase-1</a:t>
              </a:r>
            </a:p>
            <a:p>
              <a:endParaRPr lang="en-US" sz="900" dirty="0">
                <a:solidFill>
                  <a:srgbClr val="000000"/>
                </a:solidFill>
                <a:latin typeface="Arial" panose="020B0604020202020204" pitchFamily="34" charset="0"/>
                <a:cs typeface="Arial" panose="020B0604020202020204" pitchFamily="34" charset="0"/>
              </a:endParaRPr>
            </a:p>
            <a:p>
              <a:r>
                <a:rPr lang="en-US" sz="900" dirty="0">
                  <a:solidFill>
                    <a:srgbClr val="000000"/>
                  </a:solidFill>
                  <a:latin typeface="Arial" panose="020B0604020202020204" pitchFamily="34" charset="0"/>
                  <a:cs typeface="Arial" panose="020B0604020202020204" pitchFamily="34" charset="0"/>
                </a:rPr>
                <a:t>Consolidate edge nodes ingestion jobs in aggregation cluster, add real time visibility, diagnostics, reliability, resilience, elasticity    </a:t>
              </a:r>
            </a:p>
          </p:txBody>
        </p:sp>
        <p:cxnSp>
          <p:nvCxnSpPr>
            <p:cNvPr id="5" name="Straight Connector 4">
              <a:extLst>
                <a:ext uri="{FF2B5EF4-FFF2-40B4-BE49-F238E27FC236}">
                  <a16:creationId xmlns:a16="http://schemas.microsoft.com/office/drawing/2014/main" id="{581BD88B-3880-41D9-9998-669C732C6E9C}"/>
                </a:ext>
              </a:extLst>
            </p:cNvPr>
            <p:cNvCxnSpPr>
              <a:cxnSpLocks/>
            </p:cNvCxnSpPr>
            <p:nvPr/>
          </p:nvCxnSpPr>
          <p:spPr>
            <a:xfrm flipV="1">
              <a:off x="147125" y="2872543"/>
              <a:ext cx="2493798" cy="1785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53" name="Group 252">
            <a:extLst>
              <a:ext uri="{FF2B5EF4-FFF2-40B4-BE49-F238E27FC236}">
                <a16:creationId xmlns:a16="http://schemas.microsoft.com/office/drawing/2014/main" id="{38E16282-0F87-484A-B1E5-8F529759A181}"/>
              </a:ext>
            </a:extLst>
          </p:cNvPr>
          <p:cNvGrpSpPr/>
          <p:nvPr/>
        </p:nvGrpSpPr>
        <p:grpSpPr>
          <a:xfrm>
            <a:off x="3861822" y="754094"/>
            <a:ext cx="2212758" cy="1000274"/>
            <a:chOff x="3861822" y="754094"/>
            <a:chExt cx="2212758" cy="1000274"/>
          </a:xfrm>
        </p:grpSpPr>
        <p:sp>
          <p:nvSpPr>
            <p:cNvPr id="208" name="Rectangle 207">
              <a:extLst>
                <a:ext uri="{FF2B5EF4-FFF2-40B4-BE49-F238E27FC236}">
                  <a16:creationId xmlns:a16="http://schemas.microsoft.com/office/drawing/2014/main" id="{92CAFF7A-C8BA-47AF-AEDD-A009014BFD4F}"/>
                </a:ext>
              </a:extLst>
            </p:cNvPr>
            <p:cNvSpPr/>
            <p:nvPr/>
          </p:nvSpPr>
          <p:spPr>
            <a:xfrm flipH="1">
              <a:off x="3861822" y="754094"/>
              <a:ext cx="2212758" cy="1000274"/>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Phase-2</a:t>
              </a:r>
            </a:p>
            <a:p>
              <a:pPr algn="ctr"/>
              <a:endParaRPr lang="en-US" sz="1600" b="1" dirty="0">
                <a:solidFill>
                  <a:srgbClr val="000000"/>
                </a:solidFill>
                <a:latin typeface="Calibri" panose="020F0502020204030204" pitchFamily="34" charset="0"/>
                <a:cs typeface="Calibri" panose="020F0502020204030204" pitchFamily="34" charset="0"/>
              </a:endParaRPr>
            </a:p>
            <a:p>
              <a:pPr algn="just"/>
              <a:r>
                <a:rPr lang="en-US" sz="900" dirty="0">
                  <a:solidFill>
                    <a:srgbClr val="000000"/>
                  </a:solidFill>
                  <a:latin typeface="Arial" panose="020B0604020202020204" pitchFamily="34" charset="0"/>
                  <a:cs typeface="Arial" panose="020B0604020202020204" pitchFamily="34" charset="0"/>
                </a:rPr>
                <a:t>Consolidate Web/Apps  in aggregation cluster , add performance , reliability, resilience, elasticity</a:t>
              </a:r>
            </a:p>
          </p:txBody>
        </p:sp>
        <p:cxnSp>
          <p:nvCxnSpPr>
            <p:cNvPr id="212" name="Straight Connector 211">
              <a:extLst>
                <a:ext uri="{FF2B5EF4-FFF2-40B4-BE49-F238E27FC236}">
                  <a16:creationId xmlns:a16="http://schemas.microsoft.com/office/drawing/2014/main" id="{9171A1AD-90ED-4839-9E22-05ED08EA491F}"/>
                </a:ext>
              </a:extLst>
            </p:cNvPr>
            <p:cNvCxnSpPr>
              <a:cxnSpLocks/>
            </p:cNvCxnSpPr>
            <p:nvPr/>
          </p:nvCxnSpPr>
          <p:spPr>
            <a:xfrm flipV="1">
              <a:off x="3962986" y="1091466"/>
              <a:ext cx="1944806" cy="2783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54" name="Group 253">
            <a:extLst>
              <a:ext uri="{FF2B5EF4-FFF2-40B4-BE49-F238E27FC236}">
                <a16:creationId xmlns:a16="http://schemas.microsoft.com/office/drawing/2014/main" id="{9F953EED-8635-4790-9C5B-F60CF294FD13}"/>
              </a:ext>
            </a:extLst>
          </p:cNvPr>
          <p:cNvGrpSpPr/>
          <p:nvPr/>
        </p:nvGrpSpPr>
        <p:grpSpPr>
          <a:xfrm>
            <a:off x="7017636" y="1255683"/>
            <a:ext cx="2541211" cy="1000274"/>
            <a:chOff x="7017636" y="1255683"/>
            <a:chExt cx="2541211" cy="1000274"/>
          </a:xfrm>
        </p:grpSpPr>
        <p:sp>
          <p:nvSpPr>
            <p:cNvPr id="211" name="Rectangle 210">
              <a:extLst>
                <a:ext uri="{FF2B5EF4-FFF2-40B4-BE49-F238E27FC236}">
                  <a16:creationId xmlns:a16="http://schemas.microsoft.com/office/drawing/2014/main" id="{55EA48E3-3BC8-4E83-8729-41AC12013C22}"/>
                </a:ext>
              </a:extLst>
            </p:cNvPr>
            <p:cNvSpPr/>
            <p:nvPr/>
          </p:nvSpPr>
          <p:spPr>
            <a:xfrm flipH="1">
              <a:off x="7017636" y="1255683"/>
              <a:ext cx="2541211" cy="1000274"/>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Phase-3</a:t>
              </a:r>
            </a:p>
            <a:p>
              <a:pPr algn="ctr"/>
              <a:endParaRPr lang="en-US" sz="1600" b="1" dirty="0">
                <a:solidFill>
                  <a:srgbClr val="000000"/>
                </a:solidFill>
                <a:latin typeface="Calibri" panose="020F0502020204030204" pitchFamily="34" charset="0"/>
                <a:cs typeface="Calibri" panose="020F0502020204030204" pitchFamily="34" charset="0"/>
              </a:endParaRPr>
            </a:p>
            <a:p>
              <a:pPr algn="just"/>
              <a:r>
                <a:rPr lang="en-US" sz="900" dirty="0">
                  <a:solidFill>
                    <a:srgbClr val="000000"/>
                  </a:solidFill>
                  <a:latin typeface="Arial" panose="020B0604020202020204" pitchFamily="34" charset="0"/>
                  <a:cs typeface="Arial" panose="020B0604020202020204" pitchFamily="34" charset="0"/>
                </a:rPr>
                <a:t>Optimize Big Data Stack, Share workloads across clouds, bring agility, 1 touch provisioning </a:t>
              </a:r>
            </a:p>
          </p:txBody>
        </p:sp>
        <p:cxnSp>
          <p:nvCxnSpPr>
            <p:cNvPr id="213" name="Straight Connector 212">
              <a:extLst>
                <a:ext uri="{FF2B5EF4-FFF2-40B4-BE49-F238E27FC236}">
                  <a16:creationId xmlns:a16="http://schemas.microsoft.com/office/drawing/2014/main" id="{EFCF179C-0DDF-47D3-99CB-C5509CD9CBB4}"/>
                </a:ext>
              </a:extLst>
            </p:cNvPr>
            <p:cNvCxnSpPr>
              <a:cxnSpLocks/>
            </p:cNvCxnSpPr>
            <p:nvPr/>
          </p:nvCxnSpPr>
          <p:spPr>
            <a:xfrm flipV="1">
              <a:off x="7092258" y="1600142"/>
              <a:ext cx="1944806" cy="2783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14" name="Group 213">
            <a:extLst>
              <a:ext uri="{FF2B5EF4-FFF2-40B4-BE49-F238E27FC236}">
                <a16:creationId xmlns:a16="http://schemas.microsoft.com/office/drawing/2014/main" id="{CDFAA23F-4308-4265-B4DB-5726A1A6EEF1}"/>
              </a:ext>
            </a:extLst>
          </p:cNvPr>
          <p:cNvGrpSpPr/>
          <p:nvPr/>
        </p:nvGrpSpPr>
        <p:grpSpPr>
          <a:xfrm>
            <a:off x="5451546" y="1581593"/>
            <a:ext cx="1513464" cy="1829073"/>
            <a:chOff x="669533" y="3630038"/>
            <a:chExt cx="1513464" cy="1829073"/>
          </a:xfrm>
        </p:grpSpPr>
        <p:grpSp>
          <p:nvGrpSpPr>
            <p:cNvPr id="215" name="Group 214">
              <a:extLst>
                <a:ext uri="{FF2B5EF4-FFF2-40B4-BE49-F238E27FC236}">
                  <a16:creationId xmlns:a16="http://schemas.microsoft.com/office/drawing/2014/main" id="{3FF705AA-7BFF-42B1-940D-0C3E9B4D994C}"/>
                </a:ext>
              </a:extLst>
            </p:cNvPr>
            <p:cNvGrpSpPr/>
            <p:nvPr/>
          </p:nvGrpSpPr>
          <p:grpSpPr>
            <a:xfrm>
              <a:off x="669533" y="3630038"/>
              <a:ext cx="1513464" cy="1748566"/>
              <a:chOff x="630901" y="3597577"/>
              <a:chExt cx="1513464" cy="1748566"/>
            </a:xfrm>
          </p:grpSpPr>
          <p:grpSp>
            <p:nvGrpSpPr>
              <p:cNvPr id="217" name="Group 216">
                <a:extLst>
                  <a:ext uri="{FF2B5EF4-FFF2-40B4-BE49-F238E27FC236}">
                    <a16:creationId xmlns:a16="http://schemas.microsoft.com/office/drawing/2014/main" id="{18B82BF1-FFC0-4B34-9B4E-197CF0B389A9}"/>
                  </a:ext>
                </a:extLst>
              </p:cNvPr>
              <p:cNvGrpSpPr/>
              <p:nvPr/>
            </p:nvGrpSpPr>
            <p:grpSpPr>
              <a:xfrm>
                <a:off x="630901" y="3597577"/>
                <a:ext cx="1513464" cy="1748566"/>
                <a:chOff x="290952" y="2282952"/>
                <a:chExt cx="1883665" cy="2176272"/>
              </a:xfrm>
            </p:grpSpPr>
            <p:sp>
              <p:nvSpPr>
                <p:cNvPr id="226" name="Freeform 120">
                  <a:extLst>
                    <a:ext uri="{FF2B5EF4-FFF2-40B4-BE49-F238E27FC236}">
                      <a16:creationId xmlns:a16="http://schemas.microsoft.com/office/drawing/2014/main" id="{C33EEE7B-A9E1-4A33-8031-A6FD81FC1597}"/>
                    </a:ext>
                  </a:extLst>
                </p:cNvPr>
                <p:cNvSpPr/>
                <p:nvPr/>
              </p:nvSpPr>
              <p:spPr>
                <a:xfrm flipV="1">
                  <a:off x="290952" y="2282952"/>
                  <a:ext cx="1883664" cy="2176272"/>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3FB3D9"/>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7" name="Freeform 121">
                  <a:extLst>
                    <a:ext uri="{FF2B5EF4-FFF2-40B4-BE49-F238E27FC236}">
                      <a16:creationId xmlns:a16="http://schemas.microsoft.com/office/drawing/2014/main" id="{EA45582F-295E-44C6-B6DE-56DDB60C8A3D}"/>
                    </a:ext>
                  </a:extLst>
                </p:cNvPr>
                <p:cNvSpPr/>
                <p:nvPr/>
              </p:nvSpPr>
              <p:spPr>
                <a:xfrm>
                  <a:off x="1231316" y="2283020"/>
                  <a:ext cx="943301" cy="2176204"/>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228" name="Freeform 122">
                  <a:extLst>
                    <a:ext uri="{FF2B5EF4-FFF2-40B4-BE49-F238E27FC236}">
                      <a16:creationId xmlns:a16="http://schemas.microsoft.com/office/drawing/2014/main" id="{FBEFC225-08C0-4AD2-B0B2-0451F1688073}"/>
                    </a:ext>
                  </a:extLst>
                </p:cNvPr>
                <p:cNvSpPr/>
                <p:nvPr/>
              </p:nvSpPr>
              <p:spPr>
                <a:xfrm flipV="1">
                  <a:off x="706338" y="2761488"/>
                  <a:ext cx="1056204" cy="1219200"/>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218" name="TextBox 217">
                <a:extLst>
                  <a:ext uri="{FF2B5EF4-FFF2-40B4-BE49-F238E27FC236}">
                    <a16:creationId xmlns:a16="http://schemas.microsoft.com/office/drawing/2014/main" id="{15D00567-1FD0-4AA2-9F8D-A1CF1946845A}"/>
                  </a:ext>
                </a:extLst>
              </p:cNvPr>
              <p:cNvSpPr txBox="1"/>
              <p:nvPr/>
            </p:nvSpPr>
            <p:spPr>
              <a:xfrm rot="21536445">
                <a:off x="866071" y="3826351"/>
                <a:ext cx="1049904" cy="919252"/>
              </a:xfrm>
              <a:prstGeom prst="rect">
                <a:avLst/>
              </a:prstGeom>
              <a:noFill/>
              <a:scene3d>
                <a:camera prst="orthographicFront"/>
                <a:lightRig rig="threePt" dir="t"/>
              </a:scene3d>
            </p:spPr>
            <p:txBody>
              <a:bodyPr wrap="none" rtlCol="0">
                <a:prstTxWarp prst="textArchUp">
                  <a:avLst/>
                </a:prstTxWarp>
                <a:spAutoFit/>
              </a:bodyPr>
              <a:lstStyle/>
              <a:p>
                <a:pPr algn="ctr"/>
                <a:r>
                  <a:rPr lang="en-US" sz="2000" dirty="0">
                    <a:solidFill>
                      <a:srgbClr val="FFFFFF"/>
                    </a:solidFill>
                    <a:latin typeface="Arial" panose="020B0604020202020204" pitchFamily="34" charset="0"/>
                    <a:cs typeface="Arial" panose="020B0604020202020204" pitchFamily="34" charset="0"/>
                  </a:rPr>
                  <a:t>BIGDATA CONSOLIDATION</a:t>
                </a:r>
              </a:p>
            </p:txBody>
          </p:sp>
          <p:grpSp>
            <p:nvGrpSpPr>
              <p:cNvPr id="219" name="Group 218">
                <a:extLst>
                  <a:ext uri="{FF2B5EF4-FFF2-40B4-BE49-F238E27FC236}">
                    <a16:creationId xmlns:a16="http://schemas.microsoft.com/office/drawing/2014/main" id="{29D0622F-3D81-43FA-9265-E6D32DBE9C0D}"/>
                  </a:ext>
                </a:extLst>
              </p:cNvPr>
              <p:cNvGrpSpPr/>
              <p:nvPr/>
            </p:nvGrpSpPr>
            <p:grpSpPr>
              <a:xfrm>
                <a:off x="1193145" y="4241179"/>
                <a:ext cx="432155" cy="422033"/>
                <a:chOff x="7356531" y="3231955"/>
                <a:chExt cx="1089100" cy="1063588"/>
              </a:xfrm>
              <a:solidFill>
                <a:srgbClr val="688626"/>
              </a:solidFill>
            </p:grpSpPr>
            <p:sp>
              <p:nvSpPr>
                <p:cNvPr id="220" name="Freeform 101">
                  <a:extLst>
                    <a:ext uri="{FF2B5EF4-FFF2-40B4-BE49-F238E27FC236}">
                      <a16:creationId xmlns:a16="http://schemas.microsoft.com/office/drawing/2014/main" id="{C156E1FE-1543-45CB-B5CA-942B5802518A}"/>
                    </a:ext>
                  </a:extLst>
                </p:cNvPr>
                <p:cNvSpPr/>
                <p:nvPr/>
              </p:nvSpPr>
              <p:spPr>
                <a:xfrm>
                  <a:off x="7597486" y="3425892"/>
                  <a:ext cx="577638" cy="386444"/>
                </a:xfrm>
                <a:custGeom>
                  <a:avLst/>
                  <a:gdLst>
                    <a:gd name="connsiteX0" fmla="*/ 362120 w 577638"/>
                    <a:gd name="connsiteY0" fmla="*/ 285261 h 386444"/>
                    <a:gd name="connsiteX1" fmla="*/ 334578 w 577638"/>
                    <a:gd name="connsiteY1" fmla="*/ 312803 h 386444"/>
                    <a:gd name="connsiteX2" fmla="*/ 362120 w 577638"/>
                    <a:gd name="connsiteY2" fmla="*/ 340345 h 386444"/>
                    <a:gd name="connsiteX3" fmla="*/ 389662 w 577638"/>
                    <a:gd name="connsiteY3" fmla="*/ 312803 h 386444"/>
                    <a:gd name="connsiteX4" fmla="*/ 362120 w 577638"/>
                    <a:gd name="connsiteY4" fmla="*/ 285261 h 386444"/>
                    <a:gd name="connsiteX5" fmla="*/ 182411 w 577638"/>
                    <a:gd name="connsiteY5" fmla="*/ 154195 h 386444"/>
                    <a:gd name="connsiteX6" fmla="*/ 154869 w 577638"/>
                    <a:gd name="connsiteY6" fmla="*/ 181737 h 386444"/>
                    <a:gd name="connsiteX7" fmla="*/ 182411 w 577638"/>
                    <a:gd name="connsiteY7" fmla="*/ 209279 h 386444"/>
                    <a:gd name="connsiteX8" fmla="*/ 209953 w 577638"/>
                    <a:gd name="connsiteY8" fmla="*/ 181737 h 386444"/>
                    <a:gd name="connsiteX9" fmla="*/ 182411 w 577638"/>
                    <a:gd name="connsiteY9" fmla="*/ 154195 h 386444"/>
                    <a:gd name="connsiteX10" fmla="*/ 503997 w 577638"/>
                    <a:gd name="connsiteY10" fmla="*/ 46099 h 386444"/>
                    <a:gd name="connsiteX11" fmla="*/ 476455 w 577638"/>
                    <a:gd name="connsiteY11" fmla="*/ 73641 h 386444"/>
                    <a:gd name="connsiteX12" fmla="*/ 503997 w 577638"/>
                    <a:gd name="connsiteY12" fmla="*/ 101183 h 386444"/>
                    <a:gd name="connsiteX13" fmla="*/ 531539 w 577638"/>
                    <a:gd name="connsiteY13" fmla="*/ 73641 h 386444"/>
                    <a:gd name="connsiteX14" fmla="*/ 503997 w 577638"/>
                    <a:gd name="connsiteY14" fmla="*/ 46099 h 386444"/>
                    <a:gd name="connsiteX15" fmla="*/ 503997 w 577638"/>
                    <a:gd name="connsiteY15" fmla="*/ 0 h 386444"/>
                    <a:gd name="connsiteX16" fmla="*/ 577638 w 577638"/>
                    <a:gd name="connsiteY16" fmla="*/ 73641 h 386444"/>
                    <a:gd name="connsiteX17" fmla="*/ 503997 w 577638"/>
                    <a:gd name="connsiteY17" fmla="*/ 147282 h 386444"/>
                    <a:gd name="connsiteX18" fmla="*/ 491235 w 577638"/>
                    <a:gd name="connsiteY18" fmla="*/ 144706 h 386444"/>
                    <a:gd name="connsiteX19" fmla="*/ 419609 w 577638"/>
                    <a:gd name="connsiteY19" fmla="*/ 268766 h 386444"/>
                    <a:gd name="connsiteX20" fmla="*/ 429974 w 577638"/>
                    <a:gd name="connsiteY20" fmla="*/ 284139 h 386444"/>
                    <a:gd name="connsiteX21" fmla="*/ 435761 w 577638"/>
                    <a:gd name="connsiteY21" fmla="*/ 312803 h 386444"/>
                    <a:gd name="connsiteX22" fmla="*/ 362120 w 577638"/>
                    <a:gd name="connsiteY22" fmla="*/ 386444 h 386444"/>
                    <a:gd name="connsiteX23" fmla="*/ 288479 w 577638"/>
                    <a:gd name="connsiteY23" fmla="*/ 312803 h 386444"/>
                    <a:gd name="connsiteX24" fmla="*/ 292815 w 577638"/>
                    <a:gd name="connsiteY24" fmla="*/ 291324 h 386444"/>
                    <a:gd name="connsiteX25" fmla="*/ 225138 w 577638"/>
                    <a:gd name="connsiteY25" fmla="*/ 240110 h 386444"/>
                    <a:gd name="connsiteX26" fmla="*/ 211075 w 577638"/>
                    <a:gd name="connsiteY26" fmla="*/ 249591 h 386444"/>
                    <a:gd name="connsiteX27" fmla="*/ 182411 w 577638"/>
                    <a:gd name="connsiteY27" fmla="*/ 255378 h 386444"/>
                    <a:gd name="connsiteX28" fmla="*/ 153746 w 577638"/>
                    <a:gd name="connsiteY28" fmla="*/ 249591 h 386444"/>
                    <a:gd name="connsiteX29" fmla="*/ 146927 w 577638"/>
                    <a:gd name="connsiteY29" fmla="*/ 244994 h 386444"/>
                    <a:gd name="connsiteX30" fmla="*/ 64437 w 577638"/>
                    <a:gd name="connsiteY30" fmla="*/ 346395 h 386444"/>
                    <a:gd name="connsiteX31" fmla="*/ 65830 w 577638"/>
                    <a:gd name="connsiteY31" fmla="*/ 352975 h 386444"/>
                    <a:gd name="connsiteX32" fmla="*/ 33226 w 577638"/>
                    <a:gd name="connsiteY32" fmla="*/ 385451 h 386444"/>
                    <a:gd name="connsiteX33" fmla="*/ 1 w 577638"/>
                    <a:gd name="connsiteY33" fmla="*/ 352355 h 386444"/>
                    <a:gd name="connsiteX34" fmla="*/ 32606 w 577638"/>
                    <a:gd name="connsiteY34" fmla="*/ 319879 h 386444"/>
                    <a:gd name="connsiteX35" fmla="*/ 33770 w 577638"/>
                    <a:gd name="connsiteY35" fmla="*/ 320124 h 386444"/>
                    <a:gd name="connsiteX36" fmla="*/ 118397 w 577638"/>
                    <a:gd name="connsiteY36" fmla="*/ 216097 h 386444"/>
                    <a:gd name="connsiteX37" fmla="*/ 114557 w 577638"/>
                    <a:gd name="connsiteY37" fmla="*/ 210402 h 386444"/>
                    <a:gd name="connsiteX38" fmla="*/ 108770 w 577638"/>
                    <a:gd name="connsiteY38" fmla="*/ 181737 h 386444"/>
                    <a:gd name="connsiteX39" fmla="*/ 182411 w 577638"/>
                    <a:gd name="connsiteY39" fmla="*/ 108096 h 386444"/>
                    <a:gd name="connsiteX40" fmla="*/ 256052 w 577638"/>
                    <a:gd name="connsiteY40" fmla="*/ 181737 h 386444"/>
                    <a:gd name="connsiteX41" fmla="*/ 250942 w 577638"/>
                    <a:gd name="connsiteY41" fmla="*/ 207046 h 386444"/>
                    <a:gd name="connsiteX42" fmla="*/ 316307 w 577638"/>
                    <a:gd name="connsiteY42" fmla="*/ 256511 h 386444"/>
                    <a:gd name="connsiteX43" fmla="*/ 333455 w 577638"/>
                    <a:gd name="connsiteY43" fmla="*/ 244949 h 386444"/>
                    <a:gd name="connsiteX44" fmla="*/ 362120 w 577638"/>
                    <a:gd name="connsiteY44" fmla="*/ 239162 h 386444"/>
                    <a:gd name="connsiteX45" fmla="*/ 385546 w 577638"/>
                    <a:gd name="connsiteY45" fmla="*/ 243892 h 386444"/>
                    <a:gd name="connsiteX46" fmla="*/ 453258 w 577638"/>
                    <a:gd name="connsiteY46" fmla="*/ 126612 h 386444"/>
                    <a:gd name="connsiteX47" fmla="*/ 451925 w 577638"/>
                    <a:gd name="connsiteY47" fmla="*/ 125713 h 386444"/>
                    <a:gd name="connsiteX48" fmla="*/ 430356 w 577638"/>
                    <a:gd name="connsiteY48" fmla="*/ 73641 h 386444"/>
                    <a:gd name="connsiteX49" fmla="*/ 503997 w 577638"/>
                    <a:gd name="connsiteY49" fmla="*/ 0 h 38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77638" h="386444">
                      <a:moveTo>
                        <a:pt x="362120" y="285261"/>
                      </a:moveTo>
                      <a:cubicBezTo>
                        <a:pt x="346909" y="285261"/>
                        <a:pt x="334578" y="297592"/>
                        <a:pt x="334578" y="312803"/>
                      </a:cubicBezTo>
                      <a:cubicBezTo>
                        <a:pt x="334578" y="328014"/>
                        <a:pt x="346909" y="340345"/>
                        <a:pt x="362120" y="340345"/>
                      </a:cubicBezTo>
                      <a:cubicBezTo>
                        <a:pt x="377331" y="340345"/>
                        <a:pt x="389662" y="328014"/>
                        <a:pt x="389662" y="312803"/>
                      </a:cubicBezTo>
                      <a:cubicBezTo>
                        <a:pt x="389662" y="297592"/>
                        <a:pt x="377331" y="285261"/>
                        <a:pt x="362120" y="285261"/>
                      </a:cubicBezTo>
                      <a:close/>
                      <a:moveTo>
                        <a:pt x="182411" y="154195"/>
                      </a:moveTo>
                      <a:cubicBezTo>
                        <a:pt x="167200" y="154195"/>
                        <a:pt x="154869" y="166526"/>
                        <a:pt x="154869" y="181737"/>
                      </a:cubicBezTo>
                      <a:cubicBezTo>
                        <a:pt x="154869" y="196948"/>
                        <a:pt x="167200" y="209279"/>
                        <a:pt x="182411" y="209279"/>
                      </a:cubicBezTo>
                      <a:cubicBezTo>
                        <a:pt x="197622" y="209279"/>
                        <a:pt x="209953" y="196948"/>
                        <a:pt x="209953" y="181737"/>
                      </a:cubicBezTo>
                      <a:cubicBezTo>
                        <a:pt x="209953" y="166526"/>
                        <a:pt x="197622" y="154195"/>
                        <a:pt x="182411" y="154195"/>
                      </a:cubicBezTo>
                      <a:close/>
                      <a:moveTo>
                        <a:pt x="503997" y="46099"/>
                      </a:moveTo>
                      <a:cubicBezTo>
                        <a:pt x="488786" y="46099"/>
                        <a:pt x="476455" y="58430"/>
                        <a:pt x="476455" y="73641"/>
                      </a:cubicBezTo>
                      <a:cubicBezTo>
                        <a:pt x="476455" y="88852"/>
                        <a:pt x="488786" y="101183"/>
                        <a:pt x="503997" y="101183"/>
                      </a:cubicBezTo>
                      <a:cubicBezTo>
                        <a:pt x="519208" y="101183"/>
                        <a:pt x="531539" y="88852"/>
                        <a:pt x="531539" y="73641"/>
                      </a:cubicBezTo>
                      <a:cubicBezTo>
                        <a:pt x="531539" y="58430"/>
                        <a:pt x="519208" y="46099"/>
                        <a:pt x="503997" y="46099"/>
                      </a:cubicBezTo>
                      <a:close/>
                      <a:moveTo>
                        <a:pt x="503997" y="0"/>
                      </a:moveTo>
                      <a:cubicBezTo>
                        <a:pt x="544668" y="0"/>
                        <a:pt x="577638" y="32970"/>
                        <a:pt x="577638" y="73641"/>
                      </a:cubicBezTo>
                      <a:cubicBezTo>
                        <a:pt x="577638" y="114312"/>
                        <a:pt x="544668" y="147282"/>
                        <a:pt x="503997" y="147282"/>
                      </a:cubicBezTo>
                      <a:lnTo>
                        <a:pt x="491235" y="144706"/>
                      </a:lnTo>
                      <a:lnTo>
                        <a:pt x="419609" y="268766"/>
                      </a:lnTo>
                      <a:lnTo>
                        <a:pt x="429974" y="284139"/>
                      </a:lnTo>
                      <a:cubicBezTo>
                        <a:pt x="433701" y="292949"/>
                        <a:pt x="435761" y="302635"/>
                        <a:pt x="435761" y="312803"/>
                      </a:cubicBezTo>
                      <a:cubicBezTo>
                        <a:pt x="435761" y="353474"/>
                        <a:pt x="402791" y="386444"/>
                        <a:pt x="362120" y="386444"/>
                      </a:cubicBezTo>
                      <a:cubicBezTo>
                        <a:pt x="321449" y="386444"/>
                        <a:pt x="288479" y="353474"/>
                        <a:pt x="288479" y="312803"/>
                      </a:cubicBezTo>
                      <a:lnTo>
                        <a:pt x="292815" y="291324"/>
                      </a:lnTo>
                      <a:lnTo>
                        <a:pt x="225138" y="240110"/>
                      </a:lnTo>
                      <a:lnTo>
                        <a:pt x="211075" y="249591"/>
                      </a:lnTo>
                      <a:cubicBezTo>
                        <a:pt x="202265" y="253318"/>
                        <a:pt x="192579" y="255378"/>
                        <a:pt x="182411" y="255378"/>
                      </a:cubicBezTo>
                      <a:cubicBezTo>
                        <a:pt x="172243" y="255378"/>
                        <a:pt x="162557" y="253318"/>
                        <a:pt x="153746" y="249591"/>
                      </a:cubicBezTo>
                      <a:lnTo>
                        <a:pt x="146927" y="244994"/>
                      </a:lnTo>
                      <a:lnTo>
                        <a:pt x="64437" y="346395"/>
                      </a:lnTo>
                      <a:lnTo>
                        <a:pt x="65830" y="352975"/>
                      </a:lnTo>
                      <a:cubicBezTo>
                        <a:pt x="66002" y="371083"/>
                        <a:pt x="51404" y="385622"/>
                        <a:pt x="33226" y="385451"/>
                      </a:cubicBezTo>
                      <a:cubicBezTo>
                        <a:pt x="15048" y="385280"/>
                        <a:pt x="172" y="370462"/>
                        <a:pt x="1" y="352355"/>
                      </a:cubicBezTo>
                      <a:cubicBezTo>
                        <a:pt x="-170" y="334248"/>
                        <a:pt x="14427" y="319708"/>
                        <a:pt x="32606" y="319879"/>
                      </a:cubicBezTo>
                      <a:lnTo>
                        <a:pt x="33770" y="320124"/>
                      </a:lnTo>
                      <a:lnTo>
                        <a:pt x="118397" y="216097"/>
                      </a:lnTo>
                      <a:lnTo>
                        <a:pt x="114557" y="210402"/>
                      </a:lnTo>
                      <a:cubicBezTo>
                        <a:pt x="110830" y="201591"/>
                        <a:pt x="108770" y="191905"/>
                        <a:pt x="108770" y="181737"/>
                      </a:cubicBezTo>
                      <a:cubicBezTo>
                        <a:pt x="108770" y="141066"/>
                        <a:pt x="141740" y="108096"/>
                        <a:pt x="182411" y="108096"/>
                      </a:cubicBezTo>
                      <a:cubicBezTo>
                        <a:pt x="223082" y="108096"/>
                        <a:pt x="256052" y="141066"/>
                        <a:pt x="256052" y="181737"/>
                      </a:cubicBezTo>
                      <a:lnTo>
                        <a:pt x="250942" y="207046"/>
                      </a:lnTo>
                      <a:lnTo>
                        <a:pt x="316307" y="256511"/>
                      </a:lnTo>
                      <a:lnTo>
                        <a:pt x="333455" y="244949"/>
                      </a:lnTo>
                      <a:cubicBezTo>
                        <a:pt x="342266" y="241223"/>
                        <a:pt x="351952" y="239162"/>
                        <a:pt x="362120" y="239162"/>
                      </a:cubicBezTo>
                      <a:lnTo>
                        <a:pt x="385546" y="243892"/>
                      </a:lnTo>
                      <a:lnTo>
                        <a:pt x="453258" y="126612"/>
                      </a:lnTo>
                      <a:lnTo>
                        <a:pt x="451925" y="125713"/>
                      </a:lnTo>
                      <a:cubicBezTo>
                        <a:pt x="438599" y="112387"/>
                        <a:pt x="430356" y="93977"/>
                        <a:pt x="430356" y="73641"/>
                      </a:cubicBezTo>
                      <a:cubicBezTo>
                        <a:pt x="430356" y="32970"/>
                        <a:pt x="463326" y="0"/>
                        <a:pt x="503997" y="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black"/>
                    </a:solidFill>
                    <a:latin typeface="Arial" panose="020B0604020202020204" pitchFamily="34" charset="0"/>
                    <a:cs typeface="Arial" panose="020B0604020202020204" pitchFamily="34" charset="0"/>
                  </a:endParaRPr>
                </a:p>
              </p:txBody>
            </p:sp>
            <p:grpSp>
              <p:nvGrpSpPr>
                <p:cNvPr id="221" name="Group 220">
                  <a:extLst>
                    <a:ext uri="{FF2B5EF4-FFF2-40B4-BE49-F238E27FC236}">
                      <a16:creationId xmlns:a16="http://schemas.microsoft.com/office/drawing/2014/main" id="{61670540-7FC0-4D0F-892E-24EB8B10CAC6}"/>
                    </a:ext>
                  </a:extLst>
                </p:cNvPr>
                <p:cNvGrpSpPr/>
                <p:nvPr/>
              </p:nvGrpSpPr>
              <p:grpSpPr>
                <a:xfrm>
                  <a:off x="7356531" y="3231955"/>
                  <a:ext cx="1089100" cy="1063588"/>
                  <a:chOff x="7356531" y="3231955"/>
                  <a:chExt cx="1089100" cy="1063588"/>
                </a:xfrm>
                <a:grpFill/>
              </p:grpSpPr>
              <p:sp>
                <p:nvSpPr>
                  <p:cNvPr id="222" name="Round Same Side Corner Rectangle 103">
                    <a:extLst>
                      <a:ext uri="{FF2B5EF4-FFF2-40B4-BE49-F238E27FC236}">
                        <a16:creationId xmlns:a16="http://schemas.microsoft.com/office/drawing/2014/main" id="{AD3028C3-4C07-4718-BC0E-7620F5D0F79F}"/>
                      </a:ext>
                    </a:extLst>
                  </p:cNvPr>
                  <p:cNvSpPr/>
                  <p:nvPr/>
                </p:nvSpPr>
                <p:spPr>
                  <a:xfrm rot="11974065">
                    <a:off x="7612214" y="3951318"/>
                    <a:ext cx="106603" cy="344225"/>
                  </a:xfrm>
                  <a:prstGeom prst="round2SameRect">
                    <a:avLst>
                      <a:gd name="adj1" fmla="val 50000"/>
                      <a:gd name="adj2" fmla="val 0"/>
                    </a:avLst>
                  </a:pr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3" name="Round Same Side Corner Rectangle 104">
                    <a:extLst>
                      <a:ext uri="{FF2B5EF4-FFF2-40B4-BE49-F238E27FC236}">
                        <a16:creationId xmlns:a16="http://schemas.microsoft.com/office/drawing/2014/main" id="{74877CD0-60D3-47EB-8E31-C18BDFCE0D7A}"/>
                      </a:ext>
                    </a:extLst>
                  </p:cNvPr>
                  <p:cNvSpPr/>
                  <p:nvPr/>
                </p:nvSpPr>
                <p:spPr>
                  <a:xfrm rot="9625935" flipH="1">
                    <a:off x="8073424" y="3951318"/>
                    <a:ext cx="106603" cy="344225"/>
                  </a:xfrm>
                  <a:prstGeom prst="round2SameRect">
                    <a:avLst>
                      <a:gd name="adj1" fmla="val 50000"/>
                      <a:gd name="adj2" fmla="val 0"/>
                    </a:avLst>
                  </a:pr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4" name="Rectangle 223">
                    <a:extLst>
                      <a:ext uri="{FF2B5EF4-FFF2-40B4-BE49-F238E27FC236}">
                        <a16:creationId xmlns:a16="http://schemas.microsoft.com/office/drawing/2014/main" id="{7831FECF-D40F-41A7-B5BE-31C01A17AFF6}"/>
                      </a:ext>
                    </a:extLst>
                  </p:cNvPr>
                  <p:cNvSpPr/>
                  <p:nvPr/>
                </p:nvSpPr>
                <p:spPr>
                  <a:xfrm>
                    <a:off x="7552977" y="4092610"/>
                    <a:ext cx="665980" cy="43709"/>
                  </a:xfrm>
                  <a:prstGeom prst="rect">
                    <a:avLst/>
                  </a:pr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5" name="Freeform 106">
                    <a:extLst>
                      <a:ext uri="{FF2B5EF4-FFF2-40B4-BE49-F238E27FC236}">
                        <a16:creationId xmlns:a16="http://schemas.microsoft.com/office/drawing/2014/main" id="{73D77AEB-BFA0-4B46-B0F1-FC9EC6B3D997}"/>
                      </a:ext>
                    </a:extLst>
                  </p:cNvPr>
                  <p:cNvSpPr/>
                  <p:nvPr/>
                </p:nvSpPr>
                <p:spPr>
                  <a:xfrm>
                    <a:off x="7356531" y="3231955"/>
                    <a:ext cx="1089100" cy="753876"/>
                  </a:xfrm>
                  <a:custGeom>
                    <a:avLst/>
                    <a:gdLst>
                      <a:gd name="connsiteX0" fmla="*/ 316146 w 3838687"/>
                      <a:gd name="connsiteY0" fmla="*/ 0 h 2657139"/>
                      <a:gd name="connsiteX1" fmla="*/ 3522541 w 3838687"/>
                      <a:gd name="connsiteY1" fmla="*/ 0 h 2657139"/>
                      <a:gd name="connsiteX2" fmla="*/ 3838687 w 3838687"/>
                      <a:gd name="connsiteY2" fmla="*/ 316146 h 2657139"/>
                      <a:gd name="connsiteX3" fmla="*/ 3838687 w 3838687"/>
                      <a:gd name="connsiteY3" fmla="*/ 2340993 h 2657139"/>
                      <a:gd name="connsiteX4" fmla="*/ 3522541 w 3838687"/>
                      <a:gd name="connsiteY4" fmla="*/ 2657139 h 2657139"/>
                      <a:gd name="connsiteX5" fmla="*/ 316146 w 3838687"/>
                      <a:gd name="connsiteY5" fmla="*/ 2657139 h 2657139"/>
                      <a:gd name="connsiteX6" fmla="*/ 0 w 3838687"/>
                      <a:gd name="connsiteY6" fmla="*/ 2340993 h 2657139"/>
                      <a:gd name="connsiteX7" fmla="*/ 0 w 3838687"/>
                      <a:gd name="connsiteY7" fmla="*/ 316146 h 2657139"/>
                      <a:gd name="connsiteX8" fmla="*/ 316146 w 3838687"/>
                      <a:gd name="connsiteY8" fmla="*/ 0 h 2657139"/>
                      <a:gd name="connsiteX9" fmla="*/ 338193 w 3838687"/>
                      <a:gd name="connsiteY9" fmla="*/ 318919 h 2657139"/>
                      <a:gd name="connsiteX10" fmla="*/ 338193 w 3838687"/>
                      <a:gd name="connsiteY10" fmla="*/ 2338219 h 2657139"/>
                      <a:gd name="connsiteX11" fmla="*/ 3500493 w 3838687"/>
                      <a:gd name="connsiteY11" fmla="*/ 2338219 h 2657139"/>
                      <a:gd name="connsiteX12" fmla="*/ 3500493 w 3838687"/>
                      <a:gd name="connsiteY12" fmla="*/ 318919 h 2657139"/>
                      <a:gd name="connsiteX13" fmla="*/ 338193 w 3838687"/>
                      <a:gd name="connsiteY13" fmla="*/ 318919 h 265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38687" h="2657139">
                        <a:moveTo>
                          <a:pt x="316146" y="0"/>
                        </a:moveTo>
                        <a:lnTo>
                          <a:pt x="3522541" y="0"/>
                        </a:lnTo>
                        <a:cubicBezTo>
                          <a:pt x="3697144" y="0"/>
                          <a:pt x="3838687" y="141543"/>
                          <a:pt x="3838687" y="316146"/>
                        </a:cubicBezTo>
                        <a:lnTo>
                          <a:pt x="3838687" y="2340993"/>
                        </a:lnTo>
                        <a:cubicBezTo>
                          <a:pt x="3838687" y="2515596"/>
                          <a:pt x="3697144" y="2657139"/>
                          <a:pt x="3522541" y="2657139"/>
                        </a:cubicBezTo>
                        <a:lnTo>
                          <a:pt x="316146" y="2657139"/>
                        </a:lnTo>
                        <a:cubicBezTo>
                          <a:pt x="141543" y="2657139"/>
                          <a:pt x="0" y="2515596"/>
                          <a:pt x="0" y="2340993"/>
                        </a:cubicBezTo>
                        <a:lnTo>
                          <a:pt x="0" y="316146"/>
                        </a:lnTo>
                        <a:cubicBezTo>
                          <a:pt x="0" y="141543"/>
                          <a:pt x="141543" y="0"/>
                          <a:pt x="316146" y="0"/>
                        </a:cubicBezTo>
                        <a:close/>
                        <a:moveTo>
                          <a:pt x="338193" y="318919"/>
                        </a:moveTo>
                        <a:lnTo>
                          <a:pt x="338193" y="2338219"/>
                        </a:lnTo>
                        <a:lnTo>
                          <a:pt x="3500493" y="2338219"/>
                        </a:lnTo>
                        <a:lnTo>
                          <a:pt x="3500493" y="318919"/>
                        </a:lnTo>
                        <a:lnTo>
                          <a:pt x="338193" y="318919"/>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grpSp>
        <p:sp>
          <p:nvSpPr>
            <p:cNvPr id="216" name="Oval 215">
              <a:extLst>
                <a:ext uri="{FF2B5EF4-FFF2-40B4-BE49-F238E27FC236}">
                  <a16:creationId xmlns:a16="http://schemas.microsoft.com/office/drawing/2014/main" id="{4ACAC3D7-7716-4907-A95B-07E5A2082888}"/>
                </a:ext>
              </a:extLst>
            </p:cNvPr>
            <p:cNvSpPr/>
            <p:nvPr/>
          </p:nvSpPr>
          <p:spPr>
            <a:xfrm>
              <a:off x="1117214" y="5359005"/>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EB75CBC6-A18F-46A7-AB15-01B983614E28}"/>
              </a:ext>
            </a:extLst>
          </p:cNvPr>
          <p:cNvGrpSpPr/>
          <p:nvPr/>
        </p:nvGrpSpPr>
        <p:grpSpPr>
          <a:xfrm>
            <a:off x="748782" y="3657119"/>
            <a:ext cx="1575037" cy="1861405"/>
            <a:chOff x="1203379" y="3603773"/>
            <a:chExt cx="1575037" cy="1861405"/>
          </a:xfrm>
        </p:grpSpPr>
        <p:grpSp>
          <p:nvGrpSpPr>
            <p:cNvPr id="119" name="Group 118">
              <a:extLst>
                <a:ext uri="{FF2B5EF4-FFF2-40B4-BE49-F238E27FC236}">
                  <a16:creationId xmlns:a16="http://schemas.microsoft.com/office/drawing/2014/main" id="{6D59E7C0-291E-438E-A4E8-FFD182B74F79}"/>
                </a:ext>
              </a:extLst>
            </p:cNvPr>
            <p:cNvGrpSpPr/>
            <p:nvPr/>
          </p:nvGrpSpPr>
          <p:grpSpPr>
            <a:xfrm>
              <a:off x="1203379" y="3603773"/>
              <a:ext cx="1575037" cy="1861405"/>
              <a:chOff x="981671" y="3718751"/>
              <a:chExt cx="1575037" cy="1861405"/>
            </a:xfrm>
          </p:grpSpPr>
          <p:sp>
            <p:nvSpPr>
              <p:cNvPr id="180" name="Oval 179">
                <a:extLst>
                  <a:ext uri="{FF2B5EF4-FFF2-40B4-BE49-F238E27FC236}">
                    <a16:creationId xmlns:a16="http://schemas.microsoft.com/office/drawing/2014/main" id="{DB660B53-4CD3-4632-928F-2B209108C1EF}"/>
                  </a:ext>
                </a:extLst>
              </p:cNvPr>
              <p:cNvSpPr/>
              <p:nvPr/>
            </p:nvSpPr>
            <p:spPr>
              <a:xfrm>
                <a:off x="1426397" y="5480050"/>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181" name="Group 180">
                <a:extLst>
                  <a:ext uri="{FF2B5EF4-FFF2-40B4-BE49-F238E27FC236}">
                    <a16:creationId xmlns:a16="http://schemas.microsoft.com/office/drawing/2014/main" id="{A8CFA0C7-76C3-4340-B01F-7BD7CA6DE83F}"/>
                  </a:ext>
                </a:extLst>
              </p:cNvPr>
              <p:cNvGrpSpPr/>
              <p:nvPr/>
            </p:nvGrpSpPr>
            <p:grpSpPr>
              <a:xfrm>
                <a:off x="981671" y="3718751"/>
                <a:ext cx="1575037" cy="1819702"/>
                <a:chOff x="595305" y="3718751"/>
                <a:chExt cx="1575037" cy="1819702"/>
              </a:xfrm>
            </p:grpSpPr>
            <p:grpSp>
              <p:nvGrpSpPr>
                <p:cNvPr id="182" name="Group 181">
                  <a:extLst>
                    <a:ext uri="{FF2B5EF4-FFF2-40B4-BE49-F238E27FC236}">
                      <a16:creationId xmlns:a16="http://schemas.microsoft.com/office/drawing/2014/main" id="{75A36553-69E0-49E3-8589-7E2D5E5CE9B2}"/>
                    </a:ext>
                  </a:extLst>
                </p:cNvPr>
                <p:cNvGrpSpPr/>
                <p:nvPr/>
              </p:nvGrpSpPr>
              <p:grpSpPr>
                <a:xfrm>
                  <a:off x="595305" y="3718751"/>
                  <a:ext cx="1575037" cy="1819702"/>
                  <a:chOff x="290951" y="2282952"/>
                  <a:chExt cx="1883666" cy="2176272"/>
                </a:xfrm>
              </p:grpSpPr>
              <p:sp>
                <p:nvSpPr>
                  <p:cNvPr id="191" name="Freeform 107">
                    <a:extLst>
                      <a:ext uri="{FF2B5EF4-FFF2-40B4-BE49-F238E27FC236}">
                        <a16:creationId xmlns:a16="http://schemas.microsoft.com/office/drawing/2014/main" id="{3B27F9DE-E5E3-482C-9BF5-3DAF04A7FE92}"/>
                      </a:ext>
                    </a:extLst>
                  </p:cNvPr>
                  <p:cNvSpPr/>
                  <p:nvPr/>
                </p:nvSpPr>
                <p:spPr>
                  <a:xfrm flipV="1">
                    <a:off x="290951" y="2282952"/>
                    <a:ext cx="1883664" cy="2176272"/>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9CC83E"/>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192" name="Freeform 108">
                    <a:extLst>
                      <a:ext uri="{FF2B5EF4-FFF2-40B4-BE49-F238E27FC236}">
                        <a16:creationId xmlns:a16="http://schemas.microsoft.com/office/drawing/2014/main" id="{5755D9BB-7B32-4140-A6A0-8302AF682258}"/>
                      </a:ext>
                    </a:extLst>
                  </p:cNvPr>
                  <p:cNvSpPr/>
                  <p:nvPr/>
                </p:nvSpPr>
                <p:spPr>
                  <a:xfrm>
                    <a:off x="1231316" y="2283020"/>
                    <a:ext cx="943301" cy="2176204"/>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93" name="Freeform 109">
                    <a:extLst>
                      <a:ext uri="{FF2B5EF4-FFF2-40B4-BE49-F238E27FC236}">
                        <a16:creationId xmlns:a16="http://schemas.microsoft.com/office/drawing/2014/main" id="{FEB521CF-65DA-4C9F-B7B4-57656FB34F4B}"/>
                      </a:ext>
                    </a:extLst>
                  </p:cNvPr>
                  <p:cNvSpPr/>
                  <p:nvPr/>
                </p:nvSpPr>
                <p:spPr>
                  <a:xfrm flipV="1">
                    <a:off x="723286" y="2743596"/>
                    <a:ext cx="1056204" cy="1219200"/>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184" name="TextBox 183">
                  <a:extLst>
                    <a:ext uri="{FF2B5EF4-FFF2-40B4-BE49-F238E27FC236}">
                      <a16:creationId xmlns:a16="http://schemas.microsoft.com/office/drawing/2014/main" id="{9FB42E32-4A2B-4D5D-A715-C99FFA13F9AD}"/>
                    </a:ext>
                  </a:extLst>
                </p:cNvPr>
                <p:cNvSpPr txBox="1"/>
                <p:nvPr/>
              </p:nvSpPr>
              <p:spPr>
                <a:xfrm rot="21536445">
                  <a:off x="830027" y="3982745"/>
                  <a:ext cx="1092617" cy="956650"/>
                </a:xfrm>
                <a:prstGeom prst="rect">
                  <a:avLst/>
                </a:prstGeom>
                <a:noFill/>
                <a:scene3d>
                  <a:camera prst="orthographicFront"/>
                  <a:lightRig rig="threePt" dir="t"/>
                </a:scene3d>
              </p:spPr>
              <p:txBody>
                <a:bodyPr wrap="none" rtlCol="0">
                  <a:prstTxWarp prst="textArchUp">
                    <a:avLst/>
                  </a:prstTxWarp>
                  <a:spAutoFit/>
                </a:bodyPr>
                <a:lstStyle/>
                <a:p>
                  <a:pPr algn="ctr"/>
                  <a:r>
                    <a:rPr lang="en-US" sz="2000" dirty="0">
                      <a:solidFill>
                        <a:srgbClr val="FFFFFF"/>
                      </a:solidFill>
                      <a:latin typeface="Arial" panose="020B0604020202020204" pitchFamily="34" charset="0"/>
                      <a:cs typeface="Arial" panose="020B0604020202020204" pitchFamily="34" charset="0"/>
                    </a:rPr>
                    <a:t>SINGLE LAYER</a:t>
                  </a:r>
                </a:p>
              </p:txBody>
            </p:sp>
          </p:grpSp>
        </p:grpSp>
        <p:pic>
          <p:nvPicPr>
            <p:cNvPr id="12" name="Graphic 11" descr="Download">
              <a:extLst>
                <a:ext uri="{FF2B5EF4-FFF2-40B4-BE49-F238E27FC236}">
                  <a16:creationId xmlns:a16="http://schemas.microsoft.com/office/drawing/2014/main" id="{72430B98-353D-4257-9378-70AE93A6836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58986" y="3947240"/>
              <a:ext cx="914400" cy="914400"/>
            </a:xfrm>
            <a:prstGeom prst="rect">
              <a:avLst/>
            </a:prstGeom>
          </p:spPr>
        </p:pic>
      </p:grpSp>
      <p:grpSp>
        <p:nvGrpSpPr>
          <p:cNvPr id="230" name="Group 229">
            <a:extLst>
              <a:ext uri="{FF2B5EF4-FFF2-40B4-BE49-F238E27FC236}">
                <a16:creationId xmlns:a16="http://schemas.microsoft.com/office/drawing/2014/main" id="{9E5C10A9-C881-41DA-9D29-72C5C3F0D10B}"/>
              </a:ext>
            </a:extLst>
          </p:cNvPr>
          <p:cNvGrpSpPr/>
          <p:nvPr/>
        </p:nvGrpSpPr>
        <p:grpSpPr>
          <a:xfrm>
            <a:off x="7098247" y="3547694"/>
            <a:ext cx="1761480" cy="2089785"/>
            <a:chOff x="7029338" y="3429871"/>
            <a:chExt cx="1761480" cy="2089785"/>
          </a:xfrm>
        </p:grpSpPr>
        <p:grpSp>
          <p:nvGrpSpPr>
            <p:cNvPr id="231" name="Group 230">
              <a:extLst>
                <a:ext uri="{FF2B5EF4-FFF2-40B4-BE49-F238E27FC236}">
                  <a16:creationId xmlns:a16="http://schemas.microsoft.com/office/drawing/2014/main" id="{DFC26E40-0A53-46DF-909A-A6F0787A729D}"/>
                </a:ext>
              </a:extLst>
            </p:cNvPr>
            <p:cNvGrpSpPr/>
            <p:nvPr/>
          </p:nvGrpSpPr>
          <p:grpSpPr>
            <a:xfrm>
              <a:off x="7029338" y="3429871"/>
              <a:ext cx="1761480" cy="2089785"/>
              <a:chOff x="6772920" y="3567644"/>
              <a:chExt cx="1761480" cy="2089785"/>
            </a:xfrm>
          </p:grpSpPr>
          <p:sp>
            <p:nvSpPr>
              <p:cNvPr id="233" name="Oval 232">
                <a:extLst>
                  <a:ext uri="{FF2B5EF4-FFF2-40B4-BE49-F238E27FC236}">
                    <a16:creationId xmlns:a16="http://schemas.microsoft.com/office/drawing/2014/main" id="{495DD550-9F81-4509-8ED6-A2F25A02D383}"/>
                  </a:ext>
                </a:extLst>
              </p:cNvPr>
              <p:cNvSpPr/>
              <p:nvPr/>
            </p:nvSpPr>
            <p:spPr>
              <a:xfrm>
                <a:off x="7310867" y="5557323"/>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234" name="Group 233">
                <a:extLst>
                  <a:ext uri="{FF2B5EF4-FFF2-40B4-BE49-F238E27FC236}">
                    <a16:creationId xmlns:a16="http://schemas.microsoft.com/office/drawing/2014/main" id="{0FF64C4E-3918-4173-8105-664F6F3C4119}"/>
                  </a:ext>
                </a:extLst>
              </p:cNvPr>
              <p:cNvGrpSpPr/>
              <p:nvPr/>
            </p:nvGrpSpPr>
            <p:grpSpPr>
              <a:xfrm>
                <a:off x="6772920" y="3567644"/>
                <a:ext cx="1761480" cy="2035106"/>
                <a:chOff x="297585" y="1960224"/>
                <a:chExt cx="1883665" cy="2176272"/>
              </a:xfrm>
            </p:grpSpPr>
            <p:grpSp>
              <p:nvGrpSpPr>
                <p:cNvPr id="235" name="Group 234">
                  <a:extLst>
                    <a:ext uri="{FF2B5EF4-FFF2-40B4-BE49-F238E27FC236}">
                      <a16:creationId xmlns:a16="http://schemas.microsoft.com/office/drawing/2014/main" id="{33F13BEA-62D4-4961-8F4C-6084F22F204C}"/>
                    </a:ext>
                  </a:extLst>
                </p:cNvPr>
                <p:cNvGrpSpPr/>
                <p:nvPr/>
              </p:nvGrpSpPr>
              <p:grpSpPr>
                <a:xfrm>
                  <a:off x="297585" y="1960224"/>
                  <a:ext cx="1883665" cy="2176272"/>
                  <a:chOff x="290952" y="2282952"/>
                  <a:chExt cx="1883665" cy="2176272"/>
                </a:xfrm>
              </p:grpSpPr>
              <p:sp>
                <p:nvSpPr>
                  <p:cNvPr id="237" name="Freeform 94">
                    <a:extLst>
                      <a:ext uri="{FF2B5EF4-FFF2-40B4-BE49-F238E27FC236}">
                        <a16:creationId xmlns:a16="http://schemas.microsoft.com/office/drawing/2014/main" id="{9DD0DDB2-6334-4496-A322-1F6110F93A8C}"/>
                      </a:ext>
                    </a:extLst>
                  </p:cNvPr>
                  <p:cNvSpPr/>
                  <p:nvPr/>
                </p:nvSpPr>
                <p:spPr>
                  <a:xfrm flipV="1">
                    <a:off x="290952" y="2282952"/>
                    <a:ext cx="1883664" cy="2176272"/>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57126"/>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38" name="Freeform 95">
                    <a:extLst>
                      <a:ext uri="{FF2B5EF4-FFF2-40B4-BE49-F238E27FC236}">
                        <a16:creationId xmlns:a16="http://schemas.microsoft.com/office/drawing/2014/main" id="{45C57631-05F0-4159-849C-3F9480252D95}"/>
                      </a:ext>
                    </a:extLst>
                  </p:cNvPr>
                  <p:cNvSpPr/>
                  <p:nvPr/>
                </p:nvSpPr>
                <p:spPr>
                  <a:xfrm>
                    <a:off x="1231316" y="2283020"/>
                    <a:ext cx="943301" cy="2176204"/>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239" name="Freeform 96">
                    <a:extLst>
                      <a:ext uri="{FF2B5EF4-FFF2-40B4-BE49-F238E27FC236}">
                        <a16:creationId xmlns:a16="http://schemas.microsoft.com/office/drawing/2014/main" id="{270E4CD4-222B-4711-8FCA-5AB4340AA03E}"/>
                      </a:ext>
                    </a:extLst>
                  </p:cNvPr>
                  <p:cNvSpPr/>
                  <p:nvPr/>
                </p:nvSpPr>
                <p:spPr>
                  <a:xfrm flipV="1">
                    <a:off x="706338" y="2761488"/>
                    <a:ext cx="1056204" cy="1219200"/>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236" name="TextBox 235">
                  <a:extLst>
                    <a:ext uri="{FF2B5EF4-FFF2-40B4-BE49-F238E27FC236}">
                      <a16:creationId xmlns:a16="http://schemas.microsoft.com/office/drawing/2014/main" id="{64140C6C-177C-47A3-B93B-F30A5E404AB5}"/>
                    </a:ext>
                  </a:extLst>
                </p:cNvPr>
                <p:cNvSpPr txBox="1"/>
                <p:nvPr/>
              </p:nvSpPr>
              <p:spPr>
                <a:xfrm rot="21536445">
                  <a:off x="584590" y="2215186"/>
                  <a:ext cx="1306716" cy="1144106"/>
                </a:xfrm>
                <a:prstGeom prst="rect">
                  <a:avLst/>
                </a:prstGeom>
                <a:noFill/>
                <a:scene3d>
                  <a:camera prst="orthographicFront"/>
                  <a:lightRig rig="threePt" dir="t"/>
                </a:scene3d>
              </p:spPr>
              <p:txBody>
                <a:bodyPr wrap="none" rtlCol="0">
                  <a:prstTxWarp prst="textArchUp">
                    <a:avLst/>
                  </a:prstTxWarp>
                  <a:spAutoFit/>
                </a:bodyPr>
                <a:lstStyle/>
                <a:p>
                  <a:pPr algn="ctr"/>
                  <a:r>
                    <a:rPr lang="en-US" sz="2000" dirty="0">
                      <a:solidFill>
                        <a:srgbClr val="FFFFFF"/>
                      </a:solidFill>
                      <a:latin typeface="Arial" panose="020B0604020202020204" pitchFamily="34" charset="0"/>
                      <a:cs typeface="Arial" panose="020B0604020202020204" pitchFamily="34" charset="0"/>
                    </a:rPr>
                    <a:t>HYBRID &amp; MULTICLOUD</a:t>
                  </a:r>
                </a:p>
              </p:txBody>
            </p:sp>
          </p:grpSp>
        </p:grpSp>
        <p:pic>
          <p:nvPicPr>
            <p:cNvPr id="232" name="Graphic 231" descr="Thought bubble">
              <a:extLst>
                <a:ext uri="{FF2B5EF4-FFF2-40B4-BE49-F238E27FC236}">
                  <a16:creationId xmlns:a16="http://schemas.microsoft.com/office/drawing/2014/main" id="{AF237533-B65B-4345-B776-CF936B0135B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91074" y="3896443"/>
              <a:ext cx="914400" cy="914400"/>
            </a:xfrm>
            <a:prstGeom prst="rect">
              <a:avLst/>
            </a:prstGeom>
          </p:spPr>
        </p:pic>
      </p:grpSp>
      <p:grpSp>
        <p:nvGrpSpPr>
          <p:cNvPr id="255" name="Group 254">
            <a:extLst>
              <a:ext uri="{FF2B5EF4-FFF2-40B4-BE49-F238E27FC236}">
                <a16:creationId xmlns:a16="http://schemas.microsoft.com/office/drawing/2014/main" id="{CD87A6BB-60E9-4C16-942A-1E8EF239E096}"/>
              </a:ext>
            </a:extLst>
          </p:cNvPr>
          <p:cNvGrpSpPr/>
          <p:nvPr/>
        </p:nvGrpSpPr>
        <p:grpSpPr>
          <a:xfrm>
            <a:off x="606503" y="5536121"/>
            <a:ext cx="2578964" cy="892552"/>
            <a:chOff x="606503" y="5536121"/>
            <a:chExt cx="2578964" cy="892552"/>
          </a:xfrm>
        </p:grpSpPr>
        <p:sp>
          <p:nvSpPr>
            <p:cNvPr id="243" name="Rectangle 242">
              <a:extLst>
                <a:ext uri="{FF2B5EF4-FFF2-40B4-BE49-F238E27FC236}">
                  <a16:creationId xmlns:a16="http://schemas.microsoft.com/office/drawing/2014/main" id="{57958145-8D84-4B2C-A265-AB10D87FA4C7}"/>
                </a:ext>
              </a:extLst>
            </p:cNvPr>
            <p:cNvSpPr/>
            <p:nvPr/>
          </p:nvSpPr>
          <p:spPr>
            <a:xfrm flipH="1">
              <a:off x="606503" y="5536121"/>
              <a:ext cx="2541211" cy="89255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Phase-4</a:t>
              </a:r>
            </a:p>
            <a:p>
              <a:endParaRPr lang="en-US" sz="900" dirty="0">
                <a:solidFill>
                  <a:srgbClr val="000000"/>
                </a:solidFill>
                <a:latin typeface="Arial" panose="020B0604020202020204" pitchFamily="34" charset="0"/>
                <a:cs typeface="Arial" panose="020B0604020202020204" pitchFamily="34" charset="0"/>
              </a:endParaRPr>
            </a:p>
            <a:p>
              <a:r>
                <a:rPr lang="en-US" sz="900" dirty="0">
                  <a:solidFill>
                    <a:srgbClr val="000000"/>
                  </a:solidFill>
                  <a:latin typeface="Arial" panose="020B0604020202020204" pitchFamily="34" charset="0"/>
                  <a:cs typeface="Arial" panose="020B0604020202020204" pitchFamily="34" charset="0"/>
                </a:rPr>
                <a:t>Consolidate batch/transaction/analytics in same pooled resource, manage everything from 1 console , 1 unified way of delivery</a:t>
              </a:r>
            </a:p>
          </p:txBody>
        </p:sp>
        <p:cxnSp>
          <p:nvCxnSpPr>
            <p:cNvPr id="244" name="Straight Connector 243">
              <a:extLst>
                <a:ext uri="{FF2B5EF4-FFF2-40B4-BE49-F238E27FC236}">
                  <a16:creationId xmlns:a16="http://schemas.microsoft.com/office/drawing/2014/main" id="{5CB8E344-CC22-412C-AE9F-6FE6A66EDEB9}"/>
                </a:ext>
              </a:extLst>
            </p:cNvPr>
            <p:cNvCxnSpPr>
              <a:cxnSpLocks/>
            </p:cNvCxnSpPr>
            <p:nvPr/>
          </p:nvCxnSpPr>
          <p:spPr>
            <a:xfrm flipV="1">
              <a:off x="691669" y="5866180"/>
              <a:ext cx="2493798" cy="1785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7888" name="Group 37887">
            <a:extLst>
              <a:ext uri="{FF2B5EF4-FFF2-40B4-BE49-F238E27FC236}">
                <a16:creationId xmlns:a16="http://schemas.microsoft.com/office/drawing/2014/main" id="{BC3F1B5C-2BA5-4F5D-963A-1529CF88F37A}"/>
              </a:ext>
            </a:extLst>
          </p:cNvPr>
          <p:cNvGrpSpPr/>
          <p:nvPr/>
        </p:nvGrpSpPr>
        <p:grpSpPr>
          <a:xfrm>
            <a:off x="4481860" y="4239441"/>
            <a:ext cx="2578964" cy="754053"/>
            <a:chOff x="4481860" y="4239441"/>
            <a:chExt cx="2578964" cy="754053"/>
          </a:xfrm>
        </p:grpSpPr>
        <p:sp>
          <p:nvSpPr>
            <p:cNvPr id="249" name="Rectangle 248">
              <a:extLst>
                <a:ext uri="{FF2B5EF4-FFF2-40B4-BE49-F238E27FC236}">
                  <a16:creationId xmlns:a16="http://schemas.microsoft.com/office/drawing/2014/main" id="{4E7AA952-4C2B-4469-A08B-260F98FBA49A}"/>
                </a:ext>
              </a:extLst>
            </p:cNvPr>
            <p:cNvSpPr/>
            <p:nvPr/>
          </p:nvSpPr>
          <p:spPr>
            <a:xfrm flipH="1">
              <a:off x="4481860" y="4239441"/>
              <a:ext cx="2541211" cy="754053"/>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Phase-5</a:t>
              </a:r>
            </a:p>
            <a:p>
              <a:endParaRPr lang="en-US" sz="900" dirty="0">
                <a:solidFill>
                  <a:srgbClr val="000000"/>
                </a:solidFill>
                <a:latin typeface="Arial" panose="020B0604020202020204" pitchFamily="34" charset="0"/>
                <a:cs typeface="Arial" panose="020B0604020202020204" pitchFamily="34" charset="0"/>
              </a:endParaRPr>
            </a:p>
            <a:p>
              <a:r>
                <a:rPr lang="en-US" sz="900" dirty="0">
                  <a:solidFill>
                    <a:srgbClr val="000000"/>
                  </a:solidFill>
                  <a:latin typeface="Arial" panose="020B0604020202020204" pitchFamily="34" charset="0"/>
                  <a:cs typeface="Arial" panose="020B0604020202020204" pitchFamily="34" charset="0"/>
                </a:rPr>
                <a:t>Expand cluster across clouds / across geographies</a:t>
              </a:r>
            </a:p>
          </p:txBody>
        </p:sp>
        <p:cxnSp>
          <p:nvCxnSpPr>
            <p:cNvPr id="250" name="Straight Connector 249">
              <a:extLst>
                <a:ext uri="{FF2B5EF4-FFF2-40B4-BE49-F238E27FC236}">
                  <a16:creationId xmlns:a16="http://schemas.microsoft.com/office/drawing/2014/main" id="{29F95655-EB4E-4031-B846-09EB3B37D17A}"/>
                </a:ext>
              </a:extLst>
            </p:cNvPr>
            <p:cNvCxnSpPr>
              <a:cxnSpLocks/>
            </p:cNvCxnSpPr>
            <p:nvPr/>
          </p:nvCxnSpPr>
          <p:spPr>
            <a:xfrm flipV="1">
              <a:off x="4567026" y="4569500"/>
              <a:ext cx="2493798" cy="17854"/>
            </a:xfrm>
            <a:prstGeom prst="line">
              <a:avLst/>
            </a:prstGeom>
          </p:spPr>
          <p:style>
            <a:lnRef idx="1">
              <a:schemeClr val="accent1"/>
            </a:lnRef>
            <a:fillRef idx="0">
              <a:schemeClr val="accent1"/>
            </a:fillRef>
            <a:effectRef idx="0">
              <a:schemeClr val="accent1"/>
            </a:effectRef>
            <a:fontRef idx="minor">
              <a:schemeClr val="tx1"/>
            </a:fontRef>
          </p:style>
        </p:cxnSp>
      </p:grpSp>
      <p:sp>
        <p:nvSpPr>
          <p:cNvPr id="251" name="TextBox 250">
            <a:extLst>
              <a:ext uri="{FF2B5EF4-FFF2-40B4-BE49-F238E27FC236}">
                <a16:creationId xmlns:a16="http://schemas.microsoft.com/office/drawing/2014/main" id="{416F2FCC-D98A-468F-91CF-E81683CC26C0}"/>
              </a:ext>
            </a:extLst>
          </p:cNvPr>
          <p:cNvSpPr txBox="1">
            <a:spLocks noChangeArrowheads="1"/>
          </p:cNvSpPr>
          <p:nvPr/>
        </p:nvSpPr>
        <p:spPr bwMode="auto">
          <a:xfrm>
            <a:off x="280793" y="1"/>
            <a:ext cx="920259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400" dirty="0">
                <a:solidFill>
                  <a:srgbClr val="E23936"/>
                </a:solidFill>
                <a:latin typeface="Raleway ExtraBold" panose="020B0903030101060003" pitchFamily="34" charset="0"/>
              </a:rPr>
              <a:t>/ </a:t>
            </a:r>
            <a:r>
              <a:rPr lang="en-US" altLang="ru-RU" sz="3600" dirty="0">
                <a:latin typeface="Raleway ExtraBold" panose="020B0903030101060003" pitchFamily="34" charset="0"/>
              </a:rPr>
              <a:t>Phases (Ref Target Architecture)</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117" name="TextBox 116">
            <a:extLst>
              <a:ext uri="{FF2B5EF4-FFF2-40B4-BE49-F238E27FC236}">
                <a16:creationId xmlns:a16="http://schemas.microsoft.com/office/drawing/2014/main" id="{24AB4FFD-0C3F-4C30-A082-65FCFF0A8670}"/>
              </a:ext>
            </a:extLst>
          </p:cNvPr>
          <p:cNvSpPr txBox="1"/>
          <p:nvPr/>
        </p:nvSpPr>
        <p:spPr>
          <a:xfrm>
            <a:off x="6607838" y="6613578"/>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r>
              <a:rPr lang="en-US" sz="700" cap="small" dirty="0">
                <a:solidFill>
                  <a:schemeClr val="bg1">
                    <a:lumMod val="95000"/>
                  </a:schemeClr>
                </a:solidFill>
                <a:latin typeface="Arial"/>
              </a:rPr>
              <a:t>.</a:t>
            </a:r>
          </a:p>
        </p:txBody>
      </p:sp>
    </p:spTree>
    <p:extLst>
      <p:ext uri="{BB962C8B-B14F-4D97-AF65-F5344CB8AC3E}">
        <p14:creationId xmlns:p14="http://schemas.microsoft.com/office/powerpoint/2010/main" val="27136376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51"/>
                                        </p:tgtEl>
                                        <p:attrNameLst>
                                          <p:attrName>style.visibility</p:attrName>
                                        </p:attrNameLst>
                                      </p:cBhvr>
                                      <p:to>
                                        <p:strVal val="visible"/>
                                      </p:to>
                                    </p:set>
                                    <p:anim calcmode="lin" valueType="num">
                                      <p:cBhvr>
                                        <p:cTn id="7" dur="250" fill="hold"/>
                                        <p:tgtEl>
                                          <p:spTgt spid="251"/>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251"/>
                                        </p:tgtEl>
                                        <p:attrNameLst>
                                          <p:attrName>ppt_y</p:attrName>
                                        </p:attrNameLst>
                                      </p:cBhvr>
                                      <p:tavLst>
                                        <p:tav tm="0">
                                          <p:val>
                                            <p:strVal val="#ppt_y"/>
                                          </p:val>
                                        </p:tav>
                                        <p:tav tm="100000">
                                          <p:val>
                                            <p:strVal val="#ppt_y"/>
                                          </p:val>
                                        </p:tav>
                                      </p:tavLst>
                                    </p:anim>
                                    <p:anim calcmode="lin" valueType="num">
                                      <p:cBhvr>
                                        <p:cTn id="9" dur="250" fill="hold"/>
                                        <p:tgtEl>
                                          <p:spTgt spid="251"/>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25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251"/>
                                        </p:tgtEl>
                                      </p:cBhvr>
                                    </p:animEffect>
                                  </p:childTnLst>
                                </p:cTn>
                              </p:par>
                            </p:childTnLst>
                          </p:cTn>
                        </p:par>
                        <p:par>
                          <p:cTn id="12" fill="hold">
                            <p:stCondLst>
                              <p:cond delay="975"/>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350"/>
                                        <p:tgtEl>
                                          <p:spTgt spid="7"/>
                                        </p:tgtEl>
                                      </p:cBhvr>
                                    </p:animEffect>
                                  </p:childTnLst>
                                </p:cTn>
                              </p:par>
                            </p:childTnLst>
                          </p:cTn>
                        </p:par>
                        <p:par>
                          <p:cTn id="16" fill="hold" nodeType="afterGroup">
                            <p:stCondLst>
                              <p:cond delay="1325"/>
                            </p:stCondLst>
                            <p:childTnLst>
                              <p:par>
                                <p:cTn id="17" presetID="22" presetClass="entr" presetSubtype="1"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400"/>
                                        <p:tgtEl>
                                          <p:spTgt spid="10"/>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400"/>
                                        <p:tgtEl>
                                          <p:spTgt spid="2"/>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400"/>
                                        <p:tgtEl>
                                          <p:spTgt spid="3"/>
                                        </p:tgtEl>
                                      </p:cBhvr>
                                    </p:animEffect>
                                  </p:childTnLst>
                                </p:cTn>
                              </p:par>
                            </p:childTnLst>
                          </p:cTn>
                        </p:par>
                        <p:par>
                          <p:cTn id="26" fill="hold" nodeType="afterGroup">
                            <p:stCondLst>
                              <p:cond delay="1725"/>
                            </p:stCondLst>
                            <p:childTnLst>
                              <p:par>
                                <p:cTn id="27" presetID="22" presetClass="entr" presetSubtype="1"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up)">
                                      <p:cBhvr>
                                        <p:cTn id="29" dur="350"/>
                                        <p:tgtEl>
                                          <p:spTgt spid="15"/>
                                        </p:tgtEl>
                                      </p:cBhvr>
                                    </p:animEffect>
                                  </p:childTnLst>
                                </p:cTn>
                              </p:par>
                            </p:childTnLst>
                          </p:cTn>
                        </p:par>
                        <p:par>
                          <p:cTn id="30" fill="hold" nodeType="afterGroup">
                            <p:stCondLst>
                              <p:cond delay="2075"/>
                            </p:stCondLst>
                            <p:childTnLst>
                              <p:par>
                                <p:cTn id="31" presetID="22" presetClass="entr" presetSubtype="1"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up)">
                                      <p:cBhvr>
                                        <p:cTn id="33" dur="400"/>
                                        <p:tgtEl>
                                          <p:spTgt spid="13"/>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up)">
                                      <p:cBhvr>
                                        <p:cTn id="36" dur="400"/>
                                        <p:tgtEl>
                                          <p:spTgt spid="1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400"/>
                                        <p:tgtEl>
                                          <p:spTgt spid="18"/>
                                        </p:tgtEl>
                                      </p:cBhvr>
                                    </p:animEffect>
                                  </p:childTnLst>
                                </p:cTn>
                              </p:par>
                            </p:childTnLst>
                          </p:cTn>
                        </p:par>
                        <p:par>
                          <p:cTn id="40" fill="hold" nodeType="afterGroup">
                            <p:stCondLst>
                              <p:cond delay="2475"/>
                            </p:stCondLst>
                            <p:childTnLst>
                              <p:par>
                                <p:cTn id="41" presetID="22" presetClass="entr" presetSubtype="1"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up)">
                                      <p:cBhvr>
                                        <p:cTn id="43" dur="350"/>
                                        <p:tgtEl>
                                          <p:spTgt spid="20"/>
                                        </p:tgtEl>
                                      </p:cBhvr>
                                    </p:animEffect>
                                  </p:childTnLst>
                                </p:cTn>
                              </p:par>
                            </p:childTnLst>
                          </p:cTn>
                        </p:par>
                        <p:par>
                          <p:cTn id="44" fill="hold" nodeType="afterGroup">
                            <p:stCondLst>
                              <p:cond delay="2825"/>
                            </p:stCondLst>
                            <p:childTnLst>
                              <p:par>
                                <p:cTn id="45" presetID="22" presetClass="entr" presetSubtype="1"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up)">
                                      <p:cBhvr>
                                        <p:cTn id="47" dur="400"/>
                                        <p:tgtEl>
                                          <p:spTgt spid="14"/>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up)">
                                      <p:cBhvr>
                                        <p:cTn id="50" dur="400"/>
                                        <p:tgtEl>
                                          <p:spTgt spid="21"/>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up)">
                                      <p:cBhvr>
                                        <p:cTn id="53" dur="400"/>
                                        <p:tgtEl>
                                          <p:spTgt spid="22"/>
                                        </p:tgtEl>
                                      </p:cBhvr>
                                    </p:animEffect>
                                  </p:childTnLst>
                                </p:cTn>
                              </p:par>
                            </p:childTnLst>
                          </p:cTn>
                        </p:par>
                        <p:par>
                          <p:cTn id="54" fill="hold">
                            <p:stCondLst>
                              <p:cond delay="3225"/>
                            </p:stCondLst>
                            <p:childTnLst>
                              <p:par>
                                <p:cTn id="55" presetID="22" presetClass="entr" presetSubtype="4" fill="hold" nodeType="afterEffect">
                                  <p:stCondLst>
                                    <p:cond delay="0"/>
                                  </p:stCondLst>
                                  <p:childTnLst>
                                    <p:set>
                                      <p:cBhvr>
                                        <p:cTn id="56" dur="1" fill="hold">
                                          <p:stCondLst>
                                            <p:cond delay="0"/>
                                          </p:stCondLst>
                                        </p:cTn>
                                        <p:tgtEl>
                                          <p:spTgt spid="37889"/>
                                        </p:tgtEl>
                                        <p:attrNameLst>
                                          <p:attrName>style.visibility</p:attrName>
                                        </p:attrNameLst>
                                      </p:cBhvr>
                                      <p:to>
                                        <p:strVal val="visible"/>
                                      </p:to>
                                    </p:set>
                                    <p:animEffect transition="in" filter="wipe(down)">
                                      <p:cBhvr>
                                        <p:cTn id="57" dur="500"/>
                                        <p:tgtEl>
                                          <p:spTgt spid="37889"/>
                                        </p:tgtEl>
                                      </p:cBhvr>
                                    </p:animEffect>
                                  </p:childTnLst>
                                </p:cTn>
                              </p:par>
                            </p:childTnLst>
                          </p:cTn>
                        </p:par>
                        <p:par>
                          <p:cTn id="58" fill="hold">
                            <p:stCondLst>
                              <p:cond delay="3725"/>
                            </p:stCondLst>
                            <p:childTnLst>
                              <p:par>
                                <p:cTn id="59" presetID="22" presetClass="entr" presetSubtype="4" fill="hold" nodeType="afterEffect">
                                  <p:stCondLst>
                                    <p:cond delay="0"/>
                                  </p:stCondLst>
                                  <p:childTnLst>
                                    <p:set>
                                      <p:cBhvr>
                                        <p:cTn id="60" dur="1" fill="hold">
                                          <p:stCondLst>
                                            <p:cond delay="0"/>
                                          </p:stCondLst>
                                        </p:cTn>
                                        <p:tgtEl>
                                          <p:spTgt spid="252"/>
                                        </p:tgtEl>
                                        <p:attrNameLst>
                                          <p:attrName>style.visibility</p:attrName>
                                        </p:attrNameLst>
                                      </p:cBhvr>
                                      <p:to>
                                        <p:strVal val="visible"/>
                                      </p:to>
                                    </p:set>
                                    <p:animEffect transition="in" filter="wipe(down)">
                                      <p:cBhvr>
                                        <p:cTn id="61" dur="500"/>
                                        <p:tgtEl>
                                          <p:spTgt spid="252"/>
                                        </p:tgtEl>
                                      </p:cBhvr>
                                    </p:animEffect>
                                  </p:childTnLst>
                                </p:cTn>
                              </p:par>
                            </p:childTnLst>
                          </p:cTn>
                        </p:par>
                        <p:par>
                          <p:cTn id="62" fill="hold">
                            <p:stCondLst>
                              <p:cond delay="4225"/>
                            </p:stCondLst>
                            <p:childTnLst>
                              <p:par>
                                <p:cTn id="63" presetID="22" presetClass="entr" presetSubtype="4" fill="hold" nodeType="afterEffect">
                                  <p:stCondLst>
                                    <p:cond delay="0"/>
                                  </p:stCondLst>
                                  <p:childTnLst>
                                    <p:set>
                                      <p:cBhvr>
                                        <p:cTn id="64" dur="1" fill="hold">
                                          <p:stCondLst>
                                            <p:cond delay="0"/>
                                          </p:stCondLst>
                                        </p:cTn>
                                        <p:tgtEl>
                                          <p:spTgt spid="121"/>
                                        </p:tgtEl>
                                        <p:attrNameLst>
                                          <p:attrName>style.visibility</p:attrName>
                                        </p:attrNameLst>
                                      </p:cBhvr>
                                      <p:to>
                                        <p:strVal val="visible"/>
                                      </p:to>
                                    </p:set>
                                    <p:animEffect transition="in" filter="wipe(down)">
                                      <p:cBhvr>
                                        <p:cTn id="65" dur="500"/>
                                        <p:tgtEl>
                                          <p:spTgt spid="121"/>
                                        </p:tgtEl>
                                      </p:cBhvr>
                                    </p:animEffect>
                                  </p:childTnLst>
                                </p:cTn>
                              </p:par>
                            </p:childTnLst>
                          </p:cTn>
                        </p:par>
                        <p:par>
                          <p:cTn id="66" fill="hold">
                            <p:stCondLst>
                              <p:cond delay="4725"/>
                            </p:stCondLst>
                            <p:childTnLst>
                              <p:par>
                                <p:cTn id="67" presetID="22" presetClass="entr" presetSubtype="4" fill="hold" nodeType="afterEffect">
                                  <p:stCondLst>
                                    <p:cond delay="0"/>
                                  </p:stCondLst>
                                  <p:childTnLst>
                                    <p:set>
                                      <p:cBhvr>
                                        <p:cTn id="68" dur="1" fill="hold">
                                          <p:stCondLst>
                                            <p:cond delay="0"/>
                                          </p:stCondLst>
                                        </p:cTn>
                                        <p:tgtEl>
                                          <p:spTgt spid="253"/>
                                        </p:tgtEl>
                                        <p:attrNameLst>
                                          <p:attrName>style.visibility</p:attrName>
                                        </p:attrNameLst>
                                      </p:cBhvr>
                                      <p:to>
                                        <p:strVal val="visible"/>
                                      </p:to>
                                    </p:set>
                                    <p:animEffect transition="in" filter="wipe(down)">
                                      <p:cBhvr>
                                        <p:cTn id="69" dur="500"/>
                                        <p:tgtEl>
                                          <p:spTgt spid="253"/>
                                        </p:tgtEl>
                                      </p:cBhvr>
                                    </p:animEffect>
                                  </p:childTnLst>
                                </p:cTn>
                              </p:par>
                            </p:childTnLst>
                          </p:cTn>
                        </p:par>
                        <p:par>
                          <p:cTn id="70" fill="hold">
                            <p:stCondLst>
                              <p:cond delay="5225"/>
                            </p:stCondLst>
                            <p:childTnLst>
                              <p:par>
                                <p:cTn id="71" presetID="22" presetClass="entr" presetSubtype="4" fill="hold" nodeType="afterEffect">
                                  <p:stCondLst>
                                    <p:cond delay="0"/>
                                  </p:stCondLst>
                                  <p:childTnLst>
                                    <p:set>
                                      <p:cBhvr>
                                        <p:cTn id="72" dur="1" fill="hold">
                                          <p:stCondLst>
                                            <p:cond delay="0"/>
                                          </p:stCondLst>
                                        </p:cTn>
                                        <p:tgtEl>
                                          <p:spTgt spid="214"/>
                                        </p:tgtEl>
                                        <p:attrNameLst>
                                          <p:attrName>style.visibility</p:attrName>
                                        </p:attrNameLst>
                                      </p:cBhvr>
                                      <p:to>
                                        <p:strVal val="visible"/>
                                      </p:to>
                                    </p:set>
                                    <p:animEffect transition="in" filter="wipe(down)">
                                      <p:cBhvr>
                                        <p:cTn id="73" dur="500"/>
                                        <p:tgtEl>
                                          <p:spTgt spid="214"/>
                                        </p:tgtEl>
                                      </p:cBhvr>
                                    </p:animEffect>
                                  </p:childTnLst>
                                </p:cTn>
                              </p:par>
                            </p:childTnLst>
                          </p:cTn>
                        </p:par>
                        <p:par>
                          <p:cTn id="74" fill="hold">
                            <p:stCondLst>
                              <p:cond delay="5725"/>
                            </p:stCondLst>
                            <p:childTnLst>
                              <p:par>
                                <p:cTn id="75" presetID="22" presetClass="entr" presetSubtype="4" fill="hold" nodeType="afterEffect">
                                  <p:stCondLst>
                                    <p:cond delay="0"/>
                                  </p:stCondLst>
                                  <p:childTnLst>
                                    <p:set>
                                      <p:cBhvr>
                                        <p:cTn id="76" dur="1" fill="hold">
                                          <p:stCondLst>
                                            <p:cond delay="0"/>
                                          </p:stCondLst>
                                        </p:cTn>
                                        <p:tgtEl>
                                          <p:spTgt spid="254"/>
                                        </p:tgtEl>
                                        <p:attrNameLst>
                                          <p:attrName>style.visibility</p:attrName>
                                        </p:attrNameLst>
                                      </p:cBhvr>
                                      <p:to>
                                        <p:strVal val="visible"/>
                                      </p:to>
                                    </p:set>
                                    <p:animEffect transition="in" filter="wipe(down)">
                                      <p:cBhvr>
                                        <p:cTn id="77" dur="500"/>
                                        <p:tgtEl>
                                          <p:spTgt spid="254"/>
                                        </p:tgtEl>
                                      </p:cBhvr>
                                    </p:animEffect>
                                  </p:childTnLst>
                                </p:cTn>
                              </p:par>
                            </p:childTnLst>
                          </p:cTn>
                        </p:par>
                        <p:par>
                          <p:cTn id="78" fill="hold">
                            <p:stCondLst>
                              <p:cond delay="6225"/>
                            </p:stCondLst>
                            <p:childTnLst>
                              <p:par>
                                <p:cTn id="79" presetID="22" presetClass="entr" presetSubtype="4" fill="hold" nodeType="after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wipe(down)">
                                      <p:cBhvr>
                                        <p:cTn id="81" dur="500"/>
                                        <p:tgtEl>
                                          <p:spTgt spid="16"/>
                                        </p:tgtEl>
                                      </p:cBhvr>
                                    </p:animEffect>
                                  </p:childTnLst>
                                </p:cTn>
                              </p:par>
                            </p:childTnLst>
                          </p:cTn>
                        </p:par>
                        <p:par>
                          <p:cTn id="82" fill="hold">
                            <p:stCondLst>
                              <p:cond delay="6725"/>
                            </p:stCondLst>
                            <p:childTnLst>
                              <p:par>
                                <p:cTn id="83" presetID="22" presetClass="entr" presetSubtype="4" fill="hold" nodeType="afterEffect">
                                  <p:stCondLst>
                                    <p:cond delay="0"/>
                                  </p:stCondLst>
                                  <p:childTnLst>
                                    <p:set>
                                      <p:cBhvr>
                                        <p:cTn id="84" dur="1" fill="hold">
                                          <p:stCondLst>
                                            <p:cond delay="0"/>
                                          </p:stCondLst>
                                        </p:cTn>
                                        <p:tgtEl>
                                          <p:spTgt spid="255"/>
                                        </p:tgtEl>
                                        <p:attrNameLst>
                                          <p:attrName>style.visibility</p:attrName>
                                        </p:attrNameLst>
                                      </p:cBhvr>
                                      <p:to>
                                        <p:strVal val="visible"/>
                                      </p:to>
                                    </p:set>
                                    <p:animEffect transition="in" filter="wipe(down)">
                                      <p:cBhvr>
                                        <p:cTn id="85" dur="500"/>
                                        <p:tgtEl>
                                          <p:spTgt spid="255"/>
                                        </p:tgtEl>
                                      </p:cBhvr>
                                    </p:animEffect>
                                  </p:childTnLst>
                                </p:cTn>
                              </p:par>
                            </p:childTnLst>
                          </p:cTn>
                        </p:par>
                        <p:par>
                          <p:cTn id="86" fill="hold">
                            <p:stCondLst>
                              <p:cond delay="7225"/>
                            </p:stCondLst>
                            <p:childTnLst>
                              <p:par>
                                <p:cTn id="87" presetID="22" presetClass="entr" presetSubtype="4" fill="hold" nodeType="afterEffect">
                                  <p:stCondLst>
                                    <p:cond delay="0"/>
                                  </p:stCondLst>
                                  <p:childTnLst>
                                    <p:set>
                                      <p:cBhvr>
                                        <p:cTn id="88" dur="1" fill="hold">
                                          <p:stCondLst>
                                            <p:cond delay="0"/>
                                          </p:stCondLst>
                                        </p:cTn>
                                        <p:tgtEl>
                                          <p:spTgt spid="230"/>
                                        </p:tgtEl>
                                        <p:attrNameLst>
                                          <p:attrName>style.visibility</p:attrName>
                                        </p:attrNameLst>
                                      </p:cBhvr>
                                      <p:to>
                                        <p:strVal val="visible"/>
                                      </p:to>
                                    </p:set>
                                    <p:animEffect transition="in" filter="wipe(down)">
                                      <p:cBhvr>
                                        <p:cTn id="89" dur="500"/>
                                        <p:tgtEl>
                                          <p:spTgt spid="230"/>
                                        </p:tgtEl>
                                      </p:cBhvr>
                                    </p:animEffect>
                                  </p:childTnLst>
                                </p:cTn>
                              </p:par>
                            </p:childTnLst>
                          </p:cTn>
                        </p:par>
                        <p:par>
                          <p:cTn id="90" fill="hold">
                            <p:stCondLst>
                              <p:cond delay="7725"/>
                            </p:stCondLst>
                            <p:childTnLst>
                              <p:par>
                                <p:cTn id="91" presetID="22" presetClass="entr" presetSubtype="4" fill="hold" nodeType="afterEffect">
                                  <p:stCondLst>
                                    <p:cond delay="0"/>
                                  </p:stCondLst>
                                  <p:childTnLst>
                                    <p:set>
                                      <p:cBhvr>
                                        <p:cTn id="92" dur="1" fill="hold">
                                          <p:stCondLst>
                                            <p:cond delay="0"/>
                                          </p:stCondLst>
                                        </p:cTn>
                                        <p:tgtEl>
                                          <p:spTgt spid="37888"/>
                                        </p:tgtEl>
                                        <p:attrNameLst>
                                          <p:attrName>style.visibility</p:attrName>
                                        </p:attrNameLst>
                                      </p:cBhvr>
                                      <p:to>
                                        <p:strVal val="visible"/>
                                      </p:to>
                                    </p:set>
                                    <p:animEffect transition="in" filter="wipe(down)">
                                      <p:cBhvr>
                                        <p:cTn id="93" dur="500"/>
                                        <p:tgtEl>
                                          <p:spTgt spid="37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2" grpId="0"/>
      <p:bldP spid="3" grpId="0"/>
      <p:bldP spid="13" grpId="0" animBg="1"/>
      <p:bldP spid="14" grpId="0" animBg="1"/>
      <p:bldP spid="17" grpId="0"/>
      <p:bldP spid="18" grpId="0"/>
      <p:bldP spid="21" grpId="0"/>
      <p:bldP spid="22" grpId="0"/>
      <p:bldP spid="25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2699" y="1449311"/>
            <a:ext cx="5368926" cy="618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4100"/>
              </a:lnSpc>
              <a:spcBef>
                <a:spcPct val="0"/>
              </a:spcBef>
              <a:buFontTx/>
              <a:buNone/>
            </a:pPr>
            <a:r>
              <a:rPr lang="en-US" altLang="ru-RU" sz="4000" dirty="0">
                <a:solidFill>
                  <a:schemeClr val="bg1"/>
                </a:solidFill>
                <a:latin typeface="Raleway ExtraBold" panose="020B0903030101060003" pitchFamily="34" charset="0"/>
              </a:rPr>
              <a:t>Project Background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2699" y="2395538"/>
            <a:ext cx="4606925" cy="26153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en-US" sz="2000" i="1" dirty="0">
                <a:solidFill>
                  <a:schemeClr val="bg1"/>
                </a:solidFill>
                <a:latin typeface="Calibri" panose="020F0502020204030204" pitchFamily="34" charset="0"/>
                <a:cs typeface="Calibri" panose="020F0502020204030204" pitchFamily="34" charset="0"/>
              </a:rPr>
              <a:t>Consolidate Hardware and Centralize all ingestion / batch jobs in JCP to run inside the pooled resources with better availability ,reliability, diagnostics , resilience. Manage all types of ingestion / batch jobs from 1 console in 1 pool </a:t>
            </a:r>
            <a:r>
              <a:rPr lang="en-US" sz="2000" b="1" i="1" dirty="0">
                <a:solidFill>
                  <a:schemeClr val="bg1"/>
                </a:solidFill>
                <a:latin typeface="Calibri" panose="020F0502020204030204" pitchFamily="34" charset="0"/>
                <a:cs typeface="Calibri" panose="020F0502020204030204" pitchFamily="34" charset="0"/>
              </a:rPr>
              <a:t>VS  </a:t>
            </a:r>
            <a:r>
              <a:rPr lang="en-US" sz="2000" b="1" i="1" dirty="0">
                <a:solidFill>
                  <a:srgbClr val="FF0000"/>
                </a:solidFill>
                <a:latin typeface="Calibri" panose="020F0502020204030204" pitchFamily="34" charset="0"/>
                <a:cs typeface="Calibri" panose="020F0502020204030204" pitchFamily="34" charset="0"/>
              </a:rPr>
              <a:t>10+</a:t>
            </a:r>
            <a:r>
              <a:rPr lang="en-US" sz="2000" b="1" i="1" dirty="0">
                <a:solidFill>
                  <a:schemeClr val="tx1">
                    <a:lumMod val="65000"/>
                    <a:lumOff val="35000"/>
                  </a:schemeClr>
                </a:solidFill>
                <a:latin typeface="Calibri" panose="020F0502020204030204" pitchFamily="34" charset="0"/>
                <a:cs typeface="Calibri" panose="020F0502020204030204" pitchFamily="34" charset="0"/>
              </a:rPr>
              <a:t> </a:t>
            </a:r>
            <a:r>
              <a:rPr lang="en-US" sz="2000" b="1" i="1" dirty="0">
                <a:solidFill>
                  <a:schemeClr val="bg1"/>
                </a:solidFill>
                <a:latin typeface="Calibri" panose="020F0502020204030204" pitchFamily="34" charset="0"/>
                <a:cs typeface="Calibri" panose="020F0502020204030204" pitchFamily="34" charset="0"/>
              </a:rPr>
              <a:t>jobs</a:t>
            </a:r>
            <a:r>
              <a:rPr lang="en-US" sz="2000" i="1" dirty="0">
                <a:solidFill>
                  <a:schemeClr val="bg1"/>
                </a:solidFill>
                <a:latin typeface="Calibri" panose="020F0502020204030204" pitchFamily="34" charset="0"/>
                <a:cs typeface="Calibri" panose="020F0502020204030204" pitchFamily="34" charset="0"/>
              </a:rPr>
              <a:t> in </a:t>
            </a:r>
            <a:r>
              <a:rPr lang="en-US" sz="2000" i="1" dirty="0">
                <a:solidFill>
                  <a:srgbClr val="FF0000"/>
                </a:solidFill>
                <a:latin typeface="Calibri" panose="020F0502020204030204" pitchFamily="34" charset="0"/>
                <a:cs typeface="Calibri" panose="020F0502020204030204" pitchFamily="34" charset="0"/>
              </a:rPr>
              <a:t>20 </a:t>
            </a:r>
            <a:r>
              <a:rPr lang="en-US" sz="2000" i="1" dirty="0">
                <a:solidFill>
                  <a:schemeClr val="bg1"/>
                </a:solidFill>
                <a:latin typeface="Calibri" panose="020F0502020204030204" pitchFamily="34" charset="0"/>
                <a:cs typeface="Calibri" panose="020F0502020204030204" pitchFamily="34" charset="0"/>
              </a:rPr>
              <a:t>different edge nodes</a:t>
            </a:r>
            <a:r>
              <a:rPr lang="en-US" sz="2000" i="1" dirty="0">
                <a:solidFill>
                  <a:schemeClr val="tx1">
                    <a:lumMod val="65000"/>
                    <a:lumOff val="35000"/>
                  </a:schemeClr>
                </a:solidFill>
                <a:latin typeface="Calibri" panose="020F0502020204030204" pitchFamily="34" charset="0"/>
                <a:cs typeface="Calibri" panose="020F0502020204030204" pitchFamily="34" charset="0"/>
              </a:rPr>
              <a:t>, </a:t>
            </a:r>
            <a:r>
              <a:rPr lang="en-US" sz="2000" i="1" dirty="0">
                <a:solidFill>
                  <a:srgbClr val="FF0000"/>
                </a:solidFill>
                <a:latin typeface="Calibri" panose="020F0502020204030204" pitchFamily="34" charset="0"/>
                <a:cs typeface="Calibri" panose="020F0502020204030204" pitchFamily="34" charset="0"/>
              </a:rPr>
              <a:t>10+ </a:t>
            </a:r>
            <a:r>
              <a:rPr lang="en-US" sz="2000" i="1" dirty="0">
                <a:solidFill>
                  <a:schemeClr val="bg1"/>
                </a:solidFill>
                <a:latin typeface="Calibri" panose="020F0502020204030204" pitchFamily="34" charset="0"/>
                <a:cs typeface="Calibri" panose="020F0502020204030204" pitchFamily="34" charset="0"/>
              </a:rPr>
              <a:t>upgrade process.</a:t>
            </a:r>
          </a:p>
        </p:txBody>
      </p:sp>
      <p:sp>
        <p:nvSpPr>
          <p:cNvPr id="9" name="Прямоугольник 8">
            <a:extLst>
              <a:ext uri="{FF2B5EF4-FFF2-40B4-BE49-F238E27FC236}">
                <a16:creationId xmlns:a16="http://schemas.microsoft.com/office/drawing/2014/main" id="{B6045CF0-965A-402C-9D4E-69C0FEB2CB71}"/>
              </a:ext>
            </a:extLst>
          </p:cNvPr>
          <p:cNvSpPr/>
          <p:nvPr/>
        </p:nvSpPr>
        <p:spPr>
          <a:xfrm>
            <a:off x="5513387" y="1525588"/>
            <a:ext cx="6249989" cy="29104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2" name="Прямоугольник 11">
            <a:extLst>
              <a:ext uri="{FF2B5EF4-FFF2-40B4-BE49-F238E27FC236}">
                <a16:creationId xmlns:a16="http://schemas.microsoft.com/office/drawing/2014/main" id="{12B1A8EC-8DB1-4994-A3AE-39171CD3F10B}"/>
              </a:ext>
            </a:extLst>
          </p:cNvPr>
          <p:cNvSpPr>
            <a:spLocks noChangeArrowheads="1"/>
          </p:cNvSpPr>
          <p:nvPr/>
        </p:nvSpPr>
        <p:spPr bwMode="auto">
          <a:xfrm>
            <a:off x="6483352" y="1907949"/>
            <a:ext cx="6540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solidFill>
                  <a:srgbClr val="E23936"/>
                </a:solidFill>
                <a:latin typeface="FontAwesome" pitchFamily="2" charset="0"/>
              </a:rPr>
              <a:t></a:t>
            </a:r>
            <a:endParaRPr lang="ru-RU" altLang="ru-RU" sz="3200" dirty="0">
              <a:solidFill>
                <a:srgbClr val="E23936"/>
              </a:solidFill>
            </a:endParaRPr>
          </a:p>
        </p:txBody>
      </p:sp>
      <p:sp>
        <p:nvSpPr>
          <p:cNvPr id="13" name="Подзаголовок 2">
            <a:extLst>
              <a:ext uri="{FF2B5EF4-FFF2-40B4-BE49-F238E27FC236}">
                <a16:creationId xmlns:a16="http://schemas.microsoft.com/office/drawing/2014/main" id="{36FDB6AC-B43D-48F6-B65F-526EA798CE40}"/>
              </a:ext>
            </a:extLst>
          </p:cNvPr>
          <p:cNvSpPr txBox="1">
            <a:spLocks/>
          </p:cNvSpPr>
          <p:nvPr/>
        </p:nvSpPr>
        <p:spPr>
          <a:xfrm>
            <a:off x="5513388" y="2434312"/>
            <a:ext cx="2983865" cy="1457134"/>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ts val="2000"/>
              </a:lnSpc>
              <a:spcBef>
                <a:spcPts val="1200"/>
              </a:spcBef>
              <a:spcAft>
                <a:spcPts val="0"/>
              </a:spcAft>
              <a:buFont typeface="Arial" panose="020B0604020202020204" pitchFamily="34" charset="0"/>
              <a:buNone/>
              <a:defRPr/>
            </a:pPr>
            <a:r>
              <a:rPr lang="en-US" sz="1700" dirty="0">
                <a:latin typeface="Raleway Heavy" panose="020B0003030101060003" pitchFamily="34" charset="0"/>
              </a:rPr>
              <a:t>OPTIMAL</a:t>
            </a:r>
            <a:br>
              <a:rPr lang="en-US" sz="1200" dirty="0"/>
            </a:br>
            <a:r>
              <a:rPr lang="en-US" sz="1900" kern="0" dirty="0">
                <a:latin typeface="Raleway Medium" panose="020B0003030101060003" pitchFamily="34" charset="0"/>
              </a:rPr>
              <a:t>Run jobs in elastic hardware platform, elasticity at jobs &amp; cluster layer. Each jobs consume resources depending on need.</a:t>
            </a:r>
            <a:endParaRPr lang="en-US" sz="1900" dirty="0">
              <a:latin typeface="Poppins" panose="02000000000000000000" pitchFamily="2" charset="0"/>
              <a:cs typeface="Poppins" panose="02000000000000000000" pitchFamily="2" charset="0"/>
            </a:endParaRPr>
          </a:p>
        </p:txBody>
      </p:sp>
      <p:sp>
        <p:nvSpPr>
          <p:cNvPr id="14" name="Прямоугольник 13">
            <a:extLst>
              <a:ext uri="{FF2B5EF4-FFF2-40B4-BE49-F238E27FC236}">
                <a16:creationId xmlns:a16="http://schemas.microsoft.com/office/drawing/2014/main" id="{8FEDF926-F356-4903-9F1B-3C4F8F8C8491}"/>
              </a:ext>
            </a:extLst>
          </p:cNvPr>
          <p:cNvSpPr>
            <a:spLocks noChangeArrowheads="1"/>
          </p:cNvSpPr>
          <p:nvPr/>
        </p:nvSpPr>
        <p:spPr bwMode="auto">
          <a:xfrm>
            <a:off x="10025856" y="1898016"/>
            <a:ext cx="56673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solidFill>
                  <a:srgbClr val="E23936"/>
                </a:solidFill>
                <a:latin typeface="FontAwesome" pitchFamily="2" charset="0"/>
              </a:rPr>
              <a:t></a:t>
            </a:r>
            <a:endParaRPr lang="ru-RU" altLang="ru-RU" sz="3200" dirty="0">
              <a:solidFill>
                <a:srgbClr val="E23936"/>
              </a:solidFill>
            </a:endParaRPr>
          </a:p>
        </p:txBody>
      </p:sp>
      <p:sp>
        <p:nvSpPr>
          <p:cNvPr id="15" name="Подзаголовок 2">
            <a:extLst>
              <a:ext uri="{FF2B5EF4-FFF2-40B4-BE49-F238E27FC236}">
                <a16:creationId xmlns:a16="http://schemas.microsoft.com/office/drawing/2014/main" id="{9C0D5540-518C-4E6A-BB9C-8F58E4FA56DB}"/>
              </a:ext>
            </a:extLst>
          </p:cNvPr>
          <p:cNvSpPr txBox="1">
            <a:spLocks/>
          </p:cNvSpPr>
          <p:nvPr/>
        </p:nvSpPr>
        <p:spPr>
          <a:xfrm>
            <a:off x="9047163" y="2395537"/>
            <a:ext cx="2716213" cy="1644043"/>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ts val="2000"/>
              </a:lnSpc>
              <a:spcBef>
                <a:spcPts val="1200"/>
              </a:spcBef>
              <a:spcAft>
                <a:spcPts val="0"/>
              </a:spcAft>
              <a:buFont typeface="Arial" panose="020B0604020202020204" pitchFamily="34" charset="0"/>
              <a:buNone/>
              <a:defRPr/>
            </a:pPr>
            <a:r>
              <a:rPr lang="en-US" sz="1700" dirty="0">
                <a:latin typeface="Raleway Heavy" panose="020B0003030101060003" pitchFamily="34" charset="0"/>
              </a:rPr>
              <a:t>RELIABILITY</a:t>
            </a:r>
            <a:br>
              <a:rPr lang="en-US" sz="1200" dirty="0">
                <a:solidFill>
                  <a:schemeClr val="bg1">
                    <a:lumMod val="65000"/>
                  </a:schemeClr>
                </a:solidFill>
              </a:rPr>
            </a:br>
            <a:r>
              <a:rPr lang="en-US" sz="1900" kern="0" dirty="0">
                <a:latin typeface="Raleway Medium" panose="020B0003030101060003" pitchFamily="34" charset="0"/>
                <a:ea typeface="Karla" pitchFamily="2" charset="0"/>
                <a:cs typeface="Poppins" panose="02000000000000000000" pitchFamily="2" charset="0"/>
              </a:rPr>
              <a:t>Jobs are susceptible to any hardware failure in pool , keeps relocating to nodes without any system level HA software like veritas  HA suite. </a:t>
            </a:r>
            <a:endParaRPr lang="en-US" sz="1900" dirty="0">
              <a:latin typeface="Poppins" panose="02000000000000000000" pitchFamily="2" charset="0"/>
              <a:cs typeface="Poppins" panose="02000000000000000000" pitchFamily="2" charset="0"/>
            </a:endParaRPr>
          </a:p>
        </p:txBody>
      </p:sp>
      <p:sp>
        <p:nvSpPr>
          <p:cNvPr id="20" name="Прямоугольник 19">
            <a:extLst>
              <a:ext uri="{FF2B5EF4-FFF2-40B4-BE49-F238E27FC236}">
                <a16:creationId xmlns:a16="http://schemas.microsoft.com/office/drawing/2014/main" id="{A934027E-3F14-49AF-84E5-46ABB0A85F3A}"/>
              </a:ext>
            </a:extLst>
          </p:cNvPr>
          <p:cNvSpPr>
            <a:spLocks noChangeArrowheads="1"/>
          </p:cNvSpPr>
          <p:nvPr/>
        </p:nvSpPr>
        <p:spPr bwMode="auto">
          <a:xfrm>
            <a:off x="6773275" y="4436027"/>
            <a:ext cx="56515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solidFill>
                  <a:srgbClr val="E23936"/>
                </a:solidFill>
                <a:latin typeface="FontAwesome" pitchFamily="2" charset="0"/>
              </a:rPr>
              <a:t></a:t>
            </a:r>
            <a:endParaRPr lang="ru-RU" altLang="ru-RU" sz="3200" dirty="0">
              <a:solidFill>
                <a:srgbClr val="E23936"/>
              </a:solidFill>
            </a:endParaRPr>
          </a:p>
          <a:p>
            <a:pPr algn="ctr" eaLnBrk="1" hangingPunct="1">
              <a:lnSpc>
                <a:spcPct val="100000"/>
              </a:lnSpc>
              <a:spcBef>
                <a:spcPct val="0"/>
              </a:spcBef>
              <a:buFontTx/>
              <a:buNone/>
            </a:pPr>
            <a:endParaRPr lang="ru-RU" altLang="ru-RU" sz="3200" dirty="0">
              <a:solidFill>
                <a:srgbClr val="E23936"/>
              </a:solidFill>
            </a:endParaRPr>
          </a:p>
        </p:txBody>
      </p:sp>
      <p:sp>
        <p:nvSpPr>
          <p:cNvPr id="21" name="Подзаголовок 2">
            <a:extLst>
              <a:ext uri="{FF2B5EF4-FFF2-40B4-BE49-F238E27FC236}">
                <a16:creationId xmlns:a16="http://schemas.microsoft.com/office/drawing/2014/main" id="{910BA555-F6A1-4FA9-B348-5BCEC87B80E0}"/>
              </a:ext>
            </a:extLst>
          </p:cNvPr>
          <p:cNvSpPr txBox="1">
            <a:spLocks/>
          </p:cNvSpPr>
          <p:nvPr/>
        </p:nvSpPr>
        <p:spPr>
          <a:xfrm>
            <a:off x="5788978" y="4965982"/>
            <a:ext cx="2708275" cy="172790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ts val="2000"/>
              </a:lnSpc>
              <a:spcBef>
                <a:spcPts val="1200"/>
              </a:spcBef>
              <a:spcAft>
                <a:spcPts val="0"/>
              </a:spcAft>
              <a:buFont typeface="Arial" panose="020B0604020202020204" pitchFamily="34" charset="0"/>
              <a:buNone/>
              <a:defRPr/>
            </a:pPr>
            <a:r>
              <a:rPr lang="en-US" sz="1200" dirty="0">
                <a:latin typeface="Raleway Heavy" panose="020B0003030101060003" pitchFamily="34" charset="0"/>
              </a:rPr>
              <a:t>AGILITY</a:t>
            </a:r>
            <a:br>
              <a:rPr lang="en-US" sz="1200" dirty="0"/>
            </a:br>
            <a:r>
              <a:rPr lang="en-US" sz="1200" dirty="0"/>
              <a:t>Making changes in jobs and releasing them quickly through continuous delivery platform.</a:t>
            </a:r>
            <a:endParaRPr lang="en-US" sz="1400" dirty="0">
              <a:solidFill>
                <a:schemeClr val="bg1">
                  <a:lumMod val="65000"/>
                </a:schemeClr>
              </a:solidFill>
              <a:latin typeface="Poppins" panose="02000000000000000000" pitchFamily="2" charset="0"/>
              <a:cs typeface="Poppins" panose="02000000000000000000" pitchFamily="2" charset="0"/>
            </a:endParaRPr>
          </a:p>
        </p:txBody>
      </p:sp>
      <p:sp>
        <p:nvSpPr>
          <p:cNvPr id="22" name="Прямоугольник 21">
            <a:extLst>
              <a:ext uri="{FF2B5EF4-FFF2-40B4-BE49-F238E27FC236}">
                <a16:creationId xmlns:a16="http://schemas.microsoft.com/office/drawing/2014/main" id="{FB31A263-A73E-4197-BF3A-E584614EA2F1}"/>
              </a:ext>
            </a:extLst>
          </p:cNvPr>
          <p:cNvSpPr>
            <a:spLocks noChangeArrowheads="1"/>
          </p:cNvSpPr>
          <p:nvPr/>
        </p:nvSpPr>
        <p:spPr bwMode="auto">
          <a:xfrm>
            <a:off x="10057224" y="4498725"/>
            <a:ext cx="75882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solidFill>
                  <a:srgbClr val="E23936"/>
                </a:solidFill>
                <a:latin typeface="FontAwesome" pitchFamily="2" charset="0"/>
              </a:rPr>
              <a:t></a:t>
            </a:r>
            <a:endParaRPr lang="ru-RU" altLang="ru-RU" sz="3200" dirty="0">
              <a:solidFill>
                <a:srgbClr val="E23936"/>
              </a:solidFill>
            </a:endParaRPr>
          </a:p>
          <a:p>
            <a:pPr algn="ctr" eaLnBrk="1" hangingPunct="1">
              <a:lnSpc>
                <a:spcPct val="100000"/>
              </a:lnSpc>
              <a:spcBef>
                <a:spcPct val="0"/>
              </a:spcBef>
              <a:buFontTx/>
              <a:buNone/>
            </a:pPr>
            <a:endParaRPr lang="ru-RU" altLang="ru-RU" sz="3200" dirty="0">
              <a:solidFill>
                <a:srgbClr val="E23936"/>
              </a:solidFill>
            </a:endParaRPr>
          </a:p>
        </p:txBody>
      </p:sp>
      <p:sp>
        <p:nvSpPr>
          <p:cNvPr id="23" name="Подзаголовок 2">
            <a:extLst>
              <a:ext uri="{FF2B5EF4-FFF2-40B4-BE49-F238E27FC236}">
                <a16:creationId xmlns:a16="http://schemas.microsoft.com/office/drawing/2014/main" id="{36BB8078-F771-423D-A23E-CA1ACA9D4916}"/>
              </a:ext>
            </a:extLst>
          </p:cNvPr>
          <p:cNvSpPr txBox="1">
            <a:spLocks/>
          </p:cNvSpPr>
          <p:nvPr/>
        </p:nvSpPr>
        <p:spPr>
          <a:xfrm>
            <a:off x="9226550" y="4965983"/>
            <a:ext cx="2716213" cy="172790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ts val="2000"/>
              </a:lnSpc>
              <a:spcBef>
                <a:spcPts val="1200"/>
              </a:spcBef>
              <a:spcAft>
                <a:spcPts val="0"/>
              </a:spcAft>
              <a:buFont typeface="Arial" panose="020B0604020202020204" pitchFamily="34" charset="0"/>
              <a:buNone/>
              <a:defRPr/>
            </a:pPr>
            <a:r>
              <a:rPr lang="en-US" sz="1400" dirty="0">
                <a:latin typeface="Raleway Heavy" panose="020B0003030101060003" pitchFamily="34" charset="0"/>
              </a:rPr>
              <a:t>OPERATION </a:t>
            </a:r>
            <a:br>
              <a:rPr lang="en-US" sz="1200" dirty="0">
                <a:solidFill>
                  <a:schemeClr val="bg1">
                    <a:lumMod val="65000"/>
                  </a:schemeClr>
                </a:solidFill>
              </a:rPr>
            </a:br>
            <a:r>
              <a:rPr lang="en-US" sz="1200" kern="0" dirty="0">
                <a:latin typeface="Raleway Medium" panose="020B0003030101060003" pitchFamily="34" charset="0"/>
                <a:ea typeface="Karla" pitchFamily="2" charset="0"/>
                <a:cs typeface="Poppins" panose="02000000000000000000" pitchFamily="2" charset="0"/>
              </a:rPr>
              <a:t>Realtime visibility of every job  status , logs , diagnostics and resilience. Every type of job is updated in 1 single way of continuous delivery.</a:t>
            </a:r>
            <a:endParaRPr lang="en-US" sz="1200" dirty="0">
              <a:latin typeface="Poppins" panose="02000000000000000000" pitchFamily="2" charset="0"/>
              <a:cs typeface="Poppins" panose="02000000000000000000" pitchFamily="2" charset="0"/>
            </a:endParaRP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5230813" y="-120842"/>
            <a:ext cx="7229411"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600" dirty="0">
                <a:latin typeface="Raleway ExtraBold" panose="020B0903030101060003" pitchFamily="34" charset="0"/>
              </a:rPr>
              <a:t>Phase-1-Key Benefits</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17" name="TextBox 16">
            <a:extLst>
              <a:ext uri="{FF2B5EF4-FFF2-40B4-BE49-F238E27FC236}">
                <a16:creationId xmlns:a16="http://schemas.microsoft.com/office/drawing/2014/main" id="{24AB4FFD-0C3F-4C30-A082-65FCFF0A8670}"/>
              </a:ext>
            </a:extLst>
          </p:cNvPr>
          <p:cNvSpPr txBox="1"/>
          <p:nvPr/>
        </p:nvSpPr>
        <p:spPr>
          <a:xfrm>
            <a:off x="8945585" y="6613584"/>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4838486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65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nodeType="afterGroup">
                            <p:stCondLst>
                              <p:cond delay="1050"/>
                            </p:stCondLst>
                            <p:childTnLst>
                              <p:par>
                                <p:cTn id="17" presetID="22" presetClass="entr" presetSubtype="1"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400"/>
                                        <p:tgtEl>
                                          <p:spTgt spid="12"/>
                                        </p:tgtEl>
                                      </p:cBhvr>
                                    </p:animEffect>
                                  </p:childTnLst>
                                </p:cTn>
                              </p:par>
                            </p:childTnLst>
                          </p:cTn>
                        </p:par>
                        <p:par>
                          <p:cTn id="20" fill="hold" nodeType="afterGroup">
                            <p:stCondLst>
                              <p:cond delay="1450"/>
                            </p:stCondLst>
                            <p:childTnLst>
                              <p:par>
                                <p:cTn id="21" presetID="22" presetClass="entr" presetSubtype="1"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400"/>
                                        <p:tgtEl>
                                          <p:spTgt spid="13"/>
                                        </p:tgtEl>
                                      </p:cBhvr>
                                    </p:animEffect>
                                  </p:childTnLst>
                                </p:cTn>
                              </p:par>
                            </p:childTnLst>
                          </p:cTn>
                        </p:par>
                        <p:par>
                          <p:cTn id="24" fill="hold" nodeType="afterGroup">
                            <p:stCondLst>
                              <p:cond delay="1850"/>
                            </p:stCondLst>
                            <p:childTnLst>
                              <p:par>
                                <p:cTn id="25" presetID="22" presetClass="entr" presetSubtype="1"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400"/>
                                        <p:tgtEl>
                                          <p:spTgt spid="14"/>
                                        </p:tgtEl>
                                      </p:cBhvr>
                                    </p:animEffect>
                                  </p:childTnLst>
                                </p:cTn>
                              </p:par>
                            </p:childTnLst>
                          </p:cTn>
                        </p:par>
                        <p:par>
                          <p:cTn id="28" fill="hold" nodeType="afterGroup">
                            <p:stCondLst>
                              <p:cond delay="2250"/>
                            </p:stCondLst>
                            <p:childTnLst>
                              <p:par>
                                <p:cTn id="29" presetID="22" presetClass="entr" presetSubtype="1"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up)">
                                      <p:cBhvr>
                                        <p:cTn id="31" dur="400"/>
                                        <p:tgtEl>
                                          <p:spTgt spid="15"/>
                                        </p:tgtEl>
                                      </p:cBhvr>
                                    </p:animEffect>
                                  </p:childTnLst>
                                </p:cTn>
                              </p:par>
                            </p:childTnLst>
                          </p:cTn>
                        </p:par>
                        <p:par>
                          <p:cTn id="32" fill="hold" nodeType="afterGroup">
                            <p:stCondLst>
                              <p:cond delay="2650"/>
                            </p:stCondLst>
                            <p:childTnLst>
                              <p:par>
                                <p:cTn id="33" presetID="22" presetClass="entr" presetSubtype="1"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up)">
                                      <p:cBhvr>
                                        <p:cTn id="35" dur="400"/>
                                        <p:tgtEl>
                                          <p:spTgt spid="20"/>
                                        </p:tgtEl>
                                      </p:cBhvr>
                                    </p:animEffect>
                                  </p:childTnLst>
                                </p:cTn>
                              </p:par>
                            </p:childTnLst>
                          </p:cTn>
                        </p:par>
                        <p:par>
                          <p:cTn id="36" fill="hold" nodeType="afterGroup">
                            <p:stCondLst>
                              <p:cond delay="3050"/>
                            </p:stCondLst>
                            <p:childTnLst>
                              <p:par>
                                <p:cTn id="37" presetID="22" presetClass="entr" presetSubtype="1"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up)">
                                      <p:cBhvr>
                                        <p:cTn id="39" dur="400"/>
                                        <p:tgtEl>
                                          <p:spTgt spid="21"/>
                                        </p:tgtEl>
                                      </p:cBhvr>
                                    </p:animEffect>
                                  </p:childTnLst>
                                </p:cTn>
                              </p:par>
                            </p:childTnLst>
                          </p:cTn>
                        </p:par>
                        <p:par>
                          <p:cTn id="40" fill="hold" nodeType="afterGroup">
                            <p:stCondLst>
                              <p:cond delay="3450"/>
                            </p:stCondLst>
                            <p:childTnLst>
                              <p:par>
                                <p:cTn id="41" presetID="22" presetClass="entr" presetSubtype="1" fill="hold" grpId="0"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up)">
                                      <p:cBhvr>
                                        <p:cTn id="43" dur="400"/>
                                        <p:tgtEl>
                                          <p:spTgt spid="22"/>
                                        </p:tgtEl>
                                      </p:cBhvr>
                                    </p:animEffect>
                                  </p:childTnLst>
                                </p:cTn>
                              </p:par>
                            </p:childTnLst>
                          </p:cTn>
                        </p:par>
                        <p:par>
                          <p:cTn id="44" fill="hold" nodeType="afterGroup">
                            <p:stCondLst>
                              <p:cond delay="3850"/>
                            </p:stCondLst>
                            <p:childTnLst>
                              <p:par>
                                <p:cTn id="45" presetID="22" presetClass="entr" presetSubtype="1"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up)">
                                      <p:cBhvr>
                                        <p:cTn id="47" dur="400"/>
                                        <p:tgtEl>
                                          <p:spTgt spid="23"/>
                                        </p:tgtEl>
                                      </p:cBhvr>
                                    </p:animEffect>
                                  </p:childTnLst>
                                </p:cTn>
                              </p:par>
                            </p:childTnLst>
                          </p:cTn>
                        </p:par>
                        <p:par>
                          <p:cTn id="48" fill="hold">
                            <p:stCondLst>
                              <p:cond delay="4250"/>
                            </p:stCondLst>
                            <p:childTnLst>
                              <p:par>
                                <p:cTn id="49" presetID="41" presetClass="entr" presetSubtype="0" fill="hold" grpId="0" nodeType="afterEffect">
                                  <p:stCondLst>
                                    <p:cond delay="0"/>
                                  </p:stCondLst>
                                  <p:iterate type="lt">
                                    <p:tmPct val="10000"/>
                                  </p:iterate>
                                  <p:childTnLst>
                                    <p:set>
                                      <p:cBhvr>
                                        <p:cTn id="50" dur="1" fill="hold">
                                          <p:stCondLst>
                                            <p:cond delay="0"/>
                                          </p:stCondLst>
                                        </p:cTn>
                                        <p:tgtEl>
                                          <p:spTgt spid="16"/>
                                        </p:tgtEl>
                                        <p:attrNameLst>
                                          <p:attrName>style.visibility</p:attrName>
                                        </p:attrNameLst>
                                      </p:cBhvr>
                                      <p:to>
                                        <p:strVal val="visible"/>
                                      </p:to>
                                    </p:set>
                                    <p:anim calcmode="lin" valueType="num">
                                      <p:cBhvr>
                                        <p:cTn id="51"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52" dur="250" fill="hold"/>
                                        <p:tgtEl>
                                          <p:spTgt spid="16"/>
                                        </p:tgtEl>
                                        <p:attrNameLst>
                                          <p:attrName>ppt_y</p:attrName>
                                        </p:attrNameLst>
                                      </p:cBhvr>
                                      <p:tavLst>
                                        <p:tav tm="0">
                                          <p:val>
                                            <p:strVal val="#ppt_y"/>
                                          </p:val>
                                        </p:tav>
                                        <p:tav tm="100000">
                                          <p:val>
                                            <p:strVal val="#ppt_y"/>
                                          </p:val>
                                        </p:tav>
                                      </p:tavLst>
                                    </p:anim>
                                    <p:anim calcmode="lin" valueType="num">
                                      <p:cBhvr>
                                        <p:cTn id="53"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54"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55"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2" grpId="0"/>
      <p:bldP spid="13" grpId="0"/>
      <p:bldP spid="14" grpId="0"/>
      <p:bldP spid="15" grpId="0"/>
      <p:bldP spid="20" grpId="0"/>
      <p:bldP spid="21" grpId="0"/>
      <p:bldP spid="22" grpId="0"/>
      <p:bldP spid="23"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943105" y="185025"/>
            <a:ext cx="504983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E23936"/>
                </a:solidFill>
                <a:latin typeface="Raleway ExtraBold" panose="020B0903030101060003" pitchFamily="34" charset="0"/>
              </a:rPr>
              <a:t>/</a:t>
            </a:r>
            <a:r>
              <a:rPr lang="en-US" altLang="ru-RU" sz="4400" dirty="0">
                <a:latin typeface="Raleway ExtraBold" panose="020B0903030101060003" pitchFamily="34" charset="0"/>
              </a:rPr>
              <a:t>APPS</a:t>
            </a:r>
            <a:r>
              <a:rPr lang="en-US" altLang="ru-RU" sz="4400" dirty="0">
                <a:solidFill>
                  <a:srgbClr val="FF0000"/>
                </a:solidFill>
                <a:latin typeface="Raleway ExtraBold" panose="020B0903030101060003" pitchFamily="34" charset="0"/>
              </a:rPr>
              <a:t>/</a:t>
            </a:r>
            <a:r>
              <a:rPr lang="en-US" altLang="ru-RU" sz="4400" dirty="0">
                <a:latin typeface="Raleway ExtraBold" panose="020B0903030101060003" pitchFamily="34" charset="0"/>
              </a:rPr>
              <a:t>CURRENT</a:t>
            </a:r>
            <a:r>
              <a:rPr lang="en-US" altLang="ru-RU" sz="1600" dirty="0">
                <a:solidFill>
                  <a:srgbClr val="E23936"/>
                </a:solidFill>
                <a:latin typeface="Raleway ExtraBold" panose="020B0903030101060003" pitchFamily="34" charset="0"/>
              </a:rPr>
              <a:t> </a:t>
            </a:r>
            <a:endParaRPr lang="en-US" altLang="ru-RU" sz="1600" dirty="0">
              <a:latin typeface="Raleway ExtraBold" panose="020B0903030101060003" pitchFamily="34" charset="0"/>
            </a:endParaRPr>
          </a:p>
        </p:txBody>
      </p:sp>
      <p:pic>
        <p:nvPicPr>
          <p:cNvPr id="4" name="Picture 3">
            <a:extLst>
              <a:ext uri="{FF2B5EF4-FFF2-40B4-BE49-F238E27FC236}">
                <a16:creationId xmlns:a16="http://schemas.microsoft.com/office/drawing/2014/main" id="{66A462E7-0923-4C96-AA50-1533E16C8042}"/>
              </a:ext>
            </a:extLst>
          </p:cNvPr>
          <p:cNvPicPr>
            <a:picLocks noChangeAspect="1"/>
          </p:cNvPicPr>
          <p:nvPr/>
        </p:nvPicPr>
        <p:blipFill>
          <a:blip r:embed="rId2"/>
          <a:stretch>
            <a:fillRect/>
          </a:stretch>
        </p:blipFill>
        <p:spPr>
          <a:xfrm>
            <a:off x="175903" y="875114"/>
            <a:ext cx="11850851" cy="5596024"/>
          </a:xfrm>
          <a:prstGeom prst="rect">
            <a:avLst/>
          </a:prstGeom>
        </p:spPr>
      </p:pic>
      <p:sp>
        <p:nvSpPr>
          <p:cNvPr id="5" name="TextBox 4">
            <a:extLst>
              <a:ext uri="{FF2B5EF4-FFF2-40B4-BE49-F238E27FC236}">
                <a16:creationId xmlns:a16="http://schemas.microsoft.com/office/drawing/2014/main" id="{24AB4FFD-0C3F-4C30-A082-65FCFF0A8670}"/>
              </a:ext>
            </a:extLst>
          </p:cNvPr>
          <p:cNvSpPr txBox="1"/>
          <p:nvPr/>
        </p:nvSpPr>
        <p:spPr>
          <a:xfrm>
            <a:off x="8954211" y="6613582"/>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17375946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4E42BCE9-9CD1-420F-A93A-B690CDED5A3D}"/>
              </a:ext>
            </a:extLst>
          </p:cNvPr>
          <p:cNvSpPr/>
          <p:nvPr/>
        </p:nvSpPr>
        <p:spPr>
          <a:xfrm>
            <a:off x="6181725" y="0"/>
            <a:ext cx="2374900" cy="6858000"/>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TextBox 7">
            <a:extLst>
              <a:ext uri="{FF2B5EF4-FFF2-40B4-BE49-F238E27FC236}">
                <a16:creationId xmlns:a16="http://schemas.microsoft.com/office/drawing/2014/main" id="{1014BF31-E03A-4481-BAB3-BA7A72E4A0F7}"/>
              </a:ext>
            </a:extLst>
          </p:cNvPr>
          <p:cNvSpPr txBox="1">
            <a:spLocks noChangeArrowheads="1"/>
          </p:cNvSpPr>
          <p:nvPr/>
        </p:nvSpPr>
        <p:spPr bwMode="auto">
          <a:xfrm>
            <a:off x="0" y="4658"/>
            <a:ext cx="6096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E23936"/>
                </a:solidFill>
                <a:latin typeface="Raleway ExtraBold" panose="020B0903030101060003" pitchFamily="34" charset="0"/>
              </a:rPr>
              <a:t>/</a:t>
            </a:r>
            <a:r>
              <a:rPr lang="en-US" altLang="ru-RU" dirty="0">
                <a:latin typeface="Raleway ExtraBold" panose="020B0903030101060003" pitchFamily="34" charset="0"/>
              </a:rPr>
              <a:t>APPS</a:t>
            </a:r>
            <a:r>
              <a:rPr lang="en-US" altLang="ru-RU" dirty="0">
                <a:solidFill>
                  <a:srgbClr val="FF0000"/>
                </a:solidFill>
                <a:latin typeface="Raleway ExtraBold" panose="020B0903030101060003" pitchFamily="34" charset="0"/>
              </a:rPr>
              <a:t>/</a:t>
            </a:r>
            <a:r>
              <a:rPr lang="en-US" altLang="ru-RU" dirty="0">
                <a:latin typeface="Raleway ExtraBold" panose="020B0903030101060003" pitchFamily="34" charset="0"/>
              </a:rPr>
              <a:t>Batch</a:t>
            </a:r>
            <a:r>
              <a:rPr lang="en-US" altLang="ru-RU" dirty="0">
                <a:solidFill>
                  <a:srgbClr val="FF0000"/>
                </a:solidFill>
                <a:latin typeface="Raleway ExtraBold" panose="020B0903030101060003" pitchFamily="34" charset="0"/>
              </a:rPr>
              <a:t>/</a:t>
            </a:r>
            <a:r>
              <a:rPr lang="en-US" altLang="ru-RU" dirty="0">
                <a:latin typeface="Raleway ExtraBold" panose="020B0903030101060003" pitchFamily="34" charset="0"/>
              </a:rPr>
              <a:t>Proposed</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10" name="Овал 9">
            <a:extLst>
              <a:ext uri="{FF2B5EF4-FFF2-40B4-BE49-F238E27FC236}">
                <a16:creationId xmlns:a16="http://schemas.microsoft.com/office/drawing/2014/main" id="{CABE3499-829A-41DF-AAA2-26DA86F15DF2}"/>
              </a:ext>
            </a:extLst>
          </p:cNvPr>
          <p:cNvSpPr/>
          <p:nvPr/>
        </p:nvSpPr>
        <p:spPr>
          <a:xfrm>
            <a:off x="6845300" y="1162050"/>
            <a:ext cx="1047750" cy="104933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 name="Прямоугольник 1">
            <a:extLst>
              <a:ext uri="{FF2B5EF4-FFF2-40B4-BE49-F238E27FC236}">
                <a16:creationId xmlns:a16="http://schemas.microsoft.com/office/drawing/2014/main" id="{D226A06C-2B67-4A9B-A7A0-EA935DA679A3}"/>
              </a:ext>
            </a:extLst>
          </p:cNvPr>
          <p:cNvSpPr>
            <a:spLocks noChangeArrowheads="1"/>
          </p:cNvSpPr>
          <p:nvPr/>
        </p:nvSpPr>
        <p:spPr bwMode="auto">
          <a:xfrm>
            <a:off x="7100888" y="1333500"/>
            <a:ext cx="536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rgbClr val="E23936"/>
                </a:solidFill>
                <a:latin typeface="FontAwesome" pitchFamily="2" charset="0"/>
              </a:rPr>
              <a:t></a:t>
            </a:r>
            <a:endParaRPr lang="ru-RU" altLang="ru-RU" sz="2400">
              <a:solidFill>
                <a:srgbClr val="E23936"/>
              </a:solidFill>
            </a:endParaRPr>
          </a:p>
        </p:txBody>
      </p:sp>
      <p:sp>
        <p:nvSpPr>
          <p:cNvPr id="3" name="Прямоугольник 2">
            <a:extLst>
              <a:ext uri="{FF2B5EF4-FFF2-40B4-BE49-F238E27FC236}">
                <a16:creationId xmlns:a16="http://schemas.microsoft.com/office/drawing/2014/main" id="{B1CB98DA-1476-4A69-BCCC-5C68037FAECC}"/>
              </a:ext>
            </a:extLst>
          </p:cNvPr>
          <p:cNvSpPr>
            <a:spLocks noChangeArrowheads="1"/>
          </p:cNvSpPr>
          <p:nvPr/>
        </p:nvSpPr>
        <p:spPr bwMode="auto">
          <a:xfrm>
            <a:off x="7144591" y="1800225"/>
            <a:ext cx="44916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rgbClr val="E23936"/>
                </a:solidFill>
                <a:latin typeface="Raleway Heavy" pitchFamily="34" charset="0"/>
              </a:rPr>
              <a:t>Elastic</a:t>
            </a:r>
          </a:p>
        </p:txBody>
      </p:sp>
      <p:sp>
        <p:nvSpPr>
          <p:cNvPr id="13" name="Овал 12">
            <a:extLst>
              <a:ext uri="{FF2B5EF4-FFF2-40B4-BE49-F238E27FC236}">
                <a16:creationId xmlns:a16="http://schemas.microsoft.com/office/drawing/2014/main" id="{AF3E42A0-FEB7-4A0A-827B-39115830EA59}"/>
              </a:ext>
            </a:extLst>
          </p:cNvPr>
          <p:cNvSpPr/>
          <p:nvPr/>
        </p:nvSpPr>
        <p:spPr>
          <a:xfrm>
            <a:off x="6845300" y="2984500"/>
            <a:ext cx="1047750" cy="1049338"/>
          </a:xfrm>
          <a:prstGeom prst="ellipse">
            <a:avLst/>
          </a:prstGeom>
          <a:solidFill>
            <a:srgbClr val="E23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4" name="Овал 13">
            <a:extLst>
              <a:ext uri="{FF2B5EF4-FFF2-40B4-BE49-F238E27FC236}">
                <a16:creationId xmlns:a16="http://schemas.microsoft.com/office/drawing/2014/main" id="{36E7E294-C59A-4643-BE7A-E31A5F381FCC}"/>
              </a:ext>
            </a:extLst>
          </p:cNvPr>
          <p:cNvSpPr/>
          <p:nvPr/>
        </p:nvSpPr>
        <p:spPr>
          <a:xfrm>
            <a:off x="6845300" y="4806950"/>
            <a:ext cx="1047750" cy="1049338"/>
          </a:xfrm>
          <a:prstGeom prst="ellipse">
            <a:avLst/>
          </a:prstGeom>
          <a:solidFill>
            <a:srgbClr val="E23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cxnSp>
        <p:nvCxnSpPr>
          <p:cNvPr id="15" name="Прямая соединительная линия 14">
            <a:extLst>
              <a:ext uri="{FF2B5EF4-FFF2-40B4-BE49-F238E27FC236}">
                <a16:creationId xmlns:a16="http://schemas.microsoft.com/office/drawing/2014/main" id="{1C15F737-7A5F-4662-B272-7D477962856A}"/>
              </a:ext>
            </a:extLst>
          </p:cNvPr>
          <p:cNvCxnSpPr>
            <a:stCxn id="10" idx="4"/>
            <a:endCxn id="13" idx="0"/>
          </p:cNvCxnSpPr>
          <p:nvPr/>
        </p:nvCxnSpPr>
        <p:spPr>
          <a:xfrm>
            <a:off x="7369175" y="2211388"/>
            <a:ext cx="0" cy="7731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Прямоугольник 16">
            <a:extLst>
              <a:ext uri="{FF2B5EF4-FFF2-40B4-BE49-F238E27FC236}">
                <a16:creationId xmlns:a16="http://schemas.microsoft.com/office/drawing/2014/main" id="{938DFD9F-98A2-4104-A185-23FCF0883B3A}"/>
              </a:ext>
            </a:extLst>
          </p:cNvPr>
          <p:cNvSpPr>
            <a:spLocks noChangeArrowheads="1"/>
          </p:cNvSpPr>
          <p:nvPr/>
        </p:nvSpPr>
        <p:spPr bwMode="auto">
          <a:xfrm>
            <a:off x="7156450" y="3165475"/>
            <a:ext cx="4270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18" name="Прямоугольник 17">
            <a:extLst>
              <a:ext uri="{FF2B5EF4-FFF2-40B4-BE49-F238E27FC236}">
                <a16:creationId xmlns:a16="http://schemas.microsoft.com/office/drawing/2014/main" id="{52311F55-3034-4B55-BA2C-066B4345E1D8}"/>
              </a:ext>
            </a:extLst>
          </p:cNvPr>
          <p:cNvSpPr>
            <a:spLocks noChangeArrowheads="1"/>
          </p:cNvSpPr>
          <p:nvPr/>
        </p:nvSpPr>
        <p:spPr bwMode="auto">
          <a:xfrm>
            <a:off x="6831013" y="3624263"/>
            <a:ext cx="1077912"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chemeClr val="bg1"/>
                </a:solidFill>
                <a:latin typeface="Raleway Heavy" pitchFamily="34" charset="0"/>
              </a:rPr>
              <a:t>Real Time</a:t>
            </a:r>
          </a:p>
        </p:txBody>
      </p:sp>
      <p:cxnSp>
        <p:nvCxnSpPr>
          <p:cNvPr id="20" name="Прямая соединительная линия 19">
            <a:extLst>
              <a:ext uri="{FF2B5EF4-FFF2-40B4-BE49-F238E27FC236}">
                <a16:creationId xmlns:a16="http://schemas.microsoft.com/office/drawing/2014/main" id="{31AAEE5E-BFE8-4AA4-9A1E-92BF91481D7E}"/>
              </a:ext>
            </a:extLst>
          </p:cNvPr>
          <p:cNvCxnSpPr/>
          <p:nvPr/>
        </p:nvCxnSpPr>
        <p:spPr>
          <a:xfrm>
            <a:off x="7369175" y="4033838"/>
            <a:ext cx="0" cy="7731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Прямоугольник 20">
            <a:extLst>
              <a:ext uri="{FF2B5EF4-FFF2-40B4-BE49-F238E27FC236}">
                <a16:creationId xmlns:a16="http://schemas.microsoft.com/office/drawing/2014/main" id="{5B9D441E-7643-47E9-894B-4BB53714D28A}"/>
              </a:ext>
            </a:extLst>
          </p:cNvPr>
          <p:cNvSpPr>
            <a:spLocks noChangeArrowheads="1"/>
          </p:cNvSpPr>
          <p:nvPr/>
        </p:nvSpPr>
        <p:spPr bwMode="auto">
          <a:xfrm>
            <a:off x="7199313" y="49974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22" name="Прямоугольник 21">
            <a:extLst>
              <a:ext uri="{FF2B5EF4-FFF2-40B4-BE49-F238E27FC236}">
                <a16:creationId xmlns:a16="http://schemas.microsoft.com/office/drawing/2014/main" id="{2E9DC48B-BD31-4309-9AC0-B7D0096552A2}"/>
              </a:ext>
            </a:extLst>
          </p:cNvPr>
          <p:cNvSpPr>
            <a:spLocks noChangeArrowheads="1"/>
          </p:cNvSpPr>
          <p:nvPr/>
        </p:nvSpPr>
        <p:spPr bwMode="auto">
          <a:xfrm>
            <a:off x="7100513" y="5465763"/>
            <a:ext cx="53732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chemeClr val="bg1"/>
                </a:solidFill>
                <a:latin typeface="Raleway Heavy" pitchFamily="34" charset="0"/>
              </a:rPr>
              <a:t>Resilient</a:t>
            </a:r>
          </a:p>
        </p:txBody>
      </p:sp>
      <p:sp>
        <p:nvSpPr>
          <p:cNvPr id="37904" name="Рисунок 3">
            <a:extLst>
              <a:ext uri="{FF2B5EF4-FFF2-40B4-BE49-F238E27FC236}">
                <a16:creationId xmlns:a16="http://schemas.microsoft.com/office/drawing/2014/main" id="{668722C3-D8F7-4C90-9704-6A8DDC2C2F7F}"/>
              </a:ext>
            </a:extLst>
          </p:cNvPr>
          <p:cNvSpPr>
            <a:spLocks noGrp="1" noTextEdit="1"/>
          </p:cNvSpPr>
          <p:nvPr>
            <p:ph type="pic" sz="quarter" idx="10"/>
          </p:nvPr>
        </p:nvSpPr>
        <p:spPr/>
      </p:sp>
      <p:grpSp>
        <p:nvGrpSpPr>
          <p:cNvPr id="19" name="Group 18">
            <a:extLst>
              <a:ext uri="{FF2B5EF4-FFF2-40B4-BE49-F238E27FC236}">
                <a16:creationId xmlns:a16="http://schemas.microsoft.com/office/drawing/2014/main" id="{613D9888-9C7B-4563-994D-693C8BE2F700}"/>
              </a:ext>
            </a:extLst>
          </p:cNvPr>
          <p:cNvGrpSpPr/>
          <p:nvPr/>
        </p:nvGrpSpPr>
        <p:grpSpPr>
          <a:xfrm>
            <a:off x="8679561" y="887243"/>
            <a:ext cx="3312836" cy="4867567"/>
            <a:chOff x="7132200" y="1581718"/>
            <a:chExt cx="3916345" cy="4067747"/>
          </a:xfrm>
        </p:grpSpPr>
        <p:sp>
          <p:nvSpPr>
            <p:cNvPr id="23" name="TextBox 22">
              <a:extLst>
                <a:ext uri="{FF2B5EF4-FFF2-40B4-BE49-F238E27FC236}">
                  <a16:creationId xmlns:a16="http://schemas.microsoft.com/office/drawing/2014/main" id="{DE7F553A-FB87-40F2-A325-733A839AA581}"/>
                </a:ext>
              </a:extLst>
            </p:cNvPr>
            <p:cNvSpPr txBox="1"/>
            <p:nvPr/>
          </p:nvSpPr>
          <p:spPr>
            <a:xfrm>
              <a:off x="7132200" y="1581718"/>
              <a:ext cx="3916345" cy="540128"/>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Manage all types of jobs from 1 console in 1 pool </a:t>
              </a:r>
              <a:r>
                <a:rPr lang="en-US" sz="1200" b="1" dirty="0">
                  <a:solidFill>
                    <a:schemeClr val="tx1">
                      <a:lumMod val="65000"/>
                      <a:lumOff val="35000"/>
                    </a:schemeClr>
                  </a:solidFill>
                  <a:latin typeface="Arial" panose="020B0604020202020204" pitchFamily="34" charset="0"/>
                  <a:cs typeface="Arial" panose="020B0604020202020204" pitchFamily="34" charset="0"/>
                </a:rPr>
                <a:t>VS  </a:t>
              </a:r>
              <a:r>
                <a:rPr lang="en-US" sz="1200" b="1" dirty="0">
                  <a:solidFill>
                    <a:srgbClr val="FF0000"/>
                  </a:solidFill>
                  <a:latin typeface="Arial" panose="020B0604020202020204" pitchFamily="34" charset="0"/>
                  <a:cs typeface="Arial" panose="020B0604020202020204" pitchFamily="34" charset="0"/>
                </a:rPr>
                <a:t>10+</a:t>
              </a:r>
              <a:r>
                <a:rPr lang="en-US" sz="1200" b="1" dirty="0">
                  <a:solidFill>
                    <a:schemeClr val="tx1">
                      <a:lumMod val="65000"/>
                      <a:lumOff val="35000"/>
                    </a:schemeClr>
                  </a:solidFill>
                  <a:latin typeface="Arial" panose="020B0604020202020204" pitchFamily="34" charset="0"/>
                  <a:cs typeface="Arial" panose="020B0604020202020204" pitchFamily="34" charset="0"/>
                </a:rPr>
                <a:t> jobs</a:t>
              </a:r>
              <a:r>
                <a:rPr lang="en-US" sz="1200" dirty="0">
                  <a:solidFill>
                    <a:schemeClr val="tx1">
                      <a:lumMod val="65000"/>
                      <a:lumOff val="35000"/>
                    </a:schemeClr>
                  </a:solidFill>
                  <a:latin typeface="Arial" panose="020B0604020202020204" pitchFamily="34" charset="0"/>
                  <a:cs typeface="Arial" panose="020B0604020202020204" pitchFamily="34" charset="0"/>
                </a:rPr>
                <a:t> in </a:t>
              </a:r>
              <a:r>
                <a:rPr lang="en-US" sz="1200" dirty="0">
                  <a:solidFill>
                    <a:srgbClr val="FF0000"/>
                  </a:solidFill>
                  <a:latin typeface="Arial" panose="020B0604020202020204" pitchFamily="34" charset="0"/>
                  <a:cs typeface="Arial" panose="020B0604020202020204" pitchFamily="34" charset="0"/>
                </a:rPr>
                <a:t>20 </a:t>
              </a:r>
              <a:r>
                <a:rPr lang="en-US" sz="1200" dirty="0">
                  <a:solidFill>
                    <a:schemeClr val="tx1">
                      <a:lumMod val="65000"/>
                      <a:lumOff val="35000"/>
                    </a:schemeClr>
                  </a:solidFill>
                  <a:latin typeface="Arial" panose="020B0604020202020204" pitchFamily="34" charset="0"/>
                  <a:cs typeface="Arial" panose="020B0604020202020204" pitchFamily="34" charset="0"/>
                </a:rPr>
                <a:t>different edge nodes, </a:t>
              </a:r>
              <a:r>
                <a:rPr lang="en-US" sz="1200" dirty="0">
                  <a:solidFill>
                    <a:srgbClr val="FF0000"/>
                  </a:solidFill>
                  <a:latin typeface="Arial" panose="020B0604020202020204" pitchFamily="34" charset="0"/>
                  <a:cs typeface="Arial" panose="020B0604020202020204" pitchFamily="34" charset="0"/>
                </a:rPr>
                <a:t>10+ </a:t>
              </a:r>
              <a:r>
                <a:rPr lang="en-US" sz="1200" dirty="0">
                  <a:latin typeface="Arial" panose="020B0604020202020204" pitchFamily="34" charset="0"/>
                  <a:cs typeface="Arial" panose="020B0604020202020204" pitchFamily="34" charset="0"/>
                </a:rPr>
                <a:t>upgrade process</a:t>
              </a:r>
            </a:p>
          </p:txBody>
        </p:sp>
        <p:sp>
          <p:nvSpPr>
            <p:cNvPr id="24" name="TextBox 23">
              <a:extLst>
                <a:ext uri="{FF2B5EF4-FFF2-40B4-BE49-F238E27FC236}">
                  <a16:creationId xmlns:a16="http://schemas.microsoft.com/office/drawing/2014/main" id="{760B13FC-31CE-4893-BEAA-B4142AC08240}"/>
                </a:ext>
              </a:extLst>
            </p:cNvPr>
            <p:cNvSpPr txBox="1"/>
            <p:nvPr/>
          </p:nvSpPr>
          <p:spPr>
            <a:xfrm>
              <a:off x="7132200" y="2348969"/>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Elastic Scheduling</a:t>
              </a:r>
            </a:p>
          </p:txBody>
        </p:sp>
        <p:sp>
          <p:nvSpPr>
            <p:cNvPr id="25" name="TextBox 24">
              <a:extLst>
                <a:ext uri="{FF2B5EF4-FFF2-40B4-BE49-F238E27FC236}">
                  <a16:creationId xmlns:a16="http://schemas.microsoft.com/office/drawing/2014/main" id="{E5C48C34-28CA-4178-9A66-8158C841E66F}"/>
                </a:ext>
              </a:extLst>
            </p:cNvPr>
            <p:cNvSpPr txBox="1"/>
            <p:nvPr/>
          </p:nvSpPr>
          <p:spPr>
            <a:xfrm>
              <a:off x="7132200" y="3116222"/>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Realtime visibility + Diagnostics </a:t>
              </a:r>
            </a:p>
          </p:txBody>
        </p:sp>
        <p:sp>
          <p:nvSpPr>
            <p:cNvPr id="26" name="TextBox 25">
              <a:extLst>
                <a:ext uri="{FF2B5EF4-FFF2-40B4-BE49-F238E27FC236}">
                  <a16:creationId xmlns:a16="http://schemas.microsoft.com/office/drawing/2014/main" id="{C30254F7-4B1F-4200-94B0-BCA2BA56A4F2}"/>
                </a:ext>
              </a:extLst>
            </p:cNvPr>
            <p:cNvSpPr txBox="1"/>
            <p:nvPr/>
          </p:nvSpPr>
          <p:spPr>
            <a:xfrm>
              <a:off x="7132200" y="3883474"/>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Resilience</a:t>
              </a:r>
            </a:p>
          </p:txBody>
        </p:sp>
        <p:sp>
          <p:nvSpPr>
            <p:cNvPr id="27" name="TextBox 26">
              <a:extLst>
                <a:ext uri="{FF2B5EF4-FFF2-40B4-BE49-F238E27FC236}">
                  <a16:creationId xmlns:a16="http://schemas.microsoft.com/office/drawing/2014/main" id="{4F2D5549-1CB1-45D5-A53C-1328ACDDB99A}"/>
                </a:ext>
              </a:extLst>
            </p:cNvPr>
            <p:cNvSpPr txBox="1"/>
            <p:nvPr/>
          </p:nvSpPr>
          <p:spPr>
            <a:xfrm>
              <a:off x="7132200" y="5417981"/>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Reliability / Manageability / Extension </a:t>
              </a:r>
            </a:p>
          </p:txBody>
        </p:sp>
        <p:sp>
          <p:nvSpPr>
            <p:cNvPr id="29" name="TextBox 28">
              <a:extLst>
                <a:ext uri="{FF2B5EF4-FFF2-40B4-BE49-F238E27FC236}">
                  <a16:creationId xmlns:a16="http://schemas.microsoft.com/office/drawing/2014/main" id="{EC065343-5621-4EA1-A0EF-69B2C8162992}"/>
                </a:ext>
              </a:extLst>
            </p:cNvPr>
            <p:cNvSpPr txBox="1"/>
            <p:nvPr/>
          </p:nvSpPr>
          <p:spPr>
            <a:xfrm>
              <a:off x="7132200" y="4650725"/>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Agility </a:t>
              </a:r>
            </a:p>
          </p:txBody>
        </p:sp>
      </p:grpSp>
      <p:sp>
        <p:nvSpPr>
          <p:cNvPr id="82" name="Прямоугольник 4">
            <a:extLst>
              <a:ext uri="{FF2B5EF4-FFF2-40B4-BE49-F238E27FC236}">
                <a16:creationId xmlns:a16="http://schemas.microsoft.com/office/drawing/2014/main" id="{4C3CA418-C445-43A4-B60D-5A3590420967}"/>
              </a:ext>
            </a:extLst>
          </p:cNvPr>
          <p:cNvSpPr/>
          <p:nvPr/>
        </p:nvSpPr>
        <p:spPr>
          <a:xfrm>
            <a:off x="2766516" y="1994613"/>
            <a:ext cx="780983" cy="861774"/>
          </a:xfrm>
          <a:prstGeom prst="rect">
            <a:avLst/>
          </a:prstGeom>
        </p:spPr>
        <p:txBody>
          <a:bodyPr wrap="none">
            <a:spAutoFit/>
          </a:bodyPr>
          <a:lstStyle/>
          <a:p>
            <a:pPr algn="ctr" eaLnBrk="1" fontAlgn="auto" hangingPunct="1">
              <a:lnSpc>
                <a:spcPts val="2000"/>
              </a:lnSpc>
              <a:spcBef>
                <a:spcPts val="0"/>
              </a:spcBef>
              <a:spcAft>
                <a:spcPts val="0"/>
              </a:spcAft>
              <a:defRPr/>
            </a:pPr>
            <a:r>
              <a:rPr lang="en-US" sz="1200" kern="0" dirty="0" err="1">
                <a:solidFill>
                  <a:schemeClr val="bg1"/>
                </a:solidFill>
                <a:latin typeface="Raleway Heavy" panose="020B0003030101060003" pitchFamily="34" charset="0"/>
                <a:ea typeface="Karla" pitchFamily="2" charset="0"/>
                <a:cs typeface="Poppins" panose="02000000000000000000" pitchFamily="2" charset="0"/>
              </a:rPr>
              <a:t>D</a:t>
            </a:r>
            <a:r>
              <a:rPr lang="en-US" sz="1200" kern="0" dirty="0" err="1">
                <a:latin typeface="Raleway Heavy" panose="020B0003030101060003" pitchFamily="34" charset="0"/>
                <a:ea typeface="Karla" pitchFamily="2" charset="0"/>
                <a:cs typeface="Poppins" panose="02000000000000000000" pitchFamily="2" charset="0"/>
              </a:rPr>
              <a:t>Master</a:t>
            </a:r>
            <a:r>
              <a:rPr lang="en-US" sz="1200" kern="0" dirty="0">
                <a:latin typeface="Raleway Heavy" panose="020B0003030101060003" pitchFamily="34" charset="0"/>
                <a:ea typeface="Karla" pitchFamily="2" charset="0"/>
                <a:cs typeface="Poppins" panose="02000000000000000000" pitchFamily="2" charset="0"/>
              </a:rPr>
              <a:t> </a:t>
            </a:r>
          </a:p>
          <a:p>
            <a:pPr algn="ctr" eaLnBrk="1" fontAlgn="auto" hangingPunct="1">
              <a:lnSpc>
                <a:spcPts val="2000"/>
              </a:lnSpc>
              <a:spcBef>
                <a:spcPts val="0"/>
              </a:spcBef>
              <a:spcAft>
                <a:spcPts val="0"/>
              </a:spcAft>
              <a:defRPr/>
            </a:pPr>
            <a:r>
              <a:rPr lang="en-US" sz="1200" kern="0" dirty="0" err="1">
                <a:solidFill>
                  <a:schemeClr val="bg1"/>
                </a:solidFill>
                <a:latin typeface="Raleway Heavy" panose="020B0003030101060003" pitchFamily="34" charset="0"/>
                <a:ea typeface="Karla" pitchFamily="2" charset="0"/>
                <a:cs typeface="Poppins" panose="02000000000000000000" pitchFamily="2" charset="0"/>
              </a:rPr>
              <a:t>gn</a:t>
            </a:r>
            <a:r>
              <a:rPr lang="en-US" sz="1200" kern="0" dirty="0">
                <a:solidFill>
                  <a:schemeClr val="bg1"/>
                </a:solidFill>
                <a:latin typeface="Raleway Heavy" panose="020B0003030101060003" pitchFamily="34" charset="0"/>
                <a:ea typeface="Karla" pitchFamily="2" charset="0"/>
                <a:cs typeface="Poppins" panose="02000000000000000000" pitchFamily="2" charset="0"/>
              </a:rPr>
              <a:t> </a:t>
            </a:r>
          </a:p>
          <a:p>
            <a:pPr algn="ctr" eaLnBrk="1" fontAlgn="auto" hangingPunct="1">
              <a:lnSpc>
                <a:spcPts val="2000"/>
              </a:lnSpc>
              <a:spcBef>
                <a:spcPts val="0"/>
              </a:spcBef>
              <a:spcAft>
                <a:spcPts val="0"/>
              </a:spcAft>
              <a:defRPr/>
            </a:pPr>
            <a:r>
              <a:rPr lang="en-US" sz="1200" kern="0" dirty="0">
                <a:solidFill>
                  <a:schemeClr val="bg1"/>
                </a:solidFill>
                <a:latin typeface="Raleway Heavy" panose="020B0003030101060003" pitchFamily="34" charset="0"/>
                <a:ea typeface="Karla" pitchFamily="2" charset="0"/>
                <a:cs typeface="Poppins" panose="02000000000000000000" pitchFamily="2" charset="0"/>
              </a:rPr>
              <a:t>concept</a:t>
            </a:r>
          </a:p>
        </p:txBody>
      </p:sp>
      <p:sp>
        <p:nvSpPr>
          <p:cNvPr id="84" name="Прямоугольник 7">
            <a:extLst>
              <a:ext uri="{FF2B5EF4-FFF2-40B4-BE49-F238E27FC236}">
                <a16:creationId xmlns:a16="http://schemas.microsoft.com/office/drawing/2014/main" id="{502E9AE8-1346-419F-848B-D57A7359AF93}"/>
              </a:ext>
            </a:extLst>
          </p:cNvPr>
          <p:cNvSpPr/>
          <p:nvPr/>
        </p:nvSpPr>
        <p:spPr>
          <a:xfrm>
            <a:off x="3933294" y="1519137"/>
            <a:ext cx="1527249" cy="324191"/>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ontserrat SemiBold" panose="00000700000000000000" pitchFamily="50" charset="0"/>
                <a:ea typeface="Karla" pitchFamily="2" charset="0"/>
                <a:cs typeface="Poppins" panose="02000000000000000000" pitchFamily="2" charset="0"/>
              </a:rPr>
              <a:t>Batch4</a:t>
            </a:r>
            <a:r>
              <a:rPr lang="en-US" sz="1200" kern="0" dirty="0">
                <a:solidFill>
                  <a:schemeClr val="bg1"/>
                </a:solidFill>
                <a:latin typeface="+mn-lt"/>
                <a:ea typeface="Karla" pitchFamily="2" charset="0"/>
                <a:cs typeface="Poppins" panose="02000000000000000000" pitchFamily="2" charset="0"/>
              </a:rPr>
              <a:t>g</a:t>
            </a:r>
          </a:p>
        </p:txBody>
      </p:sp>
      <p:sp>
        <p:nvSpPr>
          <p:cNvPr id="87" name="Прямоугольник 10">
            <a:extLst>
              <a:ext uri="{FF2B5EF4-FFF2-40B4-BE49-F238E27FC236}">
                <a16:creationId xmlns:a16="http://schemas.microsoft.com/office/drawing/2014/main" id="{A51810F5-A6F9-4DF6-B162-FC0287FE8E9A}"/>
              </a:ext>
            </a:extLst>
          </p:cNvPr>
          <p:cNvSpPr/>
          <p:nvPr/>
        </p:nvSpPr>
        <p:spPr>
          <a:xfrm>
            <a:off x="4241039" y="3543991"/>
            <a:ext cx="1527249" cy="320024"/>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n-lt"/>
                <a:ea typeface="Karla" pitchFamily="2" charset="0"/>
                <a:cs typeface="Poppins" panose="02000000000000000000" pitchFamily="2" charset="0"/>
              </a:rPr>
              <a:t>Time Series DB</a:t>
            </a:r>
          </a:p>
        </p:txBody>
      </p:sp>
      <p:cxnSp>
        <p:nvCxnSpPr>
          <p:cNvPr id="88" name="Прямая соединительная линия 11">
            <a:extLst>
              <a:ext uri="{FF2B5EF4-FFF2-40B4-BE49-F238E27FC236}">
                <a16:creationId xmlns:a16="http://schemas.microsoft.com/office/drawing/2014/main" id="{9C33D6D9-23FD-461E-AC96-C2CD79D04618}"/>
              </a:ext>
            </a:extLst>
          </p:cNvPr>
          <p:cNvCxnSpPr/>
          <p:nvPr/>
        </p:nvCxnSpPr>
        <p:spPr>
          <a:xfrm flipH="1" flipV="1">
            <a:off x="2150879" y="1646613"/>
            <a:ext cx="542230" cy="357367"/>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89" name="Скругленный прямоугольник 12">
            <a:extLst>
              <a:ext uri="{FF2B5EF4-FFF2-40B4-BE49-F238E27FC236}">
                <a16:creationId xmlns:a16="http://schemas.microsoft.com/office/drawing/2014/main" id="{77CF96A0-7D49-48CE-8E02-FFB81BD3F1D5}"/>
              </a:ext>
            </a:extLst>
          </p:cNvPr>
          <p:cNvSpPr/>
          <p:nvPr/>
        </p:nvSpPr>
        <p:spPr>
          <a:xfrm>
            <a:off x="622692" y="1451586"/>
            <a:ext cx="1528187"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90" name="Прямоугольник 13">
            <a:extLst>
              <a:ext uri="{FF2B5EF4-FFF2-40B4-BE49-F238E27FC236}">
                <a16:creationId xmlns:a16="http://schemas.microsoft.com/office/drawing/2014/main" id="{8514021A-D7D2-4A65-9E25-ECE3E43E3AB3}"/>
              </a:ext>
            </a:extLst>
          </p:cNvPr>
          <p:cNvSpPr/>
          <p:nvPr/>
        </p:nvSpPr>
        <p:spPr>
          <a:xfrm>
            <a:off x="622692" y="1519137"/>
            <a:ext cx="1528187" cy="605294"/>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ontserrat SemiBold" panose="00000700000000000000" pitchFamily="50" charset="0"/>
                <a:ea typeface="Karla" pitchFamily="2" charset="0"/>
                <a:cs typeface="Poppins" panose="02000000000000000000" pitchFamily="2" charset="0"/>
              </a:rPr>
              <a:t>Batch3</a:t>
            </a:r>
            <a:r>
              <a:rPr lang="en-US" sz="1200" kern="0" dirty="0">
                <a:solidFill>
                  <a:schemeClr val="bg1"/>
                </a:solidFill>
                <a:latin typeface="Raleway Heavy" panose="020B0003030101060003" pitchFamily="34" charset="0"/>
                <a:ea typeface="Karla" pitchFamily="2" charset="0"/>
                <a:cs typeface="Poppins" panose="02000000000000000000" pitchFamily="2" charset="0"/>
              </a:rPr>
              <a:t>  </a:t>
            </a:r>
            <a:r>
              <a:rPr lang="en-US" sz="1200" kern="0" dirty="0">
                <a:solidFill>
                  <a:schemeClr val="bg1"/>
                </a:solidFill>
                <a:latin typeface="+mn-lt"/>
                <a:ea typeface="Karla" pitchFamily="2" charset="0"/>
                <a:cs typeface="Poppins" panose="02000000000000000000" pitchFamily="2" charset="0"/>
              </a:rPr>
              <a:t>Project featured</a:t>
            </a:r>
          </a:p>
        </p:txBody>
      </p:sp>
      <p:cxnSp>
        <p:nvCxnSpPr>
          <p:cNvPr id="91" name="Прямая соединительная линия 14">
            <a:extLst>
              <a:ext uri="{FF2B5EF4-FFF2-40B4-BE49-F238E27FC236}">
                <a16:creationId xmlns:a16="http://schemas.microsoft.com/office/drawing/2014/main" id="{9997F3CB-34B0-4C07-AA93-CE5FABDA324C}"/>
              </a:ext>
            </a:extLst>
          </p:cNvPr>
          <p:cNvCxnSpPr>
            <a:endCxn id="92" idx="3"/>
          </p:cNvCxnSpPr>
          <p:nvPr/>
        </p:nvCxnSpPr>
        <p:spPr>
          <a:xfrm flipH="1">
            <a:off x="2138683" y="2285080"/>
            <a:ext cx="524406" cy="208101"/>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92" name="Скругленный прямоугольник 15">
            <a:extLst>
              <a:ext uri="{FF2B5EF4-FFF2-40B4-BE49-F238E27FC236}">
                <a16:creationId xmlns:a16="http://schemas.microsoft.com/office/drawing/2014/main" id="{3AB08AF0-7F74-4C9C-8F43-3C32210A86E3}"/>
              </a:ext>
            </a:extLst>
          </p:cNvPr>
          <p:cNvSpPr/>
          <p:nvPr/>
        </p:nvSpPr>
        <p:spPr>
          <a:xfrm>
            <a:off x="611434" y="2306871"/>
            <a:ext cx="1527249"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93" name="Прямоугольник 16">
            <a:extLst>
              <a:ext uri="{FF2B5EF4-FFF2-40B4-BE49-F238E27FC236}">
                <a16:creationId xmlns:a16="http://schemas.microsoft.com/office/drawing/2014/main" id="{6C09C95A-038F-4E07-8FAC-20A2DB6D3E31}"/>
              </a:ext>
            </a:extLst>
          </p:cNvPr>
          <p:cNvSpPr/>
          <p:nvPr/>
        </p:nvSpPr>
        <p:spPr>
          <a:xfrm>
            <a:off x="611434" y="2374422"/>
            <a:ext cx="1527249" cy="576504"/>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Raleway Heavy" panose="020B0003030101060003" pitchFamily="34" charset="0"/>
                <a:ea typeface="Karla" pitchFamily="2" charset="0"/>
                <a:cs typeface="Poppins" panose="02000000000000000000" pitchFamily="2" charset="0"/>
              </a:rPr>
              <a:t>Batch2</a:t>
            </a:r>
            <a:r>
              <a:rPr lang="en-US" sz="1200" kern="0" dirty="0">
                <a:solidFill>
                  <a:schemeClr val="bg1"/>
                </a:solidFill>
                <a:latin typeface="+mn-lt"/>
                <a:ea typeface="Karla" pitchFamily="2" charset="0"/>
                <a:cs typeface="Poppins" panose="02000000000000000000" pitchFamily="2" charset="0"/>
              </a:rPr>
              <a:t>ather information</a:t>
            </a:r>
          </a:p>
        </p:txBody>
      </p:sp>
      <p:sp>
        <p:nvSpPr>
          <p:cNvPr id="94" name="Скругленный прямоугольник 20">
            <a:extLst>
              <a:ext uri="{FF2B5EF4-FFF2-40B4-BE49-F238E27FC236}">
                <a16:creationId xmlns:a16="http://schemas.microsoft.com/office/drawing/2014/main" id="{AE2AD000-A262-4AAD-A7CD-4733DF05ED83}"/>
              </a:ext>
            </a:extLst>
          </p:cNvPr>
          <p:cNvSpPr/>
          <p:nvPr/>
        </p:nvSpPr>
        <p:spPr>
          <a:xfrm>
            <a:off x="737348" y="2871794"/>
            <a:ext cx="1528186"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95" name="Прямоугольник 21">
            <a:extLst>
              <a:ext uri="{FF2B5EF4-FFF2-40B4-BE49-F238E27FC236}">
                <a16:creationId xmlns:a16="http://schemas.microsoft.com/office/drawing/2014/main" id="{AF2228B5-E046-405E-A40F-C26ADD617FE3}"/>
              </a:ext>
            </a:extLst>
          </p:cNvPr>
          <p:cNvSpPr/>
          <p:nvPr/>
        </p:nvSpPr>
        <p:spPr>
          <a:xfrm>
            <a:off x="890002" y="2866907"/>
            <a:ext cx="1528186" cy="576504"/>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ontserrat SemiBold" panose="00000700000000000000" pitchFamily="50" charset="0"/>
                <a:ea typeface="Karla" pitchFamily="2" charset="0"/>
                <a:cs typeface="Poppins" panose="02000000000000000000" pitchFamily="2" charset="0"/>
              </a:rPr>
              <a:t>Batch1</a:t>
            </a:r>
            <a:r>
              <a:rPr lang="en-US" sz="1200" kern="0" dirty="0">
                <a:solidFill>
                  <a:schemeClr val="bg1"/>
                </a:solidFill>
                <a:latin typeface="Montserrat SemiBold" panose="00000700000000000000" pitchFamily="50" charset="0"/>
                <a:ea typeface="Karla" pitchFamily="2" charset="0"/>
                <a:cs typeface="Poppins" panose="02000000000000000000" pitchFamily="2" charset="0"/>
              </a:rPr>
              <a:t>4</a:t>
            </a:r>
            <a:r>
              <a:rPr lang="en-US" sz="1200" kern="0" dirty="0">
                <a:solidFill>
                  <a:schemeClr val="bg1"/>
                </a:solidFill>
                <a:latin typeface="Raleway Heavy" panose="020B0003030101060003" pitchFamily="34" charset="0"/>
                <a:ea typeface="Karla" pitchFamily="2" charset="0"/>
                <a:cs typeface="Poppins" panose="02000000000000000000" pitchFamily="2" charset="0"/>
              </a:rPr>
              <a:t>   </a:t>
            </a:r>
            <a:r>
              <a:rPr lang="en-US" sz="1200" kern="0" dirty="0">
                <a:solidFill>
                  <a:schemeClr val="bg1"/>
                </a:solidFill>
                <a:latin typeface="+mn-lt"/>
                <a:ea typeface="Karla" pitchFamily="2" charset="0"/>
                <a:cs typeface="Poppins" panose="02000000000000000000" pitchFamily="2" charset="0"/>
              </a:rPr>
              <a:t>Web development</a:t>
            </a:r>
          </a:p>
        </p:txBody>
      </p:sp>
      <p:cxnSp>
        <p:nvCxnSpPr>
          <p:cNvPr id="96" name="Прямая соединительная линия 23">
            <a:extLst>
              <a:ext uri="{FF2B5EF4-FFF2-40B4-BE49-F238E27FC236}">
                <a16:creationId xmlns:a16="http://schemas.microsoft.com/office/drawing/2014/main" id="{60DC4568-98C3-46FB-802B-EBC19CD05BCC}"/>
              </a:ext>
            </a:extLst>
          </p:cNvPr>
          <p:cNvCxnSpPr>
            <a:cxnSpLocks/>
            <a:stCxn id="106" idx="3"/>
            <a:endCxn id="94" idx="3"/>
          </p:cNvCxnSpPr>
          <p:nvPr/>
        </p:nvCxnSpPr>
        <p:spPr>
          <a:xfrm flipH="1">
            <a:off x="2265534" y="2525426"/>
            <a:ext cx="537394" cy="532679"/>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97" name="Скругленный прямоугольник 32">
            <a:extLst>
              <a:ext uri="{FF2B5EF4-FFF2-40B4-BE49-F238E27FC236}">
                <a16:creationId xmlns:a16="http://schemas.microsoft.com/office/drawing/2014/main" id="{9125D98C-AE42-4A33-B609-21FA71BF38DB}"/>
              </a:ext>
            </a:extLst>
          </p:cNvPr>
          <p:cNvSpPr/>
          <p:nvPr/>
        </p:nvSpPr>
        <p:spPr>
          <a:xfrm>
            <a:off x="2277524" y="3179587"/>
            <a:ext cx="1528187"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98" name="Прямоугольник 33">
            <a:extLst>
              <a:ext uri="{FF2B5EF4-FFF2-40B4-BE49-F238E27FC236}">
                <a16:creationId xmlns:a16="http://schemas.microsoft.com/office/drawing/2014/main" id="{B8C6EBD9-E1A4-40CC-BF7F-E199089733B7}"/>
              </a:ext>
            </a:extLst>
          </p:cNvPr>
          <p:cNvSpPr/>
          <p:nvPr/>
        </p:nvSpPr>
        <p:spPr>
          <a:xfrm>
            <a:off x="2266267" y="3252586"/>
            <a:ext cx="1411854" cy="605294"/>
          </a:xfrm>
          <a:prstGeom prst="rect">
            <a:avLst/>
          </a:prstGeom>
        </p:spPr>
        <p:txBody>
          <a:bodyPr wrap="square">
            <a:spAutoFit/>
          </a:bodyPr>
          <a:lstStyle/>
          <a:p>
            <a:pPr algn="ctr" eaLnBrk="1" fontAlgn="auto" hangingPunct="1">
              <a:lnSpc>
                <a:spcPts val="2000"/>
              </a:lnSpc>
              <a:spcBef>
                <a:spcPts val="0"/>
              </a:spcBef>
              <a:spcAft>
                <a:spcPts val="0"/>
              </a:spcAft>
              <a:defRPr/>
            </a:pPr>
            <a:r>
              <a:rPr lang="en-US" sz="1200" kern="0" dirty="0">
                <a:latin typeface="+mn-lt"/>
                <a:ea typeface="Karla" pitchFamily="2" charset="0"/>
                <a:cs typeface="Poppins" panose="02000000000000000000" pitchFamily="2" charset="0"/>
              </a:rPr>
              <a:t>Batch6</a:t>
            </a:r>
            <a:r>
              <a:rPr lang="en-US" sz="1200" kern="0" dirty="0">
                <a:solidFill>
                  <a:schemeClr val="bg1"/>
                </a:solidFill>
                <a:latin typeface="+mn-lt"/>
                <a:ea typeface="Karla" pitchFamily="2" charset="0"/>
                <a:cs typeface="Poppins" panose="02000000000000000000" pitchFamily="2" charset="0"/>
              </a:rPr>
              <a:t>sting product</a:t>
            </a:r>
          </a:p>
        </p:txBody>
      </p:sp>
      <p:cxnSp>
        <p:nvCxnSpPr>
          <p:cNvPr id="102" name="Прямая соединительная линия 49">
            <a:extLst>
              <a:ext uri="{FF2B5EF4-FFF2-40B4-BE49-F238E27FC236}">
                <a16:creationId xmlns:a16="http://schemas.microsoft.com/office/drawing/2014/main" id="{D2980EB4-5410-4D8A-8716-2C6EDD353B85}"/>
              </a:ext>
            </a:extLst>
          </p:cNvPr>
          <p:cNvCxnSpPr>
            <a:cxnSpLocks/>
            <a:stCxn id="104" idx="0"/>
            <a:endCxn id="106" idx="5"/>
          </p:cNvCxnSpPr>
          <p:nvPr/>
        </p:nvCxnSpPr>
        <p:spPr>
          <a:xfrm flipH="1" flipV="1">
            <a:off x="3527967" y="2525426"/>
            <a:ext cx="1143565" cy="445147"/>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cxnSp>
        <p:nvCxnSpPr>
          <p:cNvPr id="103" name="Прямая соединительная линия 43">
            <a:extLst>
              <a:ext uri="{FF2B5EF4-FFF2-40B4-BE49-F238E27FC236}">
                <a16:creationId xmlns:a16="http://schemas.microsoft.com/office/drawing/2014/main" id="{DDBB0188-4D22-4B0B-A6C8-5AC7FE3A74BE}"/>
              </a:ext>
            </a:extLst>
          </p:cNvPr>
          <p:cNvCxnSpPr>
            <a:endCxn id="97" idx="0"/>
          </p:cNvCxnSpPr>
          <p:nvPr/>
        </p:nvCxnSpPr>
        <p:spPr>
          <a:xfrm>
            <a:off x="3042086" y="2677312"/>
            <a:ext cx="0" cy="502275"/>
          </a:xfrm>
          <a:prstGeom prst="line">
            <a:avLst/>
          </a:prstGeom>
          <a:ln w="19050">
            <a:solidFill>
              <a:srgbClr val="E23936"/>
            </a:solidFill>
          </a:ln>
        </p:spPr>
        <p:style>
          <a:lnRef idx="1">
            <a:schemeClr val="dk1"/>
          </a:lnRef>
          <a:fillRef idx="0">
            <a:schemeClr val="dk1"/>
          </a:fillRef>
          <a:effectRef idx="0">
            <a:schemeClr val="dk1"/>
          </a:effectRef>
          <a:fontRef idx="minor">
            <a:schemeClr val="tx1"/>
          </a:fontRef>
        </p:style>
      </p:cxnSp>
      <p:sp>
        <p:nvSpPr>
          <p:cNvPr id="104" name="Скругленный прямоугольник 51">
            <a:extLst>
              <a:ext uri="{FF2B5EF4-FFF2-40B4-BE49-F238E27FC236}">
                <a16:creationId xmlns:a16="http://schemas.microsoft.com/office/drawing/2014/main" id="{97B1DCC1-210B-451C-A4B2-5714F52D9450}"/>
              </a:ext>
            </a:extLst>
          </p:cNvPr>
          <p:cNvSpPr/>
          <p:nvPr/>
        </p:nvSpPr>
        <p:spPr>
          <a:xfrm>
            <a:off x="3907438" y="2970573"/>
            <a:ext cx="1528187"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05" name="Прямоугольник 52">
            <a:extLst>
              <a:ext uri="{FF2B5EF4-FFF2-40B4-BE49-F238E27FC236}">
                <a16:creationId xmlns:a16="http://schemas.microsoft.com/office/drawing/2014/main" id="{43183241-1043-437E-8804-D8722428C0C6}"/>
              </a:ext>
            </a:extLst>
          </p:cNvPr>
          <p:cNvSpPr/>
          <p:nvPr/>
        </p:nvSpPr>
        <p:spPr>
          <a:xfrm>
            <a:off x="4095211" y="3005180"/>
            <a:ext cx="1528187" cy="348813"/>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n-lt"/>
                <a:ea typeface="Karla" pitchFamily="2" charset="0"/>
                <a:cs typeface="Poppins" panose="02000000000000000000" pitchFamily="2" charset="0"/>
              </a:rPr>
              <a:t>Batch5</a:t>
            </a:r>
            <a:r>
              <a:rPr lang="en-US" sz="1200" kern="0" dirty="0">
                <a:solidFill>
                  <a:schemeClr val="bg1"/>
                </a:solidFill>
                <a:latin typeface="+mn-lt"/>
                <a:ea typeface="Karla" pitchFamily="2" charset="0"/>
                <a:cs typeface="Poppins" panose="02000000000000000000" pitchFamily="2" charset="0"/>
              </a:rPr>
              <a:t>rking site</a:t>
            </a:r>
          </a:p>
        </p:txBody>
      </p:sp>
      <p:sp>
        <p:nvSpPr>
          <p:cNvPr id="106" name="Овал 3">
            <a:extLst>
              <a:ext uri="{FF2B5EF4-FFF2-40B4-BE49-F238E27FC236}">
                <a16:creationId xmlns:a16="http://schemas.microsoft.com/office/drawing/2014/main" id="{05171465-F387-42C4-A601-8D52BDAF4B12}"/>
              </a:ext>
            </a:extLst>
          </p:cNvPr>
          <p:cNvSpPr/>
          <p:nvPr/>
        </p:nvSpPr>
        <p:spPr>
          <a:xfrm>
            <a:off x="2652768" y="1754476"/>
            <a:ext cx="1025359" cy="903224"/>
          </a:xfrm>
          <a:prstGeom prst="ellipse">
            <a:avLst/>
          </a:prstGeom>
          <a:noFill/>
          <a:ln w="5715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07" name="Скругленный прямоугольник 6">
            <a:extLst>
              <a:ext uri="{FF2B5EF4-FFF2-40B4-BE49-F238E27FC236}">
                <a16:creationId xmlns:a16="http://schemas.microsoft.com/office/drawing/2014/main" id="{29E7BAC1-3F4B-42EB-BDC0-B2CEAE59E70D}"/>
              </a:ext>
            </a:extLst>
          </p:cNvPr>
          <p:cNvSpPr/>
          <p:nvPr/>
        </p:nvSpPr>
        <p:spPr>
          <a:xfrm>
            <a:off x="3933294" y="1451586"/>
            <a:ext cx="1527249"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grpSp>
        <p:nvGrpSpPr>
          <p:cNvPr id="16" name="Group 15">
            <a:extLst>
              <a:ext uri="{FF2B5EF4-FFF2-40B4-BE49-F238E27FC236}">
                <a16:creationId xmlns:a16="http://schemas.microsoft.com/office/drawing/2014/main" id="{5A356AF3-BB29-4D56-835C-76C67FDB7A27}"/>
              </a:ext>
            </a:extLst>
          </p:cNvPr>
          <p:cNvGrpSpPr/>
          <p:nvPr/>
        </p:nvGrpSpPr>
        <p:grpSpPr>
          <a:xfrm>
            <a:off x="701181" y="3467570"/>
            <a:ext cx="932891" cy="828018"/>
            <a:chOff x="2024678" y="2211388"/>
            <a:chExt cx="932891" cy="828018"/>
          </a:xfrm>
        </p:grpSpPr>
        <p:sp>
          <p:nvSpPr>
            <p:cNvPr id="108" name="Шестиугольник 5">
              <a:extLst>
                <a:ext uri="{FF2B5EF4-FFF2-40B4-BE49-F238E27FC236}">
                  <a16:creationId xmlns:a16="http://schemas.microsoft.com/office/drawing/2014/main" id="{50DA81FA-1DA6-485D-A885-55CC9F4FEF66}"/>
                </a:ext>
              </a:extLst>
            </p:cNvPr>
            <p:cNvSpPr/>
            <p:nvPr/>
          </p:nvSpPr>
          <p:spPr>
            <a:xfrm>
              <a:off x="2024678" y="2211388"/>
              <a:ext cx="628091" cy="523218"/>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09" name="Шестиугольник 5">
              <a:extLst>
                <a:ext uri="{FF2B5EF4-FFF2-40B4-BE49-F238E27FC236}">
                  <a16:creationId xmlns:a16="http://schemas.microsoft.com/office/drawing/2014/main" id="{363E6ABB-B3CC-4DC6-8C23-B1D3ECF2B134}"/>
                </a:ext>
              </a:extLst>
            </p:cNvPr>
            <p:cNvSpPr/>
            <p:nvPr/>
          </p:nvSpPr>
          <p:spPr>
            <a:xfrm>
              <a:off x="2177078" y="2363788"/>
              <a:ext cx="628091" cy="523218"/>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10" name="Шестиугольник 5">
              <a:extLst>
                <a:ext uri="{FF2B5EF4-FFF2-40B4-BE49-F238E27FC236}">
                  <a16:creationId xmlns:a16="http://schemas.microsoft.com/office/drawing/2014/main" id="{45BFB98E-2370-4DE1-AF4A-6E3669DE48F8}"/>
                </a:ext>
              </a:extLst>
            </p:cNvPr>
            <p:cNvSpPr/>
            <p:nvPr/>
          </p:nvSpPr>
          <p:spPr>
            <a:xfrm>
              <a:off x="2329478" y="2516188"/>
              <a:ext cx="628091" cy="523218"/>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grpSp>
      <p:grpSp>
        <p:nvGrpSpPr>
          <p:cNvPr id="12" name="Group 11">
            <a:extLst>
              <a:ext uri="{FF2B5EF4-FFF2-40B4-BE49-F238E27FC236}">
                <a16:creationId xmlns:a16="http://schemas.microsoft.com/office/drawing/2014/main" id="{B9024729-F49B-460A-AFDB-1DC0ADCC65F4}"/>
              </a:ext>
            </a:extLst>
          </p:cNvPr>
          <p:cNvGrpSpPr/>
          <p:nvPr/>
        </p:nvGrpSpPr>
        <p:grpSpPr>
          <a:xfrm>
            <a:off x="2015143" y="3850421"/>
            <a:ext cx="1085291" cy="980418"/>
            <a:chOff x="3177620" y="1140291"/>
            <a:chExt cx="1085291" cy="980418"/>
          </a:xfrm>
        </p:grpSpPr>
        <p:sp>
          <p:nvSpPr>
            <p:cNvPr id="111" name="Шестиугольник 5">
              <a:extLst>
                <a:ext uri="{FF2B5EF4-FFF2-40B4-BE49-F238E27FC236}">
                  <a16:creationId xmlns:a16="http://schemas.microsoft.com/office/drawing/2014/main" id="{9CE6BCF2-FA9A-4EFB-814D-77735A7E71C9}"/>
                </a:ext>
              </a:extLst>
            </p:cNvPr>
            <p:cNvSpPr/>
            <p:nvPr/>
          </p:nvSpPr>
          <p:spPr>
            <a:xfrm>
              <a:off x="3177620" y="1140291"/>
              <a:ext cx="628091" cy="523218"/>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12" name="Шестиугольник 5">
              <a:extLst>
                <a:ext uri="{FF2B5EF4-FFF2-40B4-BE49-F238E27FC236}">
                  <a16:creationId xmlns:a16="http://schemas.microsoft.com/office/drawing/2014/main" id="{17C9C42E-DEC6-4F2C-A9CA-5B4325C201CF}"/>
                </a:ext>
              </a:extLst>
            </p:cNvPr>
            <p:cNvSpPr/>
            <p:nvPr/>
          </p:nvSpPr>
          <p:spPr>
            <a:xfrm>
              <a:off x="3330020" y="1292691"/>
              <a:ext cx="628091" cy="523218"/>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13" name="Шестиугольник 5">
              <a:extLst>
                <a:ext uri="{FF2B5EF4-FFF2-40B4-BE49-F238E27FC236}">
                  <a16:creationId xmlns:a16="http://schemas.microsoft.com/office/drawing/2014/main" id="{7339AEB1-AF52-49F3-BDFA-22014E9F2996}"/>
                </a:ext>
              </a:extLst>
            </p:cNvPr>
            <p:cNvSpPr/>
            <p:nvPr/>
          </p:nvSpPr>
          <p:spPr>
            <a:xfrm>
              <a:off x="3482420" y="1445091"/>
              <a:ext cx="628091" cy="523218"/>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14" name="Шестиугольник 5">
              <a:extLst>
                <a:ext uri="{FF2B5EF4-FFF2-40B4-BE49-F238E27FC236}">
                  <a16:creationId xmlns:a16="http://schemas.microsoft.com/office/drawing/2014/main" id="{6463EE41-7C47-4905-A3AE-3EEE56A6DFF1}"/>
                </a:ext>
              </a:extLst>
            </p:cNvPr>
            <p:cNvSpPr/>
            <p:nvPr/>
          </p:nvSpPr>
          <p:spPr>
            <a:xfrm>
              <a:off x="3634820" y="1597491"/>
              <a:ext cx="628091" cy="523218"/>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grpSp>
      <p:cxnSp>
        <p:nvCxnSpPr>
          <p:cNvPr id="121" name="Прямая соединительная линия 49">
            <a:extLst>
              <a:ext uri="{FF2B5EF4-FFF2-40B4-BE49-F238E27FC236}">
                <a16:creationId xmlns:a16="http://schemas.microsoft.com/office/drawing/2014/main" id="{116ED0DE-2E3F-4C4B-9B30-27859AD95578}"/>
              </a:ext>
            </a:extLst>
          </p:cNvPr>
          <p:cNvCxnSpPr>
            <a:cxnSpLocks/>
            <a:stCxn id="113" idx="5"/>
          </p:cNvCxnSpPr>
          <p:nvPr/>
        </p:nvCxnSpPr>
        <p:spPr>
          <a:xfrm flipV="1">
            <a:off x="2817230" y="3577266"/>
            <a:ext cx="161109" cy="577955"/>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cxnSp>
        <p:nvCxnSpPr>
          <p:cNvPr id="132" name="Прямая соединительная линия 49">
            <a:extLst>
              <a:ext uri="{FF2B5EF4-FFF2-40B4-BE49-F238E27FC236}">
                <a16:creationId xmlns:a16="http://schemas.microsoft.com/office/drawing/2014/main" id="{EA4A87F8-50D3-41A8-AC39-9D843B858A13}"/>
              </a:ext>
            </a:extLst>
          </p:cNvPr>
          <p:cNvCxnSpPr>
            <a:cxnSpLocks/>
          </p:cNvCxnSpPr>
          <p:nvPr/>
        </p:nvCxnSpPr>
        <p:spPr>
          <a:xfrm flipV="1">
            <a:off x="1352781" y="3249819"/>
            <a:ext cx="149852" cy="385159"/>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37918" name="Arc 37917">
            <a:extLst>
              <a:ext uri="{FF2B5EF4-FFF2-40B4-BE49-F238E27FC236}">
                <a16:creationId xmlns:a16="http://schemas.microsoft.com/office/drawing/2014/main" id="{F15F9690-A991-48D1-808A-D77D50F91089}"/>
              </a:ext>
            </a:extLst>
          </p:cNvPr>
          <p:cNvSpPr/>
          <p:nvPr/>
        </p:nvSpPr>
        <p:spPr>
          <a:xfrm rot="8142134">
            <a:off x="-8526" y="-869185"/>
            <a:ext cx="6217920" cy="5987231"/>
          </a:xfrm>
          <a:prstGeom prst="arc">
            <a:avLst>
              <a:gd name="adj1" fmla="val 12937448"/>
              <a:gd name="adj2" fmla="val 3225711"/>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n w="76200"/>
              <a:effectLst>
                <a:outerShdw blurRad="38100" dist="19050" dir="2700000" algn="tl" rotWithShape="0">
                  <a:schemeClr val="dk1">
                    <a:alpha val="40000"/>
                  </a:schemeClr>
                </a:outerShdw>
              </a:effectLst>
            </a:endParaRPr>
          </a:p>
        </p:txBody>
      </p:sp>
      <p:pic>
        <p:nvPicPr>
          <p:cNvPr id="37919" name="Picture 37918">
            <a:extLst>
              <a:ext uri="{FF2B5EF4-FFF2-40B4-BE49-F238E27FC236}">
                <a16:creationId xmlns:a16="http://schemas.microsoft.com/office/drawing/2014/main" id="{78BC9530-4702-4DAC-9803-6633085D8896}"/>
              </a:ext>
            </a:extLst>
          </p:cNvPr>
          <p:cNvPicPr>
            <a:picLocks noChangeAspect="1"/>
          </p:cNvPicPr>
          <p:nvPr/>
        </p:nvPicPr>
        <p:blipFill>
          <a:blip r:embed="rId3"/>
          <a:stretch>
            <a:fillRect/>
          </a:stretch>
        </p:blipFill>
        <p:spPr>
          <a:xfrm>
            <a:off x="3518802" y="3693092"/>
            <a:ext cx="1123988" cy="1003400"/>
          </a:xfrm>
          <a:prstGeom prst="rect">
            <a:avLst/>
          </a:prstGeom>
        </p:spPr>
      </p:pic>
      <p:cxnSp>
        <p:nvCxnSpPr>
          <p:cNvPr id="149" name="Прямая соединительная линия 49">
            <a:extLst>
              <a:ext uri="{FF2B5EF4-FFF2-40B4-BE49-F238E27FC236}">
                <a16:creationId xmlns:a16="http://schemas.microsoft.com/office/drawing/2014/main" id="{C542AC07-C886-4FB0-B2B1-74935B76DE2B}"/>
              </a:ext>
            </a:extLst>
          </p:cNvPr>
          <p:cNvCxnSpPr>
            <a:cxnSpLocks/>
            <a:stCxn id="37919" idx="1"/>
            <a:endCxn id="114" idx="5"/>
          </p:cNvCxnSpPr>
          <p:nvPr/>
        </p:nvCxnSpPr>
        <p:spPr>
          <a:xfrm flipH="1">
            <a:off x="2969630" y="4194792"/>
            <a:ext cx="549172" cy="112829"/>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117" name="Cube 116">
            <a:extLst>
              <a:ext uri="{FF2B5EF4-FFF2-40B4-BE49-F238E27FC236}">
                <a16:creationId xmlns:a16="http://schemas.microsoft.com/office/drawing/2014/main" id="{8E648D0A-2269-48D8-99C6-808E1E841195}"/>
              </a:ext>
            </a:extLst>
          </p:cNvPr>
          <p:cNvSpPr/>
          <p:nvPr/>
        </p:nvSpPr>
        <p:spPr>
          <a:xfrm>
            <a:off x="361889" y="5504097"/>
            <a:ext cx="5590236" cy="62674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MGMT(Visibility)</a:t>
            </a:r>
          </a:p>
        </p:txBody>
      </p:sp>
      <p:cxnSp>
        <p:nvCxnSpPr>
          <p:cNvPr id="59" name="Прямая соединительная линия 49">
            <a:extLst>
              <a:ext uri="{FF2B5EF4-FFF2-40B4-BE49-F238E27FC236}">
                <a16:creationId xmlns:a16="http://schemas.microsoft.com/office/drawing/2014/main" id="{5D6021AF-6F64-4ED8-9606-FEC2A8D5AE5D}"/>
              </a:ext>
            </a:extLst>
          </p:cNvPr>
          <p:cNvCxnSpPr>
            <a:cxnSpLocks/>
            <a:stCxn id="107" idx="1"/>
          </p:cNvCxnSpPr>
          <p:nvPr/>
        </p:nvCxnSpPr>
        <p:spPr>
          <a:xfrm flipH="1">
            <a:off x="3446536" y="1637897"/>
            <a:ext cx="486758" cy="165011"/>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60" name="TextBox 59">
            <a:extLst>
              <a:ext uri="{FF2B5EF4-FFF2-40B4-BE49-F238E27FC236}">
                <a16:creationId xmlns:a16="http://schemas.microsoft.com/office/drawing/2014/main" id="{24AB4FFD-0C3F-4C30-A082-65FCFF0A8670}"/>
              </a:ext>
            </a:extLst>
          </p:cNvPr>
          <p:cNvSpPr txBox="1"/>
          <p:nvPr/>
        </p:nvSpPr>
        <p:spPr>
          <a:xfrm>
            <a:off x="8971464" y="6630840"/>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36455263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calcmode="lin" valueType="num">
                                      <p:cBhvr>
                                        <p:cTn id="7" dur="25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8"/>
                                        </p:tgtEl>
                                        <p:attrNameLst>
                                          <p:attrName>ppt_y</p:attrName>
                                        </p:attrNameLst>
                                      </p:cBhvr>
                                      <p:tavLst>
                                        <p:tav tm="0">
                                          <p:val>
                                            <p:strVal val="#ppt_y"/>
                                          </p:val>
                                        </p:tav>
                                        <p:tav tm="100000">
                                          <p:val>
                                            <p:strVal val="#ppt_y"/>
                                          </p:val>
                                        </p:tav>
                                      </p:tavLst>
                                    </p:anim>
                                    <p:anim calcmode="lin" valueType="num">
                                      <p:cBhvr>
                                        <p:cTn id="9" dur="25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8"/>
                                        </p:tgtEl>
                                      </p:cBhvr>
                                    </p:animEffect>
                                  </p:childTnLst>
                                </p:cTn>
                              </p:par>
                            </p:childTnLst>
                          </p:cTn>
                        </p:par>
                        <p:par>
                          <p:cTn id="12" fill="hold" nodeType="afterGroup">
                            <p:stCondLst>
                              <p:cond delay="725"/>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350"/>
                                        <p:tgtEl>
                                          <p:spTgt spid="7"/>
                                        </p:tgtEl>
                                      </p:cBhvr>
                                    </p:animEffect>
                                  </p:childTnLst>
                                </p:cTn>
                              </p:par>
                            </p:childTnLst>
                          </p:cTn>
                        </p:par>
                        <p:par>
                          <p:cTn id="16" fill="hold" nodeType="afterGroup">
                            <p:stCondLst>
                              <p:cond delay="1075"/>
                            </p:stCondLst>
                            <p:childTnLst>
                              <p:par>
                                <p:cTn id="17" presetID="22" presetClass="entr" presetSubtype="1"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400"/>
                                        <p:tgtEl>
                                          <p:spTgt spid="10"/>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400"/>
                                        <p:tgtEl>
                                          <p:spTgt spid="2"/>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400"/>
                                        <p:tgtEl>
                                          <p:spTgt spid="3"/>
                                        </p:tgtEl>
                                      </p:cBhvr>
                                    </p:animEffect>
                                  </p:childTnLst>
                                </p:cTn>
                              </p:par>
                            </p:childTnLst>
                          </p:cTn>
                        </p:par>
                        <p:par>
                          <p:cTn id="26" fill="hold" nodeType="afterGroup">
                            <p:stCondLst>
                              <p:cond delay="1475"/>
                            </p:stCondLst>
                            <p:childTnLst>
                              <p:par>
                                <p:cTn id="27" presetID="22" presetClass="entr" presetSubtype="1"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up)">
                                      <p:cBhvr>
                                        <p:cTn id="29" dur="350"/>
                                        <p:tgtEl>
                                          <p:spTgt spid="15"/>
                                        </p:tgtEl>
                                      </p:cBhvr>
                                    </p:animEffect>
                                  </p:childTnLst>
                                </p:cTn>
                              </p:par>
                            </p:childTnLst>
                          </p:cTn>
                        </p:par>
                        <p:par>
                          <p:cTn id="30" fill="hold" nodeType="afterGroup">
                            <p:stCondLst>
                              <p:cond delay="1825"/>
                            </p:stCondLst>
                            <p:childTnLst>
                              <p:par>
                                <p:cTn id="31" presetID="22" presetClass="entr" presetSubtype="1"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up)">
                                      <p:cBhvr>
                                        <p:cTn id="33" dur="400"/>
                                        <p:tgtEl>
                                          <p:spTgt spid="13"/>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up)">
                                      <p:cBhvr>
                                        <p:cTn id="36" dur="400"/>
                                        <p:tgtEl>
                                          <p:spTgt spid="1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400"/>
                                        <p:tgtEl>
                                          <p:spTgt spid="18"/>
                                        </p:tgtEl>
                                      </p:cBhvr>
                                    </p:animEffect>
                                  </p:childTnLst>
                                </p:cTn>
                              </p:par>
                            </p:childTnLst>
                          </p:cTn>
                        </p:par>
                        <p:par>
                          <p:cTn id="40" fill="hold" nodeType="afterGroup">
                            <p:stCondLst>
                              <p:cond delay="2225"/>
                            </p:stCondLst>
                            <p:childTnLst>
                              <p:par>
                                <p:cTn id="41" presetID="22" presetClass="entr" presetSubtype="1"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up)">
                                      <p:cBhvr>
                                        <p:cTn id="43" dur="350"/>
                                        <p:tgtEl>
                                          <p:spTgt spid="20"/>
                                        </p:tgtEl>
                                      </p:cBhvr>
                                    </p:animEffect>
                                  </p:childTnLst>
                                </p:cTn>
                              </p:par>
                            </p:childTnLst>
                          </p:cTn>
                        </p:par>
                        <p:par>
                          <p:cTn id="44" fill="hold" nodeType="afterGroup">
                            <p:stCondLst>
                              <p:cond delay="2575"/>
                            </p:stCondLst>
                            <p:childTnLst>
                              <p:par>
                                <p:cTn id="45" presetID="22" presetClass="entr" presetSubtype="1"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up)">
                                      <p:cBhvr>
                                        <p:cTn id="47" dur="400"/>
                                        <p:tgtEl>
                                          <p:spTgt spid="14"/>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up)">
                                      <p:cBhvr>
                                        <p:cTn id="50" dur="400"/>
                                        <p:tgtEl>
                                          <p:spTgt spid="21"/>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up)">
                                      <p:cBhvr>
                                        <p:cTn id="53"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P spid="2" grpId="0"/>
      <p:bldP spid="3" grpId="0"/>
      <p:bldP spid="13" grpId="0" animBg="1"/>
      <p:bldP spid="14" grpId="0" animBg="1"/>
      <p:bldP spid="17" grpId="0"/>
      <p:bldP spid="18" grpId="0"/>
      <p:bldP spid="21"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id="{985D5719-4BB0-4CC6-A1D6-94DB4BE1ED2F}"/>
              </a:ext>
            </a:extLst>
          </p:cNvPr>
          <p:cNvSpPr/>
          <p:nvPr/>
        </p:nvSpPr>
        <p:spPr>
          <a:xfrm>
            <a:off x="0" y="0"/>
            <a:ext cx="12192000" cy="6858000"/>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2" name="TextBox 11">
            <a:extLst>
              <a:ext uri="{FF2B5EF4-FFF2-40B4-BE49-F238E27FC236}">
                <a16:creationId xmlns:a16="http://schemas.microsoft.com/office/drawing/2014/main" id="{2E5534F4-A310-451B-86DE-FB057F905464}"/>
              </a:ext>
            </a:extLst>
          </p:cNvPr>
          <p:cNvSpPr txBox="1">
            <a:spLocks noChangeArrowheads="1"/>
          </p:cNvSpPr>
          <p:nvPr/>
        </p:nvSpPr>
        <p:spPr bwMode="auto">
          <a:xfrm>
            <a:off x="1113183" y="34727"/>
            <a:ext cx="784102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000" dirty="0">
                <a:solidFill>
                  <a:srgbClr val="C00000"/>
                </a:solidFill>
                <a:latin typeface="Raleway ExtraBold" panose="020B0903030101060003" pitchFamily="34" charset="0"/>
              </a:rPr>
              <a:t>/</a:t>
            </a:r>
            <a:r>
              <a:rPr lang="en-US" altLang="ru-RU" sz="4000" dirty="0">
                <a:solidFill>
                  <a:schemeClr val="bg1"/>
                </a:solidFill>
                <a:latin typeface="Raleway ExtraBold" panose="020B0903030101060003" pitchFamily="34" charset="0"/>
              </a:rPr>
              <a:t>Apps/batch/transform</a:t>
            </a:r>
            <a:endParaRPr lang="en-US" altLang="ru-RU" sz="1400" dirty="0">
              <a:solidFill>
                <a:schemeClr val="bg1"/>
              </a:solidFill>
              <a:latin typeface="Raleway ExtraBold" panose="020B0903030101060003" pitchFamily="34" charset="0"/>
            </a:endParaRPr>
          </a:p>
          <a:p>
            <a:pPr algn="ctr" eaLnBrk="1" hangingPunct="1">
              <a:lnSpc>
                <a:spcPct val="100000"/>
              </a:lnSpc>
              <a:spcBef>
                <a:spcPct val="0"/>
              </a:spcBef>
              <a:buFontTx/>
              <a:buNone/>
            </a:pPr>
            <a:endParaRPr lang="en-US" altLang="ru-RU" sz="1400" dirty="0">
              <a:solidFill>
                <a:schemeClr val="bg1"/>
              </a:solidFill>
              <a:latin typeface="Raleway ExtraBold" panose="020B0903030101060003" pitchFamily="34" charset="0"/>
            </a:endParaRPr>
          </a:p>
        </p:txBody>
      </p:sp>
      <p:sp>
        <p:nvSpPr>
          <p:cNvPr id="13" name="Прямоугольник 12">
            <a:extLst>
              <a:ext uri="{FF2B5EF4-FFF2-40B4-BE49-F238E27FC236}">
                <a16:creationId xmlns:a16="http://schemas.microsoft.com/office/drawing/2014/main" id="{F4E750B9-43D3-4F0E-8193-AC9D9CD85B96}"/>
              </a:ext>
            </a:extLst>
          </p:cNvPr>
          <p:cNvSpPr/>
          <p:nvPr/>
        </p:nvSpPr>
        <p:spPr>
          <a:xfrm>
            <a:off x="1427163" y="1246386"/>
            <a:ext cx="9334500" cy="476250"/>
          </a:xfrm>
          <a:prstGeom prst="rect">
            <a:avLst/>
          </a:prstGeom>
        </p:spPr>
        <p:txBody>
          <a:bodyPr>
            <a:spAutoFit/>
          </a:bodyPr>
          <a:lstStyle/>
          <a:p>
            <a:pPr algn="ctr" eaLnBrk="1" fontAlgn="auto" hangingPunct="1">
              <a:lnSpc>
                <a:spcPts val="3600"/>
              </a:lnSpc>
              <a:spcBef>
                <a:spcPts val="0"/>
              </a:spcBef>
              <a:spcAft>
                <a:spcPts val="0"/>
              </a:spcAft>
              <a:defRPr/>
            </a:pPr>
            <a:r>
              <a:rPr lang="en-US" sz="1200" kern="0" spc="50" dirty="0">
                <a:solidFill>
                  <a:schemeClr val="bg1">
                    <a:lumMod val="75000"/>
                  </a:schemeClr>
                </a:solidFill>
                <a:latin typeface="Raleway ExtraBold" panose="020B0903030101060003" pitchFamily="34" charset="-52"/>
                <a:ea typeface="Karla" pitchFamily="2" charset="0"/>
                <a:cs typeface="Poppins" panose="02000000000000000000" pitchFamily="2" charset="0"/>
              </a:rPr>
              <a:t>MAIN STEP OF PROCESS</a:t>
            </a:r>
            <a:endParaRPr lang="en-US" sz="1200" spc="50" dirty="0">
              <a:solidFill>
                <a:schemeClr val="bg1">
                  <a:lumMod val="75000"/>
                </a:schemeClr>
              </a:solidFill>
              <a:latin typeface="Raleway ExtraBold" panose="020B0903030101060003" pitchFamily="34" charset="-52"/>
            </a:endParaRPr>
          </a:p>
        </p:txBody>
      </p:sp>
      <p:sp>
        <p:nvSpPr>
          <p:cNvPr id="15" name="Овал 14">
            <a:extLst>
              <a:ext uri="{FF2B5EF4-FFF2-40B4-BE49-F238E27FC236}">
                <a16:creationId xmlns:a16="http://schemas.microsoft.com/office/drawing/2014/main" id="{38F7FEE6-25C4-4EA0-94B0-48C32E84CC51}"/>
              </a:ext>
            </a:extLst>
          </p:cNvPr>
          <p:cNvSpPr/>
          <p:nvPr/>
        </p:nvSpPr>
        <p:spPr>
          <a:xfrm>
            <a:off x="5638800" y="2368550"/>
            <a:ext cx="914400" cy="9144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6" name="Прямоугольник 15">
            <a:extLst>
              <a:ext uri="{FF2B5EF4-FFF2-40B4-BE49-F238E27FC236}">
                <a16:creationId xmlns:a16="http://schemas.microsoft.com/office/drawing/2014/main" id="{F51CB93F-C32B-4C4F-ABDC-76DB7A151C16}"/>
              </a:ext>
            </a:extLst>
          </p:cNvPr>
          <p:cNvSpPr>
            <a:spLocks noChangeArrowheads="1"/>
          </p:cNvSpPr>
          <p:nvPr/>
        </p:nvSpPr>
        <p:spPr bwMode="auto">
          <a:xfrm>
            <a:off x="5868988" y="2568575"/>
            <a:ext cx="469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17" name="Подзаголовок 2">
            <a:extLst>
              <a:ext uri="{FF2B5EF4-FFF2-40B4-BE49-F238E27FC236}">
                <a16:creationId xmlns:a16="http://schemas.microsoft.com/office/drawing/2014/main" id="{10A5BE40-A9B2-4464-9D50-A634058C018B}"/>
              </a:ext>
            </a:extLst>
          </p:cNvPr>
          <p:cNvSpPr txBox="1">
            <a:spLocks/>
          </p:cNvSpPr>
          <p:nvPr/>
        </p:nvSpPr>
        <p:spPr bwMode="auto">
          <a:xfrm>
            <a:off x="2689225" y="2368550"/>
            <a:ext cx="255587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1400" dirty="0">
                <a:solidFill>
                  <a:schemeClr val="bg1"/>
                </a:solidFill>
                <a:latin typeface="Raleway Heavy" pitchFamily="34" charset="0"/>
              </a:rPr>
              <a:t>CLUSTER PROVISIONING</a:t>
            </a:r>
          </a:p>
        </p:txBody>
      </p:sp>
      <p:grpSp>
        <p:nvGrpSpPr>
          <p:cNvPr id="20" name="Группа 19">
            <a:extLst>
              <a:ext uri="{FF2B5EF4-FFF2-40B4-BE49-F238E27FC236}">
                <a16:creationId xmlns:a16="http://schemas.microsoft.com/office/drawing/2014/main" id="{0F172601-B2F0-4C80-BB05-19FDF8EE67B6}"/>
              </a:ext>
            </a:extLst>
          </p:cNvPr>
          <p:cNvGrpSpPr>
            <a:grpSpLocks/>
          </p:cNvGrpSpPr>
          <p:nvPr/>
        </p:nvGrpSpPr>
        <p:grpSpPr bwMode="auto">
          <a:xfrm>
            <a:off x="2798763" y="2717800"/>
            <a:ext cx="1100137" cy="309563"/>
            <a:chOff x="2918410" y="2721049"/>
            <a:chExt cx="1100138" cy="310215"/>
          </a:xfrm>
        </p:grpSpPr>
        <p:sp>
          <p:nvSpPr>
            <p:cNvPr id="18" name="Прямоугольник 17">
              <a:extLst>
                <a:ext uri="{FF2B5EF4-FFF2-40B4-BE49-F238E27FC236}">
                  <a16:creationId xmlns:a16="http://schemas.microsoft.com/office/drawing/2014/main" id="{6ABF7590-E7FE-4C0F-A356-8FF47E059A15}"/>
                </a:ext>
              </a:extLst>
            </p:cNvPr>
            <p:cNvSpPr/>
            <p:nvPr/>
          </p:nvSpPr>
          <p:spPr>
            <a:xfrm>
              <a:off x="2918410" y="2795819"/>
              <a:ext cx="1100138" cy="235445"/>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9" name="Прямоугольник 18">
              <a:extLst>
                <a:ext uri="{FF2B5EF4-FFF2-40B4-BE49-F238E27FC236}">
                  <a16:creationId xmlns:a16="http://schemas.microsoft.com/office/drawing/2014/main" id="{D172695A-02FC-436D-951D-71B68F7442AD}"/>
                </a:ext>
              </a:extLst>
            </p:cNvPr>
            <p:cNvSpPr/>
            <p:nvPr/>
          </p:nvSpPr>
          <p:spPr>
            <a:xfrm>
              <a:off x="3083510" y="2721049"/>
              <a:ext cx="784226" cy="310215"/>
            </a:xfrm>
            <a:prstGeom prst="rect">
              <a:avLst/>
            </a:prstGeom>
          </p:spPr>
          <p:txBody>
            <a:bodyPr wrap="none">
              <a:spAutoFit/>
            </a:bodyPr>
            <a:lstStyle/>
            <a:p>
              <a:pPr algn="ctr" eaLnBrk="1" fontAlgn="auto" hangingPunct="1">
                <a:lnSpc>
                  <a:spcPts val="2000"/>
                </a:lnSpc>
                <a:spcBef>
                  <a:spcPts val="0"/>
                </a:spcBef>
                <a:spcAft>
                  <a:spcPts val="0"/>
                </a:spcAft>
                <a:defRPr/>
              </a:pPr>
              <a:r>
                <a:rPr lang="en-US" sz="800" spc="100" dirty="0">
                  <a:solidFill>
                    <a:schemeClr val="bg1"/>
                  </a:solidFill>
                  <a:latin typeface="+mn-lt"/>
                  <a:cs typeface="Poppins" panose="02000000000000000000" pitchFamily="2" charset="0"/>
                </a:rPr>
                <a:t>STEP ONE</a:t>
              </a:r>
              <a:endParaRPr lang="en-US" sz="800" dirty="0">
                <a:solidFill>
                  <a:schemeClr val="bg1"/>
                </a:solidFill>
                <a:latin typeface="Montserrat" panose="02000505000000020004" pitchFamily="2" charset="0"/>
                <a:cs typeface="Poppins" panose="02000000000000000000" pitchFamily="2" charset="0"/>
              </a:endParaRPr>
            </a:p>
          </p:txBody>
        </p:sp>
      </p:grpSp>
      <p:sp>
        <p:nvSpPr>
          <p:cNvPr id="21" name="Подзаголовок 2">
            <a:extLst>
              <a:ext uri="{FF2B5EF4-FFF2-40B4-BE49-F238E27FC236}">
                <a16:creationId xmlns:a16="http://schemas.microsoft.com/office/drawing/2014/main" id="{91C94059-DD1A-4161-8A5D-93F75F1E08AC}"/>
              </a:ext>
            </a:extLst>
          </p:cNvPr>
          <p:cNvSpPr txBox="1">
            <a:spLocks/>
          </p:cNvSpPr>
          <p:nvPr/>
        </p:nvSpPr>
        <p:spPr>
          <a:xfrm>
            <a:off x="2689225" y="3222625"/>
            <a:ext cx="2725738"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ts val="2000"/>
              </a:lnSpc>
              <a:spcBef>
                <a:spcPts val="1200"/>
              </a:spcBef>
              <a:spcAft>
                <a:spcPts val="0"/>
              </a:spcAft>
              <a:buFont typeface="Arial" panose="020B0604020202020204" pitchFamily="34" charset="0"/>
              <a:buNone/>
              <a:defRPr/>
            </a:pPr>
            <a:r>
              <a:rPr lang="en-US" sz="1050" kern="0" dirty="0">
                <a:solidFill>
                  <a:schemeClr val="bg1"/>
                </a:solidFill>
                <a:latin typeface="Raleway Medium" panose="020B0003030101060003" pitchFamily="34" charset="0"/>
                <a:cs typeface="Poppins" panose="02000000000000000000" pitchFamily="2" charset="0"/>
              </a:rPr>
              <a:t>Provision cluster with best practices of storage/ compute / network /security</a:t>
            </a:r>
            <a:endParaRPr lang="en-US" sz="1050" dirty="0">
              <a:solidFill>
                <a:schemeClr val="bg1"/>
              </a:solidFill>
              <a:latin typeface="Poppins" panose="02000000000000000000" pitchFamily="2" charset="0"/>
              <a:cs typeface="Poppins" panose="02000000000000000000" pitchFamily="2" charset="0"/>
            </a:endParaRPr>
          </a:p>
        </p:txBody>
      </p:sp>
      <p:cxnSp>
        <p:nvCxnSpPr>
          <p:cNvPr id="22" name="Прямая соединительная линия 21">
            <a:extLst>
              <a:ext uri="{FF2B5EF4-FFF2-40B4-BE49-F238E27FC236}">
                <a16:creationId xmlns:a16="http://schemas.microsoft.com/office/drawing/2014/main" id="{D3C9B49C-DE15-4884-91D6-5EBDCD899C40}"/>
              </a:ext>
            </a:extLst>
          </p:cNvPr>
          <p:cNvCxnSpPr/>
          <p:nvPr/>
        </p:nvCxnSpPr>
        <p:spPr>
          <a:xfrm flipV="1">
            <a:off x="6094413" y="3556000"/>
            <a:ext cx="0" cy="711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Овал 22">
            <a:extLst>
              <a:ext uri="{FF2B5EF4-FFF2-40B4-BE49-F238E27FC236}">
                <a16:creationId xmlns:a16="http://schemas.microsoft.com/office/drawing/2014/main" id="{04ECE23E-5CC4-447D-A8C0-A6BCBEE3282D}"/>
              </a:ext>
            </a:extLst>
          </p:cNvPr>
          <p:cNvSpPr/>
          <p:nvPr/>
        </p:nvSpPr>
        <p:spPr>
          <a:xfrm>
            <a:off x="5638800" y="4541838"/>
            <a:ext cx="914400" cy="9144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4" name="Прямоугольник 23">
            <a:extLst>
              <a:ext uri="{FF2B5EF4-FFF2-40B4-BE49-F238E27FC236}">
                <a16:creationId xmlns:a16="http://schemas.microsoft.com/office/drawing/2014/main" id="{ED454FEB-87CD-4A99-90F2-C40FFFE2F946}"/>
              </a:ext>
            </a:extLst>
          </p:cNvPr>
          <p:cNvSpPr>
            <a:spLocks noChangeArrowheads="1"/>
          </p:cNvSpPr>
          <p:nvPr/>
        </p:nvSpPr>
        <p:spPr bwMode="auto">
          <a:xfrm>
            <a:off x="5868988" y="4765675"/>
            <a:ext cx="469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25" name="Подзаголовок 2">
            <a:extLst>
              <a:ext uri="{FF2B5EF4-FFF2-40B4-BE49-F238E27FC236}">
                <a16:creationId xmlns:a16="http://schemas.microsoft.com/office/drawing/2014/main" id="{D65C0770-C30F-4F07-9B87-BA16FB34D8EE}"/>
              </a:ext>
            </a:extLst>
          </p:cNvPr>
          <p:cNvSpPr txBox="1">
            <a:spLocks/>
          </p:cNvSpPr>
          <p:nvPr/>
        </p:nvSpPr>
        <p:spPr bwMode="auto">
          <a:xfrm>
            <a:off x="7016750" y="4541838"/>
            <a:ext cx="255587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1400" dirty="0">
                <a:solidFill>
                  <a:schemeClr val="bg1"/>
                </a:solidFill>
                <a:latin typeface="Raleway Heavy" pitchFamily="34" charset="0"/>
              </a:rPr>
              <a:t>AUTOMATION ENGINE</a:t>
            </a:r>
          </a:p>
        </p:txBody>
      </p:sp>
      <p:grpSp>
        <p:nvGrpSpPr>
          <p:cNvPr id="26" name="Группа 25">
            <a:extLst>
              <a:ext uri="{FF2B5EF4-FFF2-40B4-BE49-F238E27FC236}">
                <a16:creationId xmlns:a16="http://schemas.microsoft.com/office/drawing/2014/main" id="{38F5A684-342A-4C7A-AE8C-2FE13CD12185}"/>
              </a:ext>
            </a:extLst>
          </p:cNvPr>
          <p:cNvGrpSpPr>
            <a:grpSpLocks/>
          </p:cNvGrpSpPr>
          <p:nvPr/>
        </p:nvGrpSpPr>
        <p:grpSpPr bwMode="auto">
          <a:xfrm>
            <a:off x="7124700" y="4891088"/>
            <a:ext cx="1100138" cy="309562"/>
            <a:chOff x="2918410" y="2721049"/>
            <a:chExt cx="1100138" cy="310215"/>
          </a:xfrm>
        </p:grpSpPr>
        <p:sp>
          <p:nvSpPr>
            <p:cNvPr id="27" name="Прямоугольник 26">
              <a:extLst>
                <a:ext uri="{FF2B5EF4-FFF2-40B4-BE49-F238E27FC236}">
                  <a16:creationId xmlns:a16="http://schemas.microsoft.com/office/drawing/2014/main" id="{516A6D61-E009-4FC8-B9E7-29A4866325DD}"/>
                </a:ext>
              </a:extLst>
            </p:cNvPr>
            <p:cNvSpPr/>
            <p:nvPr/>
          </p:nvSpPr>
          <p:spPr>
            <a:xfrm>
              <a:off x="2918410" y="2795818"/>
              <a:ext cx="1100138" cy="235446"/>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8" name="Прямоугольник 27">
              <a:extLst>
                <a:ext uri="{FF2B5EF4-FFF2-40B4-BE49-F238E27FC236}">
                  <a16:creationId xmlns:a16="http://schemas.microsoft.com/office/drawing/2014/main" id="{EC9678DF-F6BF-43A8-9E70-891DA23B8BFE}"/>
                </a:ext>
              </a:extLst>
            </p:cNvPr>
            <p:cNvSpPr/>
            <p:nvPr/>
          </p:nvSpPr>
          <p:spPr>
            <a:xfrm>
              <a:off x="3067635" y="2721049"/>
              <a:ext cx="815975" cy="310215"/>
            </a:xfrm>
            <a:prstGeom prst="rect">
              <a:avLst/>
            </a:prstGeom>
          </p:spPr>
          <p:txBody>
            <a:bodyPr wrap="none">
              <a:spAutoFit/>
            </a:bodyPr>
            <a:lstStyle/>
            <a:p>
              <a:pPr algn="ctr" eaLnBrk="1" fontAlgn="auto" hangingPunct="1">
                <a:lnSpc>
                  <a:spcPts val="2000"/>
                </a:lnSpc>
                <a:spcBef>
                  <a:spcPts val="0"/>
                </a:spcBef>
                <a:spcAft>
                  <a:spcPts val="0"/>
                </a:spcAft>
                <a:defRPr/>
              </a:pPr>
              <a:r>
                <a:rPr lang="en-US" sz="800" spc="100" dirty="0">
                  <a:solidFill>
                    <a:schemeClr val="bg1"/>
                  </a:solidFill>
                  <a:latin typeface="+mn-lt"/>
                  <a:cs typeface="Poppins" panose="02000000000000000000" pitchFamily="2" charset="0"/>
                </a:rPr>
                <a:t>STEP TWO</a:t>
              </a:r>
              <a:endParaRPr lang="en-US" sz="800" dirty="0">
                <a:solidFill>
                  <a:schemeClr val="bg1"/>
                </a:solidFill>
                <a:latin typeface="Montserrat" panose="02000505000000020004" pitchFamily="2" charset="0"/>
                <a:cs typeface="Poppins" panose="02000000000000000000" pitchFamily="2" charset="0"/>
              </a:endParaRPr>
            </a:p>
          </p:txBody>
        </p:sp>
      </p:grpSp>
      <p:sp>
        <p:nvSpPr>
          <p:cNvPr id="29" name="Подзаголовок 2">
            <a:extLst>
              <a:ext uri="{FF2B5EF4-FFF2-40B4-BE49-F238E27FC236}">
                <a16:creationId xmlns:a16="http://schemas.microsoft.com/office/drawing/2014/main" id="{60567640-1BDC-4DB2-8E66-2B0F99D0F6C6}"/>
              </a:ext>
            </a:extLst>
          </p:cNvPr>
          <p:cNvSpPr txBox="1">
            <a:spLocks/>
          </p:cNvSpPr>
          <p:nvPr/>
        </p:nvSpPr>
        <p:spPr>
          <a:xfrm>
            <a:off x="7016750" y="5395913"/>
            <a:ext cx="2724150" cy="11541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ts val="2000"/>
              </a:lnSpc>
              <a:spcBef>
                <a:spcPts val="1200"/>
              </a:spcBef>
              <a:spcAft>
                <a:spcPts val="0"/>
              </a:spcAft>
              <a:buFont typeface="Arial" panose="020B0604020202020204" pitchFamily="34" charset="0"/>
              <a:buNone/>
              <a:defRPr/>
            </a:pPr>
            <a:r>
              <a:rPr lang="en-US" sz="1050" kern="0" dirty="0">
                <a:solidFill>
                  <a:schemeClr val="bg1"/>
                </a:solidFill>
                <a:latin typeface="Raleway Medium" panose="020B0003030101060003" pitchFamily="34" charset="0"/>
                <a:ea typeface="Karla" pitchFamily="2" charset="0"/>
                <a:cs typeface="Poppins" panose="02000000000000000000" pitchFamily="2" charset="0"/>
              </a:rPr>
              <a:t>Setup elastic automation engine into the cluster</a:t>
            </a:r>
            <a:endParaRPr lang="en-US" sz="1050" dirty="0">
              <a:solidFill>
                <a:schemeClr val="bg1"/>
              </a:solidFill>
              <a:latin typeface="Poppins" panose="02000000000000000000" pitchFamily="2" charset="0"/>
              <a:cs typeface="Poppins" panose="02000000000000000000" pitchFamily="2" charset="0"/>
            </a:endParaRPr>
          </a:p>
        </p:txBody>
      </p:sp>
      <p:cxnSp>
        <p:nvCxnSpPr>
          <p:cNvPr id="30" name="Прямая соединительная линия 29">
            <a:extLst>
              <a:ext uri="{FF2B5EF4-FFF2-40B4-BE49-F238E27FC236}">
                <a16:creationId xmlns:a16="http://schemas.microsoft.com/office/drawing/2014/main" id="{0A72C610-2DAB-42E7-8A60-44CBEB73C50F}"/>
              </a:ext>
            </a:extLst>
          </p:cNvPr>
          <p:cNvCxnSpPr>
            <a:stCxn id="10" idx="2"/>
          </p:cNvCxnSpPr>
          <p:nvPr/>
        </p:nvCxnSpPr>
        <p:spPr>
          <a:xfrm flipH="1" flipV="1">
            <a:off x="6094413" y="5707063"/>
            <a:ext cx="1587" cy="115093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1457" name="Группа 30">
            <a:extLst>
              <a:ext uri="{FF2B5EF4-FFF2-40B4-BE49-F238E27FC236}">
                <a16:creationId xmlns:a16="http://schemas.microsoft.com/office/drawing/2014/main" id="{9B9A3229-1D92-4757-BE40-784AF6C133D8}"/>
              </a:ext>
            </a:extLst>
          </p:cNvPr>
          <p:cNvGrpSpPr>
            <a:grpSpLocks/>
          </p:cNvGrpSpPr>
          <p:nvPr/>
        </p:nvGrpSpPr>
        <p:grpSpPr bwMode="auto">
          <a:xfrm>
            <a:off x="296863" y="363538"/>
            <a:ext cx="241300" cy="165100"/>
            <a:chOff x="11345779" y="324853"/>
            <a:chExt cx="240632" cy="165462"/>
          </a:xfrm>
        </p:grpSpPr>
        <p:cxnSp>
          <p:nvCxnSpPr>
            <p:cNvPr id="32" name="Прямая соединительная линия 31">
              <a:extLst>
                <a:ext uri="{FF2B5EF4-FFF2-40B4-BE49-F238E27FC236}">
                  <a16:creationId xmlns:a16="http://schemas.microsoft.com/office/drawing/2014/main" id="{7C2618C0-0709-4031-A719-ACE6CD8C25D2}"/>
                </a:ext>
              </a:extLst>
            </p:cNvPr>
            <p:cNvCxnSpPr/>
            <p:nvPr/>
          </p:nvCxnSpPr>
          <p:spPr>
            <a:xfrm>
              <a:off x="11345779" y="324853"/>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4671D3D1-C090-49EF-8450-9F7703C0993F}"/>
                </a:ext>
              </a:extLst>
            </p:cNvPr>
            <p:cNvCxnSpPr/>
            <p:nvPr/>
          </p:nvCxnSpPr>
          <p:spPr>
            <a:xfrm>
              <a:off x="11345779" y="407584"/>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C029FF5A-F407-43AC-9BB4-791EED097B8C}"/>
                </a:ext>
              </a:extLst>
            </p:cNvPr>
            <p:cNvCxnSpPr/>
            <p:nvPr/>
          </p:nvCxnSpPr>
          <p:spPr>
            <a:xfrm>
              <a:off x="11345779" y="490315"/>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61458" name="Рисунок 34">
            <a:extLst>
              <a:ext uri="{FF2B5EF4-FFF2-40B4-BE49-F238E27FC236}">
                <a16:creationId xmlns:a16="http://schemas.microsoft.com/office/drawing/2014/main" id="{F72B07BE-679C-48AF-AA88-20DB7DB234D1}"/>
              </a:ext>
            </a:extLst>
          </p:cNvPr>
          <p:cNvPicPr>
            <a:picLocks noChangeAspect="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667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30">
            <a:extLst>
              <a:ext uri="{FF2B5EF4-FFF2-40B4-BE49-F238E27FC236}">
                <a16:creationId xmlns:a16="http://schemas.microsoft.com/office/drawing/2014/main" id="{24AB4FFD-0C3F-4C30-A082-65FCFF0A8670}"/>
              </a:ext>
            </a:extLst>
          </p:cNvPr>
          <p:cNvSpPr txBox="1"/>
          <p:nvPr/>
        </p:nvSpPr>
        <p:spPr>
          <a:xfrm>
            <a:off x="8954212" y="6622205"/>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extLst>
      <p:ext uri="{BB962C8B-B14F-4D97-AF65-F5344CB8AC3E}">
        <p14:creationId xmlns:p14="http://schemas.microsoft.com/office/powerpoint/2010/main" val="3002671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400"/>
                                        <p:tgtEl>
                                          <p:spTgt spid="12"/>
                                        </p:tgtEl>
                                      </p:cBhvr>
                                    </p:animEffect>
                                  </p:childTnLst>
                                </p:cTn>
                              </p:par>
                            </p:childTnLst>
                          </p:cTn>
                        </p:par>
                        <p:par>
                          <p:cTn id="8" fill="hold" nodeType="afterGroup">
                            <p:stCondLst>
                              <p:cond delay="400"/>
                            </p:stCondLst>
                            <p:childTnLst>
                              <p:par>
                                <p:cTn id="9" presetID="22" presetClass="entr" presetSubtype="1"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400"/>
                                        <p:tgtEl>
                                          <p:spTgt spid="13"/>
                                        </p:tgtEl>
                                      </p:cBhvr>
                                    </p:animEffect>
                                  </p:childTnLst>
                                </p:cTn>
                              </p:par>
                            </p:childTnLst>
                          </p:cTn>
                        </p:par>
                        <p:par>
                          <p:cTn id="12" fill="hold" nodeType="afterGroup">
                            <p:stCondLst>
                              <p:cond delay="800"/>
                            </p:stCondLst>
                            <p:childTnLst>
                              <p:par>
                                <p:cTn id="13" presetID="21" presetClass="entr" presetSubtype="1"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heel(1)">
                                      <p:cBhvr>
                                        <p:cTn id="15" dur="500"/>
                                        <p:tgtEl>
                                          <p:spTgt spid="15"/>
                                        </p:tgtEl>
                                      </p:cBhvr>
                                    </p:animEffect>
                                  </p:childTnLst>
                                </p:cTn>
                              </p:par>
                            </p:childTnLst>
                          </p:cTn>
                        </p:par>
                        <p:par>
                          <p:cTn id="16" fill="hold" nodeType="afterGroup">
                            <p:stCondLst>
                              <p:cond delay="1300"/>
                            </p:stCondLst>
                            <p:childTnLst>
                              <p:par>
                                <p:cTn id="17" presetID="22" presetClass="entr" presetSubtype="1"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up)">
                                      <p:cBhvr>
                                        <p:cTn id="19" dur="400"/>
                                        <p:tgtEl>
                                          <p:spTgt spid="16"/>
                                        </p:tgtEl>
                                      </p:cBhvr>
                                    </p:animEffect>
                                  </p:childTnLst>
                                </p:cTn>
                              </p:par>
                            </p:childTnLst>
                          </p:cTn>
                        </p:par>
                        <p:par>
                          <p:cTn id="20" fill="hold" nodeType="afterGroup">
                            <p:stCondLst>
                              <p:cond delay="1700"/>
                            </p:stCondLst>
                            <p:childTnLst>
                              <p:par>
                                <p:cTn id="21" presetID="22" presetClass="entr" presetSubtype="1"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up)">
                                      <p:cBhvr>
                                        <p:cTn id="23" dur="400"/>
                                        <p:tgtEl>
                                          <p:spTgt spid="17"/>
                                        </p:tgtEl>
                                      </p:cBhvr>
                                    </p:animEffect>
                                  </p:childTnLst>
                                </p:cTn>
                              </p:par>
                            </p:childTnLst>
                          </p:cTn>
                        </p:par>
                        <p:par>
                          <p:cTn id="24" fill="hold" nodeType="afterGroup">
                            <p:stCondLst>
                              <p:cond delay="2100"/>
                            </p:stCondLst>
                            <p:childTnLst>
                              <p:par>
                                <p:cTn id="25" presetID="22" presetClass="entr" presetSubtype="1"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up)">
                                      <p:cBhvr>
                                        <p:cTn id="27" dur="400"/>
                                        <p:tgtEl>
                                          <p:spTgt spid="20"/>
                                        </p:tgtEl>
                                      </p:cBhvr>
                                    </p:animEffect>
                                  </p:childTnLst>
                                </p:cTn>
                              </p:par>
                            </p:childTnLst>
                          </p:cTn>
                        </p:par>
                        <p:par>
                          <p:cTn id="28" fill="hold" nodeType="afterGroup">
                            <p:stCondLst>
                              <p:cond delay="2500"/>
                            </p:stCondLst>
                            <p:childTnLst>
                              <p:par>
                                <p:cTn id="29" presetID="22" presetClass="entr" presetSubtype="1"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up)">
                                      <p:cBhvr>
                                        <p:cTn id="31" dur="400"/>
                                        <p:tgtEl>
                                          <p:spTgt spid="21"/>
                                        </p:tgtEl>
                                      </p:cBhvr>
                                    </p:animEffect>
                                  </p:childTnLst>
                                </p:cTn>
                              </p:par>
                            </p:childTnLst>
                          </p:cTn>
                        </p:par>
                        <p:par>
                          <p:cTn id="32" fill="hold" nodeType="afterGroup">
                            <p:stCondLst>
                              <p:cond delay="2900"/>
                            </p:stCondLst>
                            <p:childTnLst>
                              <p:par>
                                <p:cTn id="33" presetID="22" presetClass="entr" presetSubtype="1"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up)">
                                      <p:cBhvr>
                                        <p:cTn id="35" dur="400"/>
                                        <p:tgtEl>
                                          <p:spTgt spid="22"/>
                                        </p:tgtEl>
                                      </p:cBhvr>
                                    </p:animEffect>
                                  </p:childTnLst>
                                </p:cTn>
                              </p:par>
                            </p:childTnLst>
                          </p:cTn>
                        </p:par>
                        <p:par>
                          <p:cTn id="36" fill="hold" nodeType="afterGroup">
                            <p:stCondLst>
                              <p:cond delay="3300"/>
                            </p:stCondLst>
                            <p:childTnLst>
                              <p:par>
                                <p:cTn id="37" presetID="21" presetClass="entr" presetSubtype="1"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heel(1)">
                                      <p:cBhvr>
                                        <p:cTn id="39" dur="500"/>
                                        <p:tgtEl>
                                          <p:spTgt spid="23"/>
                                        </p:tgtEl>
                                      </p:cBhvr>
                                    </p:animEffect>
                                  </p:childTnLst>
                                </p:cTn>
                              </p:par>
                            </p:childTnLst>
                          </p:cTn>
                        </p:par>
                        <p:par>
                          <p:cTn id="40" fill="hold" nodeType="afterGroup">
                            <p:stCondLst>
                              <p:cond delay="3800"/>
                            </p:stCondLst>
                            <p:childTnLst>
                              <p:par>
                                <p:cTn id="41" presetID="22" presetClass="entr" presetSubtype="1" fill="hold" grpId="0"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up)">
                                      <p:cBhvr>
                                        <p:cTn id="43" dur="400"/>
                                        <p:tgtEl>
                                          <p:spTgt spid="24"/>
                                        </p:tgtEl>
                                      </p:cBhvr>
                                    </p:animEffect>
                                  </p:childTnLst>
                                </p:cTn>
                              </p:par>
                            </p:childTnLst>
                          </p:cTn>
                        </p:par>
                        <p:par>
                          <p:cTn id="44" fill="hold" nodeType="afterGroup">
                            <p:stCondLst>
                              <p:cond delay="4200"/>
                            </p:stCondLst>
                            <p:childTnLst>
                              <p:par>
                                <p:cTn id="45" presetID="22" presetClass="entr" presetSubtype="1"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up)">
                                      <p:cBhvr>
                                        <p:cTn id="47" dur="400"/>
                                        <p:tgtEl>
                                          <p:spTgt spid="25"/>
                                        </p:tgtEl>
                                      </p:cBhvr>
                                    </p:animEffect>
                                  </p:childTnLst>
                                </p:cTn>
                              </p:par>
                            </p:childTnLst>
                          </p:cTn>
                        </p:par>
                        <p:par>
                          <p:cTn id="48" fill="hold" nodeType="afterGroup">
                            <p:stCondLst>
                              <p:cond delay="4600"/>
                            </p:stCondLst>
                            <p:childTnLst>
                              <p:par>
                                <p:cTn id="49" presetID="22" presetClass="entr" presetSubtype="1" fill="hold" nodeType="after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ipe(up)">
                                      <p:cBhvr>
                                        <p:cTn id="51" dur="400"/>
                                        <p:tgtEl>
                                          <p:spTgt spid="26"/>
                                        </p:tgtEl>
                                      </p:cBhvr>
                                    </p:animEffect>
                                  </p:childTnLst>
                                </p:cTn>
                              </p:par>
                            </p:childTnLst>
                          </p:cTn>
                        </p:par>
                        <p:par>
                          <p:cTn id="52" fill="hold" nodeType="afterGroup">
                            <p:stCondLst>
                              <p:cond delay="5000"/>
                            </p:stCondLst>
                            <p:childTnLst>
                              <p:par>
                                <p:cTn id="53" presetID="22" presetClass="entr" presetSubtype="1"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wipe(up)">
                                      <p:cBhvr>
                                        <p:cTn id="55" dur="400"/>
                                        <p:tgtEl>
                                          <p:spTgt spid="29"/>
                                        </p:tgtEl>
                                      </p:cBhvr>
                                    </p:animEffect>
                                  </p:childTnLst>
                                </p:cTn>
                              </p:par>
                            </p:childTnLst>
                          </p:cTn>
                        </p:par>
                        <p:par>
                          <p:cTn id="56" fill="hold" nodeType="afterGroup">
                            <p:stCondLst>
                              <p:cond delay="5400"/>
                            </p:stCondLst>
                            <p:childTnLst>
                              <p:par>
                                <p:cTn id="57" presetID="22" presetClass="entr" presetSubtype="1" fill="hold" nodeType="after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wipe(up)">
                                      <p:cBhvr>
                                        <p:cTn id="59"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animBg="1"/>
      <p:bldP spid="16" grpId="0"/>
      <p:bldP spid="17" grpId="0"/>
      <p:bldP spid="21" grpId="0"/>
      <p:bldP spid="23" grpId="0" animBg="1"/>
      <p:bldP spid="24" grpId="0"/>
      <p:bldP spid="25"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a:extLst>
              <a:ext uri="{FF2B5EF4-FFF2-40B4-BE49-F238E27FC236}">
                <a16:creationId xmlns:a16="http://schemas.microsoft.com/office/drawing/2014/main" id="{95466AF6-5FB0-4CA1-84B2-D698D9E421CE}"/>
              </a:ext>
            </a:extLst>
          </p:cNvPr>
          <p:cNvSpPr/>
          <p:nvPr/>
        </p:nvSpPr>
        <p:spPr>
          <a:xfrm>
            <a:off x="0" y="0"/>
            <a:ext cx="12192000" cy="6858000"/>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cxnSp>
        <p:nvCxnSpPr>
          <p:cNvPr id="6" name="Прямая соединительная линия 5">
            <a:extLst>
              <a:ext uri="{FF2B5EF4-FFF2-40B4-BE49-F238E27FC236}">
                <a16:creationId xmlns:a16="http://schemas.microsoft.com/office/drawing/2014/main" id="{B110F3A4-DD88-4CE8-A639-AA79B08A408C}"/>
              </a:ext>
            </a:extLst>
          </p:cNvPr>
          <p:cNvCxnSpPr/>
          <p:nvPr/>
        </p:nvCxnSpPr>
        <p:spPr>
          <a:xfrm flipH="1" flipV="1">
            <a:off x="6096000" y="0"/>
            <a:ext cx="0" cy="115093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Овал 6">
            <a:extLst>
              <a:ext uri="{FF2B5EF4-FFF2-40B4-BE49-F238E27FC236}">
                <a16:creationId xmlns:a16="http://schemas.microsoft.com/office/drawing/2014/main" id="{9152FEDD-3B7C-4EBB-BF13-C7B79B7E0580}"/>
              </a:ext>
            </a:extLst>
          </p:cNvPr>
          <p:cNvSpPr/>
          <p:nvPr/>
        </p:nvSpPr>
        <p:spPr>
          <a:xfrm>
            <a:off x="5638800" y="1506538"/>
            <a:ext cx="914400" cy="9144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Прямоугольник 7">
            <a:extLst>
              <a:ext uri="{FF2B5EF4-FFF2-40B4-BE49-F238E27FC236}">
                <a16:creationId xmlns:a16="http://schemas.microsoft.com/office/drawing/2014/main" id="{C277986E-4BA4-4F89-8536-77AD44459BCE}"/>
              </a:ext>
            </a:extLst>
          </p:cNvPr>
          <p:cNvSpPr>
            <a:spLocks noChangeArrowheads="1"/>
          </p:cNvSpPr>
          <p:nvPr/>
        </p:nvSpPr>
        <p:spPr bwMode="auto">
          <a:xfrm>
            <a:off x="5846763" y="1739900"/>
            <a:ext cx="5143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9" name="Подзаголовок 2">
            <a:extLst>
              <a:ext uri="{FF2B5EF4-FFF2-40B4-BE49-F238E27FC236}">
                <a16:creationId xmlns:a16="http://schemas.microsoft.com/office/drawing/2014/main" id="{DE9D131C-8E7C-463A-9B3F-49C7E4F4A208}"/>
              </a:ext>
            </a:extLst>
          </p:cNvPr>
          <p:cNvSpPr txBox="1">
            <a:spLocks/>
          </p:cNvSpPr>
          <p:nvPr/>
        </p:nvSpPr>
        <p:spPr bwMode="auto">
          <a:xfrm>
            <a:off x="2689225" y="1506538"/>
            <a:ext cx="2757488"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1400" dirty="0">
                <a:solidFill>
                  <a:schemeClr val="bg1"/>
                </a:solidFill>
                <a:latin typeface="Raleway Heavy" pitchFamily="34" charset="0"/>
              </a:rPr>
              <a:t>TRANSFORMATION</a:t>
            </a:r>
          </a:p>
        </p:txBody>
      </p:sp>
      <p:grpSp>
        <p:nvGrpSpPr>
          <p:cNvPr id="10" name="Группа 9">
            <a:extLst>
              <a:ext uri="{FF2B5EF4-FFF2-40B4-BE49-F238E27FC236}">
                <a16:creationId xmlns:a16="http://schemas.microsoft.com/office/drawing/2014/main" id="{8350D28F-17F0-44B7-892D-6B970A588A0F}"/>
              </a:ext>
            </a:extLst>
          </p:cNvPr>
          <p:cNvGrpSpPr>
            <a:grpSpLocks/>
          </p:cNvGrpSpPr>
          <p:nvPr/>
        </p:nvGrpSpPr>
        <p:grpSpPr bwMode="auto">
          <a:xfrm>
            <a:off x="2798763" y="1855788"/>
            <a:ext cx="1100137" cy="311150"/>
            <a:chOff x="2918410" y="2721049"/>
            <a:chExt cx="1100138" cy="310215"/>
          </a:xfrm>
        </p:grpSpPr>
        <p:sp>
          <p:nvSpPr>
            <p:cNvPr id="11" name="Прямоугольник 10">
              <a:extLst>
                <a:ext uri="{FF2B5EF4-FFF2-40B4-BE49-F238E27FC236}">
                  <a16:creationId xmlns:a16="http://schemas.microsoft.com/office/drawing/2014/main" id="{23DFE80A-8544-44D6-B9D4-5CD1B4F35E95}"/>
                </a:ext>
              </a:extLst>
            </p:cNvPr>
            <p:cNvSpPr/>
            <p:nvPr/>
          </p:nvSpPr>
          <p:spPr>
            <a:xfrm>
              <a:off x="2918410" y="2795437"/>
              <a:ext cx="1100138" cy="235827"/>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2" name="Прямоугольник 11">
              <a:extLst>
                <a:ext uri="{FF2B5EF4-FFF2-40B4-BE49-F238E27FC236}">
                  <a16:creationId xmlns:a16="http://schemas.microsoft.com/office/drawing/2014/main" id="{2E9FDCB0-70C0-4CB2-AA78-5BFE0900374B}"/>
                </a:ext>
              </a:extLst>
            </p:cNvPr>
            <p:cNvSpPr/>
            <p:nvPr/>
          </p:nvSpPr>
          <p:spPr>
            <a:xfrm>
              <a:off x="3012072" y="2721049"/>
              <a:ext cx="927101" cy="310215"/>
            </a:xfrm>
            <a:prstGeom prst="rect">
              <a:avLst/>
            </a:prstGeom>
          </p:spPr>
          <p:txBody>
            <a:bodyPr wrap="none">
              <a:spAutoFit/>
            </a:bodyPr>
            <a:lstStyle/>
            <a:p>
              <a:pPr algn="ctr" eaLnBrk="1" fontAlgn="auto" hangingPunct="1">
                <a:lnSpc>
                  <a:spcPts val="2000"/>
                </a:lnSpc>
                <a:spcBef>
                  <a:spcPts val="0"/>
                </a:spcBef>
                <a:spcAft>
                  <a:spcPts val="0"/>
                </a:spcAft>
                <a:defRPr/>
              </a:pPr>
              <a:r>
                <a:rPr lang="en-US" sz="800" spc="100" dirty="0">
                  <a:solidFill>
                    <a:schemeClr val="bg1"/>
                  </a:solidFill>
                  <a:latin typeface="+mn-lt"/>
                  <a:cs typeface="Poppins" panose="02000000000000000000" pitchFamily="2" charset="0"/>
                </a:rPr>
                <a:t>STEP THREE</a:t>
              </a:r>
              <a:endParaRPr lang="en-US" sz="800" dirty="0">
                <a:solidFill>
                  <a:schemeClr val="bg1"/>
                </a:solidFill>
                <a:latin typeface="Montserrat" panose="02000505000000020004" pitchFamily="2" charset="0"/>
                <a:cs typeface="Poppins" panose="02000000000000000000" pitchFamily="2" charset="0"/>
              </a:endParaRPr>
            </a:p>
          </p:txBody>
        </p:sp>
      </p:grpSp>
      <p:sp>
        <p:nvSpPr>
          <p:cNvPr id="13" name="Подзаголовок 2">
            <a:extLst>
              <a:ext uri="{FF2B5EF4-FFF2-40B4-BE49-F238E27FC236}">
                <a16:creationId xmlns:a16="http://schemas.microsoft.com/office/drawing/2014/main" id="{8C5C6EA2-9130-427F-B9BC-CEDFBBCAF850}"/>
              </a:ext>
            </a:extLst>
          </p:cNvPr>
          <p:cNvSpPr txBox="1">
            <a:spLocks/>
          </p:cNvSpPr>
          <p:nvPr/>
        </p:nvSpPr>
        <p:spPr>
          <a:xfrm>
            <a:off x="2689225" y="2360613"/>
            <a:ext cx="2725738" cy="11541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ts val="2000"/>
              </a:lnSpc>
              <a:spcBef>
                <a:spcPts val="1200"/>
              </a:spcBef>
              <a:spcAft>
                <a:spcPts val="0"/>
              </a:spcAft>
              <a:buFont typeface="Arial" panose="020B0604020202020204" pitchFamily="34" charset="0"/>
              <a:buNone/>
              <a:defRPr/>
            </a:pPr>
            <a:r>
              <a:rPr lang="en-US" sz="1050" kern="0" dirty="0">
                <a:solidFill>
                  <a:schemeClr val="bg1"/>
                </a:solidFill>
                <a:latin typeface="Raleway Medium" panose="020B0003030101060003" pitchFamily="34" charset="0"/>
                <a:cs typeface="Poppins" panose="02000000000000000000" pitchFamily="2" charset="0"/>
              </a:rPr>
              <a:t>Containerize existing jobs and hook into automation engine</a:t>
            </a:r>
            <a:endParaRPr lang="en-US" sz="1050" dirty="0">
              <a:solidFill>
                <a:schemeClr val="bg1"/>
              </a:solidFill>
              <a:latin typeface="Poppins" panose="02000000000000000000" pitchFamily="2" charset="0"/>
              <a:cs typeface="Poppins" panose="02000000000000000000" pitchFamily="2" charset="0"/>
            </a:endParaRPr>
          </a:p>
        </p:txBody>
      </p:sp>
      <p:cxnSp>
        <p:nvCxnSpPr>
          <p:cNvPr id="22" name="Прямая соединительная линия 21">
            <a:extLst>
              <a:ext uri="{FF2B5EF4-FFF2-40B4-BE49-F238E27FC236}">
                <a16:creationId xmlns:a16="http://schemas.microsoft.com/office/drawing/2014/main" id="{DC5EDA6E-08B1-4E1A-ACA0-D67524AF719B}"/>
              </a:ext>
            </a:extLst>
          </p:cNvPr>
          <p:cNvCxnSpPr/>
          <p:nvPr/>
        </p:nvCxnSpPr>
        <p:spPr>
          <a:xfrm flipV="1">
            <a:off x="6096000" y="2670175"/>
            <a:ext cx="0" cy="70961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Овал 22">
            <a:extLst>
              <a:ext uri="{FF2B5EF4-FFF2-40B4-BE49-F238E27FC236}">
                <a16:creationId xmlns:a16="http://schemas.microsoft.com/office/drawing/2014/main" id="{51F8EA1C-1432-4BE5-AA94-B5143FB0298D}"/>
              </a:ext>
            </a:extLst>
          </p:cNvPr>
          <p:cNvSpPr/>
          <p:nvPr/>
        </p:nvSpPr>
        <p:spPr>
          <a:xfrm>
            <a:off x="5638800" y="3654425"/>
            <a:ext cx="914400" cy="9144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4" name="Прямоугольник 23">
            <a:extLst>
              <a:ext uri="{FF2B5EF4-FFF2-40B4-BE49-F238E27FC236}">
                <a16:creationId xmlns:a16="http://schemas.microsoft.com/office/drawing/2014/main" id="{81431A66-4120-4365-9EFD-AEB9E632CC94}"/>
              </a:ext>
            </a:extLst>
          </p:cNvPr>
          <p:cNvSpPr>
            <a:spLocks noChangeArrowheads="1"/>
          </p:cNvSpPr>
          <p:nvPr/>
        </p:nvSpPr>
        <p:spPr bwMode="auto">
          <a:xfrm>
            <a:off x="5857875" y="387826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25" name="Подзаголовок 2">
            <a:extLst>
              <a:ext uri="{FF2B5EF4-FFF2-40B4-BE49-F238E27FC236}">
                <a16:creationId xmlns:a16="http://schemas.microsoft.com/office/drawing/2014/main" id="{5DEC6047-4BFD-43E9-9DE5-9CC29B83A633}"/>
              </a:ext>
            </a:extLst>
          </p:cNvPr>
          <p:cNvSpPr txBox="1">
            <a:spLocks/>
          </p:cNvSpPr>
          <p:nvPr/>
        </p:nvSpPr>
        <p:spPr bwMode="auto">
          <a:xfrm>
            <a:off x="7016750" y="3654425"/>
            <a:ext cx="255587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1400" dirty="0">
                <a:solidFill>
                  <a:schemeClr val="bg1"/>
                </a:solidFill>
                <a:latin typeface="Raleway Heavy" pitchFamily="34" charset="0"/>
              </a:rPr>
              <a:t>ANALYTIC AND OPEARTIONS</a:t>
            </a:r>
          </a:p>
        </p:txBody>
      </p:sp>
      <p:grpSp>
        <p:nvGrpSpPr>
          <p:cNvPr id="26" name="Группа 25">
            <a:extLst>
              <a:ext uri="{FF2B5EF4-FFF2-40B4-BE49-F238E27FC236}">
                <a16:creationId xmlns:a16="http://schemas.microsoft.com/office/drawing/2014/main" id="{602F7FB2-E18E-4E8D-A87A-2C7CC53CA984}"/>
              </a:ext>
            </a:extLst>
          </p:cNvPr>
          <p:cNvGrpSpPr>
            <a:grpSpLocks/>
          </p:cNvGrpSpPr>
          <p:nvPr/>
        </p:nvGrpSpPr>
        <p:grpSpPr bwMode="auto">
          <a:xfrm>
            <a:off x="7124700" y="4003675"/>
            <a:ext cx="1100138" cy="309563"/>
            <a:chOff x="2918410" y="2721049"/>
            <a:chExt cx="1100138" cy="310215"/>
          </a:xfrm>
        </p:grpSpPr>
        <p:sp>
          <p:nvSpPr>
            <p:cNvPr id="27" name="Прямоугольник 26">
              <a:extLst>
                <a:ext uri="{FF2B5EF4-FFF2-40B4-BE49-F238E27FC236}">
                  <a16:creationId xmlns:a16="http://schemas.microsoft.com/office/drawing/2014/main" id="{6CC2694F-E204-40C8-A7C9-CF92C37C79A5}"/>
                </a:ext>
              </a:extLst>
            </p:cNvPr>
            <p:cNvSpPr/>
            <p:nvPr/>
          </p:nvSpPr>
          <p:spPr>
            <a:xfrm>
              <a:off x="2918410" y="2795819"/>
              <a:ext cx="1100138" cy="235445"/>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8" name="Прямоугольник 27">
              <a:extLst>
                <a:ext uri="{FF2B5EF4-FFF2-40B4-BE49-F238E27FC236}">
                  <a16:creationId xmlns:a16="http://schemas.microsoft.com/office/drawing/2014/main" id="{DF6E20ED-3D46-4B76-A878-AB9D400292F5}"/>
                </a:ext>
              </a:extLst>
            </p:cNvPr>
            <p:cNvSpPr/>
            <p:nvPr/>
          </p:nvSpPr>
          <p:spPr>
            <a:xfrm>
              <a:off x="3045410" y="2721049"/>
              <a:ext cx="860425" cy="310215"/>
            </a:xfrm>
            <a:prstGeom prst="rect">
              <a:avLst/>
            </a:prstGeom>
          </p:spPr>
          <p:txBody>
            <a:bodyPr wrap="none">
              <a:spAutoFit/>
            </a:bodyPr>
            <a:lstStyle/>
            <a:p>
              <a:pPr algn="ctr" eaLnBrk="1" fontAlgn="auto" hangingPunct="1">
                <a:lnSpc>
                  <a:spcPts val="2000"/>
                </a:lnSpc>
                <a:spcBef>
                  <a:spcPts val="0"/>
                </a:spcBef>
                <a:spcAft>
                  <a:spcPts val="0"/>
                </a:spcAft>
                <a:defRPr/>
              </a:pPr>
              <a:r>
                <a:rPr lang="en-US" sz="800" spc="100" dirty="0">
                  <a:solidFill>
                    <a:schemeClr val="bg1"/>
                  </a:solidFill>
                  <a:latin typeface="+mn-lt"/>
                  <a:cs typeface="Poppins" panose="02000000000000000000" pitchFamily="2" charset="0"/>
                </a:rPr>
                <a:t>STEP FOUR</a:t>
              </a:r>
              <a:endParaRPr lang="en-US" sz="800" dirty="0">
                <a:solidFill>
                  <a:schemeClr val="bg1"/>
                </a:solidFill>
                <a:latin typeface="Montserrat" panose="02000505000000020004" pitchFamily="2" charset="0"/>
                <a:cs typeface="Poppins" panose="02000000000000000000" pitchFamily="2" charset="0"/>
              </a:endParaRPr>
            </a:p>
          </p:txBody>
        </p:sp>
      </p:grpSp>
      <p:sp>
        <p:nvSpPr>
          <p:cNvPr id="29" name="Подзаголовок 2">
            <a:extLst>
              <a:ext uri="{FF2B5EF4-FFF2-40B4-BE49-F238E27FC236}">
                <a16:creationId xmlns:a16="http://schemas.microsoft.com/office/drawing/2014/main" id="{7D8B5AA1-0BFC-404F-8DF1-B688EF829EAD}"/>
              </a:ext>
            </a:extLst>
          </p:cNvPr>
          <p:cNvSpPr txBox="1">
            <a:spLocks/>
          </p:cNvSpPr>
          <p:nvPr/>
        </p:nvSpPr>
        <p:spPr>
          <a:xfrm>
            <a:off x="7016750" y="4508500"/>
            <a:ext cx="2724150" cy="115411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ts val="2000"/>
              </a:lnSpc>
              <a:spcBef>
                <a:spcPts val="1200"/>
              </a:spcBef>
              <a:spcAft>
                <a:spcPts val="0"/>
              </a:spcAft>
              <a:buFont typeface="Arial" panose="020B0604020202020204" pitchFamily="34" charset="0"/>
              <a:buNone/>
              <a:defRPr/>
            </a:pPr>
            <a:r>
              <a:rPr lang="en-US" sz="1050" kern="0" dirty="0">
                <a:solidFill>
                  <a:schemeClr val="bg1"/>
                </a:solidFill>
                <a:latin typeface="Raleway Medium" panose="020B0003030101060003" pitchFamily="34" charset="0"/>
                <a:ea typeface="Karla" pitchFamily="2" charset="0"/>
                <a:cs typeface="Poppins" panose="02000000000000000000" pitchFamily="2" charset="0"/>
              </a:rPr>
              <a:t>Establish real time monitoring , Continuous delivery mechanism, Diagnostics, Resilience </a:t>
            </a:r>
            <a:endParaRPr lang="en-US" sz="1050" dirty="0">
              <a:solidFill>
                <a:schemeClr val="bg1"/>
              </a:solidFill>
              <a:latin typeface="Poppins" panose="02000000000000000000" pitchFamily="2" charset="0"/>
              <a:cs typeface="Poppins" panose="02000000000000000000" pitchFamily="2" charset="0"/>
            </a:endParaRPr>
          </a:p>
        </p:txBody>
      </p:sp>
      <p:sp>
        <p:nvSpPr>
          <p:cNvPr id="62479" name="Рисунок 1">
            <a:extLst>
              <a:ext uri="{FF2B5EF4-FFF2-40B4-BE49-F238E27FC236}">
                <a16:creationId xmlns:a16="http://schemas.microsoft.com/office/drawing/2014/main" id="{A2DEAF7C-C9B6-4C0E-9AD7-ECD1CD2AA5B8}"/>
              </a:ext>
            </a:extLst>
          </p:cNvPr>
          <p:cNvSpPr>
            <a:spLocks noGrp="1" noTextEdit="1"/>
          </p:cNvSpPr>
          <p:nvPr>
            <p:ph type="pic" sz="quarter" idx="10"/>
          </p:nvPr>
        </p:nvSpPr>
        <p:spPr>
          <a:xfrm>
            <a:off x="0" y="0"/>
            <a:ext cx="12191999" cy="6858000"/>
          </a:xfrm>
        </p:spPr>
      </p:sp>
      <p:sp>
        <p:nvSpPr>
          <p:cNvPr id="20" name="TextBox 19">
            <a:extLst>
              <a:ext uri="{FF2B5EF4-FFF2-40B4-BE49-F238E27FC236}">
                <a16:creationId xmlns:a16="http://schemas.microsoft.com/office/drawing/2014/main" id="{24AB4FFD-0C3F-4C30-A082-65FCFF0A8670}"/>
              </a:ext>
            </a:extLst>
          </p:cNvPr>
          <p:cNvSpPr txBox="1"/>
          <p:nvPr/>
        </p:nvSpPr>
        <p:spPr>
          <a:xfrm>
            <a:off x="8954212" y="6622210"/>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extLst>
      <p:ext uri="{BB962C8B-B14F-4D97-AF65-F5344CB8AC3E}">
        <p14:creationId xmlns:p14="http://schemas.microsoft.com/office/powerpoint/2010/main" val="18315276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400"/>
                                        <p:tgtEl>
                                          <p:spTgt spid="6"/>
                                        </p:tgtEl>
                                      </p:cBhvr>
                                    </p:animEffect>
                                  </p:childTnLst>
                                </p:cTn>
                              </p:par>
                            </p:childTnLst>
                          </p:cTn>
                        </p:par>
                        <p:par>
                          <p:cTn id="8" fill="hold" nodeType="afterGroup">
                            <p:stCondLst>
                              <p:cond delay="400"/>
                            </p:stCondLst>
                            <p:childTnLst>
                              <p:par>
                                <p:cTn id="9" presetID="21"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500"/>
                                        <p:tgtEl>
                                          <p:spTgt spid="7"/>
                                        </p:tgtEl>
                                      </p:cBhvr>
                                    </p:animEffect>
                                  </p:childTnLst>
                                </p:cTn>
                              </p:par>
                            </p:childTnLst>
                          </p:cTn>
                        </p:par>
                        <p:par>
                          <p:cTn id="12" fill="hold" nodeType="afterGroup">
                            <p:stCondLst>
                              <p:cond delay="9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nodeType="afterGroup">
                            <p:stCondLst>
                              <p:cond delay="1300"/>
                            </p:stCondLst>
                            <p:childTnLst>
                              <p:par>
                                <p:cTn id="17" presetID="22" presetClass="entr" presetSubtype="1"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up)">
                                      <p:cBhvr>
                                        <p:cTn id="19" dur="400"/>
                                        <p:tgtEl>
                                          <p:spTgt spid="9"/>
                                        </p:tgtEl>
                                      </p:cBhvr>
                                    </p:animEffect>
                                  </p:childTnLst>
                                </p:cTn>
                              </p:par>
                            </p:childTnLst>
                          </p:cTn>
                        </p:par>
                        <p:par>
                          <p:cTn id="20" fill="hold" nodeType="afterGroup">
                            <p:stCondLst>
                              <p:cond delay="1700"/>
                            </p:stCondLst>
                            <p:childTnLst>
                              <p:par>
                                <p:cTn id="21" presetID="22" presetClass="entr" presetSubtype="1"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up)">
                                      <p:cBhvr>
                                        <p:cTn id="23" dur="400"/>
                                        <p:tgtEl>
                                          <p:spTgt spid="10"/>
                                        </p:tgtEl>
                                      </p:cBhvr>
                                    </p:animEffect>
                                  </p:childTnLst>
                                </p:cTn>
                              </p:par>
                            </p:childTnLst>
                          </p:cTn>
                        </p:par>
                        <p:par>
                          <p:cTn id="24" fill="hold" nodeType="afterGroup">
                            <p:stCondLst>
                              <p:cond delay="2100"/>
                            </p:stCondLst>
                            <p:childTnLst>
                              <p:par>
                                <p:cTn id="25" presetID="22" presetClass="entr" presetSubtype="1"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up)">
                                      <p:cBhvr>
                                        <p:cTn id="27" dur="400"/>
                                        <p:tgtEl>
                                          <p:spTgt spid="13"/>
                                        </p:tgtEl>
                                      </p:cBhvr>
                                    </p:animEffect>
                                  </p:childTnLst>
                                </p:cTn>
                              </p:par>
                            </p:childTnLst>
                          </p:cTn>
                        </p:par>
                        <p:par>
                          <p:cTn id="28" fill="hold" nodeType="afterGroup">
                            <p:stCondLst>
                              <p:cond delay="2500"/>
                            </p:stCondLst>
                            <p:childTnLst>
                              <p:par>
                                <p:cTn id="29" presetID="22" presetClass="entr" presetSubtype="1" fill="hold"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up)">
                                      <p:cBhvr>
                                        <p:cTn id="31" dur="400"/>
                                        <p:tgtEl>
                                          <p:spTgt spid="22"/>
                                        </p:tgtEl>
                                      </p:cBhvr>
                                    </p:animEffect>
                                  </p:childTnLst>
                                </p:cTn>
                              </p:par>
                            </p:childTnLst>
                          </p:cTn>
                        </p:par>
                        <p:par>
                          <p:cTn id="32" fill="hold" nodeType="afterGroup">
                            <p:stCondLst>
                              <p:cond delay="2900"/>
                            </p:stCondLst>
                            <p:childTnLst>
                              <p:par>
                                <p:cTn id="33" presetID="21" presetClass="entr" presetSubtype="1"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heel(1)">
                                      <p:cBhvr>
                                        <p:cTn id="35" dur="500"/>
                                        <p:tgtEl>
                                          <p:spTgt spid="23"/>
                                        </p:tgtEl>
                                      </p:cBhvr>
                                    </p:animEffect>
                                  </p:childTnLst>
                                </p:cTn>
                              </p:par>
                            </p:childTnLst>
                          </p:cTn>
                        </p:par>
                        <p:par>
                          <p:cTn id="36" fill="hold" nodeType="afterGroup">
                            <p:stCondLst>
                              <p:cond delay="3400"/>
                            </p:stCondLst>
                            <p:childTnLst>
                              <p:par>
                                <p:cTn id="37" presetID="22" presetClass="entr" presetSubtype="1"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up)">
                                      <p:cBhvr>
                                        <p:cTn id="39" dur="400"/>
                                        <p:tgtEl>
                                          <p:spTgt spid="24"/>
                                        </p:tgtEl>
                                      </p:cBhvr>
                                    </p:animEffect>
                                  </p:childTnLst>
                                </p:cTn>
                              </p:par>
                            </p:childTnLst>
                          </p:cTn>
                        </p:par>
                        <p:par>
                          <p:cTn id="40" fill="hold" nodeType="afterGroup">
                            <p:stCondLst>
                              <p:cond delay="3800"/>
                            </p:stCondLst>
                            <p:childTnLst>
                              <p:par>
                                <p:cTn id="41" presetID="22" presetClass="entr" presetSubtype="1"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up)">
                                      <p:cBhvr>
                                        <p:cTn id="43" dur="400"/>
                                        <p:tgtEl>
                                          <p:spTgt spid="25"/>
                                        </p:tgtEl>
                                      </p:cBhvr>
                                    </p:animEffect>
                                  </p:childTnLst>
                                </p:cTn>
                              </p:par>
                            </p:childTnLst>
                          </p:cTn>
                        </p:par>
                        <p:par>
                          <p:cTn id="44" fill="hold" nodeType="afterGroup">
                            <p:stCondLst>
                              <p:cond delay="4200"/>
                            </p:stCondLst>
                            <p:childTnLst>
                              <p:par>
                                <p:cTn id="45" presetID="22" presetClass="entr" presetSubtype="1" fill="hold" nodeType="after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up)">
                                      <p:cBhvr>
                                        <p:cTn id="47" dur="400"/>
                                        <p:tgtEl>
                                          <p:spTgt spid="26"/>
                                        </p:tgtEl>
                                      </p:cBhvr>
                                    </p:animEffect>
                                  </p:childTnLst>
                                </p:cTn>
                              </p:par>
                            </p:childTnLst>
                          </p:cTn>
                        </p:par>
                        <p:par>
                          <p:cTn id="48" fill="hold" nodeType="afterGroup">
                            <p:stCondLst>
                              <p:cond delay="4600"/>
                            </p:stCondLst>
                            <p:childTnLst>
                              <p:par>
                                <p:cTn id="49" presetID="22" presetClass="entr" presetSubtype="1"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wipe(up)">
                                      <p:cBhvr>
                                        <p:cTn id="51"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3" grpId="0"/>
      <p:bldP spid="23" grpId="0" animBg="1"/>
      <p:bldP spid="24" grpId="0"/>
      <p:bldP spid="25"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7">
            <a:extLst>
              <a:ext uri="{FF2B5EF4-FFF2-40B4-BE49-F238E27FC236}">
                <a16:creationId xmlns:a16="http://schemas.microsoft.com/office/drawing/2014/main" id="{8BF2754C-8E29-45C0-AFA4-6776250BAB74}"/>
              </a:ext>
            </a:extLst>
          </p:cNvPr>
          <p:cNvSpPr/>
          <p:nvPr/>
        </p:nvSpPr>
        <p:spPr>
          <a:xfrm>
            <a:off x="0" y="0"/>
            <a:ext cx="12192000" cy="2171700"/>
          </a:xfrm>
          <a:prstGeom prst="rect">
            <a:avLst/>
          </a:prstGeom>
          <a:solidFill>
            <a:srgbClr val="E2393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9" name="TextBox 8">
            <a:extLst>
              <a:ext uri="{FF2B5EF4-FFF2-40B4-BE49-F238E27FC236}">
                <a16:creationId xmlns:a16="http://schemas.microsoft.com/office/drawing/2014/main" id="{52C541EA-47B0-44A7-B970-AE3DFAFC0C6C}"/>
              </a:ext>
            </a:extLst>
          </p:cNvPr>
          <p:cNvSpPr txBox="1"/>
          <p:nvPr/>
        </p:nvSpPr>
        <p:spPr>
          <a:xfrm>
            <a:off x="710576" y="152510"/>
            <a:ext cx="10169663" cy="1496885"/>
          </a:xfrm>
          <a:prstGeom prst="rect">
            <a:avLst/>
          </a:prstGeom>
          <a:noFill/>
        </p:spPr>
        <p:txBody>
          <a:bodyPr wrap="square">
            <a:spAutoFit/>
          </a:bodyPr>
          <a:lstStyle/>
          <a:p>
            <a:pPr algn="ctr" eaLnBrk="1" fontAlgn="auto" hangingPunct="1">
              <a:lnSpc>
                <a:spcPts val="3600"/>
              </a:lnSpc>
              <a:spcBef>
                <a:spcPts val="0"/>
              </a:spcBef>
              <a:spcAft>
                <a:spcPts val="0"/>
              </a:spcAft>
              <a:defRPr/>
            </a:pPr>
            <a:r>
              <a:rPr lang="en-US" sz="4400" dirty="0">
                <a:solidFill>
                  <a:schemeClr val="bg1"/>
                </a:solidFill>
                <a:latin typeface="Raleway ExtraBold" panose="020B0903030101060003" pitchFamily="34" charset="-52"/>
              </a:rPr>
              <a:t>/High Level Future State Road Map</a:t>
            </a:r>
          </a:p>
          <a:p>
            <a:pPr algn="ctr" eaLnBrk="1" fontAlgn="auto" hangingPunct="1">
              <a:lnSpc>
                <a:spcPts val="3600"/>
              </a:lnSpc>
              <a:spcBef>
                <a:spcPts val="0"/>
              </a:spcBef>
              <a:spcAft>
                <a:spcPts val="0"/>
              </a:spcAft>
              <a:defRPr/>
            </a:pPr>
            <a:r>
              <a:rPr lang="en-US" sz="1200" kern="0" spc="50" dirty="0">
                <a:solidFill>
                  <a:schemeClr val="bg1"/>
                </a:solidFill>
                <a:latin typeface="Raleway ExtraBold" panose="020B0903030101060003" pitchFamily="34" charset="-52"/>
              </a:rPr>
              <a:t>Phase-1 Execution Cycle</a:t>
            </a:r>
            <a:endParaRPr lang="en-US" sz="1200" spc="50" dirty="0">
              <a:solidFill>
                <a:schemeClr val="bg1"/>
              </a:solidFill>
              <a:latin typeface="Raleway ExtraBold" panose="020B0903030101060003" pitchFamily="34" charset="-52"/>
            </a:endParaRPr>
          </a:p>
          <a:p>
            <a:pPr algn="ctr" eaLnBrk="1" fontAlgn="auto" hangingPunct="1">
              <a:lnSpc>
                <a:spcPts val="3600"/>
              </a:lnSpc>
              <a:spcBef>
                <a:spcPts val="0"/>
              </a:spcBef>
              <a:spcAft>
                <a:spcPts val="0"/>
              </a:spcAft>
              <a:defRPr/>
            </a:pPr>
            <a:endParaRPr lang="en-US" sz="4400" dirty="0">
              <a:solidFill>
                <a:schemeClr val="bg1"/>
              </a:solidFill>
              <a:latin typeface="Raleway ExtraBold" panose="020B0903030101060003" pitchFamily="34" charset="-52"/>
            </a:endParaRPr>
          </a:p>
        </p:txBody>
      </p:sp>
      <p:sp>
        <p:nvSpPr>
          <p:cNvPr id="14" name="Прямоугольник 13">
            <a:extLst>
              <a:ext uri="{FF2B5EF4-FFF2-40B4-BE49-F238E27FC236}">
                <a16:creationId xmlns:a16="http://schemas.microsoft.com/office/drawing/2014/main" id="{9B096D65-8194-4B29-8B5A-1DE42CC7553D}"/>
              </a:ext>
            </a:extLst>
          </p:cNvPr>
          <p:cNvSpPr/>
          <p:nvPr/>
        </p:nvSpPr>
        <p:spPr>
          <a:xfrm>
            <a:off x="0" y="2171700"/>
            <a:ext cx="12192000" cy="233362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9" name="Подзаголовок 2">
            <a:extLst>
              <a:ext uri="{FF2B5EF4-FFF2-40B4-BE49-F238E27FC236}">
                <a16:creationId xmlns:a16="http://schemas.microsoft.com/office/drawing/2014/main" id="{585B6816-9023-418D-B610-9A25D1B6CAE1}"/>
              </a:ext>
            </a:extLst>
          </p:cNvPr>
          <p:cNvSpPr txBox="1">
            <a:spLocks/>
          </p:cNvSpPr>
          <p:nvPr/>
        </p:nvSpPr>
        <p:spPr>
          <a:xfrm>
            <a:off x="844550" y="5067300"/>
            <a:ext cx="1905000" cy="118685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200" spc="150" dirty="0">
                <a:solidFill>
                  <a:srgbClr val="E23936"/>
                </a:solidFill>
                <a:latin typeface="FontAwesome" pitchFamily="2" charset="0"/>
              </a:rPr>
              <a:t></a:t>
            </a:r>
            <a:r>
              <a:rPr lang="en-US" sz="1200" spc="150" dirty="0">
                <a:latin typeface="FontAwesome" pitchFamily="2" charset="0"/>
              </a:rPr>
              <a:t> </a:t>
            </a:r>
            <a:r>
              <a:rPr lang="en-US" sz="1200" spc="150" dirty="0">
                <a:latin typeface="Raleway ExtraBold" panose="020B0903030101060003" pitchFamily="34" charset="-52"/>
              </a:rPr>
              <a:t>STAGE ONE</a:t>
            </a:r>
          </a:p>
          <a:p>
            <a:pPr marL="0" indent="0" fontAlgn="auto">
              <a:lnSpc>
                <a:spcPts val="2000"/>
              </a:lnSpc>
              <a:spcBef>
                <a:spcPts val="0"/>
              </a:spcBef>
              <a:spcAft>
                <a:spcPts val="0"/>
              </a:spcAft>
              <a:buFont typeface="Arial" panose="020B0604020202020204" pitchFamily="34" charset="0"/>
              <a:buNone/>
              <a:defRPr/>
            </a:pPr>
            <a:r>
              <a:rPr lang="en-US" sz="1000" kern="0" dirty="0">
                <a:latin typeface="Raleway Medium" panose="020B0003030101060003" pitchFamily="34" charset="0"/>
                <a:ea typeface="Karla" pitchFamily="2" charset="0"/>
                <a:cs typeface="Poppins" panose="02000000000000000000" pitchFamily="2" charset="0"/>
              </a:rPr>
              <a:t>Detail Architecture/ Design  &amp; Data Flow Diagram along with POC.</a:t>
            </a:r>
            <a:r>
              <a:rPr lang="en-US" sz="1100" kern="0" dirty="0">
                <a:latin typeface="Raleway Medium" panose="020B0003030101060003" pitchFamily="34" charset="0"/>
                <a:ea typeface="Karla" pitchFamily="2" charset="0"/>
                <a:cs typeface="Poppins" panose="02000000000000000000" pitchFamily="2" charset="0"/>
              </a:rPr>
              <a:t>  </a:t>
            </a:r>
            <a:endParaRPr lang="en-US" sz="1100" dirty="0">
              <a:latin typeface="Poppins" panose="02000000000000000000" pitchFamily="2" charset="0"/>
              <a:cs typeface="Poppins" panose="02000000000000000000" pitchFamily="2" charset="0"/>
            </a:endParaRPr>
          </a:p>
        </p:txBody>
      </p:sp>
      <p:sp>
        <p:nvSpPr>
          <p:cNvPr id="23" name="Подзаголовок 2">
            <a:extLst>
              <a:ext uri="{FF2B5EF4-FFF2-40B4-BE49-F238E27FC236}">
                <a16:creationId xmlns:a16="http://schemas.microsoft.com/office/drawing/2014/main" id="{0C1FC9D5-6847-41D4-8001-A5CF65AC3871}"/>
              </a:ext>
            </a:extLst>
          </p:cNvPr>
          <p:cNvSpPr txBox="1">
            <a:spLocks/>
          </p:cNvSpPr>
          <p:nvPr/>
        </p:nvSpPr>
        <p:spPr>
          <a:xfrm>
            <a:off x="3709988" y="5059363"/>
            <a:ext cx="1906587" cy="160178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200" spc="150" dirty="0">
                <a:solidFill>
                  <a:srgbClr val="E23936"/>
                </a:solidFill>
                <a:latin typeface="FontAwesome" pitchFamily="2" charset="0"/>
              </a:rPr>
              <a:t></a:t>
            </a:r>
            <a:r>
              <a:rPr lang="en-US" sz="1200" spc="150" dirty="0">
                <a:latin typeface="FontAwesome" pitchFamily="2" charset="0"/>
              </a:rPr>
              <a:t> </a:t>
            </a:r>
            <a:r>
              <a:rPr lang="en-US" sz="1200" spc="150" dirty="0">
                <a:latin typeface="Raleway ExtraBold" panose="020B0903030101060003" pitchFamily="34" charset="-52"/>
              </a:rPr>
              <a:t>STAGE TWO</a:t>
            </a:r>
          </a:p>
          <a:p>
            <a:pPr marL="0" indent="0" algn="just" fontAlgn="auto">
              <a:lnSpc>
                <a:spcPts val="2000"/>
              </a:lnSpc>
              <a:spcBef>
                <a:spcPts val="0"/>
              </a:spcBef>
              <a:spcAft>
                <a:spcPts val="0"/>
              </a:spcAft>
              <a:buFont typeface="Arial" panose="020B0604020202020204" pitchFamily="34" charset="0"/>
              <a:buNone/>
              <a:defRPr/>
            </a:pPr>
            <a:r>
              <a:rPr lang="en-US" sz="1050" kern="0" dirty="0">
                <a:latin typeface="Raleway Medium" panose="020B0003030101060003" pitchFamily="34" charset="0"/>
                <a:ea typeface="Karla" pitchFamily="2" charset="0"/>
                <a:cs typeface="Poppins" panose="02000000000000000000" pitchFamily="2" charset="0"/>
              </a:rPr>
              <a:t>Provision clusters with automation script and establish continuous delivery framework.</a:t>
            </a:r>
            <a:endParaRPr lang="en-US" sz="1050" dirty="0">
              <a:latin typeface="Poppins" panose="02000000000000000000" pitchFamily="2" charset="0"/>
              <a:cs typeface="Poppins" panose="02000000000000000000" pitchFamily="2" charset="0"/>
            </a:endParaRPr>
          </a:p>
        </p:txBody>
      </p:sp>
      <p:sp>
        <p:nvSpPr>
          <p:cNvPr id="27" name="Подзаголовок 2">
            <a:extLst>
              <a:ext uri="{FF2B5EF4-FFF2-40B4-BE49-F238E27FC236}">
                <a16:creationId xmlns:a16="http://schemas.microsoft.com/office/drawing/2014/main" id="{070DC575-55E0-45F3-9C94-9670CEB1EC99}"/>
              </a:ext>
            </a:extLst>
          </p:cNvPr>
          <p:cNvSpPr txBox="1">
            <a:spLocks/>
          </p:cNvSpPr>
          <p:nvPr/>
        </p:nvSpPr>
        <p:spPr>
          <a:xfrm>
            <a:off x="6359524" y="5067300"/>
            <a:ext cx="2711324" cy="15041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200" spc="150" dirty="0">
                <a:solidFill>
                  <a:srgbClr val="E23936"/>
                </a:solidFill>
                <a:latin typeface="FontAwesome" pitchFamily="2" charset="0"/>
              </a:rPr>
              <a:t></a:t>
            </a:r>
            <a:r>
              <a:rPr lang="en-US" sz="1200" spc="150" dirty="0">
                <a:latin typeface="FontAwesome" pitchFamily="2" charset="0"/>
              </a:rPr>
              <a:t> </a:t>
            </a:r>
            <a:r>
              <a:rPr lang="en-US" sz="1200" spc="150" dirty="0">
                <a:latin typeface="Raleway ExtraBold" panose="020B0903030101060003" pitchFamily="34" charset="-52"/>
              </a:rPr>
              <a:t>STAGE THREE</a:t>
            </a:r>
          </a:p>
          <a:p>
            <a:pPr marL="0" indent="0" algn="just" fontAlgn="auto">
              <a:lnSpc>
                <a:spcPts val="2000"/>
              </a:lnSpc>
              <a:spcBef>
                <a:spcPts val="0"/>
              </a:spcBef>
              <a:spcAft>
                <a:spcPts val="0"/>
              </a:spcAft>
              <a:buFont typeface="Arial" panose="020B0604020202020204" pitchFamily="34" charset="0"/>
              <a:buNone/>
              <a:defRPr/>
            </a:pPr>
            <a:r>
              <a:rPr lang="en-US" sz="1050" kern="0" dirty="0">
                <a:latin typeface="Raleway Medium" panose="020B0003030101060003" pitchFamily="34" charset="0"/>
                <a:ea typeface="Karla" pitchFamily="2" charset="0"/>
                <a:cs typeface="Poppins" panose="02000000000000000000" pitchFamily="2" charset="0"/>
              </a:rPr>
              <a:t>All existing batch jobs containerization, re-platforming, deployment, acceptance testing, and Real-time monitoring.</a:t>
            </a:r>
            <a:endParaRPr lang="en-US" sz="1050" dirty="0">
              <a:latin typeface="Poppins" panose="02000000000000000000" pitchFamily="2" charset="0"/>
              <a:cs typeface="Poppins" panose="02000000000000000000" pitchFamily="2" charset="0"/>
            </a:endParaRPr>
          </a:p>
        </p:txBody>
      </p:sp>
      <p:graphicFrame>
        <p:nvGraphicFramePr>
          <p:cNvPr id="73736" name="Диаграмма 3">
            <a:extLst>
              <a:ext uri="{FF2B5EF4-FFF2-40B4-BE49-F238E27FC236}">
                <a16:creationId xmlns:a16="http://schemas.microsoft.com/office/drawing/2014/main" id="{B01D4B3C-B160-4E00-AED2-B7A3FF3FF55B}"/>
              </a:ext>
            </a:extLst>
          </p:cNvPr>
          <p:cNvGraphicFramePr>
            <a:graphicFrameLocks/>
          </p:cNvGraphicFramePr>
          <p:nvPr/>
        </p:nvGraphicFramePr>
        <p:xfrm>
          <a:off x="844550" y="2368550"/>
          <a:ext cx="1905000" cy="1316038"/>
        </p:xfrm>
        <a:graphic>
          <a:graphicData uri="http://schemas.openxmlformats.org/presentationml/2006/ole">
            <mc:AlternateContent xmlns:mc="http://schemas.openxmlformats.org/markup-compatibility/2006">
              <mc:Choice xmlns:v="urn:schemas-microsoft-com:vml" Requires="v">
                <p:oleObj spid="_x0000_s99498" name="Диаграмма" r:id="rId3" imgW="1914310" imgH="1322947" progId="Excel.Chart.8">
                  <p:embed/>
                </p:oleObj>
              </mc:Choice>
              <mc:Fallback>
                <p:oleObj name="Диаграмма" r:id="rId3" imgW="1914310" imgH="1322947" progId="Excel.Chart.8">
                  <p:embed/>
                  <p:pic>
                    <p:nvPicPr>
                      <p:cNvPr id="73736" name="Диаграмма 3">
                        <a:extLst>
                          <a:ext uri="{FF2B5EF4-FFF2-40B4-BE49-F238E27FC236}">
                            <a16:creationId xmlns:a16="http://schemas.microsoft.com/office/drawing/2014/main" id="{B01D4B3C-B160-4E00-AED2-B7A3FF3FF55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550" y="2368550"/>
                        <a:ext cx="1905000" cy="131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Подзаголовок 2">
            <a:extLst>
              <a:ext uri="{FF2B5EF4-FFF2-40B4-BE49-F238E27FC236}">
                <a16:creationId xmlns:a16="http://schemas.microsoft.com/office/drawing/2014/main" id="{52CDE67D-D434-4506-8F3F-D4BAB8B13839}"/>
              </a:ext>
            </a:extLst>
          </p:cNvPr>
          <p:cNvSpPr txBox="1">
            <a:spLocks/>
          </p:cNvSpPr>
          <p:nvPr/>
        </p:nvSpPr>
        <p:spPr>
          <a:xfrm>
            <a:off x="685038" y="3579813"/>
            <a:ext cx="2224024"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50" i="1" dirty="0">
                <a:solidFill>
                  <a:schemeClr val="bg1"/>
                </a:solidFill>
                <a:latin typeface="Raleway Medium" panose="020B0003030101060003" pitchFamily="34" charset="0"/>
              </a:rPr>
              <a:t>1 Month</a:t>
            </a:r>
          </a:p>
          <a:p>
            <a:pPr marL="0" indent="0" algn="ctr" fontAlgn="auto">
              <a:lnSpc>
                <a:spcPts val="2000"/>
              </a:lnSpc>
              <a:spcBef>
                <a:spcPts val="0"/>
              </a:spcBef>
              <a:spcAft>
                <a:spcPts val="0"/>
              </a:spcAft>
              <a:buFont typeface="Arial" panose="020B0604020202020204" pitchFamily="34" charset="0"/>
              <a:buNone/>
              <a:defRPr/>
            </a:pPr>
            <a:r>
              <a:rPr lang="en-US" sz="1100" dirty="0">
                <a:solidFill>
                  <a:schemeClr val="bg1"/>
                </a:solidFill>
                <a:latin typeface="Raleway Heavy" panose="020B0003030101060003" pitchFamily="34" charset="0"/>
              </a:rPr>
              <a:t>POC &amp; DETAIL ARCHITECTURE</a:t>
            </a:r>
            <a:endParaRPr lang="en-US" sz="800" dirty="0">
              <a:solidFill>
                <a:schemeClr val="bg1"/>
              </a:solidFill>
              <a:latin typeface="Poppins" panose="02000000000000000000" pitchFamily="2" charset="0"/>
              <a:cs typeface="Poppins" panose="02000000000000000000" pitchFamily="2" charset="0"/>
            </a:endParaRPr>
          </a:p>
        </p:txBody>
      </p:sp>
      <p:sp>
        <p:nvSpPr>
          <p:cNvPr id="5" name="Прямоугольник 4">
            <a:extLst>
              <a:ext uri="{FF2B5EF4-FFF2-40B4-BE49-F238E27FC236}">
                <a16:creationId xmlns:a16="http://schemas.microsoft.com/office/drawing/2014/main" id="{C09C2A20-7E46-492E-9AFE-C8558AE71797}"/>
              </a:ext>
            </a:extLst>
          </p:cNvPr>
          <p:cNvSpPr>
            <a:spLocks noChangeArrowheads="1"/>
          </p:cNvSpPr>
          <p:nvPr/>
        </p:nvSpPr>
        <p:spPr bwMode="auto">
          <a:xfrm>
            <a:off x="1644650" y="2778125"/>
            <a:ext cx="322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ct val="100000"/>
              </a:lnSpc>
              <a:spcBef>
                <a:spcPct val="0"/>
              </a:spcBef>
              <a:buFontTx/>
              <a:buNone/>
            </a:pPr>
            <a:r>
              <a:rPr lang="en-US" altLang="ru-RU" sz="2400">
                <a:solidFill>
                  <a:schemeClr val="bg1"/>
                </a:solidFill>
                <a:latin typeface="Raleway Medium" panose="020B0603030101060003" pitchFamily="34" charset="0"/>
              </a:rPr>
              <a:t>1</a:t>
            </a:r>
            <a:endParaRPr lang="ru-RU" altLang="ru-RU" sz="2400"/>
          </a:p>
        </p:txBody>
      </p:sp>
      <p:graphicFrame>
        <p:nvGraphicFramePr>
          <p:cNvPr id="73739" name="Диаграмма 19">
            <a:extLst>
              <a:ext uri="{FF2B5EF4-FFF2-40B4-BE49-F238E27FC236}">
                <a16:creationId xmlns:a16="http://schemas.microsoft.com/office/drawing/2014/main" id="{72310FF6-999C-4E84-9CBD-DA0DC8DB1BAF}"/>
              </a:ext>
            </a:extLst>
          </p:cNvPr>
          <p:cNvGraphicFramePr>
            <a:graphicFrameLocks/>
          </p:cNvGraphicFramePr>
          <p:nvPr/>
        </p:nvGraphicFramePr>
        <p:xfrm>
          <a:off x="3709988" y="2368550"/>
          <a:ext cx="1906587" cy="1316038"/>
        </p:xfrm>
        <a:graphic>
          <a:graphicData uri="http://schemas.openxmlformats.org/presentationml/2006/ole">
            <mc:AlternateContent xmlns:mc="http://schemas.openxmlformats.org/markup-compatibility/2006">
              <mc:Choice xmlns:v="urn:schemas-microsoft-com:vml" Requires="v">
                <p:oleObj spid="_x0000_s99499" name="Диаграмма" r:id="rId5" imgW="1914310" imgH="1322947" progId="Excel.Chart.8">
                  <p:embed/>
                </p:oleObj>
              </mc:Choice>
              <mc:Fallback>
                <p:oleObj name="Диаграмма" r:id="rId5" imgW="1914310" imgH="1322947" progId="Excel.Chart.8">
                  <p:embed/>
                  <p:pic>
                    <p:nvPicPr>
                      <p:cNvPr id="73739" name="Диаграмма 19">
                        <a:extLst>
                          <a:ext uri="{FF2B5EF4-FFF2-40B4-BE49-F238E27FC236}">
                            <a16:creationId xmlns:a16="http://schemas.microsoft.com/office/drawing/2014/main" id="{72310FF6-999C-4E84-9CBD-DA0DC8DB1BA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9988" y="2368550"/>
                        <a:ext cx="1906587" cy="131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Подзаголовок 2">
            <a:extLst>
              <a:ext uri="{FF2B5EF4-FFF2-40B4-BE49-F238E27FC236}">
                <a16:creationId xmlns:a16="http://schemas.microsoft.com/office/drawing/2014/main" id="{EC4505A9-9B87-4E84-8614-45A29D9F2516}"/>
              </a:ext>
            </a:extLst>
          </p:cNvPr>
          <p:cNvSpPr txBox="1">
            <a:spLocks/>
          </p:cNvSpPr>
          <p:nvPr/>
        </p:nvSpPr>
        <p:spPr>
          <a:xfrm>
            <a:off x="3652838" y="3579813"/>
            <a:ext cx="2020887"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50" i="1" dirty="0">
                <a:solidFill>
                  <a:schemeClr val="bg1"/>
                </a:solidFill>
                <a:latin typeface="Raleway Medium" panose="020B0003030101060003" pitchFamily="34" charset="0"/>
              </a:rPr>
              <a:t>1 Month</a:t>
            </a:r>
          </a:p>
          <a:p>
            <a:pPr marL="0" indent="0" algn="ctr" fontAlgn="auto">
              <a:lnSpc>
                <a:spcPts val="2000"/>
              </a:lnSpc>
              <a:spcBef>
                <a:spcPts val="0"/>
              </a:spcBef>
              <a:spcAft>
                <a:spcPts val="0"/>
              </a:spcAft>
              <a:buFont typeface="Arial" panose="020B0604020202020204" pitchFamily="34" charset="0"/>
              <a:buNone/>
              <a:defRPr/>
            </a:pPr>
            <a:r>
              <a:rPr lang="en-US" sz="1100" dirty="0">
                <a:solidFill>
                  <a:schemeClr val="bg1"/>
                </a:solidFill>
                <a:latin typeface="Raleway Heavy" panose="020B0003030101060003" pitchFamily="34" charset="0"/>
              </a:rPr>
              <a:t>ENV  PROVISIONING </a:t>
            </a:r>
            <a:endParaRPr lang="en-US" sz="800" dirty="0">
              <a:solidFill>
                <a:schemeClr val="bg1"/>
              </a:solidFill>
              <a:latin typeface="Poppins" panose="02000000000000000000" pitchFamily="2" charset="0"/>
              <a:cs typeface="Poppins" panose="02000000000000000000" pitchFamily="2" charset="0"/>
            </a:endParaRPr>
          </a:p>
        </p:txBody>
      </p:sp>
      <p:sp>
        <p:nvSpPr>
          <p:cNvPr id="22" name="Прямоугольник 21">
            <a:extLst>
              <a:ext uri="{FF2B5EF4-FFF2-40B4-BE49-F238E27FC236}">
                <a16:creationId xmlns:a16="http://schemas.microsoft.com/office/drawing/2014/main" id="{A226F0B1-ACC5-487A-BA0F-D776FBEB56FB}"/>
              </a:ext>
            </a:extLst>
          </p:cNvPr>
          <p:cNvSpPr>
            <a:spLocks noChangeArrowheads="1"/>
          </p:cNvSpPr>
          <p:nvPr/>
        </p:nvSpPr>
        <p:spPr bwMode="auto">
          <a:xfrm>
            <a:off x="4497388" y="2790825"/>
            <a:ext cx="350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ct val="100000"/>
              </a:lnSpc>
              <a:spcBef>
                <a:spcPct val="0"/>
              </a:spcBef>
              <a:buFontTx/>
              <a:buNone/>
            </a:pPr>
            <a:r>
              <a:rPr lang="en-US" altLang="ru-RU" sz="2400">
                <a:solidFill>
                  <a:schemeClr val="bg1"/>
                </a:solidFill>
                <a:latin typeface="Raleway Medium" panose="020B0603030101060003" pitchFamily="34" charset="0"/>
              </a:rPr>
              <a:t>2</a:t>
            </a:r>
            <a:endParaRPr lang="ru-RU" altLang="ru-RU" sz="2400"/>
          </a:p>
        </p:txBody>
      </p:sp>
      <p:graphicFrame>
        <p:nvGraphicFramePr>
          <p:cNvPr id="73742" name="Диаграмма 23">
            <a:extLst>
              <a:ext uri="{FF2B5EF4-FFF2-40B4-BE49-F238E27FC236}">
                <a16:creationId xmlns:a16="http://schemas.microsoft.com/office/drawing/2014/main" id="{5F2212B5-A3FB-4819-AEF6-E248F9FC3C4A}"/>
              </a:ext>
            </a:extLst>
          </p:cNvPr>
          <p:cNvGraphicFramePr>
            <a:graphicFrameLocks/>
          </p:cNvGraphicFramePr>
          <p:nvPr/>
        </p:nvGraphicFramePr>
        <p:xfrm>
          <a:off x="6575425" y="2368550"/>
          <a:ext cx="1906588" cy="1316038"/>
        </p:xfrm>
        <a:graphic>
          <a:graphicData uri="http://schemas.openxmlformats.org/presentationml/2006/ole">
            <mc:AlternateContent xmlns:mc="http://schemas.openxmlformats.org/markup-compatibility/2006">
              <mc:Choice xmlns:v="urn:schemas-microsoft-com:vml" Requires="v">
                <p:oleObj spid="_x0000_s99500" name="Диаграмма" r:id="rId7" imgW="1914310" imgH="1322947" progId="Excel.Chart.8">
                  <p:embed/>
                </p:oleObj>
              </mc:Choice>
              <mc:Fallback>
                <p:oleObj name="Диаграмма" r:id="rId7" imgW="1914310" imgH="1322947" progId="Excel.Chart.8">
                  <p:embed/>
                  <p:pic>
                    <p:nvPicPr>
                      <p:cNvPr id="73742" name="Диаграмма 23">
                        <a:extLst>
                          <a:ext uri="{FF2B5EF4-FFF2-40B4-BE49-F238E27FC236}">
                            <a16:creationId xmlns:a16="http://schemas.microsoft.com/office/drawing/2014/main" id="{5F2212B5-A3FB-4819-AEF6-E248F9FC3C4A}"/>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75425" y="2368550"/>
                        <a:ext cx="1906588" cy="131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Подзаголовок 2">
            <a:extLst>
              <a:ext uri="{FF2B5EF4-FFF2-40B4-BE49-F238E27FC236}">
                <a16:creationId xmlns:a16="http://schemas.microsoft.com/office/drawing/2014/main" id="{1E0BB1B7-E6A9-48B2-BA02-85EA65545936}"/>
              </a:ext>
            </a:extLst>
          </p:cNvPr>
          <p:cNvSpPr txBox="1">
            <a:spLocks/>
          </p:cNvSpPr>
          <p:nvPr/>
        </p:nvSpPr>
        <p:spPr>
          <a:xfrm>
            <a:off x="6518275" y="3579813"/>
            <a:ext cx="2020888"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50" i="1" dirty="0">
                <a:solidFill>
                  <a:schemeClr val="bg1"/>
                </a:solidFill>
                <a:latin typeface="Raleway Medium" panose="020B0003030101060003" pitchFamily="34" charset="0"/>
              </a:rPr>
              <a:t>3 Month</a:t>
            </a:r>
          </a:p>
          <a:p>
            <a:pPr marL="0" indent="0" algn="ctr" fontAlgn="auto">
              <a:lnSpc>
                <a:spcPts val="2000"/>
              </a:lnSpc>
              <a:spcBef>
                <a:spcPts val="0"/>
              </a:spcBef>
              <a:spcAft>
                <a:spcPts val="0"/>
              </a:spcAft>
              <a:buFont typeface="Arial" panose="020B0604020202020204" pitchFamily="34" charset="0"/>
              <a:buNone/>
              <a:defRPr/>
            </a:pPr>
            <a:r>
              <a:rPr lang="en-US" sz="1100" dirty="0">
                <a:solidFill>
                  <a:schemeClr val="bg1"/>
                </a:solidFill>
                <a:latin typeface="Raleway Heavy" panose="020B0003030101060003" pitchFamily="34" charset="0"/>
              </a:rPr>
              <a:t>PROJECT EXECUTION</a:t>
            </a:r>
            <a:endParaRPr lang="en-US" sz="800" dirty="0">
              <a:solidFill>
                <a:schemeClr val="bg1"/>
              </a:solidFill>
              <a:latin typeface="Poppins" panose="02000000000000000000" pitchFamily="2" charset="0"/>
              <a:cs typeface="Poppins" panose="02000000000000000000" pitchFamily="2" charset="0"/>
            </a:endParaRPr>
          </a:p>
        </p:txBody>
      </p:sp>
      <p:sp>
        <p:nvSpPr>
          <p:cNvPr id="26" name="Прямоугольник 25">
            <a:extLst>
              <a:ext uri="{FF2B5EF4-FFF2-40B4-BE49-F238E27FC236}">
                <a16:creationId xmlns:a16="http://schemas.microsoft.com/office/drawing/2014/main" id="{6961421F-0E35-4670-9A95-E1AA9C11E290}"/>
              </a:ext>
            </a:extLst>
          </p:cNvPr>
          <p:cNvSpPr>
            <a:spLocks noChangeArrowheads="1"/>
          </p:cNvSpPr>
          <p:nvPr/>
        </p:nvSpPr>
        <p:spPr bwMode="auto">
          <a:xfrm>
            <a:off x="7362825" y="2763838"/>
            <a:ext cx="3508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ct val="100000"/>
              </a:lnSpc>
              <a:spcBef>
                <a:spcPct val="0"/>
              </a:spcBef>
              <a:buFontTx/>
              <a:buNone/>
            </a:pPr>
            <a:r>
              <a:rPr lang="en-US" altLang="ru-RU" sz="2400">
                <a:solidFill>
                  <a:schemeClr val="bg1"/>
                </a:solidFill>
                <a:latin typeface="Raleway Medium" panose="020B0603030101060003" pitchFamily="34" charset="0"/>
              </a:rPr>
              <a:t>3</a:t>
            </a:r>
            <a:endParaRPr lang="ru-RU" altLang="ru-RU" sz="2400"/>
          </a:p>
        </p:txBody>
      </p:sp>
      <p:graphicFrame>
        <p:nvGraphicFramePr>
          <p:cNvPr id="73745" name="Диаграмма 27">
            <a:extLst>
              <a:ext uri="{FF2B5EF4-FFF2-40B4-BE49-F238E27FC236}">
                <a16:creationId xmlns:a16="http://schemas.microsoft.com/office/drawing/2014/main" id="{BEF1D1D8-A6D3-49C2-AB9E-F096FD0BC068}"/>
              </a:ext>
            </a:extLst>
          </p:cNvPr>
          <p:cNvGraphicFramePr>
            <a:graphicFrameLocks/>
          </p:cNvGraphicFramePr>
          <p:nvPr/>
        </p:nvGraphicFramePr>
        <p:xfrm>
          <a:off x="9442450" y="2368550"/>
          <a:ext cx="1905000" cy="1316038"/>
        </p:xfrm>
        <a:graphic>
          <a:graphicData uri="http://schemas.openxmlformats.org/presentationml/2006/ole">
            <mc:AlternateContent xmlns:mc="http://schemas.openxmlformats.org/markup-compatibility/2006">
              <mc:Choice xmlns:v="urn:schemas-microsoft-com:vml" Requires="v">
                <p:oleObj spid="_x0000_s99501" name="Диаграмма" r:id="rId9" imgW="1914310" imgH="1322947" progId="Excel.Chart.8">
                  <p:embed/>
                </p:oleObj>
              </mc:Choice>
              <mc:Fallback>
                <p:oleObj name="Диаграмма" r:id="rId9" imgW="1914310" imgH="1322947" progId="Excel.Chart.8">
                  <p:embed/>
                  <p:pic>
                    <p:nvPicPr>
                      <p:cNvPr id="73745" name="Диаграмма 27">
                        <a:extLst>
                          <a:ext uri="{FF2B5EF4-FFF2-40B4-BE49-F238E27FC236}">
                            <a16:creationId xmlns:a16="http://schemas.microsoft.com/office/drawing/2014/main" id="{BEF1D1D8-A6D3-49C2-AB9E-F096FD0BC068}"/>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42450" y="2368550"/>
                        <a:ext cx="1905000" cy="131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Подзаголовок 2">
            <a:extLst>
              <a:ext uri="{FF2B5EF4-FFF2-40B4-BE49-F238E27FC236}">
                <a16:creationId xmlns:a16="http://schemas.microsoft.com/office/drawing/2014/main" id="{1961AB2E-5997-45EF-8C03-2259FAB329EF}"/>
              </a:ext>
            </a:extLst>
          </p:cNvPr>
          <p:cNvSpPr txBox="1">
            <a:spLocks/>
          </p:cNvSpPr>
          <p:nvPr/>
        </p:nvSpPr>
        <p:spPr>
          <a:xfrm>
            <a:off x="9385300" y="3579813"/>
            <a:ext cx="2019300"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50" i="1" dirty="0">
                <a:solidFill>
                  <a:schemeClr val="bg1"/>
                </a:solidFill>
                <a:latin typeface="Raleway Medium" panose="020B0003030101060003" pitchFamily="34" charset="0"/>
              </a:rPr>
              <a:t>1 Month</a:t>
            </a:r>
          </a:p>
          <a:p>
            <a:pPr marL="0" indent="0" algn="ctr" fontAlgn="auto">
              <a:lnSpc>
                <a:spcPts val="2000"/>
              </a:lnSpc>
              <a:spcBef>
                <a:spcPts val="0"/>
              </a:spcBef>
              <a:spcAft>
                <a:spcPts val="0"/>
              </a:spcAft>
              <a:buFont typeface="Arial" panose="020B0604020202020204" pitchFamily="34" charset="0"/>
              <a:buNone/>
              <a:defRPr/>
            </a:pPr>
            <a:r>
              <a:rPr lang="en-US" sz="1100" dirty="0">
                <a:solidFill>
                  <a:schemeClr val="bg1"/>
                </a:solidFill>
                <a:latin typeface="Raleway Heavy" panose="020B0003030101060003" pitchFamily="34" charset="0"/>
              </a:rPr>
              <a:t>TRAINING/TRANSITION</a:t>
            </a:r>
            <a:endParaRPr lang="en-US" sz="800" dirty="0">
              <a:solidFill>
                <a:schemeClr val="bg1"/>
              </a:solidFill>
              <a:latin typeface="Poppins" panose="02000000000000000000" pitchFamily="2" charset="0"/>
              <a:cs typeface="Poppins" panose="02000000000000000000" pitchFamily="2" charset="0"/>
            </a:endParaRPr>
          </a:p>
        </p:txBody>
      </p:sp>
      <p:sp>
        <p:nvSpPr>
          <p:cNvPr id="30" name="Прямоугольник 29">
            <a:extLst>
              <a:ext uri="{FF2B5EF4-FFF2-40B4-BE49-F238E27FC236}">
                <a16:creationId xmlns:a16="http://schemas.microsoft.com/office/drawing/2014/main" id="{69D9A127-0220-479D-99C4-D3F8ADE9F11C}"/>
              </a:ext>
            </a:extLst>
          </p:cNvPr>
          <p:cNvSpPr>
            <a:spLocks noChangeArrowheads="1"/>
          </p:cNvSpPr>
          <p:nvPr/>
        </p:nvSpPr>
        <p:spPr bwMode="auto">
          <a:xfrm>
            <a:off x="10215563" y="2763838"/>
            <a:ext cx="352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ct val="100000"/>
              </a:lnSpc>
              <a:spcBef>
                <a:spcPct val="0"/>
              </a:spcBef>
              <a:buFontTx/>
              <a:buNone/>
            </a:pPr>
            <a:r>
              <a:rPr lang="en-US" altLang="ru-RU" sz="2400">
                <a:solidFill>
                  <a:schemeClr val="bg1"/>
                </a:solidFill>
                <a:latin typeface="Raleway Medium" panose="020B0603030101060003" pitchFamily="34" charset="0"/>
              </a:rPr>
              <a:t>4</a:t>
            </a:r>
            <a:endParaRPr lang="ru-RU" altLang="ru-RU" sz="2400"/>
          </a:p>
        </p:txBody>
      </p:sp>
      <p:sp>
        <p:nvSpPr>
          <p:cNvPr id="31" name="Подзаголовок 2">
            <a:extLst>
              <a:ext uri="{FF2B5EF4-FFF2-40B4-BE49-F238E27FC236}">
                <a16:creationId xmlns:a16="http://schemas.microsoft.com/office/drawing/2014/main" id="{E0A8C0B4-DDD2-4F3D-9015-FD4765B4284D}"/>
              </a:ext>
            </a:extLst>
          </p:cNvPr>
          <p:cNvSpPr txBox="1">
            <a:spLocks/>
          </p:cNvSpPr>
          <p:nvPr/>
        </p:nvSpPr>
        <p:spPr>
          <a:xfrm>
            <a:off x="9547225" y="5059363"/>
            <a:ext cx="1701800" cy="160178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200" spc="150" dirty="0">
                <a:solidFill>
                  <a:srgbClr val="E23936"/>
                </a:solidFill>
                <a:latin typeface="FontAwesome" pitchFamily="2" charset="0"/>
              </a:rPr>
              <a:t></a:t>
            </a:r>
            <a:r>
              <a:rPr lang="en-US" sz="1200" spc="150" dirty="0">
                <a:latin typeface="FontAwesome" pitchFamily="2" charset="0"/>
              </a:rPr>
              <a:t> </a:t>
            </a:r>
            <a:r>
              <a:rPr lang="en-US" sz="1200" spc="150" dirty="0">
                <a:latin typeface="Raleway ExtraBold" panose="020B0903030101060003" pitchFamily="34" charset="-52"/>
              </a:rPr>
              <a:t>STAGE FOUR</a:t>
            </a:r>
          </a:p>
          <a:p>
            <a:pPr marL="0" indent="0" algn="just" fontAlgn="auto">
              <a:lnSpc>
                <a:spcPts val="2000"/>
              </a:lnSpc>
              <a:spcBef>
                <a:spcPts val="0"/>
              </a:spcBef>
              <a:spcAft>
                <a:spcPts val="0"/>
              </a:spcAft>
              <a:buFont typeface="Arial" panose="020B0604020202020204" pitchFamily="34" charset="0"/>
              <a:buNone/>
              <a:defRPr/>
            </a:pPr>
            <a:r>
              <a:rPr lang="en-US" sz="1100" kern="0" dirty="0">
                <a:latin typeface="Raleway Medium" panose="020B0003030101060003" pitchFamily="34" charset="0"/>
                <a:ea typeface="Karla" pitchFamily="2" charset="0"/>
                <a:cs typeface="Poppins" panose="02000000000000000000" pitchFamily="2" charset="0"/>
              </a:rPr>
              <a:t>Training / Transition of the system</a:t>
            </a:r>
            <a:endParaRPr lang="en-US" sz="1100" dirty="0">
              <a:latin typeface="Poppins" panose="02000000000000000000" pitchFamily="2" charset="0"/>
              <a:cs typeface="Poppins" panose="02000000000000000000" pitchFamily="2" charset="0"/>
            </a:endParaRPr>
          </a:p>
        </p:txBody>
      </p:sp>
      <p:sp>
        <p:nvSpPr>
          <p:cNvPr id="24" name="TextBox 23">
            <a:extLst>
              <a:ext uri="{FF2B5EF4-FFF2-40B4-BE49-F238E27FC236}">
                <a16:creationId xmlns:a16="http://schemas.microsoft.com/office/drawing/2014/main" id="{24AB4FFD-0C3F-4C30-A082-65FCFF0A8670}"/>
              </a:ext>
            </a:extLst>
          </p:cNvPr>
          <p:cNvSpPr txBox="1"/>
          <p:nvPr/>
        </p:nvSpPr>
        <p:spPr>
          <a:xfrm>
            <a:off x="8962851" y="6622210"/>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42121985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400"/>
                                        <p:tgtEl>
                                          <p:spTgt spid="9"/>
                                        </p:tgtEl>
                                      </p:cBhvr>
                                    </p:animEffect>
                                  </p:childTnLst>
                                </p:cTn>
                              </p:par>
                            </p:childTnLst>
                          </p:cTn>
                        </p:par>
                        <p:par>
                          <p:cTn id="8" fill="hold" nodeType="afterGroup">
                            <p:stCondLst>
                              <p:cond delay="400"/>
                            </p:stCondLst>
                            <p:childTnLst>
                              <p:par>
                                <p:cTn id="9" presetID="22" presetClass="entr" presetSubtype="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400"/>
                                        <p:tgtEl>
                                          <p:spTgt spid="14"/>
                                        </p:tgtEl>
                                      </p:cBhvr>
                                    </p:animEffect>
                                  </p:childTnLst>
                                </p:cTn>
                              </p:par>
                            </p:childTnLst>
                          </p:cTn>
                        </p:par>
                        <p:par>
                          <p:cTn id="12" fill="hold" nodeType="afterGroup">
                            <p:stCondLst>
                              <p:cond delay="800"/>
                            </p:stCondLst>
                            <p:childTnLst>
                              <p:par>
                                <p:cTn id="13" presetID="22" presetClass="entr" presetSubtype="1"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400"/>
                                        <p:tgtEl>
                                          <p:spTgt spid="5"/>
                                        </p:tgtEl>
                                      </p:cBhvr>
                                    </p:animEffect>
                                  </p:childTnLst>
                                </p:cTn>
                              </p:par>
                            </p:childTnLst>
                          </p:cTn>
                        </p:par>
                        <p:par>
                          <p:cTn id="16" fill="hold" nodeType="afterGroup">
                            <p:stCondLst>
                              <p:cond delay="1200"/>
                            </p:stCondLst>
                            <p:childTnLst>
                              <p:par>
                                <p:cTn id="17" presetID="22" presetClass="entr" presetSubtype="1"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up)">
                                      <p:cBhvr>
                                        <p:cTn id="19" dur="400"/>
                                        <p:tgtEl>
                                          <p:spTgt spid="18"/>
                                        </p:tgtEl>
                                      </p:cBhvr>
                                    </p:animEffect>
                                  </p:childTnLst>
                                </p:cTn>
                              </p:par>
                            </p:childTnLst>
                          </p:cTn>
                        </p:par>
                        <p:par>
                          <p:cTn id="20" fill="hold" nodeType="afterGroup">
                            <p:stCondLst>
                              <p:cond delay="1600"/>
                            </p:stCondLst>
                            <p:childTnLst>
                              <p:par>
                                <p:cTn id="21" presetID="22" presetClass="entr" presetSubtype="1"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up)">
                                      <p:cBhvr>
                                        <p:cTn id="23" dur="400"/>
                                        <p:tgtEl>
                                          <p:spTgt spid="19"/>
                                        </p:tgtEl>
                                      </p:cBhvr>
                                    </p:animEffect>
                                  </p:childTnLst>
                                </p:cTn>
                              </p:par>
                            </p:childTnLst>
                          </p:cTn>
                        </p:par>
                        <p:par>
                          <p:cTn id="24" fill="hold" nodeType="afterGroup">
                            <p:stCondLst>
                              <p:cond delay="2000"/>
                            </p:stCondLst>
                            <p:childTnLst>
                              <p:par>
                                <p:cTn id="25" presetID="22" presetClass="entr" presetSubtype="1"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up)">
                                      <p:cBhvr>
                                        <p:cTn id="27" dur="400"/>
                                        <p:tgtEl>
                                          <p:spTgt spid="22"/>
                                        </p:tgtEl>
                                      </p:cBhvr>
                                    </p:animEffect>
                                  </p:childTnLst>
                                </p:cTn>
                              </p:par>
                            </p:childTnLst>
                          </p:cTn>
                        </p:par>
                        <p:par>
                          <p:cTn id="28" fill="hold" nodeType="afterGroup">
                            <p:stCondLst>
                              <p:cond delay="2400"/>
                            </p:stCondLst>
                            <p:childTnLst>
                              <p:par>
                                <p:cTn id="29" presetID="22" presetClass="entr" presetSubtype="1"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up)">
                                      <p:cBhvr>
                                        <p:cTn id="31" dur="400"/>
                                        <p:tgtEl>
                                          <p:spTgt spid="21"/>
                                        </p:tgtEl>
                                      </p:cBhvr>
                                    </p:animEffect>
                                  </p:childTnLst>
                                </p:cTn>
                              </p:par>
                            </p:childTnLst>
                          </p:cTn>
                        </p:par>
                        <p:par>
                          <p:cTn id="32" fill="hold" nodeType="afterGroup">
                            <p:stCondLst>
                              <p:cond delay="2800"/>
                            </p:stCondLst>
                            <p:childTnLst>
                              <p:par>
                                <p:cTn id="33" presetID="22" presetClass="entr" presetSubtype="1"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up)">
                                      <p:cBhvr>
                                        <p:cTn id="35" dur="400"/>
                                        <p:tgtEl>
                                          <p:spTgt spid="23"/>
                                        </p:tgtEl>
                                      </p:cBhvr>
                                    </p:animEffect>
                                  </p:childTnLst>
                                </p:cTn>
                              </p:par>
                            </p:childTnLst>
                          </p:cTn>
                        </p:par>
                        <p:par>
                          <p:cTn id="36" fill="hold" nodeType="afterGroup">
                            <p:stCondLst>
                              <p:cond delay="3200"/>
                            </p:stCondLst>
                            <p:childTnLst>
                              <p:par>
                                <p:cTn id="37" presetID="22" presetClass="entr" presetSubtype="1" fill="hold" grpId="0" nodeType="after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wipe(up)">
                                      <p:cBhvr>
                                        <p:cTn id="39" dur="400"/>
                                        <p:tgtEl>
                                          <p:spTgt spid="26"/>
                                        </p:tgtEl>
                                      </p:cBhvr>
                                    </p:animEffect>
                                  </p:childTnLst>
                                </p:cTn>
                              </p:par>
                            </p:childTnLst>
                          </p:cTn>
                        </p:par>
                        <p:par>
                          <p:cTn id="40" fill="hold" nodeType="afterGroup">
                            <p:stCondLst>
                              <p:cond delay="3600"/>
                            </p:stCondLst>
                            <p:childTnLst>
                              <p:par>
                                <p:cTn id="41" presetID="22" presetClass="entr" presetSubtype="1"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up)">
                                      <p:cBhvr>
                                        <p:cTn id="43" dur="400"/>
                                        <p:tgtEl>
                                          <p:spTgt spid="25"/>
                                        </p:tgtEl>
                                      </p:cBhvr>
                                    </p:animEffect>
                                  </p:childTnLst>
                                </p:cTn>
                              </p:par>
                            </p:childTnLst>
                          </p:cTn>
                        </p:par>
                        <p:par>
                          <p:cTn id="44" fill="hold" nodeType="afterGroup">
                            <p:stCondLst>
                              <p:cond delay="4000"/>
                            </p:stCondLst>
                            <p:childTnLst>
                              <p:par>
                                <p:cTn id="45" presetID="22" presetClass="entr" presetSubtype="1"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up)">
                                      <p:cBhvr>
                                        <p:cTn id="47" dur="400"/>
                                        <p:tgtEl>
                                          <p:spTgt spid="27"/>
                                        </p:tgtEl>
                                      </p:cBhvr>
                                    </p:animEffect>
                                  </p:childTnLst>
                                </p:cTn>
                              </p:par>
                            </p:childTnLst>
                          </p:cTn>
                        </p:par>
                        <p:par>
                          <p:cTn id="48" fill="hold" nodeType="afterGroup">
                            <p:stCondLst>
                              <p:cond delay="4400"/>
                            </p:stCondLst>
                            <p:childTnLst>
                              <p:par>
                                <p:cTn id="49" presetID="22" presetClass="entr" presetSubtype="1" fill="hold" grpId="0" nodeType="after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up)">
                                      <p:cBhvr>
                                        <p:cTn id="51" dur="400"/>
                                        <p:tgtEl>
                                          <p:spTgt spid="30"/>
                                        </p:tgtEl>
                                      </p:cBhvr>
                                    </p:animEffect>
                                  </p:childTnLst>
                                </p:cTn>
                              </p:par>
                            </p:childTnLst>
                          </p:cTn>
                        </p:par>
                        <p:par>
                          <p:cTn id="52" fill="hold" nodeType="afterGroup">
                            <p:stCondLst>
                              <p:cond delay="4800"/>
                            </p:stCondLst>
                            <p:childTnLst>
                              <p:par>
                                <p:cTn id="53" presetID="22" presetClass="entr" presetSubtype="1"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wipe(up)">
                                      <p:cBhvr>
                                        <p:cTn id="55" dur="400"/>
                                        <p:tgtEl>
                                          <p:spTgt spid="29"/>
                                        </p:tgtEl>
                                      </p:cBhvr>
                                    </p:animEffect>
                                  </p:childTnLst>
                                </p:cTn>
                              </p:par>
                            </p:childTnLst>
                          </p:cTn>
                        </p:par>
                        <p:par>
                          <p:cTn id="56" fill="hold" nodeType="afterGroup">
                            <p:stCondLst>
                              <p:cond delay="5200"/>
                            </p:stCondLst>
                            <p:childTnLst>
                              <p:par>
                                <p:cTn id="57" presetID="22" presetClass="entr" presetSubtype="1"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wipe(up)">
                                      <p:cBhvr>
                                        <p:cTn id="5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animBg="1"/>
      <p:bldP spid="19" grpId="0"/>
      <p:bldP spid="23" grpId="0"/>
      <p:bldP spid="27" grpId="0"/>
      <p:bldP spid="18" grpId="0"/>
      <p:bldP spid="5" grpId="0"/>
      <p:bldP spid="21" grpId="0"/>
      <p:bldP spid="22" grpId="0"/>
      <p:bldP spid="25" grpId="0"/>
      <p:bldP spid="26" grpId="0"/>
      <p:bldP spid="29" grpId="0"/>
      <p:bldP spid="30"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3C3165-26EE-4549-AB9D-D0789862B0AE}"/>
              </a:ext>
            </a:extLst>
          </p:cNvPr>
          <p:cNvSpPr txBox="1">
            <a:spLocks noChangeArrowheads="1"/>
          </p:cNvSpPr>
          <p:nvPr/>
        </p:nvSpPr>
        <p:spPr bwMode="auto">
          <a:xfrm>
            <a:off x="2017712" y="188913"/>
            <a:ext cx="896502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latin typeface="Raleway ExtraBold" panose="020B0903030101060003" pitchFamily="34" charset="0"/>
              </a:rPr>
              <a:t>Scope/Assumption/Dependencies/Model</a:t>
            </a:r>
            <a:endParaRPr lang="ru-RU" altLang="ru-RU" sz="3200" dirty="0">
              <a:latin typeface="Raleway ExtraBold" panose="020B0903030101060003" pitchFamily="34" charset="0"/>
              <a:cs typeface="Rubik Medium" panose="02000604000000020004" pitchFamily="2" charset="-79"/>
            </a:endParaRPr>
          </a:p>
        </p:txBody>
      </p:sp>
      <p:sp>
        <p:nvSpPr>
          <p:cNvPr id="3" name="TextBox 2">
            <a:extLst>
              <a:ext uri="{FF2B5EF4-FFF2-40B4-BE49-F238E27FC236}">
                <a16:creationId xmlns:a16="http://schemas.microsoft.com/office/drawing/2014/main" id="{8D15594A-D9AC-44BF-8812-3D69BDFD9ADB}"/>
              </a:ext>
            </a:extLst>
          </p:cNvPr>
          <p:cNvSpPr txBox="1"/>
          <p:nvPr/>
        </p:nvSpPr>
        <p:spPr>
          <a:xfrm>
            <a:off x="2922588" y="1122363"/>
            <a:ext cx="6378575" cy="276225"/>
          </a:xfrm>
          <a:prstGeom prst="rect">
            <a:avLst/>
          </a:prstGeom>
          <a:noFill/>
        </p:spPr>
        <p:txBody>
          <a:bodyPr>
            <a:spAutoFit/>
          </a:bodyPr>
          <a:lstStyle/>
          <a:p>
            <a:pPr algn="ctr" eaLnBrk="1" fontAlgn="auto" hangingPunct="1">
              <a:spcBef>
                <a:spcPts val="0"/>
              </a:spcBef>
              <a:spcAft>
                <a:spcPts val="0"/>
              </a:spcAft>
              <a:defRPr/>
            </a:pPr>
            <a:r>
              <a:rPr lang="en-US" sz="1200" dirty="0">
                <a:solidFill>
                  <a:schemeClr val="bg1">
                    <a:lumMod val="65000"/>
                  </a:schemeClr>
                </a:solidFill>
                <a:latin typeface="Raleway ExtraBold" panose="020B0903030101060003" pitchFamily="34" charset="-52"/>
                <a:ea typeface="Cardo" panose="02020600000000000000" pitchFamily="18" charset="-79"/>
                <a:cs typeface="Cardo" panose="02020600000000000000" pitchFamily="18" charset="-79"/>
              </a:rPr>
              <a:t>BEST RESULT IS OUR PURPOSE</a:t>
            </a:r>
            <a:endParaRPr lang="ru-RU" sz="1200" dirty="0">
              <a:solidFill>
                <a:schemeClr val="bg1">
                  <a:lumMod val="65000"/>
                </a:schemeClr>
              </a:solidFill>
              <a:latin typeface="Raleway ExtraBold" panose="020B0903030101060003" pitchFamily="34" charset="-52"/>
              <a:ea typeface="Cardo" panose="02020600000000000000" pitchFamily="18" charset="-79"/>
              <a:cs typeface="Cardo" panose="02020600000000000000" pitchFamily="18" charset="-79"/>
            </a:endParaRPr>
          </a:p>
        </p:txBody>
      </p:sp>
      <p:sp>
        <p:nvSpPr>
          <p:cNvPr id="4" name="Шестиугольник 3">
            <a:extLst>
              <a:ext uri="{FF2B5EF4-FFF2-40B4-BE49-F238E27FC236}">
                <a16:creationId xmlns:a16="http://schemas.microsoft.com/office/drawing/2014/main" id="{887D0B2E-3B64-4E16-B85A-514F9014105B}"/>
              </a:ext>
            </a:extLst>
          </p:cNvPr>
          <p:cNvSpPr/>
          <p:nvPr/>
        </p:nvSpPr>
        <p:spPr>
          <a:xfrm>
            <a:off x="5091113" y="2182813"/>
            <a:ext cx="2009775" cy="1733550"/>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5" name="Шестиугольник 4">
            <a:extLst>
              <a:ext uri="{FF2B5EF4-FFF2-40B4-BE49-F238E27FC236}">
                <a16:creationId xmlns:a16="http://schemas.microsoft.com/office/drawing/2014/main" id="{3B99AAC2-EB1E-4F21-83E0-3FF985D1BE61}"/>
              </a:ext>
            </a:extLst>
          </p:cNvPr>
          <p:cNvSpPr/>
          <p:nvPr/>
        </p:nvSpPr>
        <p:spPr>
          <a:xfrm>
            <a:off x="5091113" y="4051300"/>
            <a:ext cx="2009775" cy="1733550"/>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6" name="Шестиугольник 5">
            <a:extLst>
              <a:ext uri="{FF2B5EF4-FFF2-40B4-BE49-F238E27FC236}">
                <a16:creationId xmlns:a16="http://schemas.microsoft.com/office/drawing/2014/main" id="{9B0455CC-5FF6-4B9E-B4B4-B35C18228031}"/>
              </a:ext>
            </a:extLst>
          </p:cNvPr>
          <p:cNvSpPr/>
          <p:nvPr/>
        </p:nvSpPr>
        <p:spPr>
          <a:xfrm>
            <a:off x="3427413" y="3092450"/>
            <a:ext cx="2011362" cy="1731963"/>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7" name="Шестиугольник 6">
            <a:extLst>
              <a:ext uri="{FF2B5EF4-FFF2-40B4-BE49-F238E27FC236}">
                <a16:creationId xmlns:a16="http://schemas.microsoft.com/office/drawing/2014/main" id="{3373C805-2D83-47E7-ADFC-C3A1F8532794}"/>
              </a:ext>
            </a:extLst>
          </p:cNvPr>
          <p:cNvSpPr/>
          <p:nvPr/>
        </p:nvSpPr>
        <p:spPr>
          <a:xfrm>
            <a:off x="6753225" y="3092450"/>
            <a:ext cx="2011363" cy="1731963"/>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8" name="Прямоугольник 7">
            <a:extLst>
              <a:ext uri="{FF2B5EF4-FFF2-40B4-BE49-F238E27FC236}">
                <a16:creationId xmlns:a16="http://schemas.microsoft.com/office/drawing/2014/main" id="{BFF34742-B7E1-4AF1-B42C-04B1A81DC0D9}"/>
              </a:ext>
            </a:extLst>
          </p:cNvPr>
          <p:cNvSpPr>
            <a:spLocks noChangeArrowheads="1"/>
          </p:cNvSpPr>
          <p:nvPr/>
        </p:nvSpPr>
        <p:spPr bwMode="auto">
          <a:xfrm>
            <a:off x="5740400" y="2633663"/>
            <a:ext cx="7112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800">
                <a:solidFill>
                  <a:schemeClr val="bg1"/>
                </a:solidFill>
                <a:latin typeface="FontAwesome" pitchFamily="2" charset="0"/>
              </a:rPr>
              <a:t></a:t>
            </a:r>
            <a:endParaRPr lang="ru-RU" altLang="ru-RU" sz="4800">
              <a:solidFill>
                <a:schemeClr val="bg1"/>
              </a:solidFill>
            </a:endParaRPr>
          </a:p>
        </p:txBody>
      </p:sp>
      <p:sp>
        <p:nvSpPr>
          <p:cNvPr id="9" name="Прямоугольник 8">
            <a:extLst>
              <a:ext uri="{FF2B5EF4-FFF2-40B4-BE49-F238E27FC236}">
                <a16:creationId xmlns:a16="http://schemas.microsoft.com/office/drawing/2014/main" id="{8866CDD2-284E-47EC-B639-62F6EB7F8442}"/>
              </a:ext>
            </a:extLst>
          </p:cNvPr>
          <p:cNvSpPr>
            <a:spLocks noChangeArrowheads="1"/>
          </p:cNvSpPr>
          <p:nvPr/>
        </p:nvSpPr>
        <p:spPr bwMode="auto">
          <a:xfrm>
            <a:off x="5718175" y="4502150"/>
            <a:ext cx="78898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400">
                <a:solidFill>
                  <a:schemeClr val="bg1"/>
                </a:solidFill>
                <a:latin typeface="FontAwesome" pitchFamily="2" charset="0"/>
              </a:rPr>
              <a:t></a:t>
            </a:r>
            <a:endParaRPr lang="ru-RU" altLang="ru-RU" sz="4400">
              <a:solidFill>
                <a:schemeClr val="bg1"/>
              </a:solidFill>
            </a:endParaRPr>
          </a:p>
        </p:txBody>
      </p:sp>
      <p:sp>
        <p:nvSpPr>
          <p:cNvPr id="10" name="Прямоугольник 9">
            <a:extLst>
              <a:ext uri="{FF2B5EF4-FFF2-40B4-BE49-F238E27FC236}">
                <a16:creationId xmlns:a16="http://schemas.microsoft.com/office/drawing/2014/main" id="{62214345-0C90-4C13-97CD-A50B39958DBB}"/>
              </a:ext>
            </a:extLst>
          </p:cNvPr>
          <p:cNvSpPr>
            <a:spLocks noChangeArrowheads="1"/>
          </p:cNvSpPr>
          <p:nvPr/>
        </p:nvSpPr>
        <p:spPr bwMode="auto">
          <a:xfrm>
            <a:off x="4002088" y="3543300"/>
            <a:ext cx="8001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800">
                <a:solidFill>
                  <a:schemeClr val="bg1"/>
                </a:solidFill>
                <a:latin typeface="FontAwesome" pitchFamily="2" charset="0"/>
              </a:rPr>
              <a:t></a:t>
            </a:r>
            <a:endParaRPr lang="ru-RU" altLang="ru-RU" sz="4800">
              <a:solidFill>
                <a:schemeClr val="bg1"/>
              </a:solidFill>
            </a:endParaRPr>
          </a:p>
        </p:txBody>
      </p:sp>
      <p:sp>
        <p:nvSpPr>
          <p:cNvPr id="11" name="Прямоугольник 10">
            <a:extLst>
              <a:ext uri="{FF2B5EF4-FFF2-40B4-BE49-F238E27FC236}">
                <a16:creationId xmlns:a16="http://schemas.microsoft.com/office/drawing/2014/main" id="{60D862D3-D857-4C61-BF81-60B1413BAFED}"/>
              </a:ext>
            </a:extLst>
          </p:cNvPr>
          <p:cNvSpPr>
            <a:spLocks noChangeArrowheads="1"/>
          </p:cNvSpPr>
          <p:nvPr/>
        </p:nvSpPr>
        <p:spPr bwMode="auto">
          <a:xfrm>
            <a:off x="7364413" y="3500438"/>
            <a:ext cx="7572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800">
                <a:solidFill>
                  <a:schemeClr val="bg1"/>
                </a:solidFill>
                <a:latin typeface="FontAwesome" pitchFamily="2" charset="0"/>
              </a:rPr>
              <a:t></a:t>
            </a:r>
            <a:endParaRPr lang="ru-RU" altLang="ru-RU" sz="4800">
              <a:solidFill>
                <a:schemeClr val="bg1"/>
              </a:solidFill>
            </a:endParaRPr>
          </a:p>
        </p:txBody>
      </p:sp>
      <p:sp>
        <p:nvSpPr>
          <p:cNvPr id="12" name="Подзаголовок 2">
            <a:extLst>
              <a:ext uri="{FF2B5EF4-FFF2-40B4-BE49-F238E27FC236}">
                <a16:creationId xmlns:a16="http://schemas.microsoft.com/office/drawing/2014/main" id="{B2E2C555-3B67-4DC3-B2A5-751120C1A284}"/>
              </a:ext>
            </a:extLst>
          </p:cNvPr>
          <p:cNvSpPr txBox="1">
            <a:spLocks/>
          </p:cNvSpPr>
          <p:nvPr/>
        </p:nvSpPr>
        <p:spPr>
          <a:xfrm>
            <a:off x="111252" y="4836318"/>
            <a:ext cx="4551236" cy="18970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kern="0" dirty="0">
                <a:latin typeface="Montserrat SemiBold" panose="00000700000000000000" pitchFamily="50" charset="0"/>
                <a:ea typeface="Karla" pitchFamily="2" charset="0"/>
                <a:cs typeface="Poppins" panose="02000000000000000000" pitchFamily="2" charset="0"/>
              </a:rPr>
              <a:t>04</a:t>
            </a:r>
            <a:r>
              <a:rPr lang="en-US" sz="1100" kern="0" dirty="0">
                <a:latin typeface="Raleway Heavy" panose="020B0003030101060003" pitchFamily="34" charset="0"/>
                <a:ea typeface="Karla" pitchFamily="2" charset="0"/>
                <a:cs typeface="Poppins" panose="02000000000000000000" pitchFamily="2" charset="0"/>
              </a:rPr>
              <a:t>/ MODEL</a:t>
            </a:r>
          </a:p>
          <a:p>
            <a:pPr fontAlgn="auto">
              <a:lnSpc>
                <a:spcPts val="2000"/>
              </a:lnSpc>
              <a:spcBef>
                <a:spcPts val="0"/>
              </a:spcBef>
              <a:spcAft>
                <a:spcPts val="0"/>
              </a:spcAft>
              <a:buFont typeface="+mj-lt"/>
              <a:buAutoNum type="arabicPeriod"/>
              <a:defRPr/>
            </a:pPr>
            <a:r>
              <a:rPr lang="en-US" sz="1200" kern="0" dirty="0">
                <a:latin typeface="Raleway Medium" panose="020B0003030101060003" pitchFamily="34" charset="0"/>
                <a:cs typeface="Poppins" panose="02000000000000000000" pitchFamily="2" charset="0"/>
              </a:rPr>
              <a:t>Time &amp; Material Based. Reliance will hire  skill sets for a period</a:t>
            </a:r>
          </a:p>
          <a:p>
            <a:pPr fontAlgn="auto">
              <a:lnSpc>
                <a:spcPts val="2000"/>
              </a:lnSpc>
              <a:spcBef>
                <a:spcPts val="0"/>
              </a:spcBef>
              <a:spcAft>
                <a:spcPts val="0"/>
              </a:spcAft>
              <a:buFont typeface="+mj-lt"/>
              <a:buAutoNum type="arabicPeriod"/>
              <a:defRPr/>
            </a:pPr>
            <a:r>
              <a:rPr lang="en-US" sz="1200" kern="0" dirty="0">
                <a:latin typeface="Raleway Medium" panose="020B0003030101060003" pitchFamily="34" charset="0"/>
                <a:cs typeface="Poppins" panose="02000000000000000000" pitchFamily="2" charset="0"/>
              </a:rPr>
              <a:t>Project follows Agile &amp; Scrum Methodology    </a:t>
            </a:r>
            <a:endParaRPr lang="en-US" sz="1200" dirty="0">
              <a:latin typeface="Poppins" panose="02000000000000000000" pitchFamily="2" charset="0"/>
              <a:cs typeface="Poppins" panose="02000000000000000000" pitchFamily="2" charset="0"/>
            </a:endParaRPr>
          </a:p>
        </p:txBody>
      </p:sp>
      <p:sp>
        <p:nvSpPr>
          <p:cNvPr id="13" name="Подзаголовок 2">
            <a:extLst>
              <a:ext uri="{FF2B5EF4-FFF2-40B4-BE49-F238E27FC236}">
                <a16:creationId xmlns:a16="http://schemas.microsoft.com/office/drawing/2014/main" id="{ACBF5E28-B13E-4485-8403-905C9E02ACCB}"/>
              </a:ext>
            </a:extLst>
          </p:cNvPr>
          <p:cNvSpPr txBox="1">
            <a:spLocks/>
          </p:cNvSpPr>
          <p:nvPr/>
        </p:nvSpPr>
        <p:spPr>
          <a:xfrm>
            <a:off x="7587298" y="1844103"/>
            <a:ext cx="4789486" cy="1560512"/>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kern="0" dirty="0">
                <a:latin typeface="Montserrat SemiBold" panose="00000700000000000000" pitchFamily="50" charset="0"/>
                <a:ea typeface="Karla" pitchFamily="2" charset="0"/>
                <a:cs typeface="Poppins" panose="02000000000000000000" pitchFamily="2" charset="0"/>
              </a:rPr>
              <a:t>02</a:t>
            </a:r>
            <a:r>
              <a:rPr lang="en-US" sz="1100" kern="0" dirty="0">
                <a:latin typeface="Raleway Heavy" panose="020B0003030101060003" pitchFamily="34" charset="0"/>
                <a:ea typeface="Karla" pitchFamily="2" charset="0"/>
                <a:cs typeface="Poppins" panose="02000000000000000000" pitchFamily="2" charset="0"/>
              </a:rPr>
              <a:t>/ ASSUMPTION</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ea typeface="Karla" pitchFamily="2" charset="0"/>
                <a:cs typeface="Poppins" panose="02000000000000000000" pitchFamily="2" charset="0"/>
              </a:rPr>
              <a:t>Existing services architecture / workflows / existing codebase will be shared with Synectiks under a NDA to expedite the transformation process.</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cs typeface="Poppins" panose="02000000000000000000" pitchFamily="2" charset="0"/>
              </a:rPr>
              <a:t>The ingestion layer should have network visibility to every sources of data</a:t>
            </a:r>
            <a:endParaRPr lang="en-US" sz="1100" dirty="0">
              <a:latin typeface="Poppins" panose="02000000000000000000" pitchFamily="2" charset="0"/>
              <a:cs typeface="Poppins" panose="02000000000000000000" pitchFamily="2" charset="0"/>
            </a:endParaRPr>
          </a:p>
        </p:txBody>
      </p:sp>
      <p:sp>
        <p:nvSpPr>
          <p:cNvPr id="14" name="Подзаголовок 2">
            <a:extLst>
              <a:ext uri="{FF2B5EF4-FFF2-40B4-BE49-F238E27FC236}">
                <a16:creationId xmlns:a16="http://schemas.microsoft.com/office/drawing/2014/main" id="{0DBCAC98-B977-4BCD-B767-43CCA0D94AA9}"/>
              </a:ext>
            </a:extLst>
          </p:cNvPr>
          <p:cNvSpPr txBox="1">
            <a:spLocks/>
          </p:cNvSpPr>
          <p:nvPr/>
        </p:nvSpPr>
        <p:spPr>
          <a:xfrm>
            <a:off x="469900" y="1660524"/>
            <a:ext cx="4833620" cy="165417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kern="0" dirty="0">
                <a:latin typeface="Montserrat SemiBold" panose="00000700000000000000" pitchFamily="50" charset="0"/>
                <a:ea typeface="Karla" pitchFamily="2" charset="0"/>
                <a:cs typeface="Poppins" panose="02000000000000000000" pitchFamily="2" charset="0"/>
              </a:rPr>
              <a:t>01</a:t>
            </a:r>
            <a:r>
              <a:rPr lang="en-US" sz="1100" kern="0" dirty="0">
                <a:latin typeface="Raleway Heavy" panose="020B0003030101060003" pitchFamily="34" charset="0"/>
                <a:ea typeface="Karla" pitchFamily="2" charset="0"/>
                <a:cs typeface="Poppins" panose="02000000000000000000" pitchFamily="2" charset="0"/>
              </a:rPr>
              <a:t>/ SCOPE</a:t>
            </a:r>
          </a:p>
          <a:p>
            <a:pPr fontAlgn="auto">
              <a:lnSpc>
                <a:spcPts val="2000"/>
              </a:lnSpc>
              <a:spcBef>
                <a:spcPts val="0"/>
              </a:spcBef>
              <a:spcAft>
                <a:spcPts val="0"/>
              </a:spcAft>
              <a:buFont typeface="+mj-lt"/>
              <a:buAutoNum type="arabicPeriod"/>
              <a:defRPr/>
            </a:pPr>
            <a:r>
              <a:rPr lang="en-US" sz="1100" kern="0" dirty="0">
                <a:solidFill>
                  <a:prstClr val="black"/>
                </a:solidFill>
              </a:rPr>
              <a:t>Design future state Hardware Aggregation &amp; micro services architecture</a:t>
            </a:r>
          </a:p>
          <a:p>
            <a:pPr fontAlgn="auto">
              <a:lnSpc>
                <a:spcPts val="2000"/>
              </a:lnSpc>
              <a:spcBef>
                <a:spcPts val="0"/>
              </a:spcBef>
              <a:spcAft>
                <a:spcPts val="0"/>
              </a:spcAft>
              <a:buFont typeface="+mj-lt"/>
              <a:buAutoNum type="arabicPeriod"/>
              <a:defRPr/>
            </a:pPr>
            <a:r>
              <a:rPr lang="en-US" sz="1100" kern="0" dirty="0">
                <a:solidFill>
                  <a:prstClr val="black"/>
                </a:solidFill>
              </a:rPr>
              <a:t>Finalize container technology stack, infrastructure and continuous integration process.</a:t>
            </a:r>
          </a:p>
          <a:p>
            <a:pPr fontAlgn="auto">
              <a:lnSpc>
                <a:spcPts val="2000"/>
              </a:lnSpc>
              <a:spcBef>
                <a:spcPts val="0"/>
              </a:spcBef>
              <a:spcAft>
                <a:spcPts val="0"/>
              </a:spcAft>
              <a:buFont typeface="+mj-lt"/>
              <a:buAutoNum type="arabicPeriod"/>
              <a:defRPr/>
            </a:pPr>
            <a:r>
              <a:rPr lang="en-US" sz="1100" kern="0" dirty="0">
                <a:solidFill>
                  <a:prstClr val="black"/>
                </a:solidFill>
              </a:rPr>
              <a:t>Transform existing application stack to fit into new architecture</a:t>
            </a:r>
          </a:p>
          <a:p>
            <a:pPr fontAlgn="auto">
              <a:lnSpc>
                <a:spcPts val="2000"/>
              </a:lnSpc>
              <a:spcBef>
                <a:spcPts val="0"/>
              </a:spcBef>
              <a:spcAft>
                <a:spcPts val="0"/>
              </a:spcAft>
              <a:buFont typeface="+mj-lt"/>
              <a:buAutoNum type="arabicPeriod"/>
              <a:defRPr/>
            </a:pPr>
            <a:r>
              <a:rPr lang="en-US" sz="1100" kern="0" dirty="0">
                <a:solidFill>
                  <a:prstClr val="black"/>
                </a:solidFill>
              </a:rPr>
              <a:t>Establish OSS / Training / Transition</a:t>
            </a:r>
          </a:p>
          <a:p>
            <a:pPr marL="0" indent="0" algn="r" fontAlgn="auto">
              <a:lnSpc>
                <a:spcPts val="2000"/>
              </a:lnSpc>
              <a:spcBef>
                <a:spcPts val="0"/>
              </a:spcBef>
              <a:spcAft>
                <a:spcPts val="0"/>
              </a:spcAft>
              <a:buFont typeface="Arial" panose="020B0604020202020204" pitchFamily="34" charset="0"/>
              <a:buNone/>
              <a:defRPr/>
            </a:pPr>
            <a:endParaRPr lang="en-US" sz="1100" dirty="0">
              <a:solidFill>
                <a:schemeClr val="bg1">
                  <a:lumMod val="65000"/>
                </a:schemeClr>
              </a:solidFill>
              <a:latin typeface="Poppins" panose="02000000000000000000" pitchFamily="2" charset="0"/>
              <a:cs typeface="Poppins" panose="02000000000000000000" pitchFamily="2" charset="0"/>
            </a:endParaRPr>
          </a:p>
        </p:txBody>
      </p:sp>
      <p:sp>
        <p:nvSpPr>
          <p:cNvPr id="15" name="Подзаголовок 2">
            <a:extLst>
              <a:ext uri="{FF2B5EF4-FFF2-40B4-BE49-F238E27FC236}">
                <a16:creationId xmlns:a16="http://schemas.microsoft.com/office/drawing/2014/main" id="{3831FCED-B4AB-4606-95E9-0741D9065DBF}"/>
              </a:ext>
            </a:extLst>
          </p:cNvPr>
          <p:cNvSpPr txBox="1">
            <a:spLocks/>
          </p:cNvSpPr>
          <p:nvPr/>
        </p:nvSpPr>
        <p:spPr>
          <a:xfrm>
            <a:off x="7209790" y="4716518"/>
            <a:ext cx="4982210" cy="1897063"/>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kern="0" dirty="0">
                <a:latin typeface="Montserrat SemiBold" panose="00000700000000000000" pitchFamily="50" charset="0"/>
                <a:ea typeface="Karla" pitchFamily="2" charset="0"/>
                <a:cs typeface="Poppins" panose="02000000000000000000" pitchFamily="2" charset="0"/>
              </a:rPr>
              <a:t>03</a:t>
            </a:r>
            <a:r>
              <a:rPr lang="en-US" sz="1100" kern="0" dirty="0">
                <a:latin typeface="Raleway Heavy" panose="020B0003030101060003" pitchFamily="34" charset="0"/>
                <a:ea typeface="Karla" pitchFamily="2" charset="0"/>
                <a:cs typeface="Poppins" panose="02000000000000000000" pitchFamily="2" charset="0"/>
              </a:rPr>
              <a:t>/ DEPENDENCIES</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ea typeface="Karla" pitchFamily="2" charset="0"/>
                <a:cs typeface="Poppins" panose="02000000000000000000" pitchFamily="2" charset="0"/>
              </a:rPr>
              <a:t>Synectiks will depend on allocation of Hardware Resources from Reliance</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cs typeface="Poppins" panose="02000000000000000000" pitchFamily="2" charset="0"/>
              </a:rPr>
              <a:t>Synectiks highly recommend to subscribe services for core container cluster technology backbone from third party vendors ( anyone , could be REDHAT, MESSOS, KUBERNETES vendors).</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cs typeface="Poppins" panose="02000000000000000000" pitchFamily="2" charset="0"/>
              </a:rPr>
              <a:t>Synectiks recommends Google COREOS operating system and recommend to buy their services)</a:t>
            </a:r>
            <a:endParaRPr lang="en-US" sz="1100" dirty="0">
              <a:latin typeface="Poppins" panose="02000000000000000000" pitchFamily="2" charset="0"/>
              <a:cs typeface="Poppins" panose="02000000000000000000" pitchFamily="2" charset="0"/>
            </a:endParaRPr>
          </a:p>
        </p:txBody>
      </p:sp>
      <p:sp>
        <p:nvSpPr>
          <p:cNvPr id="16" name="Прямоугольник 15">
            <a:extLst>
              <a:ext uri="{FF2B5EF4-FFF2-40B4-BE49-F238E27FC236}">
                <a16:creationId xmlns:a16="http://schemas.microsoft.com/office/drawing/2014/main" id="{80773BA7-B50F-482E-B753-ACB2E05E40C0}"/>
              </a:ext>
            </a:extLst>
          </p:cNvPr>
          <p:cNvSpPr/>
          <p:nvPr/>
        </p:nvSpPr>
        <p:spPr>
          <a:xfrm>
            <a:off x="6202363" y="3455988"/>
            <a:ext cx="469900" cy="369887"/>
          </a:xfrm>
          <a:prstGeom prst="rect">
            <a:avLst/>
          </a:prstGeom>
        </p:spPr>
        <p:txBody>
          <a:bodyPr wrap="none">
            <a:spAutoFit/>
          </a:bodyPr>
          <a:lstStyle/>
          <a:p>
            <a:pPr eaLnBrk="1" fontAlgn="auto" hangingPunct="1">
              <a:spcBef>
                <a:spcPts val="0"/>
              </a:spcBef>
              <a:spcAft>
                <a:spcPts val="0"/>
              </a:spcAft>
              <a:defRPr/>
            </a:pPr>
            <a:r>
              <a:rPr lang="en-US" kern="0" dirty="0">
                <a:solidFill>
                  <a:schemeClr val="bg1"/>
                </a:solidFill>
                <a:latin typeface="Montserrat SemiBold" panose="00000700000000000000" pitchFamily="50" charset="0"/>
                <a:ea typeface="Karla" pitchFamily="2" charset="0"/>
                <a:cs typeface="Poppins" panose="02000000000000000000" pitchFamily="2" charset="0"/>
              </a:rPr>
              <a:t>01</a:t>
            </a:r>
            <a:endParaRPr lang="ru-RU" dirty="0">
              <a:solidFill>
                <a:schemeClr val="bg1"/>
              </a:solidFill>
              <a:latin typeface="+mn-lt"/>
            </a:endParaRPr>
          </a:p>
        </p:txBody>
      </p:sp>
      <p:sp>
        <p:nvSpPr>
          <p:cNvPr id="17" name="Прямоугольник 16">
            <a:extLst>
              <a:ext uri="{FF2B5EF4-FFF2-40B4-BE49-F238E27FC236}">
                <a16:creationId xmlns:a16="http://schemas.microsoft.com/office/drawing/2014/main" id="{3E3FA4C9-59C2-4536-AB36-6440FD82F1E2}"/>
              </a:ext>
            </a:extLst>
          </p:cNvPr>
          <p:cNvSpPr/>
          <p:nvPr/>
        </p:nvSpPr>
        <p:spPr>
          <a:xfrm>
            <a:off x="7848600" y="4394200"/>
            <a:ext cx="469900" cy="368300"/>
          </a:xfrm>
          <a:prstGeom prst="rect">
            <a:avLst/>
          </a:prstGeom>
        </p:spPr>
        <p:txBody>
          <a:bodyPr wrap="none">
            <a:spAutoFit/>
          </a:bodyPr>
          <a:lstStyle/>
          <a:p>
            <a:pPr eaLnBrk="1" fontAlgn="auto" hangingPunct="1">
              <a:spcBef>
                <a:spcPts val="0"/>
              </a:spcBef>
              <a:spcAft>
                <a:spcPts val="0"/>
              </a:spcAft>
              <a:defRPr/>
            </a:pPr>
            <a:r>
              <a:rPr lang="en-US" kern="0" dirty="0">
                <a:solidFill>
                  <a:schemeClr val="bg1"/>
                </a:solidFill>
                <a:latin typeface="Montserrat SemiBold" panose="00000700000000000000" pitchFamily="50" charset="0"/>
                <a:ea typeface="Karla" pitchFamily="2" charset="0"/>
                <a:cs typeface="Poppins" panose="02000000000000000000" pitchFamily="2" charset="0"/>
              </a:rPr>
              <a:t>02</a:t>
            </a:r>
            <a:endParaRPr lang="ru-RU" dirty="0">
              <a:solidFill>
                <a:schemeClr val="bg1"/>
              </a:solidFill>
              <a:latin typeface="+mn-lt"/>
            </a:endParaRPr>
          </a:p>
        </p:txBody>
      </p:sp>
      <p:sp>
        <p:nvSpPr>
          <p:cNvPr id="18" name="Прямоугольник 17">
            <a:extLst>
              <a:ext uri="{FF2B5EF4-FFF2-40B4-BE49-F238E27FC236}">
                <a16:creationId xmlns:a16="http://schemas.microsoft.com/office/drawing/2014/main" id="{B42A6BDF-0D8F-430F-81C2-5D5C947586CD}"/>
              </a:ext>
            </a:extLst>
          </p:cNvPr>
          <p:cNvSpPr/>
          <p:nvPr/>
        </p:nvSpPr>
        <p:spPr>
          <a:xfrm>
            <a:off x="6202363" y="5334000"/>
            <a:ext cx="469900" cy="368300"/>
          </a:xfrm>
          <a:prstGeom prst="rect">
            <a:avLst/>
          </a:prstGeom>
        </p:spPr>
        <p:txBody>
          <a:bodyPr wrap="none">
            <a:spAutoFit/>
          </a:bodyPr>
          <a:lstStyle/>
          <a:p>
            <a:pPr eaLnBrk="1" fontAlgn="auto" hangingPunct="1">
              <a:spcBef>
                <a:spcPts val="0"/>
              </a:spcBef>
              <a:spcAft>
                <a:spcPts val="0"/>
              </a:spcAft>
              <a:defRPr/>
            </a:pPr>
            <a:r>
              <a:rPr lang="en-US" kern="0" dirty="0">
                <a:solidFill>
                  <a:schemeClr val="bg1"/>
                </a:solidFill>
                <a:latin typeface="Montserrat SemiBold" panose="00000700000000000000" pitchFamily="50" charset="0"/>
                <a:ea typeface="Karla" pitchFamily="2" charset="0"/>
                <a:cs typeface="Poppins" panose="02000000000000000000" pitchFamily="2" charset="0"/>
              </a:rPr>
              <a:t>03</a:t>
            </a:r>
            <a:endParaRPr lang="ru-RU" dirty="0">
              <a:solidFill>
                <a:schemeClr val="bg1"/>
              </a:solidFill>
              <a:latin typeface="+mn-lt"/>
            </a:endParaRPr>
          </a:p>
        </p:txBody>
      </p:sp>
      <p:sp>
        <p:nvSpPr>
          <p:cNvPr id="19" name="Прямоугольник 18">
            <a:extLst>
              <a:ext uri="{FF2B5EF4-FFF2-40B4-BE49-F238E27FC236}">
                <a16:creationId xmlns:a16="http://schemas.microsoft.com/office/drawing/2014/main" id="{EA6D81CB-FCE6-42C4-89F7-C097A10692C5}"/>
              </a:ext>
            </a:extLst>
          </p:cNvPr>
          <p:cNvSpPr/>
          <p:nvPr/>
        </p:nvSpPr>
        <p:spPr>
          <a:xfrm>
            <a:off x="4492625" y="4387850"/>
            <a:ext cx="469900" cy="369888"/>
          </a:xfrm>
          <a:prstGeom prst="rect">
            <a:avLst/>
          </a:prstGeom>
        </p:spPr>
        <p:txBody>
          <a:bodyPr wrap="none">
            <a:spAutoFit/>
          </a:bodyPr>
          <a:lstStyle/>
          <a:p>
            <a:pPr eaLnBrk="1" fontAlgn="auto" hangingPunct="1">
              <a:spcBef>
                <a:spcPts val="0"/>
              </a:spcBef>
              <a:spcAft>
                <a:spcPts val="0"/>
              </a:spcAft>
              <a:defRPr/>
            </a:pPr>
            <a:r>
              <a:rPr lang="en-US" kern="0" dirty="0">
                <a:solidFill>
                  <a:schemeClr val="bg1"/>
                </a:solidFill>
                <a:latin typeface="Montserrat SemiBold" panose="00000700000000000000" pitchFamily="50" charset="0"/>
                <a:ea typeface="Karla" pitchFamily="2" charset="0"/>
                <a:cs typeface="Poppins" panose="02000000000000000000" pitchFamily="2" charset="0"/>
              </a:rPr>
              <a:t>04</a:t>
            </a:r>
            <a:endParaRPr lang="ru-RU" dirty="0">
              <a:solidFill>
                <a:schemeClr val="bg1"/>
              </a:solidFill>
              <a:latin typeface="+mn-lt"/>
            </a:endParaRPr>
          </a:p>
        </p:txBody>
      </p:sp>
      <p:sp>
        <p:nvSpPr>
          <p:cNvPr id="20" name="TextBox 19">
            <a:extLst>
              <a:ext uri="{FF2B5EF4-FFF2-40B4-BE49-F238E27FC236}">
                <a16:creationId xmlns:a16="http://schemas.microsoft.com/office/drawing/2014/main" id="{24AB4FFD-0C3F-4C30-A082-65FCFF0A8670}"/>
              </a:ext>
            </a:extLst>
          </p:cNvPr>
          <p:cNvSpPr txBox="1"/>
          <p:nvPr/>
        </p:nvSpPr>
        <p:spPr>
          <a:xfrm>
            <a:off x="8962847" y="6613581"/>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39185016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00"/>
                                        <p:tgtEl>
                                          <p:spTgt spid="2"/>
                                        </p:tgtEl>
                                      </p:cBhvr>
                                    </p:animEffect>
                                  </p:childTnLst>
                                </p:cTn>
                              </p:par>
                            </p:childTnLst>
                          </p:cTn>
                        </p:par>
                        <p:par>
                          <p:cTn id="8" fill="hold" nodeType="afterGroup">
                            <p:stCondLst>
                              <p:cond delay="4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400"/>
                                        <p:tgtEl>
                                          <p:spTgt spid="3"/>
                                        </p:tgtEl>
                                      </p:cBhvr>
                                    </p:animEffect>
                                  </p:childTnLst>
                                </p:cTn>
                              </p:par>
                            </p:childTnLst>
                          </p:cTn>
                        </p:par>
                        <p:par>
                          <p:cTn id="12" fill="hold" nodeType="afterGroup">
                            <p:stCondLst>
                              <p:cond delay="8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400"/>
                                        <p:tgtEl>
                                          <p:spTgt spid="4"/>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up)">
                                      <p:cBhvr>
                                        <p:cTn id="18" dur="400"/>
                                        <p:tgtEl>
                                          <p:spTgt spid="8"/>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up)">
                                      <p:cBhvr>
                                        <p:cTn id="21" dur="400"/>
                                        <p:tgtEl>
                                          <p:spTgt spid="16"/>
                                        </p:tgtEl>
                                      </p:cBhvr>
                                    </p:animEffect>
                                  </p:childTnLst>
                                </p:cTn>
                              </p:par>
                            </p:childTnLst>
                          </p:cTn>
                        </p:par>
                        <p:par>
                          <p:cTn id="22" fill="hold" nodeType="afterGroup">
                            <p:stCondLst>
                              <p:cond delay="1200"/>
                            </p:stCondLst>
                            <p:childTnLst>
                              <p:par>
                                <p:cTn id="23" presetID="22" presetClass="entr" presetSubtype="1"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up)">
                                      <p:cBhvr>
                                        <p:cTn id="25" dur="400"/>
                                        <p:tgtEl>
                                          <p:spTgt spid="14"/>
                                        </p:tgtEl>
                                      </p:cBhvr>
                                    </p:animEffect>
                                  </p:childTnLst>
                                </p:cTn>
                              </p:par>
                            </p:childTnLst>
                          </p:cTn>
                        </p:par>
                        <p:par>
                          <p:cTn id="26" fill="hold" nodeType="afterGroup">
                            <p:stCondLst>
                              <p:cond delay="1600"/>
                            </p:stCondLst>
                            <p:childTnLst>
                              <p:par>
                                <p:cTn id="27" presetID="22" presetClass="entr" presetSubtype="1"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up)">
                                      <p:cBhvr>
                                        <p:cTn id="29" dur="400"/>
                                        <p:tgtEl>
                                          <p:spTgt spid="7"/>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400"/>
                                        <p:tgtEl>
                                          <p:spTgt spid="11"/>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up)">
                                      <p:cBhvr>
                                        <p:cTn id="35" dur="400"/>
                                        <p:tgtEl>
                                          <p:spTgt spid="17"/>
                                        </p:tgtEl>
                                      </p:cBhvr>
                                    </p:animEffect>
                                  </p:childTnLst>
                                </p:cTn>
                              </p:par>
                            </p:childTnLst>
                          </p:cTn>
                        </p:par>
                        <p:par>
                          <p:cTn id="36" fill="hold" nodeType="afterGroup">
                            <p:stCondLst>
                              <p:cond delay="2000"/>
                            </p:stCondLst>
                            <p:childTnLst>
                              <p:par>
                                <p:cTn id="37" presetID="22" presetClass="entr" presetSubtype="1"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up)">
                                      <p:cBhvr>
                                        <p:cTn id="39" dur="400"/>
                                        <p:tgtEl>
                                          <p:spTgt spid="13"/>
                                        </p:tgtEl>
                                      </p:cBhvr>
                                    </p:animEffect>
                                  </p:childTnLst>
                                </p:cTn>
                              </p:par>
                            </p:childTnLst>
                          </p:cTn>
                        </p:par>
                        <p:par>
                          <p:cTn id="40" fill="hold" nodeType="afterGroup">
                            <p:stCondLst>
                              <p:cond delay="2400"/>
                            </p:stCondLst>
                            <p:childTnLst>
                              <p:par>
                                <p:cTn id="41" presetID="22" presetClass="entr" presetSubtype="1" fill="hold" grpId="0" nodeType="after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up)">
                                      <p:cBhvr>
                                        <p:cTn id="43" dur="400"/>
                                        <p:tgtEl>
                                          <p:spTgt spid="5"/>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up)">
                                      <p:cBhvr>
                                        <p:cTn id="46" dur="400"/>
                                        <p:tgtEl>
                                          <p:spTgt spid="9"/>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up)">
                                      <p:cBhvr>
                                        <p:cTn id="49" dur="400"/>
                                        <p:tgtEl>
                                          <p:spTgt spid="18"/>
                                        </p:tgtEl>
                                      </p:cBhvr>
                                    </p:animEffect>
                                  </p:childTnLst>
                                </p:cTn>
                              </p:par>
                            </p:childTnLst>
                          </p:cTn>
                        </p:par>
                        <p:par>
                          <p:cTn id="50" fill="hold" nodeType="afterGroup">
                            <p:stCondLst>
                              <p:cond delay="2800"/>
                            </p:stCondLst>
                            <p:childTnLst>
                              <p:par>
                                <p:cTn id="51" presetID="22" presetClass="entr" presetSubtype="1" fill="hold" grpId="0" nodeType="after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up)">
                                      <p:cBhvr>
                                        <p:cTn id="53" dur="400"/>
                                        <p:tgtEl>
                                          <p:spTgt spid="15"/>
                                        </p:tgtEl>
                                      </p:cBhvr>
                                    </p:animEffect>
                                  </p:childTnLst>
                                </p:cTn>
                              </p:par>
                            </p:childTnLst>
                          </p:cTn>
                        </p:par>
                        <p:par>
                          <p:cTn id="54" fill="hold" nodeType="afterGroup">
                            <p:stCondLst>
                              <p:cond delay="3200"/>
                            </p:stCondLst>
                            <p:childTnLst>
                              <p:par>
                                <p:cTn id="55" presetID="22" presetClass="entr" presetSubtype="1" fill="hold" grpId="0" nodeType="after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up)">
                                      <p:cBhvr>
                                        <p:cTn id="57" dur="400"/>
                                        <p:tgtEl>
                                          <p:spTgt spid="6"/>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up)">
                                      <p:cBhvr>
                                        <p:cTn id="60" dur="400"/>
                                        <p:tgtEl>
                                          <p:spTgt spid="10"/>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up)">
                                      <p:cBhvr>
                                        <p:cTn id="63" dur="400"/>
                                        <p:tgtEl>
                                          <p:spTgt spid="19"/>
                                        </p:tgtEl>
                                      </p:cBhvr>
                                    </p:animEffect>
                                  </p:childTnLst>
                                </p:cTn>
                              </p:par>
                            </p:childTnLst>
                          </p:cTn>
                        </p:par>
                        <p:par>
                          <p:cTn id="64" fill="hold" nodeType="afterGroup">
                            <p:stCondLst>
                              <p:cond delay="3600"/>
                            </p:stCondLst>
                            <p:childTnLst>
                              <p:par>
                                <p:cTn id="65" presetID="22" presetClass="entr" presetSubtype="1" fill="hold" grpId="0" nodeType="after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wipe(up)">
                                      <p:cBhvr>
                                        <p:cTn id="6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P spid="7" grpId="0" animBg="1"/>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80976" y="1790256"/>
            <a:ext cx="5049837" cy="618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4100"/>
              </a:lnSpc>
              <a:spcBef>
                <a:spcPct val="0"/>
              </a:spcBef>
              <a:buFontTx/>
              <a:buNone/>
            </a:pPr>
            <a:r>
              <a:rPr lang="en-US" altLang="ru-RU" sz="4400" dirty="0">
                <a:solidFill>
                  <a:schemeClr val="bg1"/>
                </a:solidFill>
                <a:latin typeface="Raleway ExtraBold" panose="020B0903030101060003" pitchFamily="34" charset="0"/>
              </a:rPr>
              <a:t>Methodology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47384" y="3417307"/>
            <a:ext cx="3059112" cy="28128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600" dirty="0">
                <a:solidFill>
                  <a:schemeClr val="bg1">
                    <a:lumMod val="75000"/>
                  </a:schemeClr>
                </a:solidFill>
              </a:rPr>
              <a:t>When recommending an Agile execution approach, Synectiks considers the following core activities and concepts to be the most critical to the success of project execution. While we are willing to be flexible on our execution approach, we believe that eliminating these activities reduces the effectiveness of the agile approach.</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4164470" y="-98556"/>
            <a:ext cx="7229411"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6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grpSp>
        <p:nvGrpSpPr>
          <p:cNvPr id="65" name="Group 64">
            <a:extLst>
              <a:ext uri="{FF2B5EF4-FFF2-40B4-BE49-F238E27FC236}">
                <a16:creationId xmlns:a16="http://schemas.microsoft.com/office/drawing/2014/main" id="{2C7DD8AD-AEF8-4235-A84A-ABC99C225622}"/>
              </a:ext>
            </a:extLst>
          </p:cNvPr>
          <p:cNvGrpSpPr/>
          <p:nvPr/>
        </p:nvGrpSpPr>
        <p:grpSpPr>
          <a:xfrm>
            <a:off x="3706368" y="1790256"/>
            <a:ext cx="8485632" cy="4998473"/>
            <a:chOff x="230185" y="1885861"/>
            <a:chExt cx="8686803" cy="2743289"/>
          </a:xfrm>
        </p:grpSpPr>
        <p:sp>
          <p:nvSpPr>
            <p:cNvPr id="66" name="Rectangle 256">
              <a:extLst>
                <a:ext uri="{FF2B5EF4-FFF2-40B4-BE49-F238E27FC236}">
                  <a16:creationId xmlns:a16="http://schemas.microsoft.com/office/drawing/2014/main" id="{3B24C640-E013-456A-881B-2027C53FC852}"/>
                </a:ext>
              </a:extLst>
            </p:cNvPr>
            <p:cNvSpPr>
              <a:spLocks noChangeArrowheads="1"/>
            </p:cNvSpPr>
            <p:nvPr/>
          </p:nvSpPr>
          <p:spPr bwMode="auto">
            <a:xfrm flipH="1">
              <a:off x="673397" y="3366086"/>
              <a:ext cx="8229600" cy="1253162"/>
            </a:xfrm>
            <a:prstGeom prst="rect">
              <a:avLst/>
            </a:prstGeom>
            <a:solidFill>
              <a:srgbClr val="919D9D"/>
            </a:solidFill>
            <a:ln w="12700">
              <a:noFill/>
              <a:miter lim="800000"/>
              <a:headEnd/>
              <a:tailEnd/>
            </a:ln>
          </p:spPr>
          <p:txBody>
            <a:bodyPr wrap="none" anchor="ctr">
              <a:noAutofit/>
            </a:bodyPr>
            <a:lstStyle/>
            <a:p>
              <a:endParaRPr lang="en-US" sz="1500" b="1" dirty="0">
                <a:solidFill>
                  <a:srgbClr val="4D4D4D"/>
                </a:solidFill>
              </a:endParaRPr>
            </a:p>
          </p:txBody>
        </p:sp>
        <p:sp>
          <p:nvSpPr>
            <p:cNvPr id="67" name="Pentagon 10">
              <a:extLst>
                <a:ext uri="{FF2B5EF4-FFF2-40B4-BE49-F238E27FC236}">
                  <a16:creationId xmlns:a16="http://schemas.microsoft.com/office/drawing/2014/main" id="{2847BC25-7953-4843-9436-EFC4F7376898}"/>
                </a:ext>
              </a:extLst>
            </p:cNvPr>
            <p:cNvSpPr/>
            <p:nvPr/>
          </p:nvSpPr>
          <p:spPr>
            <a:xfrm>
              <a:off x="673395" y="1885861"/>
              <a:ext cx="2050537" cy="214497"/>
            </a:xfrm>
            <a:prstGeom prst="homePlate">
              <a:avLst/>
            </a:prstGeom>
            <a:solidFill>
              <a:srgbClr val="919D9D"/>
            </a:solidFill>
            <a:ln>
              <a:noFill/>
            </a:ln>
            <a:effectLst/>
          </p:spPr>
          <p:style>
            <a:lnRef idx="1">
              <a:schemeClr val="accent1"/>
            </a:lnRef>
            <a:fillRef idx="3">
              <a:schemeClr val="accent1"/>
            </a:fillRef>
            <a:effectRef idx="2">
              <a:schemeClr val="accent1"/>
            </a:effectRef>
            <a:fontRef idx="minor">
              <a:schemeClr val="lt1"/>
            </a:fontRef>
          </p:style>
          <p:txBody>
            <a:bodyPr lIns="68577" tIns="34289" rIns="68577" bIns="34289" rtlCol="0" anchor="ctr"/>
            <a:lstStyle/>
            <a:p>
              <a:pPr algn="ctr" defTabSz="457189"/>
              <a:endParaRPr lang="en-US" dirty="0">
                <a:solidFill>
                  <a:srgbClr val="FFFFFF"/>
                </a:solidFill>
              </a:endParaRPr>
            </a:p>
          </p:txBody>
        </p:sp>
        <p:sp>
          <p:nvSpPr>
            <p:cNvPr id="68" name="Text Placeholder 12">
              <a:extLst>
                <a:ext uri="{FF2B5EF4-FFF2-40B4-BE49-F238E27FC236}">
                  <a16:creationId xmlns:a16="http://schemas.microsoft.com/office/drawing/2014/main" id="{5A260B9F-F9C7-42F0-9D8C-21AE6CAA8658}"/>
                </a:ext>
              </a:extLst>
            </p:cNvPr>
            <p:cNvSpPr txBox="1">
              <a:spLocks/>
            </p:cNvSpPr>
            <p:nvPr/>
          </p:nvSpPr>
          <p:spPr>
            <a:xfrm>
              <a:off x="709224" y="1885861"/>
              <a:ext cx="1900408"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t>Release plan / product backlog</a:t>
              </a:r>
            </a:p>
          </p:txBody>
        </p:sp>
        <p:sp>
          <p:nvSpPr>
            <p:cNvPr id="69" name="Chevron 12">
              <a:extLst>
                <a:ext uri="{FF2B5EF4-FFF2-40B4-BE49-F238E27FC236}">
                  <a16:creationId xmlns:a16="http://schemas.microsoft.com/office/drawing/2014/main" id="{37ABA2E3-A7C3-4D65-9177-296BA25D8F2C}"/>
                </a:ext>
              </a:extLst>
            </p:cNvPr>
            <p:cNvSpPr/>
            <p:nvPr/>
          </p:nvSpPr>
          <p:spPr>
            <a:xfrm>
              <a:off x="2685324" y="1885861"/>
              <a:ext cx="2112125" cy="228600"/>
            </a:xfrm>
            <a:prstGeom prst="chevron">
              <a:avLst/>
            </a:prstGeom>
            <a:solidFill>
              <a:srgbClr val="919D9D"/>
            </a:solidFill>
            <a:ln>
              <a:noFill/>
            </a:ln>
            <a:effectLst/>
          </p:spPr>
          <p:style>
            <a:lnRef idx="1">
              <a:schemeClr val="accent1"/>
            </a:lnRef>
            <a:fillRef idx="3">
              <a:schemeClr val="accent1"/>
            </a:fillRef>
            <a:effectRef idx="2">
              <a:schemeClr val="accent1"/>
            </a:effectRef>
            <a:fontRef idx="minor">
              <a:schemeClr val="lt1"/>
            </a:fontRef>
          </p:style>
          <p:txBody>
            <a:bodyPr lIns="68577" tIns="34289" rIns="68577" bIns="34289" rtlCol="0" anchor="ctr"/>
            <a:lstStyle/>
            <a:p>
              <a:pPr algn="ctr" defTabSz="457189"/>
              <a:endParaRPr lang="en-US" dirty="0">
                <a:solidFill>
                  <a:srgbClr val="000000"/>
                </a:solidFill>
              </a:endParaRPr>
            </a:p>
          </p:txBody>
        </p:sp>
        <p:sp>
          <p:nvSpPr>
            <p:cNvPr id="70" name="Text Placeholder 12">
              <a:extLst>
                <a:ext uri="{FF2B5EF4-FFF2-40B4-BE49-F238E27FC236}">
                  <a16:creationId xmlns:a16="http://schemas.microsoft.com/office/drawing/2014/main" id="{02BCA679-0832-4A20-B636-60599DBB3C65}"/>
                </a:ext>
              </a:extLst>
            </p:cNvPr>
            <p:cNvSpPr txBox="1">
              <a:spLocks/>
            </p:cNvSpPr>
            <p:nvPr/>
          </p:nvSpPr>
          <p:spPr>
            <a:xfrm>
              <a:off x="2718041" y="1885861"/>
              <a:ext cx="1965108"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t>Sprint backlog</a:t>
              </a:r>
            </a:p>
          </p:txBody>
        </p:sp>
        <p:sp>
          <p:nvSpPr>
            <p:cNvPr id="71" name="Chevron 14">
              <a:extLst>
                <a:ext uri="{FF2B5EF4-FFF2-40B4-BE49-F238E27FC236}">
                  <a16:creationId xmlns:a16="http://schemas.microsoft.com/office/drawing/2014/main" id="{C160150C-D6AA-42C5-8A23-121491D6B65A}"/>
                </a:ext>
              </a:extLst>
            </p:cNvPr>
            <p:cNvSpPr/>
            <p:nvPr/>
          </p:nvSpPr>
          <p:spPr>
            <a:xfrm>
              <a:off x="4758842" y="1885861"/>
              <a:ext cx="2125841" cy="228600"/>
            </a:xfrm>
            <a:prstGeom prst="chevron">
              <a:avLst/>
            </a:prstGeom>
            <a:solidFill>
              <a:srgbClr val="919D9D"/>
            </a:solidFill>
            <a:ln>
              <a:noFill/>
            </a:ln>
            <a:effectLst/>
          </p:spPr>
          <p:style>
            <a:lnRef idx="1">
              <a:schemeClr val="accent1"/>
            </a:lnRef>
            <a:fillRef idx="3">
              <a:schemeClr val="accent1"/>
            </a:fillRef>
            <a:effectRef idx="2">
              <a:schemeClr val="accent1"/>
            </a:effectRef>
            <a:fontRef idx="minor">
              <a:schemeClr val="lt1"/>
            </a:fontRef>
          </p:style>
          <p:txBody>
            <a:bodyPr lIns="68577" tIns="34289" rIns="68577" bIns="34289" rtlCol="0" anchor="ctr"/>
            <a:lstStyle/>
            <a:p>
              <a:pPr algn="ctr" defTabSz="457189"/>
              <a:endParaRPr lang="en-US" dirty="0">
                <a:solidFill>
                  <a:srgbClr val="000000"/>
                </a:solidFill>
              </a:endParaRPr>
            </a:p>
          </p:txBody>
        </p:sp>
        <p:sp>
          <p:nvSpPr>
            <p:cNvPr id="72" name="Text Placeholder 12">
              <a:extLst>
                <a:ext uri="{FF2B5EF4-FFF2-40B4-BE49-F238E27FC236}">
                  <a16:creationId xmlns:a16="http://schemas.microsoft.com/office/drawing/2014/main" id="{40F39DEB-0C0D-4BBA-9958-2B0BF97FFA55}"/>
                </a:ext>
              </a:extLst>
            </p:cNvPr>
            <p:cNvSpPr txBox="1">
              <a:spLocks/>
            </p:cNvSpPr>
            <p:nvPr/>
          </p:nvSpPr>
          <p:spPr>
            <a:xfrm>
              <a:off x="5269930" y="1885861"/>
              <a:ext cx="1500453"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t>Sprint goal</a:t>
              </a:r>
            </a:p>
          </p:txBody>
        </p:sp>
        <p:grpSp>
          <p:nvGrpSpPr>
            <p:cNvPr id="73" name="Group 72">
              <a:extLst>
                <a:ext uri="{FF2B5EF4-FFF2-40B4-BE49-F238E27FC236}">
                  <a16:creationId xmlns:a16="http://schemas.microsoft.com/office/drawing/2014/main" id="{C9A64970-01BA-49BC-ABB9-4B4D850E2B45}"/>
                </a:ext>
              </a:extLst>
            </p:cNvPr>
            <p:cNvGrpSpPr/>
            <p:nvPr/>
          </p:nvGrpSpPr>
          <p:grpSpPr>
            <a:xfrm>
              <a:off x="6884683" y="1885861"/>
              <a:ext cx="2032305" cy="228600"/>
              <a:chOff x="6774246" y="1885861"/>
              <a:chExt cx="2142743" cy="228600"/>
            </a:xfrm>
            <a:solidFill>
              <a:srgbClr val="919D9D"/>
            </a:solidFill>
          </p:grpSpPr>
          <p:sp>
            <p:nvSpPr>
              <p:cNvPr id="85" name="Chevron 28">
                <a:extLst>
                  <a:ext uri="{FF2B5EF4-FFF2-40B4-BE49-F238E27FC236}">
                    <a16:creationId xmlns:a16="http://schemas.microsoft.com/office/drawing/2014/main" id="{06DB56EB-9A54-4542-ADD7-CD184297F045}"/>
                  </a:ext>
                </a:extLst>
              </p:cNvPr>
              <p:cNvSpPr/>
              <p:nvPr/>
            </p:nvSpPr>
            <p:spPr>
              <a:xfrm>
                <a:off x="6774246" y="1885861"/>
                <a:ext cx="2142743" cy="228600"/>
              </a:xfrm>
              <a:prstGeom prst="chevron">
                <a:avLst/>
              </a:prstGeom>
              <a:grpFill/>
              <a:ln>
                <a:noFill/>
              </a:ln>
              <a:effectLst/>
            </p:spPr>
            <p:style>
              <a:lnRef idx="1">
                <a:schemeClr val="accent1"/>
              </a:lnRef>
              <a:fillRef idx="3">
                <a:schemeClr val="accent1"/>
              </a:fillRef>
              <a:effectRef idx="2">
                <a:schemeClr val="accent1"/>
              </a:effectRef>
              <a:fontRef idx="minor">
                <a:schemeClr val="lt1"/>
              </a:fontRef>
            </p:style>
            <p:txBody>
              <a:bodyPr lIns="68577" tIns="34289" rIns="68577" bIns="34289" rtlCol="0" anchor="ctr"/>
              <a:lstStyle/>
              <a:p>
                <a:pPr algn="ctr" defTabSz="457189"/>
                <a:endParaRPr lang="en-US" dirty="0">
                  <a:solidFill>
                    <a:srgbClr val="000000"/>
                  </a:solidFill>
                </a:endParaRPr>
              </a:p>
            </p:txBody>
          </p:sp>
          <p:sp>
            <p:nvSpPr>
              <p:cNvPr id="86" name="Text Placeholder 12">
                <a:extLst>
                  <a:ext uri="{FF2B5EF4-FFF2-40B4-BE49-F238E27FC236}">
                    <a16:creationId xmlns:a16="http://schemas.microsoft.com/office/drawing/2014/main" id="{1A527340-F2F9-433F-B2B1-D5F8AE5EEEB8}"/>
                  </a:ext>
                </a:extLst>
              </p:cNvPr>
              <p:cNvSpPr txBox="1">
                <a:spLocks/>
              </p:cNvSpPr>
              <p:nvPr/>
            </p:nvSpPr>
            <p:spPr>
              <a:xfrm>
                <a:off x="8526640" y="1885861"/>
                <a:ext cx="390348" cy="228600"/>
              </a:xfrm>
              <a:prstGeom prst="rect">
                <a:avLst/>
              </a:prstGeom>
              <a:grpFill/>
            </p:spPr>
            <p:txBody>
              <a:bodyPr tIns="91440" bIns="9144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1000" dirty="0">
                  <a:solidFill>
                    <a:schemeClr val="bg1"/>
                  </a:solidFill>
                </a:endParaRPr>
              </a:p>
            </p:txBody>
          </p:sp>
        </p:grpSp>
        <p:sp>
          <p:nvSpPr>
            <p:cNvPr id="74" name="Text Placeholder 12">
              <a:extLst>
                <a:ext uri="{FF2B5EF4-FFF2-40B4-BE49-F238E27FC236}">
                  <a16:creationId xmlns:a16="http://schemas.microsoft.com/office/drawing/2014/main" id="{1B7FC394-33D0-484D-B153-EFB1ADA7E3B9}"/>
                </a:ext>
              </a:extLst>
            </p:cNvPr>
            <p:cNvSpPr txBox="1">
              <a:spLocks/>
            </p:cNvSpPr>
            <p:nvPr/>
          </p:nvSpPr>
          <p:spPr>
            <a:xfrm>
              <a:off x="7257207" y="1885861"/>
              <a:ext cx="1545481"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t>Sprint closure</a:t>
              </a:r>
            </a:p>
          </p:txBody>
        </p:sp>
        <p:sp>
          <p:nvSpPr>
            <p:cNvPr id="75" name="Text Placeholder 14">
              <a:extLst>
                <a:ext uri="{FF2B5EF4-FFF2-40B4-BE49-F238E27FC236}">
                  <a16:creationId xmlns:a16="http://schemas.microsoft.com/office/drawing/2014/main" id="{8B2C581F-0E58-4B18-BCCF-6BB072555007}"/>
                </a:ext>
              </a:extLst>
            </p:cNvPr>
            <p:cNvSpPr txBox="1">
              <a:spLocks/>
            </p:cNvSpPr>
            <p:nvPr/>
          </p:nvSpPr>
          <p:spPr>
            <a:xfrm>
              <a:off x="673394" y="2198651"/>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Clr>
                  <a:srgbClr val="DA291C"/>
                </a:buClr>
                <a:buSzPct val="80000"/>
              </a:pPr>
              <a:r>
                <a:rPr lang="en-US" sz="1000" dirty="0">
                  <a:latin typeface="+mn-lt"/>
                  <a:cs typeface="Calibri" pitchFamily="34" charset="0"/>
                </a:rPr>
                <a:t>Vision, ROI and project cadence</a:t>
              </a:r>
            </a:p>
            <a:p>
              <a:pPr marL="228600" indent="-228600" defTabSz="685800">
                <a:spcBef>
                  <a:spcPts val="0"/>
                </a:spcBef>
                <a:buClr>
                  <a:srgbClr val="DA291C"/>
                </a:buClr>
                <a:buSzPct val="80000"/>
              </a:pPr>
              <a:r>
                <a:rPr lang="en-US" sz="1000" dirty="0">
                  <a:latin typeface="+mn-lt"/>
                  <a:cs typeface="Calibri" pitchFamily="34" charset="0"/>
                </a:rPr>
                <a:t>Creation of themes, epics </a:t>
              </a:r>
              <a:br>
                <a:rPr lang="en-US" sz="1000" dirty="0">
                  <a:latin typeface="+mn-lt"/>
                  <a:cs typeface="Calibri" pitchFamily="34" charset="0"/>
                </a:rPr>
              </a:br>
              <a:r>
                <a:rPr lang="en-US" sz="1000" dirty="0">
                  <a:latin typeface="+mn-lt"/>
                  <a:cs typeface="Calibri" pitchFamily="34" charset="0"/>
                </a:rPr>
                <a:t>and user stories</a:t>
              </a:r>
            </a:p>
            <a:p>
              <a:pPr marL="228600" indent="-228600" defTabSz="685800">
                <a:spcBef>
                  <a:spcPts val="0"/>
                </a:spcBef>
                <a:buClr>
                  <a:srgbClr val="DA291C"/>
                </a:buClr>
                <a:buSzPct val="80000"/>
              </a:pPr>
              <a:r>
                <a:rPr lang="en-US" sz="1000" dirty="0">
                  <a:latin typeface="+mn-lt"/>
                  <a:cs typeface="Calibri" pitchFamily="34" charset="0"/>
                </a:rPr>
                <a:t>Prioritization of backlog items and grooming</a:t>
              </a:r>
            </a:p>
          </p:txBody>
        </p:sp>
        <p:sp>
          <p:nvSpPr>
            <p:cNvPr id="76" name="Text Placeholder 16">
              <a:extLst>
                <a:ext uri="{FF2B5EF4-FFF2-40B4-BE49-F238E27FC236}">
                  <a16:creationId xmlns:a16="http://schemas.microsoft.com/office/drawing/2014/main" id="{1A0AFC46-0CE1-4091-BAA7-A44E8130828E}"/>
                </a:ext>
              </a:extLst>
            </p:cNvPr>
            <p:cNvSpPr txBox="1">
              <a:spLocks/>
            </p:cNvSpPr>
            <p:nvPr/>
          </p:nvSpPr>
          <p:spPr>
            <a:xfrm>
              <a:off x="6934698" y="2198651"/>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Clr>
                  <a:srgbClr val="DA291C"/>
                </a:buClr>
                <a:buSzPct val="80000"/>
              </a:pPr>
              <a:r>
                <a:rPr lang="en-US" sz="1000" dirty="0">
                  <a:latin typeface="+mn-lt"/>
                  <a:cs typeface="Calibri" pitchFamily="34" charset="0"/>
                </a:rPr>
                <a:t>Deployment activities</a:t>
              </a:r>
            </a:p>
            <a:p>
              <a:pPr marL="228600" indent="-228600" defTabSz="685800">
                <a:spcBef>
                  <a:spcPts val="0"/>
                </a:spcBef>
                <a:buClr>
                  <a:srgbClr val="DA291C"/>
                </a:buClr>
                <a:buSzPct val="80000"/>
              </a:pPr>
              <a:r>
                <a:rPr lang="en-US" sz="1000" dirty="0">
                  <a:latin typeface="+mn-lt"/>
                  <a:cs typeface="Calibri" pitchFamily="34" charset="0"/>
                </a:rPr>
                <a:t>Showcase / demonstration</a:t>
              </a:r>
            </a:p>
            <a:p>
              <a:pPr marL="228600" indent="-228600" defTabSz="685800">
                <a:spcBef>
                  <a:spcPts val="0"/>
                </a:spcBef>
                <a:buClr>
                  <a:srgbClr val="DA291C"/>
                </a:buClr>
                <a:buSzPct val="80000"/>
              </a:pPr>
              <a:r>
                <a:rPr lang="en-US" sz="1000" dirty="0">
                  <a:latin typeface="+mn-lt"/>
                  <a:cs typeface="Calibri" pitchFamily="34" charset="0"/>
                </a:rPr>
                <a:t>UAT</a:t>
              </a:r>
            </a:p>
            <a:p>
              <a:pPr marL="228600" indent="-228600" defTabSz="685800">
                <a:spcBef>
                  <a:spcPts val="0"/>
                </a:spcBef>
                <a:buClr>
                  <a:srgbClr val="DA291C"/>
                </a:buClr>
                <a:buSzPct val="80000"/>
              </a:pPr>
              <a:r>
                <a:rPr lang="en-US" sz="1000" dirty="0">
                  <a:latin typeface="+mn-lt"/>
                  <a:cs typeface="Calibri" pitchFamily="34" charset="0"/>
                </a:rPr>
                <a:t>Backlog grooming</a:t>
              </a:r>
            </a:p>
            <a:p>
              <a:pPr marL="228600" indent="-228600" defTabSz="685800">
                <a:spcBef>
                  <a:spcPts val="0"/>
                </a:spcBef>
                <a:buClr>
                  <a:srgbClr val="DA291C"/>
                </a:buClr>
                <a:buSzPct val="80000"/>
              </a:pPr>
              <a:r>
                <a:rPr lang="en-US" sz="1000" dirty="0">
                  <a:latin typeface="+mn-lt"/>
                  <a:cs typeface="Calibri" pitchFamily="34" charset="0"/>
                </a:rPr>
                <a:t>Retrospective</a:t>
              </a:r>
            </a:p>
            <a:p>
              <a:pPr marL="228600" indent="-228600" defTabSz="685800">
                <a:spcBef>
                  <a:spcPts val="0"/>
                </a:spcBef>
                <a:buClr>
                  <a:srgbClr val="DA291C"/>
                </a:buClr>
                <a:buSzPct val="80000"/>
              </a:pPr>
              <a:r>
                <a:rPr lang="en-US" sz="1000" dirty="0">
                  <a:latin typeface="+mn-lt"/>
                  <a:cs typeface="Calibri" pitchFamily="34" charset="0"/>
                </a:rPr>
                <a:t>Release burn-down</a:t>
              </a:r>
            </a:p>
          </p:txBody>
        </p:sp>
        <p:sp>
          <p:nvSpPr>
            <p:cNvPr id="77" name="Text Placeholder 14">
              <a:extLst>
                <a:ext uri="{FF2B5EF4-FFF2-40B4-BE49-F238E27FC236}">
                  <a16:creationId xmlns:a16="http://schemas.microsoft.com/office/drawing/2014/main" id="{4604C8C2-C6CA-4FC6-B41E-13C041521E90}"/>
                </a:ext>
              </a:extLst>
            </p:cNvPr>
            <p:cNvSpPr txBox="1">
              <a:spLocks/>
            </p:cNvSpPr>
            <p:nvPr/>
          </p:nvSpPr>
          <p:spPr>
            <a:xfrm>
              <a:off x="2761721" y="2198651"/>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Clr>
                  <a:srgbClr val="DA291C"/>
                </a:buClr>
                <a:buSzPct val="80000"/>
              </a:pPr>
              <a:r>
                <a:rPr lang="en-US" sz="1000" dirty="0">
                  <a:cs typeface="Calibri" pitchFamily="34" charset="0"/>
                </a:rPr>
                <a:t>Develop definition of “Done” </a:t>
              </a:r>
            </a:p>
            <a:p>
              <a:pPr marL="228600" indent="-228600" defTabSz="685800">
                <a:spcBef>
                  <a:spcPts val="0"/>
                </a:spcBef>
                <a:buClr>
                  <a:srgbClr val="DA291C"/>
                </a:buClr>
                <a:buSzPct val="80000"/>
              </a:pPr>
              <a:r>
                <a:rPr lang="en-US" sz="1000" dirty="0">
                  <a:latin typeface="+mn-lt"/>
                  <a:cs typeface="Calibri" pitchFamily="34" charset="0"/>
                </a:rPr>
                <a:t>Sprint backlog refinement</a:t>
              </a:r>
            </a:p>
            <a:p>
              <a:pPr marL="228600" indent="-228600" defTabSz="685800">
                <a:spcBef>
                  <a:spcPts val="0"/>
                </a:spcBef>
                <a:buClr>
                  <a:srgbClr val="DA291C"/>
                </a:buClr>
                <a:buSzPct val="80000"/>
              </a:pPr>
              <a:r>
                <a:rPr lang="en-US" sz="1000" dirty="0">
                  <a:latin typeface="+mn-lt"/>
                  <a:cs typeface="Calibri" pitchFamily="34" charset="0"/>
                </a:rPr>
                <a:t>Develop acceptance criteria</a:t>
              </a:r>
            </a:p>
            <a:p>
              <a:pPr marL="228600" indent="-228600" defTabSz="685800">
                <a:spcBef>
                  <a:spcPts val="0"/>
                </a:spcBef>
                <a:buClr>
                  <a:srgbClr val="DA291C"/>
                </a:buClr>
                <a:buSzPct val="80000"/>
              </a:pPr>
              <a:r>
                <a:rPr lang="en-US" sz="1000" dirty="0">
                  <a:cs typeface="Calibri" pitchFamily="34" charset="0"/>
                </a:rPr>
                <a:t>Assign story points</a:t>
              </a:r>
              <a:endParaRPr lang="en-US" sz="1000" dirty="0">
                <a:latin typeface="+mn-lt"/>
                <a:cs typeface="Calibri" pitchFamily="34" charset="0"/>
              </a:endParaRPr>
            </a:p>
            <a:p>
              <a:pPr marL="228600" indent="-228600" defTabSz="685800">
                <a:spcBef>
                  <a:spcPts val="0"/>
                </a:spcBef>
                <a:buClr>
                  <a:srgbClr val="DA291C"/>
                </a:buClr>
                <a:buSzPct val="80000"/>
              </a:pPr>
              <a:r>
                <a:rPr lang="en-US" sz="1000" dirty="0">
                  <a:latin typeface="+mn-lt"/>
                  <a:cs typeface="Calibri" pitchFamily="34" charset="0"/>
                </a:rPr>
                <a:t>Develop testing approach</a:t>
              </a:r>
            </a:p>
            <a:p>
              <a:pPr marL="228600" indent="-228600" defTabSz="685800">
                <a:spcBef>
                  <a:spcPts val="0"/>
                </a:spcBef>
                <a:buClr>
                  <a:srgbClr val="DA291C"/>
                </a:buClr>
                <a:buSzPct val="80000"/>
              </a:pPr>
              <a:r>
                <a:rPr lang="en-US" sz="1000" dirty="0">
                  <a:latin typeface="+mn-lt"/>
                  <a:cs typeface="Calibri" pitchFamily="34" charset="0"/>
                </a:rPr>
                <a:t>Create, develop and assign tasks</a:t>
              </a:r>
            </a:p>
          </p:txBody>
        </p:sp>
        <p:sp>
          <p:nvSpPr>
            <p:cNvPr id="78" name="Text Placeholder 16">
              <a:extLst>
                <a:ext uri="{FF2B5EF4-FFF2-40B4-BE49-F238E27FC236}">
                  <a16:creationId xmlns:a16="http://schemas.microsoft.com/office/drawing/2014/main" id="{E9ED737A-2969-4149-B538-B437D9CBB916}"/>
                </a:ext>
              </a:extLst>
            </p:cNvPr>
            <p:cNvSpPr txBox="1">
              <a:spLocks/>
            </p:cNvSpPr>
            <p:nvPr/>
          </p:nvSpPr>
          <p:spPr>
            <a:xfrm>
              <a:off x="4850048" y="2198651"/>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Clr>
                  <a:srgbClr val="DA291C"/>
                </a:buClr>
                <a:buSzPct val="80000"/>
              </a:pPr>
              <a:r>
                <a:rPr lang="en-US" sz="1000" dirty="0">
                  <a:latin typeface="+mn-lt"/>
                  <a:cs typeface="Calibri" pitchFamily="34" charset="0"/>
                </a:rPr>
                <a:t>Daily Scrum meetings</a:t>
              </a:r>
            </a:p>
            <a:p>
              <a:pPr marL="228600" indent="-228600" defTabSz="685800">
                <a:spcBef>
                  <a:spcPts val="0"/>
                </a:spcBef>
                <a:buClr>
                  <a:srgbClr val="DA291C"/>
                </a:buClr>
                <a:buSzPct val="80000"/>
              </a:pPr>
              <a:r>
                <a:rPr lang="en-US" sz="1000" dirty="0">
                  <a:latin typeface="+mn-lt"/>
                  <a:cs typeface="Calibri" pitchFamily="34" charset="0"/>
                </a:rPr>
                <a:t>Development</a:t>
              </a:r>
            </a:p>
            <a:p>
              <a:pPr marL="228600" indent="-228600" defTabSz="685800">
                <a:spcBef>
                  <a:spcPts val="0"/>
                </a:spcBef>
                <a:buClr>
                  <a:srgbClr val="DA291C"/>
                </a:buClr>
                <a:buSzPct val="80000"/>
              </a:pPr>
              <a:r>
                <a:rPr lang="en-US" sz="1000" dirty="0">
                  <a:latin typeface="+mn-lt"/>
                  <a:cs typeface="Calibri" pitchFamily="34" charset="0"/>
                </a:rPr>
                <a:t>Weekly builds and reviews</a:t>
              </a:r>
            </a:p>
            <a:p>
              <a:pPr marL="228600" indent="-228600" defTabSz="685800">
                <a:spcBef>
                  <a:spcPts val="0"/>
                </a:spcBef>
                <a:buClr>
                  <a:srgbClr val="DA291C"/>
                </a:buClr>
                <a:buSzPct val="80000"/>
              </a:pPr>
              <a:r>
                <a:rPr lang="en-US" sz="1000" dirty="0">
                  <a:latin typeface="+mn-lt"/>
                  <a:cs typeface="Calibri" pitchFamily="34" charset="0"/>
                </a:rPr>
                <a:t>Continuous integration </a:t>
              </a:r>
              <a:br>
                <a:rPr lang="en-US" sz="1000" dirty="0">
                  <a:latin typeface="+mn-lt"/>
                  <a:cs typeface="Calibri" pitchFamily="34" charset="0"/>
                </a:rPr>
              </a:br>
              <a:r>
                <a:rPr lang="en-US" sz="1000" dirty="0">
                  <a:latin typeface="+mn-lt"/>
                  <a:cs typeface="Calibri" pitchFamily="34" charset="0"/>
                </a:rPr>
                <a:t>and testing</a:t>
              </a:r>
            </a:p>
            <a:p>
              <a:pPr marL="228600" indent="-228600" defTabSz="685800">
                <a:spcBef>
                  <a:spcPts val="0"/>
                </a:spcBef>
                <a:buClr>
                  <a:srgbClr val="DA291C"/>
                </a:buClr>
                <a:buSzPct val="80000"/>
              </a:pPr>
              <a:r>
                <a:rPr lang="en-US" sz="1000" dirty="0">
                  <a:latin typeface="+mn-lt"/>
                  <a:cs typeface="Calibri" pitchFamily="34" charset="0"/>
                </a:rPr>
                <a:t>Impediment removal</a:t>
              </a:r>
            </a:p>
            <a:p>
              <a:pPr marL="228600" indent="-228600" defTabSz="685800">
                <a:spcBef>
                  <a:spcPts val="0"/>
                </a:spcBef>
                <a:buClr>
                  <a:srgbClr val="DA291C"/>
                </a:buClr>
                <a:buSzPct val="80000"/>
              </a:pPr>
              <a:r>
                <a:rPr lang="en-US" sz="1000" dirty="0">
                  <a:latin typeface="+mn-lt"/>
                  <a:cs typeface="Calibri" pitchFamily="34" charset="0"/>
                </a:rPr>
                <a:t>Update documentation</a:t>
              </a:r>
            </a:p>
          </p:txBody>
        </p:sp>
        <p:sp>
          <p:nvSpPr>
            <p:cNvPr id="79" name="Text Placeholder 14">
              <a:extLst>
                <a:ext uri="{FF2B5EF4-FFF2-40B4-BE49-F238E27FC236}">
                  <a16:creationId xmlns:a16="http://schemas.microsoft.com/office/drawing/2014/main" id="{D7FB132A-2C13-4B8A-9B84-290FE3A56DDF}"/>
                </a:ext>
              </a:extLst>
            </p:cNvPr>
            <p:cNvSpPr txBox="1">
              <a:spLocks/>
            </p:cNvSpPr>
            <p:nvPr/>
          </p:nvSpPr>
          <p:spPr>
            <a:xfrm>
              <a:off x="673394" y="3461715"/>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SzPct val="80000"/>
              </a:pPr>
              <a:r>
                <a:rPr lang="en-US" sz="1000" dirty="0">
                  <a:solidFill>
                    <a:schemeClr val="bg1"/>
                  </a:solidFill>
                  <a:cs typeface="Calibri" pitchFamily="34" charset="0"/>
                </a:rPr>
                <a:t>Release plan</a:t>
              </a:r>
            </a:p>
            <a:p>
              <a:pPr marL="228600" indent="-228600" defTabSz="685800">
                <a:spcBef>
                  <a:spcPts val="0"/>
                </a:spcBef>
                <a:buSzPct val="80000"/>
              </a:pPr>
              <a:r>
                <a:rPr lang="en-US" sz="1000" dirty="0">
                  <a:solidFill>
                    <a:schemeClr val="bg1"/>
                  </a:solidFill>
                  <a:latin typeface="+mn-lt"/>
                  <a:cs typeface="Calibri" pitchFamily="34" charset="0"/>
                </a:rPr>
                <a:t>Product backlog</a:t>
              </a:r>
            </a:p>
            <a:p>
              <a:pPr marL="228600" indent="-228600" defTabSz="685800">
                <a:spcBef>
                  <a:spcPts val="0"/>
                </a:spcBef>
                <a:buSzPct val="80000"/>
              </a:pPr>
              <a:r>
                <a:rPr lang="en-US" sz="1000" dirty="0">
                  <a:solidFill>
                    <a:schemeClr val="bg1"/>
                  </a:solidFill>
                  <a:cs typeface="Calibri" pitchFamily="34" charset="0"/>
                </a:rPr>
                <a:t>Release burn up</a:t>
              </a:r>
            </a:p>
            <a:p>
              <a:pPr marL="228600" indent="-228600" defTabSz="685800">
                <a:spcBef>
                  <a:spcPts val="0"/>
                </a:spcBef>
                <a:buSzPct val="80000"/>
              </a:pPr>
              <a:endParaRPr lang="en-US" sz="1000" dirty="0">
                <a:solidFill>
                  <a:schemeClr val="bg1"/>
                </a:solidFill>
                <a:latin typeface="+mn-lt"/>
                <a:cs typeface="Calibri" pitchFamily="34" charset="0"/>
              </a:endParaRPr>
            </a:p>
          </p:txBody>
        </p:sp>
        <p:sp>
          <p:nvSpPr>
            <p:cNvPr id="80" name="Text Placeholder 16">
              <a:extLst>
                <a:ext uri="{FF2B5EF4-FFF2-40B4-BE49-F238E27FC236}">
                  <a16:creationId xmlns:a16="http://schemas.microsoft.com/office/drawing/2014/main" id="{716EA32A-4F18-4B10-9EDC-C7021BCD8971}"/>
                </a:ext>
              </a:extLst>
            </p:cNvPr>
            <p:cNvSpPr txBox="1">
              <a:spLocks/>
            </p:cNvSpPr>
            <p:nvPr/>
          </p:nvSpPr>
          <p:spPr>
            <a:xfrm>
              <a:off x="6934698" y="3461715"/>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SzPct val="80000"/>
              </a:pPr>
              <a:r>
                <a:rPr lang="en-US" sz="1000" dirty="0">
                  <a:solidFill>
                    <a:schemeClr val="bg1"/>
                  </a:solidFill>
                  <a:latin typeface="+mn-lt"/>
                  <a:cs typeface="Calibri" pitchFamily="34" charset="0"/>
                </a:rPr>
                <a:t>Working Software</a:t>
              </a:r>
            </a:p>
            <a:p>
              <a:pPr marL="228600" indent="-228600" defTabSz="685800">
                <a:spcBef>
                  <a:spcPts val="0"/>
                </a:spcBef>
                <a:buSzPct val="80000"/>
              </a:pPr>
              <a:r>
                <a:rPr lang="en-US" sz="1000" dirty="0">
                  <a:solidFill>
                    <a:schemeClr val="bg1"/>
                  </a:solidFill>
                  <a:latin typeface="+mn-lt"/>
                  <a:cs typeface="Calibri" pitchFamily="34" charset="0"/>
                </a:rPr>
                <a:t>Retrospective backlog / action list</a:t>
              </a:r>
            </a:p>
            <a:p>
              <a:pPr marL="228600" indent="-228600" defTabSz="685800">
                <a:spcBef>
                  <a:spcPts val="0"/>
                </a:spcBef>
                <a:buSzPct val="80000"/>
              </a:pPr>
              <a:r>
                <a:rPr lang="en-US" sz="1000" dirty="0">
                  <a:solidFill>
                    <a:schemeClr val="bg1"/>
                  </a:solidFill>
                  <a:latin typeface="+mn-lt"/>
                  <a:cs typeface="Calibri" pitchFamily="34" charset="0"/>
                </a:rPr>
                <a:t>Continuous improvement plan</a:t>
              </a:r>
            </a:p>
            <a:p>
              <a:pPr marL="228600" indent="-228600" defTabSz="685800">
                <a:spcBef>
                  <a:spcPts val="0"/>
                </a:spcBef>
                <a:buSzPct val="80000"/>
              </a:pPr>
              <a:r>
                <a:rPr lang="en-US" sz="1000" dirty="0">
                  <a:solidFill>
                    <a:schemeClr val="bg1"/>
                  </a:solidFill>
                  <a:latin typeface="+mn-lt"/>
                  <a:cs typeface="Calibri" pitchFamily="34" charset="0"/>
                </a:rPr>
                <a:t>Defect management</a:t>
              </a:r>
            </a:p>
            <a:p>
              <a:pPr marL="228600" indent="-228600" defTabSz="685800">
                <a:spcBef>
                  <a:spcPts val="0"/>
                </a:spcBef>
                <a:buSzPct val="80000"/>
              </a:pPr>
              <a:r>
                <a:rPr lang="en-US" sz="1000" dirty="0">
                  <a:solidFill>
                    <a:schemeClr val="bg1"/>
                  </a:solidFill>
                  <a:latin typeface="+mn-lt"/>
                  <a:cs typeface="Calibri" pitchFamily="34" charset="0"/>
                </a:rPr>
                <a:t>Release burn-down</a:t>
              </a:r>
            </a:p>
          </p:txBody>
        </p:sp>
        <p:sp>
          <p:nvSpPr>
            <p:cNvPr id="81" name="Text Placeholder 14">
              <a:extLst>
                <a:ext uri="{FF2B5EF4-FFF2-40B4-BE49-F238E27FC236}">
                  <a16:creationId xmlns:a16="http://schemas.microsoft.com/office/drawing/2014/main" id="{C75CE276-1877-40E0-9945-BABFE0E62AE4}"/>
                </a:ext>
              </a:extLst>
            </p:cNvPr>
            <p:cNvSpPr txBox="1">
              <a:spLocks/>
            </p:cNvSpPr>
            <p:nvPr/>
          </p:nvSpPr>
          <p:spPr>
            <a:xfrm>
              <a:off x="2761721" y="3461715"/>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SzPct val="80000"/>
              </a:pPr>
              <a:r>
                <a:rPr lang="en-US" sz="1000" dirty="0">
                  <a:solidFill>
                    <a:schemeClr val="bg1"/>
                  </a:solidFill>
                  <a:latin typeface="+mn-lt"/>
                  <a:cs typeface="Calibri" pitchFamily="34" charset="0"/>
                </a:rPr>
                <a:t>Sprint backlog</a:t>
              </a:r>
            </a:p>
            <a:p>
              <a:pPr marL="228600" indent="-228600" defTabSz="685800">
                <a:spcBef>
                  <a:spcPts val="0"/>
                </a:spcBef>
                <a:buSzPct val="80000"/>
              </a:pPr>
              <a:r>
                <a:rPr lang="en-US" sz="1000" dirty="0">
                  <a:solidFill>
                    <a:schemeClr val="bg1"/>
                  </a:solidFill>
                  <a:latin typeface="+mn-lt"/>
                  <a:cs typeface="Calibri" pitchFamily="34" charset="0"/>
                </a:rPr>
                <a:t>Definition of “Done”</a:t>
              </a:r>
            </a:p>
            <a:p>
              <a:pPr marL="228600" indent="-228600" defTabSz="685800">
                <a:spcBef>
                  <a:spcPts val="0"/>
                </a:spcBef>
                <a:buSzPct val="80000"/>
              </a:pPr>
              <a:r>
                <a:rPr lang="en-US" sz="1000" dirty="0">
                  <a:solidFill>
                    <a:schemeClr val="bg1"/>
                  </a:solidFill>
                  <a:latin typeface="+mn-lt"/>
                  <a:cs typeface="Calibri" pitchFamily="34" charset="0"/>
                </a:rPr>
                <a:t>Test approach</a:t>
              </a:r>
            </a:p>
            <a:p>
              <a:pPr marL="228600" indent="-228600" defTabSz="685800">
                <a:spcBef>
                  <a:spcPts val="0"/>
                </a:spcBef>
                <a:buSzPct val="80000"/>
              </a:pPr>
              <a:r>
                <a:rPr lang="en-US" sz="1000" dirty="0">
                  <a:solidFill>
                    <a:schemeClr val="bg1"/>
                  </a:solidFill>
                  <a:latin typeface="+mn-lt"/>
                  <a:cs typeface="Calibri" pitchFamily="34" charset="0"/>
                </a:rPr>
                <a:t>Acceptance criteria for each story</a:t>
              </a:r>
            </a:p>
            <a:p>
              <a:pPr marL="228600" indent="-228600" defTabSz="685800">
                <a:spcBef>
                  <a:spcPts val="0"/>
                </a:spcBef>
                <a:buSzPct val="80000"/>
              </a:pPr>
              <a:r>
                <a:rPr lang="en-US" sz="1000" dirty="0">
                  <a:solidFill>
                    <a:schemeClr val="bg1"/>
                  </a:solidFill>
                  <a:latin typeface="+mn-lt"/>
                  <a:cs typeface="Calibri" pitchFamily="34" charset="0"/>
                </a:rPr>
                <a:t>Sprint Goal</a:t>
              </a:r>
            </a:p>
            <a:p>
              <a:pPr marL="228600" indent="-228600" defTabSz="685800">
                <a:spcBef>
                  <a:spcPts val="0"/>
                </a:spcBef>
                <a:buSzPct val="80000"/>
              </a:pPr>
              <a:r>
                <a:rPr lang="en-US" sz="1000" dirty="0">
                  <a:solidFill>
                    <a:schemeClr val="bg1"/>
                  </a:solidFill>
                  <a:latin typeface="+mn-lt"/>
                  <a:cs typeface="Calibri" pitchFamily="34" charset="0"/>
                </a:rPr>
                <a:t>Documentation approach</a:t>
              </a:r>
            </a:p>
          </p:txBody>
        </p:sp>
        <p:sp>
          <p:nvSpPr>
            <p:cNvPr id="82" name="Text Placeholder 16">
              <a:extLst>
                <a:ext uri="{FF2B5EF4-FFF2-40B4-BE49-F238E27FC236}">
                  <a16:creationId xmlns:a16="http://schemas.microsoft.com/office/drawing/2014/main" id="{6441457E-027E-4BAE-979E-3B46F5A4E473}"/>
                </a:ext>
              </a:extLst>
            </p:cNvPr>
            <p:cNvSpPr txBox="1">
              <a:spLocks/>
            </p:cNvSpPr>
            <p:nvPr/>
          </p:nvSpPr>
          <p:spPr>
            <a:xfrm>
              <a:off x="4850048" y="3461715"/>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SzPct val="80000"/>
              </a:pPr>
              <a:r>
                <a:rPr lang="en-US" sz="1000" dirty="0">
                  <a:solidFill>
                    <a:schemeClr val="bg1"/>
                  </a:solidFill>
                  <a:latin typeface="+mn-lt"/>
                  <a:cs typeface="Calibri" pitchFamily="34" charset="0"/>
                </a:rPr>
                <a:t>Impediment tracking list</a:t>
              </a:r>
            </a:p>
            <a:p>
              <a:pPr marL="228600" indent="-228600" defTabSz="685800">
                <a:spcBef>
                  <a:spcPts val="0"/>
                </a:spcBef>
                <a:buSzPct val="80000"/>
              </a:pPr>
              <a:r>
                <a:rPr lang="en-US" sz="1000" dirty="0">
                  <a:solidFill>
                    <a:schemeClr val="bg1"/>
                  </a:solidFill>
                  <a:latin typeface="+mn-lt"/>
                  <a:cs typeface="Calibri" pitchFamily="34" charset="0"/>
                </a:rPr>
                <a:t>Sprint backlog prioritization</a:t>
              </a:r>
            </a:p>
            <a:p>
              <a:pPr marL="228600" indent="-228600" defTabSz="685800">
                <a:spcBef>
                  <a:spcPts val="0"/>
                </a:spcBef>
                <a:buSzPct val="80000"/>
              </a:pPr>
              <a:r>
                <a:rPr lang="en-US" sz="1000" dirty="0">
                  <a:solidFill>
                    <a:schemeClr val="bg1"/>
                  </a:solidFill>
                  <a:latin typeface="+mn-lt"/>
                  <a:cs typeface="Calibri" pitchFamily="34" charset="0"/>
                </a:rPr>
                <a:t>Sprint burn-down chart</a:t>
              </a:r>
            </a:p>
            <a:p>
              <a:pPr marL="228600" indent="-228600" defTabSz="685800">
                <a:spcBef>
                  <a:spcPts val="0"/>
                </a:spcBef>
                <a:buSzPct val="80000"/>
              </a:pPr>
              <a:r>
                <a:rPr lang="en-US" sz="1000" dirty="0">
                  <a:solidFill>
                    <a:schemeClr val="bg1"/>
                  </a:solidFill>
                  <a:latin typeface="+mn-lt"/>
                  <a:cs typeface="Calibri" pitchFamily="34" charset="0"/>
                </a:rPr>
                <a:t>Kanban / Scrum board</a:t>
              </a:r>
            </a:p>
            <a:p>
              <a:pPr marL="228600" indent="-228600" defTabSz="685800">
                <a:spcBef>
                  <a:spcPts val="0"/>
                </a:spcBef>
                <a:buSzPct val="80000"/>
              </a:pPr>
              <a:r>
                <a:rPr lang="en-US" sz="1000" dirty="0">
                  <a:solidFill>
                    <a:schemeClr val="bg1"/>
                  </a:solidFill>
                  <a:latin typeface="+mn-lt"/>
                  <a:cs typeface="Calibri" pitchFamily="34" charset="0"/>
                </a:rPr>
                <a:t>Defect management</a:t>
              </a:r>
            </a:p>
            <a:p>
              <a:pPr marL="228600" indent="-228600" defTabSz="685800">
                <a:spcBef>
                  <a:spcPts val="0"/>
                </a:spcBef>
                <a:buSzPct val="80000"/>
              </a:pPr>
              <a:r>
                <a:rPr lang="en-US" sz="1000" dirty="0">
                  <a:solidFill>
                    <a:schemeClr val="bg1"/>
                  </a:solidFill>
                  <a:latin typeface="+mn-lt"/>
                  <a:cs typeface="Calibri" pitchFamily="34" charset="0"/>
                </a:rPr>
                <a:t>Development documentation</a:t>
              </a:r>
            </a:p>
          </p:txBody>
        </p:sp>
        <p:sp>
          <p:nvSpPr>
            <p:cNvPr id="83" name="Text Placeholder 22">
              <a:extLst>
                <a:ext uri="{FF2B5EF4-FFF2-40B4-BE49-F238E27FC236}">
                  <a16:creationId xmlns:a16="http://schemas.microsoft.com/office/drawing/2014/main" id="{8F334541-9DF5-4D17-8201-E0871F643197}"/>
                </a:ext>
              </a:extLst>
            </p:cNvPr>
            <p:cNvSpPr txBox="1">
              <a:spLocks/>
            </p:cNvSpPr>
            <p:nvPr/>
          </p:nvSpPr>
          <p:spPr>
            <a:xfrm rot="16200000">
              <a:off x="-203071" y="2533619"/>
              <a:ext cx="1265726"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000" b="1" dirty="0">
                  <a:solidFill>
                    <a:srgbClr val="919D9D"/>
                  </a:solidFill>
                </a:rPr>
                <a:t>Activities</a:t>
              </a:r>
            </a:p>
          </p:txBody>
        </p:sp>
        <p:sp>
          <p:nvSpPr>
            <p:cNvPr id="84" name="Text Placeholder 22">
              <a:extLst>
                <a:ext uri="{FF2B5EF4-FFF2-40B4-BE49-F238E27FC236}">
                  <a16:creationId xmlns:a16="http://schemas.microsoft.com/office/drawing/2014/main" id="{957BE11B-EB8F-4E80-AFC7-E470279CA9AC}"/>
                </a:ext>
              </a:extLst>
            </p:cNvPr>
            <p:cNvSpPr txBox="1">
              <a:spLocks/>
            </p:cNvSpPr>
            <p:nvPr/>
          </p:nvSpPr>
          <p:spPr>
            <a:xfrm rot="16200000">
              <a:off x="-196793" y="3793064"/>
              <a:ext cx="1253162"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000" b="1" dirty="0">
                  <a:solidFill>
                    <a:srgbClr val="919D9D"/>
                  </a:solidFill>
                </a:rPr>
                <a:t>Output</a:t>
              </a:r>
            </a:p>
          </p:txBody>
        </p:sp>
      </p:grpSp>
      <p:sp>
        <p:nvSpPr>
          <p:cNvPr id="27" name="TextBox 26">
            <a:extLst>
              <a:ext uri="{FF2B5EF4-FFF2-40B4-BE49-F238E27FC236}">
                <a16:creationId xmlns:a16="http://schemas.microsoft.com/office/drawing/2014/main" id="{24AB4FFD-0C3F-4C30-A082-65FCFF0A8670}"/>
              </a:ext>
            </a:extLst>
          </p:cNvPr>
          <p:cNvSpPr txBox="1"/>
          <p:nvPr/>
        </p:nvSpPr>
        <p:spPr>
          <a:xfrm>
            <a:off x="8954212" y="6613578"/>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21022412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9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80976" y="1790256"/>
            <a:ext cx="5049837" cy="618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4100"/>
              </a:lnSpc>
              <a:spcBef>
                <a:spcPct val="0"/>
              </a:spcBef>
              <a:buFontTx/>
              <a:buNone/>
            </a:pPr>
            <a:r>
              <a:rPr lang="en-US" altLang="ru-RU" sz="4400" dirty="0">
                <a:solidFill>
                  <a:schemeClr val="bg1"/>
                </a:solidFill>
                <a:latin typeface="Raleway ExtraBold" panose="020B0903030101060003" pitchFamily="34" charset="0"/>
              </a:rPr>
              <a:t>Methodology </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494678" y="0"/>
            <a:ext cx="7229411"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6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pic>
        <p:nvPicPr>
          <p:cNvPr id="28" name="Picture 2">
            <a:extLst>
              <a:ext uri="{FF2B5EF4-FFF2-40B4-BE49-F238E27FC236}">
                <a16:creationId xmlns:a16="http://schemas.microsoft.com/office/drawing/2014/main" id="{6FA3D891-12C7-41DC-B082-DC9891D16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9600"/>
            <a:ext cx="8449056" cy="624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BC4B333F-7255-4EB6-88CF-88EB466F8B37}"/>
              </a:ext>
            </a:extLst>
          </p:cNvPr>
          <p:cNvSpPr/>
          <p:nvPr/>
        </p:nvSpPr>
        <p:spPr>
          <a:xfrm>
            <a:off x="8449056" y="0"/>
            <a:ext cx="3742944" cy="5847755"/>
          </a:xfrm>
          <a:prstGeom prst="rect">
            <a:avLst/>
          </a:prstGeom>
        </p:spPr>
        <p:txBody>
          <a:bodyPr wrap="square">
            <a:spAutoFit/>
          </a:bodyPr>
          <a:lstStyle/>
          <a:p>
            <a:pPr marL="0" indent="0">
              <a:buClr>
                <a:schemeClr val="bg1"/>
              </a:buClr>
              <a:buSzPct val="80000"/>
              <a:buNone/>
            </a:pPr>
            <a:r>
              <a:rPr lang="en-US" sz="2400" dirty="0">
                <a:solidFill>
                  <a:schemeClr val="bg1"/>
                </a:solidFill>
                <a:latin typeface="Segoe UI" panose="020B0502040204020203" pitchFamily="34" charset="0"/>
                <a:ea typeface="Segoe UI" panose="020B0502040204020203" pitchFamily="34" charset="0"/>
                <a:cs typeface="Segoe UI" panose="020B0502040204020203" pitchFamily="34" charset="0"/>
              </a:rPr>
              <a:t>Assumptions:</a:t>
            </a:r>
          </a:p>
          <a:p>
            <a:pPr marL="175022" indent="-175022">
              <a:buClr>
                <a:schemeClr val="bg1"/>
              </a:buClr>
              <a:buSzPct val="80000"/>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285750" indent="-285750">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285750" indent="-285750">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Daily scrum check-in meetings</a:t>
            </a:r>
          </a:p>
          <a:p>
            <a:pPr marL="175022" indent="-175022">
              <a:buClr>
                <a:schemeClr val="bg1"/>
              </a:buClr>
              <a:buSzPct val="80000"/>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175022" indent="-175022">
              <a:buClr>
                <a:schemeClr val="bg1"/>
              </a:buClr>
              <a:buSzPct val="80000"/>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Reliance Roles &amp; Responsibility</a:t>
            </a:r>
          </a:p>
          <a:p>
            <a:pPr marL="460375" lvl="1" indent="-285750" algn="just">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Require Product Owner role from Reliance to Articulate product strategy, vision and roadmap to stakeholders</a:t>
            </a:r>
          </a:p>
          <a:p>
            <a:pPr marL="460375" lvl="1" indent="-285750" algn="just">
              <a:buClr>
                <a:schemeClr val="bg1"/>
              </a:buClr>
              <a:buSzPct val="80000"/>
              <a:buFont typeface="Arial" panose="020B0604020202020204" pitchFamily="34" charset="0"/>
              <a:buChar char="•"/>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460375" lvl="1" indent="-285750" algn="just">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Prioritize and manage product back log.</a:t>
            </a:r>
          </a:p>
          <a:p>
            <a:pPr marL="460375" lvl="1" indent="-285750" algn="just">
              <a:buClr>
                <a:schemeClr val="bg1"/>
              </a:buClr>
              <a:buSzPct val="80000"/>
              <a:buFont typeface="Arial" panose="020B0604020202020204" pitchFamily="34" charset="0"/>
              <a:buChar char="•"/>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460375" lvl="1" indent="-285750" algn="just">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Synectiks representative to participate in daily scrum, sprint planning and retrospect meetings.</a:t>
            </a:r>
          </a:p>
          <a:p>
            <a:pPr marL="461963" lvl="2" indent="-120650" algn="just">
              <a:buClr>
                <a:schemeClr val="bg1"/>
              </a:buClr>
              <a:buSzPct val="80000"/>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175022" indent="-175022">
              <a:buClr>
                <a:schemeClr val="bg1"/>
              </a:buClr>
              <a:buSzPct val="80000"/>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175022" indent="-175022">
              <a:buClr>
                <a:schemeClr val="bg1"/>
              </a:buClr>
              <a:buSzPct val="80000"/>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Synectiks Roles &amp; Responsibility</a:t>
            </a:r>
          </a:p>
          <a:p>
            <a:pPr marL="285750" indent="-285750">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Synectiks PM along with developers participate in daily scrum and report status	</a:t>
            </a:r>
          </a:p>
          <a:p>
            <a:pPr marL="285750" indent="-285750">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Synectiks PM mitigate any risk from software delivery perspective.</a:t>
            </a:r>
          </a:p>
          <a:p>
            <a:pPr marL="175022" indent="-175022">
              <a:buClr>
                <a:schemeClr val="bg1"/>
              </a:buClr>
              <a:buSzPct val="80000"/>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	</a:t>
            </a:r>
          </a:p>
        </p:txBody>
      </p:sp>
      <p:sp>
        <p:nvSpPr>
          <p:cNvPr id="6" name="TextBox 5">
            <a:extLst>
              <a:ext uri="{FF2B5EF4-FFF2-40B4-BE49-F238E27FC236}">
                <a16:creationId xmlns:a16="http://schemas.microsoft.com/office/drawing/2014/main" id="{24AB4FFD-0C3F-4C30-A082-65FCFF0A8670}"/>
              </a:ext>
            </a:extLst>
          </p:cNvPr>
          <p:cNvSpPr txBox="1"/>
          <p:nvPr/>
        </p:nvSpPr>
        <p:spPr>
          <a:xfrm>
            <a:off x="8945582" y="6622206"/>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extLst>
      <p:ext uri="{BB962C8B-B14F-4D97-AF65-F5344CB8AC3E}">
        <p14:creationId xmlns:p14="http://schemas.microsoft.com/office/powerpoint/2010/main" val="23922324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p:stCondLst>
                              <p:cond delay="50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16"/>
                                        </p:tgtEl>
                                        <p:attrNameLst>
                                          <p:attrName>style.visibility</p:attrName>
                                        </p:attrNameLst>
                                      </p:cBhvr>
                                      <p:to>
                                        <p:strVal val="visible"/>
                                      </p:to>
                                    </p:set>
                                    <p:anim calcmode="lin" valueType="num">
                                      <p:cBhvr>
                                        <p:cTn id="15"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6" dur="250" fill="hold"/>
                                        <p:tgtEl>
                                          <p:spTgt spid="16"/>
                                        </p:tgtEl>
                                        <p:attrNameLst>
                                          <p:attrName>ppt_y</p:attrName>
                                        </p:attrNameLst>
                                      </p:cBhvr>
                                      <p:tavLst>
                                        <p:tav tm="0">
                                          <p:val>
                                            <p:strVal val="#ppt_y"/>
                                          </p:val>
                                        </p:tav>
                                        <p:tav tm="100000">
                                          <p:val>
                                            <p:strVal val="#ppt_y"/>
                                          </p:val>
                                        </p:tav>
                                      </p:tavLst>
                                    </p:anim>
                                    <p:anim calcmode="lin" valueType="num">
                                      <p:cBhvr>
                                        <p:cTn id="17"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8"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9"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57135E1-AAAA-4A3B-B13C-A78822E192E8}"/>
              </a:ext>
            </a:extLst>
          </p:cNvPr>
          <p:cNvSpPr/>
          <p:nvPr/>
        </p:nvSpPr>
        <p:spPr>
          <a:xfrm>
            <a:off x="0" y="728760"/>
            <a:ext cx="12192000" cy="61292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p>
        </p:txBody>
      </p:sp>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421292" y="-85344"/>
            <a:ext cx="8370476"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FF0000"/>
                </a:solidFill>
                <a:latin typeface="Raleway ExtraBold" panose="020B0903030101060003" pitchFamily="34" charset="0"/>
              </a:rPr>
              <a:t>Technical Scope – Phase 1</a:t>
            </a:r>
            <a:endParaRPr lang="en-US" altLang="ru-RU" sz="1600" dirty="0">
              <a:solidFill>
                <a:srgbClr val="FF0000"/>
              </a:solidFill>
              <a:latin typeface="Raleway ExtraBold" panose="020B0903030101060003" pitchFamily="34" charset="0"/>
            </a:endParaRP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11" name="Text Placeholder 6">
            <a:extLst>
              <a:ext uri="{FF2B5EF4-FFF2-40B4-BE49-F238E27FC236}">
                <a16:creationId xmlns:a16="http://schemas.microsoft.com/office/drawing/2014/main" id="{66F8CC44-E5AD-40C1-A20F-2D07D493723F}"/>
              </a:ext>
            </a:extLst>
          </p:cNvPr>
          <p:cNvSpPr txBox="1">
            <a:spLocks/>
          </p:cNvSpPr>
          <p:nvPr/>
        </p:nvSpPr>
        <p:spPr>
          <a:xfrm>
            <a:off x="0" y="728759"/>
            <a:ext cx="12192000" cy="6129241"/>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ts val="600"/>
              </a:spcBef>
            </a:pPr>
            <a:r>
              <a:rPr lang="en-US" sz="1800" dirty="0"/>
              <a:t>Container Cluster environment setup</a:t>
            </a:r>
          </a:p>
          <a:p>
            <a:pPr lvl="2">
              <a:spcBef>
                <a:spcPts val="600"/>
              </a:spcBef>
            </a:pPr>
            <a:r>
              <a:rPr lang="en-US" sz="1400" dirty="0"/>
              <a:t>Compute / Storage / Network Designing, Optimization , Persistency Layering , CEPH filesystem setup</a:t>
            </a:r>
          </a:p>
          <a:p>
            <a:pPr marL="914400" lvl="2" indent="0">
              <a:spcBef>
                <a:spcPts val="600"/>
              </a:spcBef>
              <a:buNone/>
            </a:pPr>
            <a:endParaRPr lang="en-US" sz="1400" dirty="0"/>
          </a:p>
          <a:p>
            <a:pPr lvl="1">
              <a:spcBef>
                <a:spcPts val="600"/>
              </a:spcBef>
            </a:pPr>
            <a:r>
              <a:rPr lang="en-US" sz="1800" dirty="0"/>
              <a:t>Operation Support System for container cluster setup</a:t>
            </a:r>
          </a:p>
          <a:p>
            <a:pPr lvl="2">
              <a:spcBef>
                <a:spcPts val="600"/>
              </a:spcBef>
            </a:pPr>
            <a:r>
              <a:rPr lang="en-US" sz="1400" dirty="0"/>
              <a:t>Cluster Monitoring , Log Monitoring , Diagnostics , Automations</a:t>
            </a:r>
          </a:p>
          <a:p>
            <a:pPr marL="914400" lvl="2" indent="0">
              <a:spcBef>
                <a:spcPts val="600"/>
              </a:spcBef>
              <a:buNone/>
            </a:pPr>
            <a:endParaRPr lang="en-US" sz="1400" dirty="0"/>
          </a:p>
          <a:p>
            <a:pPr lvl="1">
              <a:spcBef>
                <a:spcPts val="600"/>
              </a:spcBef>
            </a:pPr>
            <a:r>
              <a:rPr lang="en-US" sz="1800" dirty="0"/>
              <a:t>Continuous Delivery Platform setup for services delivery</a:t>
            </a:r>
          </a:p>
          <a:p>
            <a:pPr lvl="2">
              <a:spcBef>
                <a:spcPts val="600"/>
              </a:spcBef>
            </a:pPr>
            <a:r>
              <a:rPr lang="en-US" sz="1400" dirty="0"/>
              <a:t>Jenkin cluster setup for every services , Influx DB time Series Database Setup, Container Registry Setup</a:t>
            </a:r>
          </a:p>
          <a:p>
            <a:pPr lvl="2">
              <a:spcBef>
                <a:spcPts val="600"/>
              </a:spcBef>
            </a:pPr>
            <a:endParaRPr lang="en-US" sz="1400" dirty="0"/>
          </a:p>
          <a:p>
            <a:pPr lvl="1">
              <a:spcBef>
                <a:spcPts val="600"/>
              </a:spcBef>
            </a:pPr>
            <a:r>
              <a:rPr lang="en-US" sz="1800" dirty="0"/>
              <a:t>Services Implementation (Design, Transformation, Development, Functional testing, Performance testing)</a:t>
            </a:r>
          </a:p>
          <a:p>
            <a:pPr lvl="2">
              <a:spcBef>
                <a:spcPts val="600"/>
              </a:spcBef>
            </a:pPr>
            <a:r>
              <a:rPr lang="en-US" sz="1400" dirty="0"/>
              <a:t>10+ Business Use Cases – Primarily Containerization</a:t>
            </a:r>
          </a:p>
          <a:p>
            <a:pPr marL="914400" lvl="2" indent="0">
              <a:spcBef>
                <a:spcPts val="600"/>
              </a:spcBef>
              <a:buNone/>
            </a:pPr>
            <a:endParaRPr lang="en-US" sz="1400" dirty="0"/>
          </a:p>
          <a:p>
            <a:pPr lvl="1">
              <a:spcBef>
                <a:spcPts val="600"/>
              </a:spcBef>
            </a:pPr>
            <a:r>
              <a:rPr lang="en-US" sz="1800" dirty="0"/>
              <a:t>Continuous Integration Setup and implementation</a:t>
            </a:r>
          </a:p>
          <a:p>
            <a:pPr lvl="2">
              <a:spcBef>
                <a:spcPts val="600"/>
              </a:spcBef>
            </a:pPr>
            <a:r>
              <a:rPr lang="en-US" sz="1400" dirty="0"/>
              <a:t>10+ Business Use Cases – Quality Gates – Unit / Integration / ATP / Security gates</a:t>
            </a:r>
          </a:p>
          <a:p>
            <a:pPr marL="914400" lvl="2" indent="0">
              <a:spcBef>
                <a:spcPts val="600"/>
              </a:spcBef>
              <a:buNone/>
            </a:pPr>
            <a:endParaRPr lang="en-US" sz="1400" dirty="0"/>
          </a:p>
          <a:p>
            <a:pPr lvl="1">
              <a:spcBef>
                <a:spcPts val="600"/>
              </a:spcBef>
            </a:pPr>
            <a:r>
              <a:rPr lang="en-US" sz="1800" dirty="0"/>
              <a:t>Training &amp; Transition</a:t>
            </a:r>
          </a:p>
          <a:p>
            <a:pPr lvl="2">
              <a:spcBef>
                <a:spcPts val="600"/>
              </a:spcBef>
            </a:pPr>
            <a:r>
              <a:rPr lang="en-US" sz="1400" dirty="0"/>
              <a:t>Code / Operations </a:t>
            </a:r>
          </a:p>
          <a:p>
            <a:pPr marL="1828800" lvl="4" indent="0">
              <a:spcBef>
                <a:spcPts val="1200"/>
              </a:spcBef>
              <a:buNone/>
            </a:pPr>
            <a:endParaRPr lang="en-US" sz="1400" dirty="0"/>
          </a:p>
          <a:p>
            <a:pPr lvl="1">
              <a:spcBef>
                <a:spcPts val="1200"/>
              </a:spcBef>
            </a:pPr>
            <a:endParaRPr lang="en-US" sz="1400" dirty="0"/>
          </a:p>
          <a:p>
            <a:pPr lvl="1">
              <a:spcBef>
                <a:spcPts val="1200"/>
              </a:spcBef>
            </a:pPr>
            <a:endParaRPr lang="en-US" sz="1400" dirty="0"/>
          </a:p>
          <a:p>
            <a:endParaRPr lang="en-US" sz="1100" dirty="0"/>
          </a:p>
        </p:txBody>
      </p:sp>
      <p:sp>
        <p:nvSpPr>
          <p:cNvPr id="5" name="TextBox 4">
            <a:extLst>
              <a:ext uri="{FF2B5EF4-FFF2-40B4-BE49-F238E27FC236}">
                <a16:creationId xmlns:a16="http://schemas.microsoft.com/office/drawing/2014/main" id="{24AB4FFD-0C3F-4C30-A082-65FCFF0A8670}"/>
              </a:ext>
            </a:extLst>
          </p:cNvPr>
          <p:cNvSpPr txBox="1"/>
          <p:nvPr/>
        </p:nvSpPr>
        <p:spPr>
          <a:xfrm>
            <a:off x="8945586" y="6613584"/>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28076531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241680" y="0"/>
            <a:ext cx="8370476"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FF0000"/>
                </a:solidFill>
                <a:latin typeface="Raleway ExtraBold" panose="020B0903030101060003" pitchFamily="34" charset="0"/>
              </a:rPr>
              <a:t>Proposed Team – Phase 1</a:t>
            </a:r>
            <a:endParaRPr lang="en-US" altLang="ru-RU" sz="1600" dirty="0">
              <a:solidFill>
                <a:srgbClr val="FF0000"/>
              </a:solidFill>
              <a:latin typeface="Raleway ExtraBold" panose="020B0903030101060003" pitchFamily="34" charset="0"/>
            </a:endParaRP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4" name="Rectangle 3">
            <a:extLst>
              <a:ext uri="{FF2B5EF4-FFF2-40B4-BE49-F238E27FC236}">
                <a16:creationId xmlns:a16="http://schemas.microsoft.com/office/drawing/2014/main" id="{BFBC5849-D202-400C-A392-8F86A8184D48}"/>
              </a:ext>
            </a:extLst>
          </p:cNvPr>
          <p:cNvSpPr/>
          <p:nvPr/>
        </p:nvSpPr>
        <p:spPr>
          <a:xfrm>
            <a:off x="-26050" y="794322"/>
            <a:ext cx="9496418" cy="59600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p>
        </p:txBody>
      </p:sp>
      <p:pic>
        <p:nvPicPr>
          <p:cNvPr id="5" name="Picture 4">
            <a:extLst>
              <a:ext uri="{FF2B5EF4-FFF2-40B4-BE49-F238E27FC236}">
                <a16:creationId xmlns:a16="http://schemas.microsoft.com/office/drawing/2014/main" id="{97D89C39-B1C8-408C-89BC-B05CB3C83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6419" y="897954"/>
            <a:ext cx="2695581" cy="5856414"/>
          </a:xfrm>
          <a:prstGeom prst="rect">
            <a:avLst/>
          </a:prstGeom>
        </p:spPr>
      </p:pic>
      <p:grpSp>
        <p:nvGrpSpPr>
          <p:cNvPr id="7" name="Group 6">
            <a:extLst>
              <a:ext uri="{FF2B5EF4-FFF2-40B4-BE49-F238E27FC236}">
                <a16:creationId xmlns:a16="http://schemas.microsoft.com/office/drawing/2014/main" id="{ABE99444-07E9-4B73-8D73-986B393CFB7E}"/>
              </a:ext>
            </a:extLst>
          </p:cNvPr>
          <p:cNvGrpSpPr/>
          <p:nvPr/>
        </p:nvGrpSpPr>
        <p:grpSpPr>
          <a:xfrm>
            <a:off x="402337" y="1261420"/>
            <a:ext cx="2135654" cy="1453032"/>
            <a:chOff x="8155396" y="1611631"/>
            <a:chExt cx="1132199" cy="1002002"/>
          </a:xfrm>
        </p:grpSpPr>
        <p:sp>
          <p:nvSpPr>
            <p:cNvPr id="8" name="Rounded Rectangle 100">
              <a:extLst>
                <a:ext uri="{FF2B5EF4-FFF2-40B4-BE49-F238E27FC236}">
                  <a16:creationId xmlns:a16="http://schemas.microsoft.com/office/drawing/2014/main" id="{3155C84B-1540-4581-AF3C-16A34050DB55}"/>
                </a:ext>
              </a:extLst>
            </p:cNvPr>
            <p:cNvSpPr/>
            <p:nvPr/>
          </p:nvSpPr>
          <p:spPr>
            <a:xfrm>
              <a:off x="8195465" y="1611631"/>
              <a:ext cx="1014253" cy="1002002"/>
            </a:xfrm>
            <a:prstGeom prst="rect">
              <a:avLst/>
            </a:prstGeom>
            <a:solidFill>
              <a:srgbClr val="DA291C"/>
            </a:solidFill>
            <a:ln w="25400" cap="flat" cmpd="sng" algn="ctr">
              <a:noFill/>
              <a:prstDash val="solid"/>
            </a:ln>
            <a:effectLst/>
          </p:spPr>
        </p:sp>
        <p:sp>
          <p:nvSpPr>
            <p:cNvPr id="9" name="Rounded Rectangle 14">
              <a:extLst>
                <a:ext uri="{FF2B5EF4-FFF2-40B4-BE49-F238E27FC236}">
                  <a16:creationId xmlns:a16="http://schemas.microsoft.com/office/drawing/2014/main" id="{CE824EF2-5CD3-4D38-9997-F683D5CC5D15}"/>
                </a:ext>
              </a:extLst>
            </p:cNvPr>
            <p:cNvSpPr/>
            <p:nvPr/>
          </p:nvSpPr>
          <p:spPr>
            <a:xfrm>
              <a:off x="8155396" y="1937435"/>
              <a:ext cx="1132199" cy="412013"/>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Product Owner</a:t>
              </a:r>
            </a:p>
          </p:txBody>
        </p:sp>
      </p:grpSp>
      <p:sp>
        <p:nvSpPr>
          <p:cNvPr id="10" name="Rectangle 9">
            <a:extLst>
              <a:ext uri="{FF2B5EF4-FFF2-40B4-BE49-F238E27FC236}">
                <a16:creationId xmlns:a16="http://schemas.microsoft.com/office/drawing/2014/main" id="{6E463116-5391-4030-B1EB-D6032F5690D8}"/>
              </a:ext>
            </a:extLst>
          </p:cNvPr>
          <p:cNvSpPr/>
          <p:nvPr/>
        </p:nvSpPr>
        <p:spPr>
          <a:xfrm>
            <a:off x="-52101" y="834161"/>
            <a:ext cx="3086422" cy="346249"/>
          </a:xfrm>
          <a:prstGeom prst="rect">
            <a:avLst/>
          </a:prstGeom>
        </p:spPr>
        <p:txBody>
          <a:bodyPr wrap="none" lIns="68580" tIns="34290" rIns="68580" bIns="34290">
            <a:spAutoFit/>
          </a:bodyPr>
          <a:lstStyle/>
          <a:p>
            <a:pPr algn="ctr" defTabSz="342900">
              <a:defRPr/>
            </a:pPr>
            <a:r>
              <a:rPr lang="en-US" b="1" kern="0" dirty="0">
                <a:latin typeface="Segoe UI" panose="020B0502040204020203" pitchFamily="34" charset="0"/>
                <a:cs typeface="Segoe UI" panose="020B0502040204020203" pitchFamily="34" charset="0"/>
              </a:rPr>
              <a:t>Product Owner (RELIANCE)</a:t>
            </a:r>
          </a:p>
        </p:txBody>
      </p:sp>
      <p:sp>
        <p:nvSpPr>
          <p:cNvPr id="12" name="Rectangle 11">
            <a:extLst>
              <a:ext uri="{FF2B5EF4-FFF2-40B4-BE49-F238E27FC236}">
                <a16:creationId xmlns:a16="http://schemas.microsoft.com/office/drawing/2014/main" id="{70F8A960-AFEB-414F-8959-81175F5FFF14}"/>
              </a:ext>
            </a:extLst>
          </p:cNvPr>
          <p:cNvSpPr/>
          <p:nvPr/>
        </p:nvSpPr>
        <p:spPr>
          <a:xfrm>
            <a:off x="2907010" y="3031137"/>
            <a:ext cx="2041264" cy="623248"/>
          </a:xfrm>
          <a:prstGeom prst="rect">
            <a:avLst/>
          </a:prstGeom>
        </p:spPr>
        <p:txBody>
          <a:bodyPr wrap="none" lIns="68580" tIns="34290" rIns="68580" bIns="34290">
            <a:spAutoFit/>
          </a:bodyPr>
          <a:lstStyle/>
          <a:p>
            <a:pPr defTabSz="342900">
              <a:defRPr/>
            </a:pPr>
            <a:r>
              <a:rPr lang="en-US" b="1" kern="0" dirty="0">
                <a:latin typeface="Segoe UI" panose="020B0502040204020203" pitchFamily="34" charset="0"/>
                <a:cs typeface="Segoe UI" panose="020B0502040204020203" pitchFamily="34" charset="0"/>
              </a:rPr>
              <a:t>On-Site DevOps</a:t>
            </a:r>
          </a:p>
          <a:p>
            <a:pPr defTabSz="342900">
              <a:defRPr/>
            </a:pPr>
            <a:r>
              <a:rPr lang="en-US" b="1" kern="0" dirty="0">
                <a:latin typeface="Segoe UI" panose="020B0502040204020203" pitchFamily="34" charset="0"/>
                <a:cs typeface="Segoe UI" panose="020B0502040204020203" pitchFamily="34" charset="0"/>
              </a:rPr>
              <a:t>Team (Synectiks)</a:t>
            </a:r>
          </a:p>
        </p:txBody>
      </p:sp>
      <p:grpSp>
        <p:nvGrpSpPr>
          <p:cNvPr id="17" name="Group 16">
            <a:extLst>
              <a:ext uri="{FF2B5EF4-FFF2-40B4-BE49-F238E27FC236}">
                <a16:creationId xmlns:a16="http://schemas.microsoft.com/office/drawing/2014/main" id="{03153999-F3B3-4A57-B186-EB1657BBD302}"/>
              </a:ext>
            </a:extLst>
          </p:cNvPr>
          <p:cNvGrpSpPr/>
          <p:nvPr/>
        </p:nvGrpSpPr>
        <p:grpSpPr>
          <a:xfrm>
            <a:off x="5775234" y="1358127"/>
            <a:ext cx="2356698" cy="1366099"/>
            <a:chOff x="8155396" y="1611631"/>
            <a:chExt cx="1132199" cy="1002002"/>
          </a:xfrm>
        </p:grpSpPr>
        <p:sp>
          <p:nvSpPr>
            <p:cNvPr id="18" name="Rounded Rectangle 100">
              <a:extLst>
                <a:ext uri="{FF2B5EF4-FFF2-40B4-BE49-F238E27FC236}">
                  <a16:creationId xmlns:a16="http://schemas.microsoft.com/office/drawing/2014/main" id="{8EE6CA99-A6AC-4A77-B5B5-E3787F9B5E65}"/>
                </a:ext>
              </a:extLst>
            </p:cNvPr>
            <p:cNvSpPr/>
            <p:nvPr/>
          </p:nvSpPr>
          <p:spPr>
            <a:xfrm>
              <a:off x="8195465" y="1611631"/>
              <a:ext cx="1014253" cy="1002002"/>
            </a:xfrm>
            <a:prstGeom prst="rect">
              <a:avLst/>
            </a:prstGeom>
            <a:solidFill>
              <a:srgbClr val="F37021"/>
            </a:solidFill>
            <a:ln w="25400" cap="flat" cmpd="sng" algn="ctr">
              <a:noFill/>
              <a:prstDash val="solid"/>
            </a:ln>
            <a:effectLst/>
          </p:spPr>
        </p:sp>
        <p:sp>
          <p:nvSpPr>
            <p:cNvPr id="19" name="Rounded Rectangle 14">
              <a:extLst>
                <a:ext uri="{FF2B5EF4-FFF2-40B4-BE49-F238E27FC236}">
                  <a16:creationId xmlns:a16="http://schemas.microsoft.com/office/drawing/2014/main" id="{287BE536-0BFE-4017-BD9F-CAD065502CC1}"/>
                </a:ext>
              </a:extLst>
            </p:cNvPr>
            <p:cNvSpPr/>
            <p:nvPr/>
          </p:nvSpPr>
          <p:spPr>
            <a:xfrm>
              <a:off x="8155396" y="1891429"/>
              <a:ext cx="1132199" cy="412013"/>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endParaRPr lang="en-US" sz="800" kern="0" dirty="0">
                <a:solidFill>
                  <a:prstClr val="white"/>
                </a:solidFill>
                <a:latin typeface="Segoe UI" panose="020B0502040204020203" pitchFamily="34" charset="0"/>
                <a:cs typeface="Segoe UI" panose="020B0502040204020203" pitchFamily="34" charset="0"/>
              </a:endParaRPr>
            </a:p>
            <a:p>
              <a:pPr algn="ctr" defTabSz="633413">
                <a:lnSpc>
                  <a:spcPct val="90000"/>
                </a:lnSpc>
                <a:spcBef>
                  <a:spcPct val="0"/>
                </a:spcBef>
                <a:defRPr/>
              </a:pPr>
              <a:r>
                <a:rPr lang="en-US" sz="1600" kern="0" dirty="0">
                  <a:solidFill>
                    <a:prstClr val="white"/>
                  </a:solidFill>
                  <a:latin typeface="Segoe UI" panose="020B0502040204020203" pitchFamily="34" charset="0"/>
                  <a:cs typeface="Segoe UI" panose="020B0502040204020203" pitchFamily="34" charset="0"/>
                </a:rPr>
                <a:t>Scrum Master</a:t>
              </a:r>
            </a:p>
          </p:txBody>
        </p:sp>
      </p:grpSp>
      <p:sp>
        <p:nvSpPr>
          <p:cNvPr id="20" name="Rectangle 19">
            <a:extLst>
              <a:ext uri="{FF2B5EF4-FFF2-40B4-BE49-F238E27FC236}">
                <a16:creationId xmlns:a16="http://schemas.microsoft.com/office/drawing/2014/main" id="{1EBB3BB0-4EC6-48F8-A6A8-3C1286F15C44}"/>
              </a:ext>
            </a:extLst>
          </p:cNvPr>
          <p:cNvSpPr/>
          <p:nvPr/>
        </p:nvSpPr>
        <p:spPr>
          <a:xfrm>
            <a:off x="5478500" y="915171"/>
            <a:ext cx="2950167" cy="346249"/>
          </a:xfrm>
          <a:prstGeom prst="rect">
            <a:avLst/>
          </a:prstGeom>
        </p:spPr>
        <p:txBody>
          <a:bodyPr wrap="none" lIns="68580" tIns="34290" rIns="68580" bIns="34290">
            <a:spAutoFit/>
          </a:bodyPr>
          <a:lstStyle/>
          <a:p>
            <a:pPr algn="ctr" defTabSz="342900">
              <a:defRPr/>
            </a:pPr>
            <a:r>
              <a:rPr lang="en-US" b="1" kern="0" dirty="0">
                <a:latin typeface="Segoe UI" panose="020B0502040204020203" pitchFamily="34" charset="0"/>
                <a:cs typeface="Segoe UI" panose="020B0502040204020203" pitchFamily="34" charset="0"/>
              </a:rPr>
              <a:t>Scrum Master (RELIANCE)</a:t>
            </a:r>
          </a:p>
        </p:txBody>
      </p:sp>
      <p:grpSp>
        <p:nvGrpSpPr>
          <p:cNvPr id="21" name="Group 20">
            <a:extLst>
              <a:ext uri="{FF2B5EF4-FFF2-40B4-BE49-F238E27FC236}">
                <a16:creationId xmlns:a16="http://schemas.microsoft.com/office/drawing/2014/main" id="{2D0B00E7-3DBE-4AE7-93D3-21BAC1124A9C}"/>
              </a:ext>
            </a:extLst>
          </p:cNvPr>
          <p:cNvGrpSpPr/>
          <p:nvPr/>
        </p:nvGrpSpPr>
        <p:grpSpPr>
          <a:xfrm>
            <a:off x="366605" y="4019884"/>
            <a:ext cx="1977920" cy="1760405"/>
            <a:chOff x="7084629" y="1661395"/>
            <a:chExt cx="1132199" cy="1002002"/>
          </a:xfrm>
        </p:grpSpPr>
        <p:sp>
          <p:nvSpPr>
            <p:cNvPr id="22" name="Rounded Rectangle 100">
              <a:extLst>
                <a:ext uri="{FF2B5EF4-FFF2-40B4-BE49-F238E27FC236}">
                  <a16:creationId xmlns:a16="http://schemas.microsoft.com/office/drawing/2014/main" id="{4C3A6AA2-6513-4F66-A0B4-E11E814FC495}"/>
                </a:ext>
              </a:extLst>
            </p:cNvPr>
            <p:cNvSpPr/>
            <p:nvPr/>
          </p:nvSpPr>
          <p:spPr>
            <a:xfrm>
              <a:off x="7143602" y="1661395"/>
              <a:ext cx="1014253" cy="1002002"/>
            </a:xfrm>
            <a:prstGeom prst="rect">
              <a:avLst/>
            </a:prstGeom>
            <a:solidFill>
              <a:schemeClr val="tx1">
                <a:lumMod val="85000"/>
                <a:lumOff val="15000"/>
              </a:schemeClr>
            </a:solidFill>
            <a:ln w="25400" cap="flat" cmpd="sng" algn="ctr">
              <a:noFill/>
              <a:prstDash val="solid"/>
            </a:ln>
            <a:effectLst/>
          </p:spPr>
        </p:sp>
        <p:sp>
          <p:nvSpPr>
            <p:cNvPr id="23" name="Rounded Rectangle 14">
              <a:extLst>
                <a:ext uri="{FF2B5EF4-FFF2-40B4-BE49-F238E27FC236}">
                  <a16:creationId xmlns:a16="http://schemas.microsoft.com/office/drawing/2014/main" id="{6E8D9DE5-43BD-4EB4-8645-EB52228EC929}"/>
                </a:ext>
              </a:extLst>
            </p:cNvPr>
            <p:cNvSpPr/>
            <p:nvPr/>
          </p:nvSpPr>
          <p:spPr>
            <a:xfrm>
              <a:off x="7084629" y="1785858"/>
              <a:ext cx="1132199" cy="750771"/>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1 Senior Architect</a:t>
              </a:r>
            </a:p>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0.25 FTE</a:t>
              </a:r>
            </a:p>
          </p:txBody>
        </p:sp>
      </p:grpSp>
      <p:sp>
        <p:nvSpPr>
          <p:cNvPr id="24" name="Rectangle 23">
            <a:extLst>
              <a:ext uri="{FF2B5EF4-FFF2-40B4-BE49-F238E27FC236}">
                <a16:creationId xmlns:a16="http://schemas.microsoft.com/office/drawing/2014/main" id="{30D0804A-775D-41BD-B5B5-8F88CA08C3DE}"/>
              </a:ext>
            </a:extLst>
          </p:cNvPr>
          <p:cNvSpPr/>
          <p:nvPr/>
        </p:nvSpPr>
        <p:spPr>
          <a:xfrm>
            <a:off x="97624" y="3031137"/>
            <a:ext cx="2624008" cy="623248"/>
          </a:xfrm>
          <a:prstGeom prst="rect">
            <a:avLst/>
          </a:prstGeom>
        </p:spPr>
        <p:txBody>
          <a:bodyPr wrap="square" lIns="68580" tIns="34290" rIns="68580" bIns="34290">
            <a:spAutoFit/>
          </a:bodyPr>
          <a:lstStyle/>
          <a:p>
            <a:pPr defTabSz="342900">
              <a:defRPr/>
            </a:pPr>
            <a:r>
              <a:rPr lang="en-US" b="1" kern="0" dirty="0">
                <a:latin typeface="Segoe UI" panose="020B0502040204020203" pitchFamily="34" charset="0"/>
                <a:cs typeface="Segoe UI" panose="020B0502040204020203" pitchFamily="34" charset="0"/>
              </a:rPr>
              <a:t>On-Site Architecture  </a:t>
            </a:r>
          </a:p>
          <a:p>
            <a:pPr defTabSz="342900">
              <a:defRPr/>
            </a:pPr>
            <a:r>
              <a:rPr lang="en-US" b="1" kern="0" dirty="0">
                <a:latin typeface="Segoe UI" panose="020B0502040204020203" pitchFamily="34" charset="0"/>
                <a:cs typeface="Segoe UI" panose="020B0502040204020203" pitchFamily="34" charset="0"/>
              </a:rPr>
              <a:t>Advisor (Synectiks)</a:t>
            </a:r>
          </a:p>
        </p:txBody>
      </p:sp>
      <p:grpSp>
        <p:nvGrpSpPr>
          <p:cNvPr id="31" name="Group 30">
            <a:extLst>
              <a:ext uri="{FF2B5EF4-FFF2-40B4-BE49-F238E27FC236}">
                <a16:creationId xmlns:a16="http://schemas.microsoft.com/office/drawing/2014/main" id="{E641E01D-B412-4344-A9B3-76A762423A3D}"/>
              </a:ext>
            </a:extLst>
          </p:cNvPr>
          <p:cNvGrpSpPr/>
          <p:nvPr/>
        </p:nvGrpSpPr>
        <p:grpSpPr>
          <a:xfrm>
            <a:off x="2863004" y="4018321"/>
            <a:ext cx="1977920" cy="1760405"/>
            <a:chOff x="7010744" y="1594549"/>
            <a:chExt cx="1132199" cy="1002002"/>
          </a:xfrm>
        </p:grpSpPr>
        <p:sp>
          <p:nvSpPr>
            <p:cNvPr id="32" name="Rounded Rectangle 100">
              <a:extLst>
                <a:ext uri="{FF2B5EF4-FFF2-40B4-BE49-F238E27FC236}">
                  <a16:creationId xmlns:a16="http://schemas.microsoft.com/office/drawing/2014/main" id="{3762FF72-5861-411B-B9D9-598B4DFBAEC8}"/>
                </a:ext>
              </a:extLst>
            </p:cNvPr>
            <p:cNvSpPr/>
            <p:nvPr/>
          </p:nvSpPr>
          <p:spPr>
            <a:xfrm>
              <a:off x="7050813" y="1594549"/>
              <a:ext cx="1014253" cy="1002002"/>
            </a:xfrm>
            <a:prstGeom prst="rect">
              <a:avLst/>
            </a:prstGeom>
            <a:solidFill>
              <a:schemeClr val="tx1">
                <a:lumMod val="85000"/>
                <a:lumOff val="15000"/>
              </a:schemeClr>
            </a:solidFill>
            <a:ln w="25400" cap="flat" cmpd="sng" algn="ctr">
              <a:noFill/>
              <a:prstDash val="solid"/>
            </a:ln>
            <a:effectLst/>
          </p:spPr>
        </p:sp>
        <p:sp>
          <p:nvSpPr>
            <p:cNvPr id="33" name="Rounded Rectangle 14">
              <a:extLst>
                <a:ext uri="{FF2B5EF4-FFF2-40B4-BE49-F238E27FC236}">
                  <a16:creationId xmlns:a16="http://schemas.microsoft.com/office/drawing/2014/main" id="{CE1F2DD3-8A0B-4F91-81D5-0F73DA791BBE}"/>
                </a:ext>
              </a:extLst>
            </p:cNvPr>
            <p:cNvSpPr/>
            <p:nvPr/>
          </p:nvSpPr>
          <p:spPr>
            <a:xfrm>
              <a:off x="7010744" y="1681734"/>
              <a:ext cx="1132199" cy="750771"/>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1 Senior DevOps</a:t>
              </a:r>
            </a:p>
          </p:txBody>
        </p:sp>
      </p:grpSp>
      <p:sp>
        <p:nvSpPr>
          <p:cNvPr id="34" name="Rectangle 33">
            <a:extLst>
              <a:ext uri="{FF2B5EF4-FFF2-40B4-BE49-F238E27FC236}">
                <a16:creationId xmlns:a16="http://schemas.microsoft.com/office/drawing/2014/main" id="{F37D7F15-44F5-4F00-862C-67941C327975}"/>
              </a:ext>
            </a:extLst>
          </p:cNvPr>
          <p:cNvSpPr/>
          <p:nvPr/>
        </p:nvSpPr>
        <p:spPr>
          <a:xfrm>
            <a:off x="5959221" y="3031137"/>
            <a:ext cx="1981953" cy="623248"/>
          </a:xfrm>
          <a:prstGeom prst="rect">
            <a:avLst/>
          </a:prstGeom>
        </p:spPr>
        <p:txBody>
          <a:bodyPr wrap="none" lIns="68580" tIns="34290" rIns="68580" bIns="34290">
            <a:spAutoFit/>
          </a:bodyPr>
          <a:lstStyle/>
          <a:p>
            <a:pPr defTabSz="342900">
              <a:defRPr/>
            </a:pPr>
            <a:r>
              <a:rPr lang="en-US" b="1" kern="0" dirty="0">
                <a:latin typeface="Segoe UI" panose="020B0502040204020203" pitchFamily="34" charset="0"/>
                <a:cs typeface="Segoe UI" panose="020B0502040204020203" pitchFamily="34" charset="0"/>
              </a:rPr>
              <a:t>Off-Site DevOps</a:t>
            </a:r>
          </a:p>
          <a:p>
            <a:pPr defTabSz="342900">
              <a:defRPr/>
            </a:pPr>
            <a:r>
              <a:rPr lang="en-US" b="1" kern="0" dirty="0">
                <a:latin typeface="Segoe UI" panose="020B0502040204020203" pitchFamily="34" charset="0"/>
                <a:cs typeface="Segoe UI" panose="020B0502040204020203" pitchFamily="34" charset="0"/>
              </a:rPr>
              <a:t>Team (Synectiks)</a:t>
            </a:r>
          </a:p>
        </p:txBody>
      </p:sp>
      <p:grpSp>
        <p:nvGrpSpPr>
          <p:cNvPr id="35" name="Group 34">
            <a:extLst>
              <a:ext uri="{FF2B5EF4-FFF2-40B4-BE49-F238E27FC236}">
                <a16:creationId xmlns:a16="http://schemas.microsoft.com/office/drawing/2014/main" id="{B5B8201A-010B-42B4-92A4-C2268ACC621E}"/>
              </a:ext>
            </a:extLst>
          </p:cNvPr>
          <p:cNvGrpSpPr/>
          <p:nvPr/>
        </p:nvGrpSpPr>
        <p:grpSpPr>
          <a:xfrm>
            <a:off x="5978060" y="4085377"/>
            <a:ext cx="1977920" cy="1760405"/>
            <a:chOff x="7010744" y="1594549"/>
            <a:chExt cx="1132199" cy="1002002"/>
          </a:xfrm>
        </p:grpSpPr>
        <p:sp>
          <p:nvSpPr>
            <p:cNvPr id="36" name="Rounded Rectangle 100">
              <a:extLst>
                <a:ext uri="{FF2B5EF4-FFF2-40B4-BE49-F238E27FC236}">
                  <a16:creationId xmlns:a16="http://schemas.microsoft.com/office/drawing/2014/main" id="{45930C8A-1E39-4262-A98C-F94904982548}"/>
                </a:ext>
              </a:extLst>
            </p:cNvPr>
            <p:cNvSpPr/>
            <p:nvPr/>
          </p:nvSpPr>
          <p:spPr>
            <a:xfrm>
              <a:off x="7050813" y="1594549"/>
              <a:ext cx="1014253" cy="1002002"/>
            </a:xfrm>
            <a:prstGeom prst="rect">
              <a:avLst/>
            </a:prstGeom>
            <a:solidFill>
              <a:schemeClr val="tx1">
                <a:lumMod val="85000"/>
                <a:lumOff val="15000"/>
              </a:schemeClr>
            </a:solidFill>
            <a:ln w="25400" cap="flat" cmpd="sng" algn="ctr">
              <a:noFill/>
              <a:prstDash val="solid"/>
            </a:ln>
            <a:effectLst/>
          </p:spPr>
        </p:sp>
        <p:sp>
          <p:nvSpPr>
            <p:cNvPr id="37" name="Rounded Rectangle 14">
              <a:extLst>
                <a:ext uri="{FF2B5EF4-FFF2-40B4-BE49-F238E27FC236}">
                  <a16:creationId xmlns:a16="http://schemas.microsoft.com/office/drawing/2014/main" id="{A9C0D3C0-0793-4881-9077-44884A19A239}"/>
                </a:ext>
              </a:extLst>
            </p:cNvPr>
            <p:cNvSpPr/>
            <p:nvPr/>
          </p:nvSpPr>
          <p:spPr>
            <a:xfrm>
              <a:off x="7010744" y="1681734"/>
              <a:ext cx="1132199" cy="750771"/>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6 DevOps</a:t>
              </a:r>
            </a:p>
          </p:txBody>
        </p:sp>
      </p:grpSp>
      <p:sp>
        <p:nvSpPr>
          <p:cNvPr id="25" name="TextBox 24">
            <a:extLst>
              <a:ext uri="{FF2B5EF4-FFF2-40B4-BE49-F238E27FC236}">
                <a16:creationId xmlns:a16="http://schemas.microsoft.com/office/drawing/2014/main" id="{24AB4FFD-0C3F-4C30-A082-65FCFF0A8670}"/>
              </a:ext>
            </a:extLst>
          </p:cNvPr>
          <p:cNvSpPr txBox="1"/>
          <p:nvPr/>
        </p:nvSpPr>
        <p:spPr>
          <a:xfrm>
            <a:off x="8962846" y="6622210"/>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35763991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575184" y="0"/>
            <a:ext cx="83704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3200" dirty="0">
                <a:solidFill>
                  <a:srgbClr val="FF0000"/>
                </a:solidFill>
                <a:latin typeface="Raleway ExtraBold" panose="020B0903030101060003" pitchFamily="34" charset="0"/>
              </a:rPr>
              <a:t>Proposed Team – Phase 1</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4" name="Rectangle 3">
            <a:extLst>
              <a:ext uri="{FF2B5EF4-FFF2-40B4-BE49-F238E27FC236}">
                <a16:creationId xmlns:a16="http://schemas.microsoft.com/office/drawing/2014/main" id="{BFBC5849-D202-400C-A392-8F86A8184D48}"/>
              </a:ext>
            </a:extLst>
          </p:cNvPr>
          <p:cNvSpPr/>
          <p:nvPr/>
        </p:nvSpPr>
        <p:spPr>
          <a:xfrm>
            <a:off x="0" y="794322"/>
            <a:ext cx="9470368" cy="59600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p>
        </p:txBody>
      </p:sp>
      <p:pic>
        <p:nvPicPr>
          <p:cNvPr id="5" name="Picture 4">
            <a:extLst>
              <a:ext uri="{FF2B5EF4-FFF2-40B4-BE49-F238E27FC236}">
                <a16:creationId xmlns:a16="http://schemas.microsoft.com/office/drawing/2014/main" id="{97D89C39-B1C8-408C-89BC-B05CB3C83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6419" y="897954"/>
            <a:ext cx="2695581" cy="5856414"/>
          </a:xfrm>
          <a:prstGeom prst="rect">
            <a:avLst/>
          </a:prstGeom>
        </p:spPr>
      </p:pic>
      <p:graphicFrame>
        <p:nvGraphicFramePr>
          <p:cNvPr id="25" name="Table 24">
            <a:extLst>
              <a:ext uri="{FF2B5EF4-FFF2-40B4-BE49-F238E27FC236}">
                <a16:creationId xmlns:a16="http://schemas.microsoft.com/office/drawing/2014/main" id="{6FC13A79-D205-4ED8-91C5-2C18AB471A69}"/>
              </a:ext>
            </a:extLst>
          </p:cNvPr>
          <p:cNvGraphicFramePr>
            <a:graphicFrameLocks noGrp="1"/>
          </p:cNvGraphicFramePr>
          <p:nvPr>
            <p:extLst>
              <p:ext uri="{D42A27DB-BD31-4B8C-83A1-F6EECF244321}">
                <p14:modId xmlns:p14="http://schemas.microsoft.com/office/powerpoint/2010/main" val="3248310497"/>
              </p:ext>
            </p:extLst>
          </p:nvPr>
        </p:nvGraphicFramePr>
        <p:xfrm>
          <a:off x="0" y="661722"/>
          <a:ext cx="9470368" cy="6092647"/>
        </p:xfrm>
        <a:graphic>
          <a:graphicData uri="http://schemas.openxmlformats.org/drawingml/2006/table">
            <a:tbl>
              <a:tblPr firstRow="1" bandRow="1">
                <a:tableStyleId>{21E4AEA4-8DFA-4A89-87EB-49C32662AFE0}</a:tableStyleId>
              </a:tblPr>
              <a:tblGrid>
                <a:gridCol w="2377295">
                  <a:extLst>
                    <a:ext uri="{9D8B030D-6E8A-4147-A177-3AD203B41FA5}">
                      <a16:colId xmlns:a16="http://schemas.microsoft.com/office/drawing/2014/main" val="20000"/>
                    </a:ext>
                  </a:extLst>
                </a:gridCol>
                <a:gridCol w="1780177">
                  <a:extLst>
                    <a:ext uri="{9D8B030D-6E8A-4147-A177-3AD203B41FA5}">
                      <a16:colId xmlns:a16="http://schemas.microsoft.com/office/drawing/2014/main" val="20001"/>
                    </a:ext>
                  </a:extLst>
                </a:gridCol>
                <a:gridCol w="5312896">
                  <a:extLst>
                    <a:ext uri="{9D8B030D-6E8A-4147-A177-3AD203B41FA5}">
                      <a16:colId xmlns:a16="http://schemas.microsoft.com/office/drawing/2014/main" val="20002"/>
                    </a:ext>
                  </a:extLst>
                </a:gridCol>
              </a:tblGrid>
              <a:tr h="596019">
                <a:tc>
                  <a:txBody>
                    <a:bodyPr/>
                    <a:lstStyle/>
                    <a:p>
                      <a:r>
                        <a:rPr lang="en-US" sz="1200" dirty="0"/>
                        <a:t>Team Roles</a:t>
                      </a:r>
                    </a:p>
                  </a:txBody>
                  <a:tcPr/>
                </a:tc>
                <a:tc>
                  <a:txBody>
                    <a:bodyPr/>
                    <a:lstStyle/>
                    <a:p>
                      <a:r>
                        <a:rPr lang="en-US" sz="1200" dirty="0"/>
                        <a:t>Team</a:t>
                      </a:r>
                      <a:r>
                        <a:rPr lang="en-US" sz="1200" baseline="0" dirty="0"/>
                        <a:t> Member</a:t>
                      </a:r>
                      <a:endParaRPr lang="en-US" sz="1200" dirty="0"/>
                    </a:p>
                  </a:txBody>
                  <a:tcPr/>
                </a:tc>
                <a:tc>
                  <a:txBody>
                    <a:bodyPr/>
                    <a:lstStyle/>
                    <a:p>
                      <a:r>
                        <a:rPr lang="en-US" sz="1200" dirty="0"/>
                        <a:t>Team</a:t>
                      </a:r>
                      <a:r>
                        <a:rPr lang="en-US" sz="1200" baseline="0" dirty="0"/>
                        <a:t> Responsibilities</a:t>
                      </a:r>
                    </a:p>
                  </a:txBody>
                  <a:tcPr/>
                </a:tc>
                <a:extLst>
                  <a:ext uri="{0D108BD9-81ED-4DB2-BD59-A6C34878D82A}">
                    <a16:rowId xmlns:a16="http://schemas.microsoft.com/office/drawing/2014/main" val="10000"/>
                  </a:ext>
                </a:extLst>
              </a:tr>
              <a:tr h="1192040">
                <a:tc>
                  <a:txBody>
                    <a:bodyPr/>
                    <a:lstStyle/>
                    <a:p>
                      <a:r>
                        <a:rPr lang="en-US" sz="1000" b="1" dirty="0"/>
                        <a:t>1 Onsite</a:t>
                      </a:r>
                      <a:r>
                        <a:rPr lang="en-US" sz="1000" b="1" baseline="0" dirty="0"/>
                        <a:t> </a:t>
                      </a:r>
                      <a:r>
                        <a:rPr lang="en-US" sz="1000" b="1" dirty="0"/>
                        <a:t>Product</a:t>
                      </a:r>
                      <a:r>
                        <a:rPr lang="en-US" sz="1000" b="1" baseline="0" dirty="0"/>
                        <a:t> Owner (Reliance)</a:t>
                      </a:r>
                      <a:endParaRPr lang="en-US" sz="1000" b="1" dirty="0"/>
                    </a:p>
                  </a:txBody>
                  <a:tcPr/>
                </a:tc>
                <a:tc>
                  <a:txBody>
                    <a:bodyPr/>
                    <a:lstStyle/>
                    <a:p>
                      <a:r>
                        <a:rPr lang="en-US" sz="1000" b="1" dirty="0"/>
                        <a:t>TBD</a:t>
                      </a:r>
                    </a:p>
                  </a:txBody>
                  <a:tcPr/>
                </a:tc>
                <a:tc>
                  <a:txBody>
                    <a:bodyPr/>
                    <a:lstStyle/>
                    <a:p>
                      <a:r>
                        <a:rPr lang="en-US" sz="1000" dirty="0"/>
                        <a:t>Responsible for </a:t>
                      </a:r>
                      <a:r>
                        <a:rPr lang="en-US" sz="1000" baseline="0" dirty="0"/>
                        <a:t>product vision and communicate to stakeholders.</a:t>
                      </a:r>
                      <a:endParaRPr lang="en-US" sz="1000" dirty="0"/>
                    </a:p>
                    <a:p>
                      <a:r>
                        <a:rPr lang="en-US" sz="1000" baseline="0" dirty="0"/>
                        <a:t>Prioritize product backlog to deliver highest value and adjust long term expectations.</a:t>
                      </a:r>
                    </a:p>
                    <a:p>
                      <a:r>
                        <a:rPr lang="en-US" sz="1000" baseline="0" dirty="0"/>
                        <a:t>Decides when to release product.</a:t>
                      </a:r>
                    </a:p>
                  </a:txBody>
                  <a:tcPr/>
                </a:tc>
                <a:extLst>
                  <a:ext uri="{0D108BD9-81ED-4DB2-BD59-A6C34878D82A}">
                    <a16:rowId xmlns:a16="http://schemas.microsoft.com/office/drawing/2014/main" val="10001"/>
                  </a:ext>
                </a:extLst>
              </a:tr>
              <a:tr h="1192040">
                <a:tc>
                  <a:txBody>
                    <a:bodyPr/>
                    <a:lstStyle/>
                    <a:p>
                      <a:r>
                        <a:rPr lang="en-US" sz="1000" b="1" dirty="0"/>
                        <a:t>Onsite Scrum Master </a:t>
                      </a:r>
                      <a:r>
                        <a:rPr lang="en-US" sz="1000" b="1" baseline="0" dirty="0"/>
                        <a:t> </a:t>
                      </a:r>
                      <a:r>
                        <a:rPr lang="en-US" sz="1000" b="1" dirty="0"/>
                        <a:t>(Reliance)</a:t>
                      </a:r>
                    </a:p>
                  </a:txBody>
                  <a:tcPr/>
                </a:tc>
                <a:tc>
                  <a:txBody>
                    <a:bodyPr/>
                    <a:lstStyle/>
                    <a:p>
                      <a:r>
                        <a:rPr lang="en-US" sz="1000" b="1" dirty="0"/>
                        <a:t>TBD</a:t>
                      </a:r>
                    </a:p>
                  </a:txBody>
                  <a:tcPr/>
                </a:tc>
                <a:tc>
                  <a:txBody>
                    <a:bodyPr/>
                    <a:lstStyle/>
                    <a:p>
                      <a:r>
                        <a:rPr lang="en-US" sz="1000" dirty="0"/>
                        <a:t>Facilitates Scrum process</a:t>
                      </a:r>
                      <a:r>
                        <a:rPr lang="en-US" sz="1000" baseline="0" dirty="0"/>
                        <a:t> and helps resolve impediments.</a:t>
                      </a:r>
                    </a:p>
                    <a:p>
                      <a:r>
                        <a:rPr lang="en-US" sz="1000" baseline="0" dirty="0"/>
                        <a:t>Keeps scrum artifacts visible, enforces 2-weeks sprint time box.</a:t>
                      </a:r>
                    </a:p>
                    <a:p>
                      <a:r>
                        <a:rPr lang="en-US" sz="1000" baseline="0" dirty="0"/>
                        <a:t>Shields team from external interferences and promotes team self-organization.</a:t>
                      </a:r>
                    </a:p>
                  </a:txBody>
                  <a:tcPr/>
                </a:tc>
                <a:extLst>
                  <a:ext uri="{0D108BD9-81ED-4DB2-BD59-A6C34878D82A}">
                    <a16:rowId xmlns:a16="http://schemas.microsoft.com/office/drawing/2014/main" val="10002"/>
                  </a:ext>
                </a:extLst>
              </a:tr>
              <a:tr h="529794">
                <a:tc>
                  <a:txBody>
                    <a:bodyPr/>
                    <a:lstStyle/>
                    <a:p>
                      <a:r>
                        <a:rPr lang="en-US" sz="1000" b="1" dirty="0"/>
                        <a:t>Scrum Team</a:t>
                      </a:r>
                    </a:p>
                  </a:txBody>
                  <a:tcPr/>
                </a:tc>
                <a:tc>
                  <a:txBody>
                    <a:bodyPr/>
                    <a:lstStyle/>
                    <a:p>
                      <a:endParaRPr lang="en-US" sz="1000" b="1" dirty="0"/>
                    </a:p>
                  </a:txBody>
                  <a:tcPr/>
                </a:tc>
                <a:tc>
                  <a:txBody>
                    <a:bodyPr/>
                    <a:lstStyle/>
                    <a:p>
                      <a:endParaRPr lang="en-US" sz="1000" baseline="0" dirty="0"/>
                    </a:p>
                  </a:txBody>
                  <a:tcPr/>
                </a:tc>
                <a:extLst>
                  <a:ext uri="{0D108BD9-81ED-4DB2-BD59-A6C34878D82A}">
                    <a16:rowId xmlns:a16="http://schemas.microsoft.com/office/drawing/2014/main" val="10003"/>
                  </a:ext>
                </a:extLst>
              </a:tr>
              <a:tr h="860918">
                <a:tc>
                  <a:txBody>
                    <a:bodyPr/>
                    <a:lstStyle/>
                    <a:p>
                      <a:r>
                        <a:rPr lang="en-US" sz="1000" b="1" dirty="0"/>
                        <a:t>1</a:t>
                      </a:r>
                      <a:r>
                        <a:rPr lang="en-US" sz="1000" dirty="0"/>
                        <a:t> On-site Senior Architect (Synectiks)</a:t>
                      </a:r>
                    </a:p>
                  </a:txBody>
                  <a:tcPr/>
                </a:tc>
                <a:tc>
                  <a:txBody>
                    <a:bodyPr/>
                    <a:lstStyle/>
                    <a:p>
                      <a:r>
                        <a:rPr lang="en-US" sz="1000" dirty="0"/>
                        <a:t>TBD</a:t>
                      </a:r>
                    </a:p>
                  </a:txBody>
                  <a:tcPr/>
                </a:tc>
                <a:tc>
                  <a:txBody>
                    <a:bodyPr/>
                    <a:lstStyle/>
                    <a:p>
                      <a:r>
                        <a:rPr lang="en-US" sz="1000" dirty="0"/>
                        <a:t>Review</a:t>
                      </a:r>
                      <a:r>
                        <a:rPr lang="en-US" sz="1000" baseline="0" dirty="0"/>
                        <a:t> and provide feedback and approval on proposed cloud and web services architecture.</a:t>
                      </a:r>
                    </a:p>
                  </a:txBody>
                  <a:tcPr/>
                </a:tc>
                <a:extLst>
                  <a:ext uri="{0D108BD9-81ED-4DB2-BD59-A6C34878D82A}">
                    <a16:rowId xmlns:a16="http://schemas.microsoft.com/office/drawing/2014/main" val="10004"/>
                  </a:ext>
                </a:extLst>
              </a:tr>
              <a:tr h="860918">
                <a:tc>
                  <a:txBody>
                    <a:bodyPr/>
                    <a:lstStyle/>
                    <a:p>
                      <a:r>
                        <a:rPr lang="en-US" sz="1000" b="1" dirty="0"/>
                        <a:t>1</a:t>
                      </a:r>
                      <a:r>
                        <a:rPr lang="en-US" sz="1000" dirty="0"/>
                        <a:t> On-site Senior</a:t>
                      </a:r>
                      <a:r>
                        <a:rPr lang="en-US" sz="1000" baseline="0" dirty="0"/>
                        <a:t> DevOps Engineer </a:t>
                      </a:r>
                      <a:r>
                        <a:rPr lang="en-US" sz="1000" dirty="0"/>
                        <a:t>(Synectiks)</a:t>
                      </a:r>
                    </a:p>
                  </a:txBody>
                  <a:tcPr/>
                </a:tc>
                <a:tc>
                  <a:txBody>
                    <a:bodyPr/>
                    <a:lstStyle/>
                    <a:p>
                      <a:r>
                        <a:rPr lang="en-US" sz="1000" dirty="0"/>
                        <a:t>TBD</a:t>
                      </a:r>
                    </a:p>
                  </a:txBody>
                  <a:tcPr/>
                </a:tc>
                <a:tc>
                  <a:txBody>
                    <a:bodyPr/>
                    <a:lstStyle/>
                    <a:p>
                      <a:r>
                        <a:rPr lang="en-US" sz="1000" dirty="0"/>
                        <a:t>Works</a:t>
                      </a:r>
                      <a:r>
                        <a:rPr lang="en-US" sz="1000" baseline="0" dirty="0"/>
                        <a:t> with team to define user stories, provides technical guidance on development.</a:t>
                      </a:r>
                    </a:p>
                    <a:p>
                      <a:r>
                        <a:rPr lang="en-US" sz="1000" baseline="0" dirty="0"/>
                        <a:t>Will contribute as developer.</a:t>
                      </a:r>
                      <a:endParaRPr lang="en-US" sz="1000" dirty="0"/>
                    </a:p>
                  </a:txBody>
                  <a:tcPr/>
                </a:tc>
                <a:extLst>
                  <a:ext uri="{0D108BD9-81ED-4DB2-BD59-A6C34878D82A}">
                    <a16:rowId xmlns:a16="http://schemas.microsoft.com/office/drawing/2014/main" val="10005"/>
                  </a:ext>
                </a:extLst>
              </a:tr>
              <a:tr h="860918">
                <a:tc>
                  <a:txBody>
                    <a:bodyPr/>
                    <a:lstStyle/>
                    <a:p>
                      <a:r>
                        <a:rPr lang="en-US" sz="1000" b="1" dirty="0"/>
                        <a:t>4</a:t>
                      </a:r>
                      <a:r>
                        <a:rPr lang="en-US" sz="1000" dirty="0"/>
                        <a:t> Off-site</a:t>
                      </a:r>
                      <a:r>
                        <a:rPr lang="en-US" sz="1000" baseline="0" dirty="0"/>
                        <a:t> DevOps Engineers </a:t>
                      </a:r>
                      <a:r>
                        <a:rPr lang="en-US" sz="1000" dirty="0"/>
                        <a:t>(Synectiks)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a:t>TBD</a:t>
                      </a:r>
                    </a:p>
                  </a:txBody>
                  <a:tcPr/>
                </a:tc>
                <a:tc>
                  <a:txBody>
                    <a:bodyPr/>
                    <a:lstStyle/>
                    <a:p>
                      <a:r>
                        <a:rPr lang="en-US" sz="1000" dirty="0"/>
                        <a:t>Self organizing</a:t>
                      </a:r>
                      <a:r>
                        <a:rPr lang="en-US" sz="1000" baseline="0" dirty="0"/>
                        <a:t> development team to perform tasks from product backlog.</a:t>
                      </a:r>
                    </a:p>
                    <a:p>
                      <a:r>
                        <a:rPr lang="en-US" sz="1000" baseline="0" dirty="0"/>
                        <a:t>Coordinate with onsite senior developer </a:t>
                      </a:r>
                      <a:endParaRPr lang="en-US" sz="1000" dirty="0"/>
                    </a:p>
                  </a:txBody>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24AB4FFD-0C3F-4C30-A082-65FCFF0A8670}"/>
              </a:ext>
            </a:extLst>
          </p:cNvPr>
          <p:cNvSpPr txBox="1"/>
          <p:nvPr/>
        </p:nvSpPr>
        <p:spPr>
          <a:xfrm>
            <a:off x="8954216" y="6622210"/>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42383528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241680" y="0"/>
            <a:ext cx="8370476"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FF0000"/>
                </a:solidFill>
                <a:latin typeface="Raleway ExtraBold" panose="020B0903030101060003" pitchFamily="34" charset="0"/>
              </a:rPr>
              <a:t>Proposed Sprints – Phase 1</a:t>
            </a:r>
            <a:endParaRPr lang="en-US" altLang="ru-RU" sz="1600" dirty="0">
              <a:solidFill>
                <a:srgbClr val="FF0000"/>
              </a:solidFill>
              <a:latin typeface="Raleway ExtraBold" panose="020B0903030101060003" pitchFamily="34" charset="0"/>
            </a:endParaRP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4" name="Rectangle 3">
            <a:extLst>
              <a:ext uri="{FF2B5EF4-FFF2-40B4-BE49-F238E27FC236}">
                <a16:creationId xmlns:a16="http://schemas.microsoft.com/office/drawing/2014/main" id="{BFBC5849-D202-400C-A392-8F86A8184D48}"/>
              </a:ext>
            </a:extLst>
          </p:cNvPr>
          <p:cNvSpPr/>
          <p:nvPr/>
        </p:nvSpPr>
        <p:spPr>
          <a:xfrm>
            <a:off x="0" y="794322"/>
            <a:ext cx="12192000" cy="59600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p>
        </p:txBody>
      </p:sp>
      <p:grpSp>
        <p:nvGrpSpPr>
          <p:cNvPr id="7" name="Group 6">
            <a:extLst>
              <a:ext uri="{FF2B5EF4-FFF2-40B4-BE49-F238E27FC236}">
                <a16:creationId xmlns:a16="http://schemas.microsoft.com/office/drawing/2014/main" id="{B66EC64B-6C9E-4A39-A954-13B77D71AFC4}"/>
              </a:ext>
            </a:extLst>
          </p:cNvPr>
          <p:cNvGrpSpPr/>
          <p:nvPr/>
        </p:nvGrpSpPr>
        <p:grpSpPr>
          <a:xfrm>
            <a:off x="470464" y="1330252"/>
            <a:ext cx="8426659" cy="324779"/>
            <a:chOff x="893915" y="464620"/>
            <a:chExt cx="7548004" cy="324779"/>
          </a:xfrm>
        </p:grpSpPr>
        <p:sp>
          <p:nvSpPr>
            <p:cNvPr id="8" name="Round Diagonal Corner Rectangle 1">
              <a:extLst>
                <a:ext uri="{FF2B5EF4-FFF2-40B4-BE49-F238E27FC236}">
                  <a16:creationId xmlns:a16="http://schemas.microsoft.com/office/drawing/2014/main" id="{C920B2D5-B326-41CD-8AC3-934C33313F9D}"/>
                </a:ext>
              </a:extLst>
            </p:cNvPr>
            <p:cNvSpPr/>
            <p:nvPr/>
          </p:nvSpPr>
          <p:spPr>
            <a:xfrm>
              <a:off x="893915" y="464620"/>
              <a:ext cx="7548004" cy="324779"/>
            </a:xfrm>
            <a:prstGeom prst="round2DiagRect">
              <a:avLst>
                <a:gd name="adj1" fmla="val 26236"/>
                <a:gd name="adj2" fmla="val 1257"/>
              </a:avLst>
            </a:prstGeom>
            <a:gradFill flip="none" rotWithShape="1">
              <a:gsLst>
                <a:gs pos="100000">
                  <a:srgbClr val="FFFFFF">
                    <a:lumMod val="50000"/>
                  </a:srgbClr>
                </a:gs>
                <a:gs pos="50000">
                  <a:srgbClr val="FFFFFF">
                    <a:lumMod val="75000"/>
                  </a:srgbClr>
                </a:gs>
                <a:gs pos="0">
                  <a:srgbClr val="FFFFFF">
                    <a:lumMod val="50000"/>
                  </a:srgbClr>
                </a:gs>
              </a:gsLst>
              <a:lin ang="5400000" scaled="1"/>
              <a:tileRect/>
            </a:gradFill>
            <a:ln w="12700" cap="flat" cmpd="sng" algn="ctr">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10800000" scaled="1"/>
                <a:tileRect/>
              </a:grad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9" name="Rectangle 8">
              <a:extLst>
                <a:ext uri="{FF2B5EF4-FFF2-40B4-BE49-F238E27FC236}">
                  <a16:creationId xmlns:a16="http://schemas.microsoft.com/office/drawing/2014/main" id="{74DF765D-A7DC-4792-B247-B2904284FF1A}"/>
                </a:ext>
              </a:extLst>
            </p:cNvPr>
            <p:cNvSpPr/>
            <p:nvPr/>
          </p:nvSpPr>
          <p:spPr>
            <a:xfrm>
              <a:off x="180480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0" name="Rectangle 9">
              <a:extLst>
                <a:ext uri="{FF2B5EF4-FFF2-40B4-BE49-F238E27FC236}">
                  <a16:creationId xmlns:a16="http://schemas.microsoft.com/office/drawing/2014/main" id="{D7C24406-0A55-4073-9F0C-119B99EC1D4B}"/>
                </a:ext>
              </a:extLst>
            </p:cNvPr>
            <p:cNvSpPr/>
            <p:nvPr/>
          </p:nvSpPr>
          <p:spPr>
            <a:xfrm>
              <a:off x="2799304"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1" name="Rectangle 10">
              <a:extLst>
                <a:ext uri="{FF2B5EF4-FFF2-40B4-BE49-F238E27FC236}">
                  <a16:creationId xmlns:a16="http://schemas.microsoft.com/office/drawing/2014/main" id="{AC1439E8-5F8E-49F9-8128-EBE18131C041}"/>
                </a:ext>
              </a:extLst>
            </p:cNvPr>
            <p:cNvSpPr/>
            <p:nvPr/>
          </p:nvSpPr>
          <p:spPr>
            <a:xfrm>
              <a:off x="4758699"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2" name="Rectangle 11">
              <a:extLst>
                <a:ext uri="{FF2B5EF4-FFF2-40B4-BE49-F238E27FC236}">
                  <a16:creationId xmlns:a16="http://schemas.microsoft.com/office/drawing/2014/main" id="{F281F1E4-40DF-4995-AB65-63E07DF1B520}"/>
                </a:ext>
              </a:extLst>
            </p:cNvPr>
            <p:cNvSpPr/>
            <p:nvPr/>
          </p:nvSpPr>
          <p:spPr>
            <a:xfrm>
              <a:off x="566577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3" name="Rectangle 12">
              <a:extLst>
                <a:ext uri="{FF2B5EF4-FFF2-40B4-BE49-F238E27FC236}">
                  <a16:creationId xmlns:a16="http://schemas.microsoft.com/office/drawing/2014/main" id="{4CAEABA2-C1A4-474C-B451-526AC87BA17D}"/>
                </a:ext>
              </a:extLst>
            </p:cNvPr>
            <p:cNvSpPr/>
            <p:nvPr/>
          </p:nvSpPr>
          <p:spPr>
            <a:xfrm>
              <a:off x="657284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4" name="Rectangle 13">
              <a:extLst>
                <a:ext uri="{FF2B5EF4-FFF2-40B4-BE49-F238E27FC236}">
                  <a16:creationId xmlns:a16="http://schemas.microsoft.com/office/drawing/2014/main" id="{B9AB386E-FB90-4A0E-8F6E-7FF84B4D40BD}"/>
                </a:ext>
              </a:extLst>
            </p:cNvPr>
            <p:cNvSpPr/>
            <p:nvPr/>
          </p:nvSpPr>
          <p:spPr>
            <a:xfrm>
              <a:off x="747992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5" name="Rectangle 14">
              <a:extLst>
                <a:ext uri="{FF2B5EF4-FFF2-40B4-BE49-F238E27FC236}">
                  <a16:creationId xmlns:a16="http://schemas.microsoft.com/office/drawing/2014/main" id="{F2EFB699-6865-4692-8019-61E275F44B5E}"/>
                </a:ext>
              </a:extLst>
            </p:cNvPr>
            <p:cNvSpPr/>
            <p:nvPr/>
          </p:nvSpPr>
          <p:spPr>
            <a:xfrm>
              <a:off x="3716166"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6" name="TextBox 15">
              <a:extLst>
                <a:ext uri="{FF2B5EF4-FFF2-40B4-BE49-F238E27FC236}">
                  <a16:creationId xmlns:a16="http://schemas.microsoft.com/office/drawing/2014/main" id="{D22D976B-082A-43E7-99C8-D50861947D02}"/>
                </a:ext>
              </a:extLst>
            </p:cNvPr>
            <p:cNvSpPr txBox="1"/>
            <p:nvPr/>
          </p:nvSpPr>
          <p:spPr>
            <a:xfrm>
              <a:off x="1026054"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1st</a:t>
              </a:r>
            </a:p>
          </p:txBody>
        </p:sp>
        <p:sp>
          <p:nvSpPr>
            <p:cNvPr id="17" name="TextBox 16">
              <a:extLst>
                <a:ext uri="{FF2B5EF4-FFF2-40B4-BE49-F238E27FC236}">
                  <a16:creationId xmlns:a16="http://schemas.microsoft.com/office/drawing/2014/main" id="{509045FB-A2FD-4B1E-95D6-69743BAC6D9C}"/>
                </a:ext>
              </a:extLst>
            </p:cNvPr>
            <p:cNvSpPr txBox="1"/>
            <p:nvPr/>
          </p:nvSpPr>
          <p:spPr>
            <a:xfrm>
              <a:off x="1942915"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2nd</a:t>
              </a:r>
            </a:p>
          </p:txBody>
        </p:sp>
        <p:sp>
          <p:nvSpPr>
            <p:cNvPr id="18" name="TextBox 17">
              <a:extLst>
                <a:ext uri="{FF2B5EF4-FFF2-40B4-BE49-F238E27FC236}">
                  <a16:creationId xmlns:a16="http://schemas.microsoft.com/office/drawing/2014/main" id="{D1CE7374-6831-4AC9-9D61-AD8CBBE14590}"/>
                </a:ext>
              </a:extLst>
            </p:cNvPr>
            <p:cNvSpPr txBox="1"/>
            <p:nvPr/>
          </p:nvSpPr>
          <p:spPr>
            <a:xfrm>
              <a:off x="2937411"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3rd</a:t>
              </a:r>
            </a:p>
          </p:txBody>
        </p:sp>
        <p:sp>
          <p:nvSpPr>
            <p:cNvPr id="19" name="TextBox 18">
              <a:extLst>
                <a:ext uri="{FF2B5EF4-FFF2-40B4-BE49-F238E27FC236}">
                  <a16:creationId xmlns:a16="http://schemas.microsoft.com/office/drawing/2014/main" id="{337148AE-0DEE-486C-AE40-A7D5FA090723}"/>
                </a:ext>
              </a:extLst>
            </p:cNvPr>
            <p:cNvSpPr txBox="1"/>
            <p:nvPr/>
          </p:nvSpPr>
          <p:spPr>
            <a:xfrm>
              <a:off x="3854273" y="510824"/>
              <a:ext cx="780502"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4th</a:t>
              </a:r>
            </a:p>
          </p:txBody>
        </p:sp>
        <p:sp>
          <p:nvSpPr>
            <p:cNvPr id="20" name="TextBox 19">
              <a:extLst>
                <a:ext uri="{FF2B5EF4-FFF2-40B4-BE49-F238E27FC236}">
                  <a16:creationId xmlns:a16="http://schemas.microsoft.com/office/drawing/2014/main" id="{54FF422E-824D-4A2B-B72B-3C745033434E}"/>
                </a:ext>
              </a:extLst>
            </p:cNvPr>
            <p:cNvSpPr txBox="1"/>
            <p:nvPr/>
          </p:nvSpPr>
          <p:spPr>
            <a:xfrm>
              <a:off x="4896806"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5th</a:t>
              </a:r>
            </a:p>
          </p:txBody>
        </p:sp>
        <p:sp>
          <p:nvSpPr>
            <p:cNvPr id="21" name="TextBox 20">
              <a:extLst>
                <a:ext uri="{FF2B5EF4-FFF2-40B4-BE49-F238E27FC236}">
                  <a16:creationId xmlns:a16="http://schemas.microsoft.com/office/drawing/2014/main" id="{0FA8F7BF-AD84-4A62-9043-FEC0A97A02BC}"/>
                </a:ext>
              </a:extLst>
            </p:cNvPr>
            <p:cNvSpPr txBox="1"/>
            <p:nvPr/>
          </p:nvSpPr>
          <p:spPr>
            <a:xfrm>
              <a:off x="5803881"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6th</a:t>
              </a:r>
            </a:p>
          </p:txBody>
        </p:sp>
        <p:sp>
          <p:nvSpPr>
            <p:cNvPr id="22" name="TextBox 21">
              <a:extLst>
                <a:ext uri="{FF2B5EF4-FFF2-40B4-BE49-F238E27FC236}">
                  <a16:creationId xmlns:a16="http://schemas.microsoft.com/office/drawing/2014/main" id="{1DF947E9-FF5B-4D25-8EF6-B1112469C550}"/>
                </a:ext>
              </a:extLst>
            </p:cNvPr>
            <p:cNvSpPr txBox="1"/>
            <p:nvPr/>
          </p:nvSpPr>
          <p:spPr>
            <a:xfrm>
              <a:off x="6710955"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a:t>
              </a:r>
            </a:p>
          </p:txBody>
        </p:sp>
        <p:sp>
          <p:nvSpPr>
            <p:cNvPr id="23" name="TextBox 22">
              <a:extLst>
                <a:ext uri="{FF2B5EF4-FFF2-40B4-BE49-F238E27FC236}">
                  <a16:creationId xmlns:a16="http://schemas.microsoft.com/office/drawing/2014/main" id="{2A53B99B-5C28-4E88-9A8E-C54539EBBD46}"/>
                </a:ext>
              </a:extLst>
            </p:cNvPr>
            <p:cNvSpPr txBox="1"/>
            <p:nvPr/>
          </p:nvSpPr>
          <p:spPr>
            <a:xfrm>
              <a:off x="7618023"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a:t>
              </a:r>
            </a:p>
          </p:txBody>
        </p:sp>
      </p:grpSp>
      <p:sp>
        <p:nvSpPr>
          <p:cNvPr id="24" name="Rounded Rectangle 19">
            <a:extLst>
              <a:ext uri="{FF2B5EF4-FFF2-40B4-BE49-F238E27FC236}">
                <a16:creationId xmlns:a16="http://schemas.microsoft.com/office/drawing/2014/main" id="{C68BACAA-971A-49EB-B590-FEEAD3B3EBF5}"/>
              </a:ext>
            </a:extLst>
          </p:cNvPr>
          <p:cNvSpPr/>
          <p:nvPr/>
        </p:nvSpPr>
        <p:spPr>
          <a:xfrm>
            <a:off x="470464" y="2316701"/>
            <a:ext cx="2111059" cy="302214"/>
          </a:xfrm>
          <a:prstGeom prst="roundRect">
            <a:avLst/>
          </a:prstGeom>
          <a:solidFill>
            <a:srgbClr val="CC0000"/>
          </a:solidFill>
          <a:ln w="9525" cap="flat" cmpd="sng" algn="ctr">
            <a:gradFill flip="none" rotWithShape="1">
              <a:gsLst>
                <a:gs pos="0">
                  <a:srgbClr val="BF0103">
                    <a:lumMod val="40000"/>
                    <a:lumOff val="60000"/>
                  </a:srgbClr>
                </a:gs>
                <a:gs pos="100000">
                  <a:srgbClr val="BF0103">
                    <a:lumMod val="40000"/>
                    <a:lumOff val="60000"/>
                  </a:srgbClr>
                </a:gs>
                <a:gs pos="50000">
                  <a:srgbClr val="BF0103">
                    <a:lumMod val="20000"/>
                    <a:lumOff val="8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Design Sprints</a:t>
            </a:r>
          </a:p>
        </p:txBody>
      </p:sp>
      <p:cxnSp>
        <p:nvCxnSpPr>
          <p:cNvPr id="26" name="Straight Connector 25">
            <a:extLst>
              <a:ext uri="{FF2B5EF4-FFF2-40B4-BE49-F238E27FC236}">
                <a16:creationId xmlns:a16="http://schemas.microsoft.com/office/drawing/2014/main" id="{E9C7F2C5-6555-4561-9CB3-732B9CB3668D}"/>
              </a:ext>
            </a:extLst>
          </p:cNvPr>
          <p:cNvCxnSpPr/>
          <p:nvPr/>
        </p:nvCxnSpPr>
        <p:spPr>
          <a:xfrm rot="5400000">
            <a:off x="2133459" y="2685300"/>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7" name="Rounded Rectangle 22">
            <a:extLst>
              <a:ext uri="{FF2B5EF4-FFF2-40B4-BE49-F238E27FC236}">
                <a16:creationId xmlns:a16="http://schemas.microsoft.com/office/drawing/2014/main" id="{FA61179E-F2B3-4E6C-A446-FD4D6DFE7C10}"/>
              </a:ext>
            </a:extLst>
          </p:cNvPr>
          <p:cNvSpPr/>
          <p:nvPr/>
        </p:nvSpPr>
        <p:spPr>
          <a:xfrm>
            <a:off x="771964" y="2622159"/>
            <a:ext cx="5109938" cy="303512"/>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28" name="Straight Connector 27">
            <a:extLst>
              <a:ext uri="{FF2B5EF4-FFF2-40B4-BE49-F238E27FC236}">
                <a16:creationId xmlns:a16="http://schemas.microsoft.com/office/drawing/2014/main" id="{D51C4463-3A2C-4A45-A320-F1D963A634F9}"/>
              </a:ext>
            </a:extLst>
          </p:cNvPr>
          <p:cNvCxnSpPr/>
          <p:nvPr/>
        </p:nvCxnSpPr>
        <p:spPr>
          <a:xfrm>
            <a:off x="477838" y="1710580"/>
            <a:ext cx="0" cy="880993"/>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5327B79-EA45-46B4-B344-D0C1B445D917}"/>
              </a:ext>
            </a:extLst>
          </p:cNvPr>
          <p:cNvCxnSpPr/>
          <p:nvPr/>
        </p:nvCxnSpPr>
        <p:spPr>
          <a:xfrm flipH="1">
            <a:off x="2589864" y="1655031"/>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7F1F66BC-196E-4BE1-A5A8-63C1F7700478}"/>
              </a:ext>
            </a:extLst>
          </p:cNvPr>
          <p:cNvSpPr/>
          <p:nvPr/>
        </p:nvSpPr>
        <p:spPr>
          <a:xfrm>
            <a:off x="2584909" y="3438555"/>
            <a:ext cx="1948431" cy="425798"/>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Transformation 10+ Use Cases</a:t>
            </a:r>
          </a:p>
        </p:txBody>
      </p:sp>
      <p:sp>
        <p:nvSpPr>
          <p:cNvPr id="31" name="Rounded Rectangle 31">
            <a:extLst>
              <a:ext uri="{FF2B5EF4-FFF2-40B4-BE49-F238E27FC236}">
                <a16:creationId xmlns:a16="http://schemas.microsoft.com/office/drawing/2014/main" id="{108FF7A0-4E2A-46AE-B9EF-D2B6C7EF4F49}"/>
              </a:ext>
            </a:extLst>
          </p:cNvPr>
          <p:cNvSpPr/>
          <p:nvPr/>
        </p:nvSpPr>
        <p:spPr>
          <a:xfrm>
            <a:off x="755899" y="2988006"/>
            <a:ext cx="1833965"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Requirements Documentation</a:t>
            </a:r>
          </a:p>
        </p:txBody>
      </p:sp>
      <p:cxnSp>
        <p:nvCxnSpPr>
          <p:cNvPr id="32" name="Straight Connector 31">
            <a:extLst>
              <a:ext uri="{FF2B5EF4-FFF2-40B4-BE49-F238E27FC236}">
                <a16:creationId xmlns:a16="http://schemas.microsoft.com/office/drawing/2014/main" id="{F54E5D9E-3A7C-4DE7-B315-6983A7A241A8}"/>
              </a:ext>
            </a:extLst>
          </p:cNvPr>
          <p:cNvCxnSpPr/>
          <p:nvPr/>
        </p:nvCxnSpPr>
        <p:spPr>
          <a:xfrm>
            <a:off x="747272" y="1655031"/>
            <a:ext cx="1" cy="1671021"/>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D78D0A4-87E6-45A6-BBD1-609AA34CBE89}"/>
              </a:ext>
            </a:extLst>
          </p:cNvPr>
          <p:cNvSpPr txBox="1"/>
          <p:nvPr/>
        </p:nvSpPr>
        <p:spPr>
          <a:xfrm>
            <a:off x="470464" y="1928981"/>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S0</a:t>
            </a:r>
          </a:p>
        </p:txBody>
      </p:sp>
      <p:sp>
        <p:nvSpPr>
          <p:cNvPr id="35" name="TextBox 34">
            <a:extLst>
              <a:ext uri="{FF2B5EF4-FFF2-40B4-BE49-F238E27FC236}">
                <a16:creationId xmlns:a16="http://schemas.microsoft.com/office/drawing/2014/main" id="{CC712D3A-8411-4BA6-B1D7-DAD096B1E708}"/>
              </a:ext>
            </a:extLst>
          </p:cNvPr>
          <p:cNvSpPr txBox="1"/>
          <p:nvPr/>
        </p:nvSpPr>
        <p:spPr>
          <a:xfrm>
            <a:off x="617483" y="1928981"/>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a:t>
            </a:r>
          </a:p>
        </p:txBody>
      </p:sp>
      <p:sp>
        <p:nvSpPr>
          <p:cNvPr id="36" name="TextBox 35">
            <a:extLst>
              <a:ext uri="{FF2B5EF4-FFF2-40B4-BE49-F238E27FC236}">
                <a16:creationId xmlns:a16="http://schemas.microsoft.com/office/drawing/2014/main" id="{92E4EB99-B962-4975-9AF2-AD8B4B745061}"/>
              </a:ext>
            </a:extLst>
          </p:cNvPr>
          <p:cNvSpPr txBox="1"/>
          <p:nvPr/>
        </p:nvSpPr>
        <p:spPr>
          <a:xfrm>
            <a:off x="1354534" y="1928981"/>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S2</a:t>
            </a:r>
          </a:p>
        </p:txBody>
      </p:sp>
      <p:sp>
        <p:nvSpPr>
          <p:cNvPr id="37" name="TextBox 36">
            <a:extLst>
              <a:ext uri="{FF2B5EF4-FFF2-40B4-BE49-F238E27FC236}">
                <a16:creationId xmlns:a16="http://schemas.microsoft.com/office/drawing/2014/main" id="{24D25527-0F8B-4DCA-82D3-D76025881E3F}"/>
              </a:ext>
            </a:extLst>
          </p:cNvPr>
          <p:cNvSpPr txBox="1"/>
          <p:nvPr/>
        </p:nvSpPr>
        <p:spPr>
          <a:xfrm>
            <a:off x="1950784" y="1928981"/>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S3</a:t>
            </a:r>
          </a:p>
        </p:txBody>
      </p:sp>
      <p:sp>
        <p:nvSpPr>
          <p:cNvPr id="38" name="TextBox 37">
            <a:extLst>
              <a:ext uri="{FF2B5EF4-FFF2-40B4-BE49-F238E27FC236}">
                <a16:creationId xmlns:a16="http://schemas.microsoft.com/office/drawing/2014/main" id="{FC58EEA4-80F2-4BC5-9E26-1A3C5E2DAB13}"/>
              </a:ext>
            </a:extLst>
          </p:cNvPr>
          <p:cNvSpPr txBox="1"/>
          <p:nvPr/>
        </p:nvSpPr>
        <p:spPr>
          <a:xfrm>
            <a:off x="2529797" y="1927134"/>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S4</a:t>
            </a:r>
          </a:p>
        </p:txBody>
      </p:sp>
      <p:sp>
        <p:nvSpPr>
          <p:cNvPr id="39" name="Line Callout 2 (Accent Bar) 60">
            <a:extLst>
              <a:ext uri="{FF2B5EF4-FFF2-40B4-BE49-F238E27FC236}">
                <a16:creationId xmlns:a16="http://schemas.microsoft.com/office/drawing/2014/main" id="{EA7C5A38-B4C4-4FF5-AE18-A39F38592469}"/>
              </a:ext>
            </a:extLst>
          </p:cNvPr>
          <p:cNvSpPr/>
          <p:nvPr/>
        </p:nvSpPr>
        <p:spPr bwMode="auto">
          <a:xfrm>
            <a:off x="347347" y="3944379"/>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Procure POC environment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Review Infrastructure and Technology Stack</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Conduct POC with 1 service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Continuous Integration Build and Processes</a:t>
            </a:r>
          </a:p>
        </p:txBody>
      </p:sp>
      <p:sp>
        <p:nvSpPr>
          <p:cNvPr id="40" name="Right Arrow 103">
            <a:extLst>
              <a:ext uri="{FF2B5EF4-FFF2-40B4-BE49-F238E27FC236}">
                <a16:creationId xmlns:a16="http://schemas.microsoft.com/office/drawing/2014/main" id="{AD0FBA78-8358-4B78-AC69-8627E3622D49}"/>
              </a:ext>
            </a:extLst>
          </p:cNvPr>
          <p:cNvSpPr/>
          <p:nvPr/>
        </p:nvSpPr>
        <p:spPr bwMode="auto">
          <a:xfrm>
            <a:off x="7795846" y="1846933"/>
            <a:ext cx="1306082" cy="351834"/>
          </a:xfrm>
          <a:prstGeom prst="rightArrow">
            <a:avLst/>
          </a:prstGeom>
          <a:solidFill>
            <a:schemeClr val="bg1">
              <a:lumMod val="95000"/>
            </a:schemeClr>
          </a:solidFill>
          <a:ln w="6350" cap="flat" cmpd="sng" algn="ctr">
            <a:solidFill>
              <a:schemeClr val="tx1"/>
            </a:solidFill>
            <a:prstDash val="dashDot"/>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78"/>
            <a:r>
              <a:rPr lang="en-US" sz="1050" kern="0" dirty="0">
                <a:latin typeface="Segoe UI" panose="020B0502040204020203" pitchFamily="34" charset="0"/>
                <a:cs typeface="Segoe UI" panose="020B0502040204020203" pitchFamily="34" charset="0"/>
              </a:rPr>
              <a:t>Future Phases</a:t>
            </a:r>
          </a:p>
        </p:txBody>
      </p:sp>
      <p:sp>
        <p:nvSpPr>
          <p:cNvPr id="42" name="Rounded Rectangle 88">
            <a:extLst>
              <a:ext uri="{FF2B5EF4-FFF2-40B4-BE49-F238E27FC236}">
                <a16:creationId xmlns:a16="http://schemas.microsoft.com/office/drawing/2014/main" id="{73F11106-D717-4708-8883-7C0722CEB4AC}"/>
              </a:ext>
            </a:extLst>
          </p:cNvPr>
          <p:cNvSpPr/>
          <p:nvPr/>
        </p:nvSpPr>
        <p:spPr>
          <a:xfrm>
            <a:off x="771964" y="3515314"/>
            <a:ext cx="1048210" cy="353700"/>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Architecture</a:t>
            </a:r>
          </a:p>
        </p:txBody>
      </p:sp>
      <p:sp>
        <p:nvSpPr>
          <p:cNvPr id="43" name="Rounded Rectangle 91">
            <a:extLst>
              <a:ext uri="{FF2B5EF4-FFF2-40B4-BE49-F238E27FC236}">
                <a16:creationId xmlns:a16="http://schemas.microsoft.com/office/drawing/2014/main" id="{CCA27E3F-42D3-42FA-849F-B07CBDBC0B89}"/>
              </a:ext>
            </a:extLst>
          </p:cNvPr>
          <p:cNvSpPr/>
          <p:nvPr/>
        </p:nvSpPr>
        <p:spPr>
          <a:xfrm>
            <a:off x="1533313" y="3922797"/>
            <a:ext cx="1048210" cy="353700"/>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Architecture / Service Design</a:t>
            </a:r>
          </a:p>
        </p:txBody>
      </p:sp>
      <p:sp>
        <p:nvSpPr>
          <p:cNvPr id="45" name="TextBox 44">
            <a:extLst>
              <a:ext uri="{FF2B5EF4-FFF2-40B4-BE49-F238E27FC236}">
                <a16:creationId xmlns:a16="http://schemas.microsoft.com/office/drawing/2014/main" id="{6E53273F-9B27-48BC-ABBF-81E256037889}"/>
              </a:ext>
            </a:extLst>
          </p:cNvPr>
          <p:cNvSpPr txBox="1"/>
          <p:nvPr/>
        </p:nvSpPr>
        <p:spPr>
          <a:xfrm>
            <a:off x="2969889" y="1923600"/>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S5</a:t>
            </a:r>
          </a:p>
        </p:txBody>
      </p:sp>
      <p:sp>
        <p:nvSpPr>
          <p:cNvPr id="46" name="TextBox 45">
            <a:extLst>
              <a:ext uri="{FF2B5EF4-FFF2-40B4-BE49-F238E27FC236}">
                <a16:creationId xmlns:a16="http://schemas.microsoft.com/office/drawing/2014/main" id="{5B45F973-9A2C-4F3D-BC08-756B8864DD22}"/>
              </a:ext>
            </a:extLst>
          </p:cNvPr>
          <p:cNvSpPr txBox="1"/>
          <p:nvPr/>
        </p:nvSpPr>
        <p:spPr>
          <a:xfrm>
            <a:off x="3487484" y="1923600"/>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S6</a:t>
            </a:r>
          </a:p>
        </p:txBody>
      </p:sp>
      <p:sp>
        <p:nvSpPr>
          <p:cNvPr id="47" name="TextBox 46">
            <a:extLst>
              <a:ext uri="{FF2B5EF4-FFF2-40B4-BE49-F238E27FC236}">
                <a16:creationId xmlns:a16="http://schemas.microsoft.com/office/drawing/2014/main" id="{7810E439-7654-4AB5-8EC1-4B2ED6F4C282}"/>
              </a:ext>
            </a:extLst>
          </p:cNvPr>
          <p:cNvSpPr txBox="1"/>
          <p:nvPr/>
        </p:nvSpPr>
        <p:spPr>
          <a:xfrm>
            <a:off x="4071542" y="1923600"/>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S7</a:t>
            </a:r>
          </a:p>
        </p:txBody>
      </p:sp>
      <p:sp>
        <p:nvSpPr>
          <p:cNvPr id="48" name="TextBox 47">
            <a:extLst>
              <a:ext uri="{FF2B5EF4-FFF2-40B4-BE49-F238E27FC236}">
                <a16:creationId xmlns:a16="http://schemas.microsoft.com/office/drawing/2014/main" id="{E991DA11-6C08-4188-B5A3-DC9DEA2E336C}"/>
              </a:ext>
            </a:extLst>
          </p:cNvPr>
          <p:cNvSpPr txBox="1"/>
          <p:nvPr/>
        </p:nvSpPr>
        <p:spPr>
          <a:xfrm>
            <a:off x="4711515" y="193037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S8</a:t>
            </a:r>
          </a:p>
        </p:txBody>
      </p:sp>
      <p:sp>
        <p:nvSpPr>
          <p:cNvPr id="49" name="Line Callout 2 (Accent Bar) 98">
            <a:extLst>
              <a:ext uri="{FF2B5EF4-FFF2-40B4-BE49-F238E27FC236}">
                <a16:creationId xmlns:a16="http://schemas.microsoft.com/office/drawing/2014/main" id="{74F936C1-7582-4A93-AA77-2BA8DFB914D9}"/>
              </a:ext>
            </a:extLst>
          </p:cNvPr>
          <p:cNvSpPr/>
          <p:nvPr/>
        </p:nvSpPr>
        <p:spPr bwMode="auto">
          <a:xfrm>
            <a:off x="1414726" y="4436701"/>
            <a:ext cx="1485914" cy="1292501"/>
          </a:xfrm>
          <a:prstGeom prst="accentCallout2">
            <a:avLst>
              <a:gd name="adj1" fmla="val -605"/>
              <a:gd name="adj2" fmla="val 5299"/>
              <a:gd name="adj3" fmla="val -14454"/>
              <a:gd name="adj4" fmla="val 27252"/>
              <a:gd name="adj5" fmla="val -13075"/>
              <a:gd name="adj6" fmla="val 26364"/>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Define and Design services structure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Design Persistence strategy</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Finalize Technology Stack</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Initial Environment Setup</a:t>
            </a:r>
          </a:p>
        </p:txBody>
      </p:sp>
      <p:sp>
        <p:nvSpPr>
          <p:cNvPr id="50" name="Rounded Rectangle 99">
            <a:extLst>
              <a:ext uri="{FF2B5EF4-FFF2-40B4-BE49-F238E27FC236}">
                <a16:creationId xmlns:a16="http://schemas.microsoft.com/office/drawing/2014/main" id="{839390B1-1DFE-4056-98D3-0C780AC03FDD}"/>
              </a:ext>
            </a:extLst>
          </p:cNvPr>
          <p:cNvSpPr/>
          <p:nvPr/>
        </p:nvSpPr>
        <p:spPr>
          <a:xfrm>
            <a:off x="2581523" y="4498924"/>
            <a:ext cx="1948431" cy="448577"/>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Routed Receiver</a:t>
            </a:r>
          </a:p>
        </p:txBody>
      </p:sp>
      <p:sp>
        <p:nvSpPr>
          <p:cNvPr id="51" name="Line Callout 2 (Accent Bar) 100">
            <a:extLst>
              <a:ext uri="{FF2B5EF4-FFF2-40B4-BE49-F238E27FC236}">
                <a16:creationId xmlns:a16="http://schemas.microsoft.com/office/drawing/2014/main" id="{1954CC1E-596A-49F9-B244-8AA675274934}"/>
              </a:ext>
            </a:extLst>
          </p:cNvPr>
          <p:cNvSpPr/>
          <p:nvPr/>
        </p:nvSpPr>
        <p:spPr bwMode="auto">
          <a:xfrm>
            <a:off x="2704152" y="4002678"/>
            <a:ext cx="1816070" cy="462020"/>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National English Content service (Toyota and Lexus)</a:t>
            </a:r>
          </a:p>
        </p:txBody>
      </p:sp>
      <p:sp>
        <p:nvSpPr>
          <p:cNvPr id="52" name="Line Callout 2 (Accent Bar) 105">
            <a:extLst>
              <a:ext uri="{FF2B5EF4-FFF2-40B4-BE49-F238E27FC236}">
                <a16:creationId xmlns:a16="http://schemas.microsoft.com/office/drawing/2014/main" id="{B57EB147-5811-497A-A888-EFBD90DE3C1D}"/>
              </a:ext>
            </a:extLst>
          </p:cNvPr>
          <p:cNvSpPr/>
          <p:nvPr/>
        </p:nvSpPr>
        <p:spPr bwMode="auto">
          <a:xfrm>
            <a:off x="2715275" y="5165301"/>
            <a:ext cx="1814679" cy="767205"/>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Containerization</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Continuous Delivery</a:t>
            </a:r>
          </a:p>
          <a:p>
            <a:pPr marL="112713" indent="-112713" defTabSz="914378">
              <a:buFont typeface="Arial" panose="020B0604020202020204" pitchFamily="34" charset="0"/>
              <a:buChar char="•"/>
            </a:pPr>
            <a:endParaRPr lang="en-US" sz="800" kern="0" dirty="0">
              <a:latin typeface="Segoe UI" panose="020B0502040204020203" pitchFamily="34" charset="0"/>
              <a:cs typeface="Segoe UI" panose="020B0502040204020203" pitchFamily="34" charset="0"/>
            </a:endParaRPr>
          </a:p>
        </p:txBody>
      </p:sp>
      <p:cxnSp>
        <p:nvCxnSpPr>
          <p:cNvPr id="53" name="Straight Connector 52">
            <a:extLst>
              <a:ext uri="{FF2B5EF4-FFF2-40B4-BE49-F238E27FC236}">
                <a16:creationId xmlns:a16="http://schemas.microsoft.com/office/drawing/2014/main" id="{BFF10A03-1ABD-4843-837F-8F0038B13A3E}"/>
              </a:ext>
            </a:extLst>
          </p:cNvPr>
          <p:cNvCxnSpPr/>
          <p:nvPr/>
        </p:nvCxnSpPr>
        <p:spPr>
          <a:xfrm rot="5400000">
            <a:off x="4377995" y="2680944"/>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4" name="Rounded Rectangle 107">
            <a:extLst>
              <a:ext uri="{FF2B5EF4-FFF2-40B4-BE49-F238E27FC236}">
                <a16:creationId xmlns:a16="http://schemas.microsoft.com/office/drawing/2014/main" id="{D54C2DA7-C470-4E89-A1C2-0E4B88D2D7D5}"/>
              </a:ext>
            </a:extLst>
          </p:cNvPr>
          <p:cNvSpPr/>
          <p:nvPr/>
        </p:nvSpPr>
        <p:spPr>
          <a:xfrm>
            <a:off x="5885078" y="2617804"/>
            <a:ext cx="1388000" cy="281737"/>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Transition Sprints</a:t>
            </a:r>
          </a:p>
        </p:txBody>
      </p:sp>
      <p:cxnSp>
        <p:nvCxnSpPr>
          <p:cNvPr id="55" name="Straight Connector 54">
            <a:extLst>
              <a:ext uri="{FF2B5EF4-FFF2-40B4-BE49-F238E27FC236}">
                <a16:creationId xmlns:a16="http://schemas.microsoft.com/office/drawing/2014/main" id="{8B8E33AD-5932-4422-A8A2-D2872E56776C}"/>
              </a:ext>
            </a:extLst>
          </p:cNvPr>
          <p:cNvCxnSpPr/>
          <p:nvPr/>
        </p:nvCxnSpPr>
        <p:spPr>
          <a:xfrm flipH="1">
            <a:off x="4834400" y="1650675"/>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6" name="Rounded Rectangle 109">
            <a:extLst>
              <a:ext uri="{FF2B5EF4-FFF2-40B4-BE49-F238E27FC236}">
                <a16:creationId xmlns:a16="http://schemas.microsoft.com/office/drawing/2014/main" id="{0017BEDE-AB37-4A07-85E0-A66FD0F13A8D}"/>
              </a:ext>
            </a:extLst>
          </p:cNvPr>
          <p:cNvSpPr/>
          <p:nvPr/>
        </p:nvSpPr>
        <p:spPr>
          <a:xfrm>
            <a:off x="4829446" y="3434199"/>
            <a:ext cx="2443632" cy="425798"/>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OSS</a:t>
            </a:r>
          </a:p>
        </p:txBody>
      </p:sp>
      <p:sp>
        <p:nvSpPr>
          <p:cNvPr id="57" name="TextBox 56">
            <a:extLst>
              <a:ext uri="{FF2B5EF4-FFF2-40B4-BE49-F238E27FC236}">
                <a16:creationId xmlns:a16="http://schemas.microsoft.com/office/drawing/2014/main" id="{EFC3F1A2-7A73-4D00-8D43-DEFF4CE98EE7}"/>
              </a:ext>
            </a:extLst>
          </p:cNvPr>
          <p:cNvSpPr txBox="1"/>
          <p:nvPr/>
        </p:nvSpPr>
        <p:spPr>
          <a:xfrm>
            <a:off x="5202811" y="1919244"/>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S9</a:t>
            </a:r>
          </a:p>
        </p:txBody>
      </p:sp>
      <p:sp>
        <p:nvSpPr>
          <p:cNvPr id="58" name="TextBox 57">
            <a:extLst>
              <a:ext uri="{FF2B5EF4-FFF2-40B4-BE49-F238E27FC236}">
                <a16:creationId xmlns:a16="http://schemas.microsoft.com/office/drawing/2014/main" id="{6776ABD3-ECFD-4659-8EB4-F19F14D6E4E1}"/>
              </a:ext>
            </a:extLst>
          </p:cNvPr>
          <p:cNvSpPr txBox="1"/>
          <p:nvPr/>
        </p:nvSpPr>
        <p:spPr>
          <a:xfrm>
            <a:off x="5596992" y="1919244"/>
            <a:ext cx="41723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S10</a:t>
            </a:r>
          </a:p>
        </p:txBody>
      </p:sp>
      <p:sp>
        <p:nvSpPr>
          <p:cNvPr id="59" name="TextBox 58">
            <a:extLst>
              <a:ext uri="{FF2B5EF4-FFF2-40B4-BE49-F238E27FC236}">
                <a16:creationId xmlns:a16="http://schemas.microsoft.com/office/drawing/2014/main" id="{AA16167A-B431-4EFA-8E6C-597B1B43DD45}"/>
              </a:ext>
            </a:extLst>
          </p:cNvPr>
          <p:cNvSpPr txBox="1"/>
          <p:nvPr/>
        </p:nvSpPr>
        <p:spPr>
          <a:xfrm>
            <a:off x="6166208" y="1919244"/>
            <a:ext cx="422702"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S11</a:t>
            </a:r>
          </a:p>
        </p:txBody>
      </p:sp>
      <p:sp>
        <p:nvSpPr>
          <p:cNvPr id="60" name="TextBox 59">
            <a:extLst>
              <a:ext uri="{FF2B5EF4-FFF2-40B4-BE49-F238E27FC236}">
                <a16:creationId xmlns:a16="http://schemas.microsoft.com/office/drawing/2014/main" id="{02EC9998-7C7A-441E-8E97-5D99152AB966}"/>
              </a:ext>
            </a:extLst>
          </p:cNvPr>
          <p:cNvSpPr txBox="1"/>
          <p:nvPr/>
        </p:nvSpPr>
        <p:spPr>
          <a:xfrm>
            <a:off x="6660793" y="1926023"/>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S12</a:t>
            </a:r>
          </a:p>
        </p:txBody>
      </p:sp>
      <p:sp>
        <p:nvSpPr>
          <p:cNvPr id="61" name="Rounded Rectangle 118">
            <a:extLst>
              <a:ext uri="{FF2B5EF4-FFF2-40B4-BE49-F238E27FC236}">
                <a16:creationId xmlns:a16="http://schemas.microsoft.com/office/drawing/2014/main" id="{3D27AE42-8AF6-48A8-B58B-63C6AD781090}"/>
              </a:ext>
            </a:extLst>
          </p:cNvPr>
          <p:cNvSpPr/>
          <p:nvPr/>
        </p:nvSpPr>
        <p:spPr>
          <a:xfrm>
            <a:off x="4826060" y="4494568"/>
            <a:ext cx="2447018" cy="448577"/>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Training</a:t>
            </a:r>
          </a:p>
          <a:p>
            <a:pPr algn="ctr" defTabSz="914378">
              <a:defRPr/>
            </a:pPr>
            <a:r>
              <a:rPr lang="en-US" sz="1000" kern="0" dirty="0">
                <a:latin typeface="Calibri"/>
              </a:rPr>
              <a:t>Transition Code &amp; Operation</a:t>
            </a:r>
          </a:p>
        </p:txBody>
      </p:sp>
      <p:sp>
        <p:nvSpPr>
          <p:cNvPr id="62" name="Line Callout 2 (Accent Bar) 120">
            <a:extLst>
              <a:ext uri="{FF2B5EF4-FFF2-40B4-BE49-F238E27FC236}">
                <a16:creationId xmlns:a16="http://schemas.microsoft.com/office/drawing/2014/main" id="{5AE08794-7999-48BB-8984-CE572511B7BF}"/>
              </a:ext>
            </a:extLst>
          </p:cNvPr>
          <p:cNvSpPr/>
          <p:nvPr/>
        </p:nvSpPr>
        <p:spPr bwMode="auto">
          <a:xfrm>
            <a:off x="4959811" y="5160945"/>
            <a:ext cx="2208740" cy="767205"/>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Training – Operation &amp; Release</a:t>
            </a:r>
          </a:p>
          <a:p>
            <a:pPr marL="112713" indent="-112713" defTabSz="914378">
              <a:buFont typeface="Arial" panose="020B0604020202020204" pitchFamily="34" charset="0"/>
              <a:buChar char="•"/>
            </a:pPr>
            <a:endParaRPr lang="en-US" sz="800" kern="0" dirty="0">
              <a:latin typeface="Segoe UI" panose="020B0502040204020203" pitchFamily="34" charset="0"/>
              <a:cs typeface="Segoe UI" panose="020B0502040204020203" pitchFamily="34" charset="0"/>
            </a:endParaRPr>
          </a:p>
        </p:txBody>
      </p:sp>
      <p:sp>
        <p:nvSpPr>
          <p:cNvPr id="63" name="Line Callout 2 (Accent Bar) 121">
            <a:extLst>
              <a:ext uri="{FF2B5EF4-FFF2-40B4-BE49-F238E27FC236}">
                <a16:creationId xmlns:a16="http://schemas.microsoft.com/office/drawing/2014/main" id="{F3AF92AD-F7A9-450F-81AC-49C6B43369D1}"/>
              </a:ext>
            </a:extLst>
          </p:cNvPr>
          <p:cNvSpPr/>
          <p:nvPr/>
        </p:nvSpPr>
        <p:spPr bwMode="auto">
          <a:xfrm>
            <a:off x="4947621" y="4015490"/>
            <a:ext cx="1816070" cy="449208"/>
          </a:xfrm>
          <a:prstGeom prst="accentCallout2">
            <a:avLst>
              <a:gd name="adj1" fmla="val -6383"/>
              <a:gd name="adj2" fmla="val 9978"/>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Cluster Management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Logging &amp; Monitoring</a:t>
            </a:r>
          </a:p>
        </p:txBody>
      </p:sp>
      <p:sp>
        <p:nvSpPr>
          <p:cNvPr id="64" name="TextBox 63">
            <a:extLst>
              <a:ext uri="{FF2B5EF4-FFF2-40B4-BE49-F238E27FC236}">
                <a16:creationId xmlns:a16="http://schemas.microsoft.com/office/drawing/2014/main" id="{49DAC3DC-3A6F-481D-B26B-3CD3018565C3}"/>
              </a:ext>
            </a:extLst>
          </p:cNvPr>
          <p:cNvSpPr txBox="1"/>
          <p:nvPr/>
        </p:nvSpPr>
        <p:spPr>
          <a:xfrm>
            <a:off x="6923019" y="1923155"/>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S13</a:t>
            </a:r>
          </a:p>
        </p:txBody>
      </p:sp>
      <p:sp>
        <p:nvSpPr>
          <p:cNvPr id="65" name="TextBox 64">
            <a:extLst>
              <a:ext uri="{FF2B5EF4-FFF2-40B4-BE49-F238E27FC236}">
                <a16:creationId xmlns:a16="http://schemas.microsoft.com/office/drawing/2014/main" id="{6CCBEB9D-F037-4319-9F8B-D18A37D1C90B}"/>
              </a:ext>
            </a:extLst>
          </p:cNvPr>
          <p:cNvSpPr txBox="1"/>
          <p:nvPr/>
        </p:nvSpPr>
        <p:spPr>
          <a:xfrm>
            <a:off x="7403207" y="1922909"/>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S14</a:t>
            </a:r>
          </a:p>
        </p:txBody>
      </p:sp>
      <p:sp>
        <p:nvSpPr>
          <p:cNvPr id="66" name="Rounded Rectangle 72">
            <a:extLst>
              <a:ext uri="{FF2B5EF4-FFF2-40B4-BE49-F238E27FC236}">
                <a16:creationId xmlns:a16="http://schemas.microsoft.com/office/drawing/2014/main" id="{BA8FF311-B83C-4C05-9DB6-09780A48519C}"/>
              </a:ext>
            </a:extLst>
          </p:cNvPr>
          <p:cNvSpPr/>
          <p:nvPr/>
        </p:nvSpPr>
        <p:spPr>
          <a:xfrm>
            <a:off x="1557856" y="3378372"/>
            <a:ext cx="1213897"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Environment Setup</a:t>
            </a:r>
          </a:p>
        </p:txBody>
      </p:sp>
      <p:sp>
        <p:nvSpPr>
          <p:cNvPr id="67" name="Text Placeholder 56">
            <a:extLst>
              <a:ext uri="{FF2B5EF4-FFF2-40B4-BE49-F238E27FC236}">
                <a16:creationId xmlns:a16="http://schemas.microsoft.com/office/drawing/2014/main" id="{621E7003-D4DB-418B-AEF2-BE185F0130B3}"/>
              </a:ext>
            </a:extLst>
          </p:cNvPr>
          <p:cNvSpPr txBox="1">
            <a:spLocks/>
          </p:cNvSpPr>
          <p:nvPr/>
        </p:nvSpPr>
        <p:spPr>
          <a:xfrm>
            <a:off x="7382803" y="2231068"/>
            <a:ext cx="1746565" cy="3697082"/>
          </a:xfrm>
          <a:prstGeom prst="rect">
            <a:avLst/>
          </a:prstGeom>
          <a:solidFill>
            <a:schemeClr val="bg1">
              <a:lumMod val="50000"/>
            </a:schemeClr>
          </a:solidFill>
        </p:spPr>
        <p:txBody>
          <a:bodyPr lIns="68580" tIns="68580" rIns="68580" bIns="6858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Clr>
                <a:schemeClr val="bg1"/>
              </a:buClr>
              <a:buSzPct val="80000"/>
              <a:buNone/>
            </a:pPr>
            <a:r>
              <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rPr>
              <a:t>Sprint Cycle:</a:t>
            </a:r>
          </a:p>
          <a:p>
            <a:pPr marL="175022" indent="-175022">
              <a:buClr>
                <a:schemeClr val="bg1"/>
              </a:buClr>
              <a:buSzPct val="80000"/>
            </a:pP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0" indent="0">
              <a:buClr>
                <a:schemeClr val="bg1"/>
              </a:buClr>
              <a:buSzPct val="80000"/>
              <a:buNone/>
            </a:pPr>
            <a:endPar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0" indent="0">
              <a:buClr>
                <a:schemeClr val="bg1"/>
              </a:buClr>
              <a:buSzPct val="80000"/>
              <a:buNone/>
            </a:pPr>
            <a:r>
              <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rPr>
              <a:t>Deliverables</a:t>
            </a: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 </a:t>
            </a:r>
          </a:p>
          <a:p>
            <a:pPr marL="0" indent="0">
              <a:buClr>
                <a:schemeClr val="bg1"/>
              </a:buClr>
              <a:buSzPct val="80000"/>
              <a:buNone/>
            </a:pP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By end of Phase 1</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Architecture /Flow</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Design Document</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Service TX Document</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Functional Test Cases</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Performance Test Results</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Deployment Guide</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Source Code</a:t>
            </a:r>
          </a:p>
        </p:txBody>
      </p:sp>
      <p:sp>
        <p:nvSpPr>
          <p:cNvPr id="68" name="Rounded Rectangle 74">
            <a:extLst>
              <a:ext uri="{FF2B5EF4-FFF2-40B4-BE49-F238E27FC236}">
                <a16:creationId xmlns:a16="http://schemas.microsoft.com/office/drawing/2014/main" id="{A8D965E9-7879-40D2-BC9C-5AF51C081D5D}"/>
              </a:ext>
            </a:extLst>
          </p:cNvPr>
          <p:cNvSpPr/>
          <p:nvPr/>
        </p:nvSpPr>
        <p:spPr>
          <a:xfrm>
            <a:off x="4845747" y="2984581"/>
            <a:ext cx="2427331"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Environment Refinement</a:t>
            </a:r>
          </a:p>
        </p:txBody>
      </p:sp>
      <p:sp>
        <p:nvSpPr>
          <p:cNvPr id="69" name="TextBox 68">
            <a:extLst>
              <a:ext uri="{FF2B5EF4-FFF2-40B4-BE49-F238E27FC236}">
                <a16:creationId xmlns:a16="http://schemas.microsoft.com/office/drawing/2014/main" id="{24AB4FFD-0C3F-4C30-A082-65FCFF0A8670}"/>
              </a:ext>
            </a:extLst>
          </p:cNvPr>
          <p:cNvSpPr txBox="1"/>
          <p:nvPr/>
        </p:nvSpPr>
        <p:spPr>
          <a:xfrm>
            <a:off x="8954220" y="6622208"/>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17536092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DCD79FF6-A559-492F-A3DF-BAD8ED582879}"/>
              </a:ext>
            </a:extLst>
          </p:cNvPr>
          <p:cNvSpPr/>
          <p:nvPr/>
        </p:nvSpPr>
        <p:spPr>
          <a:xfrm>
            <a:off x="0" y="0"/>
            <a:ext cx="12094464" cy="6857999"/>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baseline="-25000" dirty="0"/>
          </a:p>
        </p:txBody>
      </p:sp>
      <p:sp>
        <p:nvSpPr>
          <p:cNvPr id="7" name="TextBox 6">
            <a:extLst>
              <a:ext uri="{FF2B5EF4-FFF2-40B4-BE49-F238E27FC236}">
                <a16:creationId xmlns:a16="http://schemas.microsoft.com/office/drawing/2014/main" id="{49DEF9A9-1599-4650-90ED-4FF498C3DD3A}"/>
              </a:ext>
            </a:extLst>
          </p:cNvPr>
          <p:cNvSpPr txBox="1"/>
          <p:nvPr/>
        </p:nvSpPr>
        <p:spPr>
          <a:xfrm>
            <a:off x="2100263" y="800100"/>
            <a:ext cx="7970837" cy="1016000"/>
          </a:xfrm>
          <a:prstGeom prst="rect">
            <a:avLst/>
          </a:prstGeom>
          <a:noFill/>
        </p:spPr>
        <p:txBody>
          <a:bodyPr>
            <a:spAutoFit/>
          </a:bodyPr>
          <a:lstStyle/>
          <a:p>
            <a:pPr algn="ctr" eaLnBrk="1" fontAlgn="auto" hangingPunct="1">
              <a:lnSpc>
                <a:spcPts val="3600"/>
              </a:lnSpc>
              <a:spcBef>
                <a:spcPts val="0"/>
              </a:spcBef>
              <a:spcAft>
                <a:spcPts val="0"/>
              </a:spcAft>
              <a:defRPr/>
            </a:pPr>
            <a:r>
              <a:rPr lang="en-US" sz="4400" dirty="0">
                <a:solidFill>
                  <a:schemeClr val="bg1"/>
                </a:solidFill>
                <a:latin typeface="Raleway ExtraBold" panose="020B0903030101060003" pitchFamily="34" charset="-52"/>
              </a:rPr>
              <a:t>Resources</a:t>
            </a:r>
          </a:p>
          <a:p>
            <a:pPr algn="ctr" eaLnBrk="1" fontAlgn="auto" hangingPunct="1">
              <a:lnSpc>
                <a:spcPts val="3600"/>
              </a:lnSpc>
              <a:spcBef>
                <a:spcPts val="0"/>
              </a:spcBef>
              <a:spcAft>
                <a:spcPts val="0"/>
              </a:spcAft>
              <a:defRPr/>
            </a:pPr>
            <a:r>
              <a:rPr lang="en-US" sz="1200" kern="0" spc="50" dirty="0">
                <a:solidFill>
                  <a:schemeClr val="bg1">
                    <a:lumMod val="75000"/>
                  </a:schemeClr>
                </a:solidFill>
                <a:latin typeface="Raleway ExtraBold" panose="020B0903030101060003" pitchFamily="34" charset="-52"/>
              </a:rPr>
              <a:t>Key skill set involvement in project cycle</a:t>
            </a:r>
            <a:endParaRPr lang="en-US" sz="1200" spc="50" dirty="0">
              <a:solidFill>
                <a:schemeClr val="bg1">
                  <a:lumMod val="75000"/>
                </a:schemeClr>
              </a:solidFill>
              <a:latin typeface="Raleway ExtraBold" panose="020B0903030101060003" pitchFamily="34" charset="-52"/>
            </a:endParaRPr>
          </a:p>
        </p:txBody>
      </p:sp>
      <p:sp>
        <p:nvSpPr>
          <p:cNvPr id="8" name="Прямоугольник 7">
            <a:extLst>
              <a:ext uri="{FF2B5EF4-FFF2-40B4-BE49-F238E27FC236}">
                <a16:creationId xmlns:a16="http://schemas.microsoft.com/office/drawing/2014/main" id="{B098F995-D305-47DA-809E-15F0C26A647F}"/>
              </a:ext>
            </a:extLst>
          </p:cNvPr>
          <p:cNvSpPr/>
          <p:nvPr/>
        </p:nvSpPr>
        <p:spPr>
          <a:xfrm>
            <a:off x="1685925" y="2273300"/>
            <a:ext cx="1884363" cy="3575050"/>
          </a:xfrm>
          <a:prstGeom prst="rect">
            <a:avLst/>
          </a:prstGeom>
          <a:noFill/>
          <a:ln w="9525">
            <a:solidFill>
              <a:srgbClr val="E23936">
                <a:alpha val="51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0" name="Подзаголовок 2">
            <a:extLst>
              <a:ext uri="{FF2B5EF4-FFF2-40B4-BE49-F238E27FC236}">
                <a16:creationId xmlns:a16="http://schemas.microsoft.com/office/drawing/2014/main" id="{99BE438A-8E5D-42E8-84A8-CC5C62F8E6AF}"/>
              </a:ext>
            </a:extLst>
          </p:cNvPr>
          <p:cNvSpPr txBox="1">
            <a:spLocks/>
          </p:cNvSpPr>
          <p:nvPr/>
        </p:nvSpPr>
        <p:spPr>
          <a:xfrm>
            <a:off x="1617663" y="2486025"/>
            <a:ext cx="2020887" cy="61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spc="100" dirty="0">
                <a:solidFill>
                  <a:srgbClr val="E23936"/>
                </a:solidFill>
                <a:latin typeface="+mj-lt"/>
                <a:cs typeface="Poppins" panose="02000000000000000000" pitchFamily="2" charset="0"/>
              </a:rPr>
              <a:t>1  ARCHITECT</a:t>
            </a:r>
          </a:p>
          <a:p>
            <a:pPr marL="0" indent="0" algn="ctr" fontAlgn="auto">
              <a:lnSpc>
                <a:spcPts val="2000"/>
              </a:lnSpc>
              <a:spcBef>
                <a:spcPts val="0"/>
              </a:spcBef>
              <a:spcAft>
                <a:spcPts val="0"/>
              </a:spcAft>
              <a:buFont typeface="Arial" panose="020B0604020202020204" pitchFamily="34" charset="0"/>
              <a:buNone/>
              <a:defRPr/>
            </a:pPr>
            <a:r>
              <a:rPr lang="en-US" sz="1400" spc="100" dirty="0">
                <a:solidFill>
                  <a:schemeClr val="bg1"/>
                </a:solidFill>
                <a:latin typeface="+mj-lt"/>
                <a:cs typeface="Poppins" panose="02000000000000000000" pitchFamily="2" charset="0"/>
              </a:rPr>
              <a:t>$ </a:t>
            </a:r>
            <a:r>
              <a:rPr lang="en-US" sz="1400" spc="100" dirty="0">
                <a:solidFill>
                  <a:schemeClr val="bg1"/>
                </a:solidFill>
                <a:latin typeface="Montserrat" panose="02000505000000020004" pitchFamily="2" charset="0"/>
                <a:cs typeface="Poppins" panose="02000000000000000000" pitchFamily="2" charset="0"/>
              </a:rPr>
              <a:t>100/ Hour</a:t>
            </a:r>
          </a:p>
        </p:txBody>
      </p:sp>
      <p:sp>
        <p:nvSpPr>
          <p:cNvPr id="15" name="Подзаголовок 2">
            <a:extLst>
              <a:ext uri="{FF2B5EF4-FFF2-40B4-BE49-F238E27FC236}">
                <a16:creationId xmlns:a16="http://schemas.microsoft.com/office/drawing/2014/main" id="{EF5C0E76-61BD-45DC-A6F2-5DC63C1B95D3}"/>
              </a:ext>
            </a:extLst>
          </p:cNvPr>
          <p:cNvSpPr txBox="1">
            <a:spLocks/>
          </p:cNvSpPr>
          <p:nvPr/>
        </p:nvSpPr>
        <p:spPr>
          <a:xfrm>
            <a:off x="1958975" y="3652838"/>
            <a:ext cx="1338263" cy="17065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Architecture</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POC</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Planning </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Consulting</a:t>
            </a:r>
          </a:p>
        </p:txBody>
      </p:sp>
      <p:sp>
        <p:nvSpPr>
          <p:cNvPr id="16" name="Прямоугольник 15">
            <a:extLst>
              <a:ext uri="{FF2B5EF4-FFF2-40B4-BE49-F238E27FC236}">
                <a16:creationId xmlns:a16="http://schemas.microsoft.com/office/drawing/2014/main" id="{C88E09F9-4D95-4030-82ED-393EEBEC63DD}"/>
              </a:ext>
            </a:extLst>
          </p:cNvPr>
          <p:cNvSpPr/>
          <p:nvPr/>
        </p:nvSpPr>
        <p:spPr>
          <a:xfrm>
            <a:off x="1685925" y="5611813"/>
            <a:ext cx="1884363" cy="236537"/>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7" name="Прямоугольник 16">
            <a:extLst>
              <a:ext uri="{FF2B5EF4-FFF2-40B4-BE49-F238E27FC236}">
                <a16:creationId xmlns:a16="http://schemas.microsoft.com/office/drawing/2014/main" id="{1FD631D8-50D8-411D-9A15-FE1B01735E2D}"/>
              </a:ext>
            </a:extLst>
          </p:cNvPr>
          <p:cNvSpPr/>
          <p:nvPr/>
        </p:nvSpPr>
        <p:spPr>
          <a:xfrm>
            <a:off x="1709428" y="5540375"/>
            <a:ext cx="1837362"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z="900" spc="100" dirty="0">
                <a:solidFill>
                  <a:schemeClr val="bg1"/>
                </a:solidFill>
                <a:latin typeface="+mn-lt"/>
                <a:cs typeface="Poppins" panose="02000000000000000000" pitchFamily="2" charset="0"/>
              </a:rPr>
              <a:t> </a:t>
            </a:r>
            <a:r>
              <a:rPr lang="en-US" sz="900" spc="100" dirty="0">
                <a:solidFill>
                  <a:schemeClr val="bg1"/>
                </a:solidFill>
                <a:latin typeface="Montserrat" panose="02000505000000020004" pitchFamily="2" charset="0"/>
                <a:cs typeface="Poppins" panose="02000000000000000000" pitchFamily="2" charset="0"/>
              </a:rPr>
              <a:t>1 Week / Month Onsite</a:t>
            </a:r>
            <a:endParaRPr lang="en-US" sz="900" dirty="0">
              <a:solidFill>
                <a:schemeClr val="bg1"/>
              </a:solidFill>
              <a:latin typeface="Montserrat" panose="02000505000000020004" pitchFamily="2" charset="0"/>
              <a:cs typeface="Poppins" panose="02000000000000000000" pitchFamily="2" charset="0"/>
            </a:endParaRPr>
          </a:p>
        </p:txBody>
      </p:sp>
      <p:sp>
        <p:nvSpPr>
          <p:cNvPr id="18" name="Прямоугольник 17">
            <a:extLst>
              <a:ext uri="{FF2B5EF4-FFF2-40B4-BE49-F238E27FC236}">
                <a16:creationId xmlns:a16="http://schemas.microsoft.com/office/drawing/2014/main" id="{EDD5AE08-D214-4135-AE70-474FA64A540E}"/>
              </a:ext>
            </a:extLst>
          </p:cNvPr>
          <p:cNvSpPr/>
          <p:nvPr/>
        </p:nvSpPr>
        <p:spPr>
          <a:xfrm>
            <a:off x="5160963" y="2266950"/>
            <a:ext cx="1884362" cy="3576638"/>
          </a:xfrm>
          <a:prstGeom prst="rect">
            <a:avLst/>
          </a:prstGeom>
          <a:noFill/>
          <a:ln w="9525">
            <a:solidFill>
              <a:srgbClr val="E23936">
                <a:alpha val="51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9" name="Подзаголовок 2">
            <a:extLst>
              <a:ext uri="{FF2B5EF4-FFF2-40B4-BE49-F238E27FC236}">
                <a16:creationId xmlns:a16="http://schemas.microsoft.com/office/drawing/2014/main" id="{A01EA5BF-65A9-48DE-B0FC-1A1EB5B6BF92}"/>
              </a:ext>
            </a:extLst>
          </p:cNvPr>
          <p:cNvSpPr txBox="1">
            <a:spLocks/>
          </p:cNvSpPr>
          <p:nvPr/>
        </p:nvSpPr>
        <p:spPr>
          <a:xfrm>
            <a:off x="5092700" y="2481263"/>
            <a:ext cx="2020888" cy="6175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spc="100" dirty="0">
                <a:solidFill>
                  <a:srgbClr val="E23936"/>
                </a:solidFill>
                <a:latin typeface="+mj-lt"/>
                <a:cs typeface="Poppins" panose="02000000000000000000" pitchFamily="2" charset="0"/>
              </a:rPr>
              <a:t>1 Senior DevOps</a:t>
            </a:r>
          </a:p>
          <a:p>
            <a:pPr marL="0" indent="0" algn="ctr" fontAlgn="auto">
              <a:lnSpc>
                <a:spcPts val="2000"/>
              </a:lnSpc>
              <a:spcBef>
                <a:spcPts val="0"/>
              </a:spcBef>
              <a:spcAft>
                <a:spcPts val="0"/>
              </a:spcAft>
              <a:buFont typeface="Arial" panose="020B0604020202020204" pitchFamily="34" charset="0"/>
              <a:buNone/>
              <a:defRPr/>
            </a:pPr>
            <a:r>
              <a:rPr lang="en-US" sz="1400" spc="100" dirty="0">
                <a:solidFill>
                  <a:schemeClr val="bg1"/>
                </a:solidFill>
                <a:latin typeface="+mj-lt"/>
                <a:cs typeface="Poppins" panose="02000000000000000000" pitchFamily="2" charset="0"/>
              </a:rPr>
              <a:t>$ </a:t>
            </a:r>
            <a:r>
              <a:rPr lang="en-US" sz="1400" spc="100" dirty="0">
                <a:solidFill>
                  <a:schemeClr val="bg1"/>
                </a:solidFill>
                <a:latin typeface="Montserrat" panose="02000505000000020004" pitchFamily="2" charset="0"/>
                <a:cs typeface="Poppins" panose="02000000000000000000" pitchFamily="2" charset="0"/>
              </a:rPr>
              <a:t>30/Hour</a:t>
            </a:r>
          </a:p>
        </p:txBody>
      </p:sp>
      <p:sp>
        <p:nvSpPr>
          <p:cNvPr id="23" name="Подзаголовок 2">
            <a:extLst>
              <a:ext uri="{FF2B5EF4-FFF2-40B4-BE49-F238E27FC236}">
                <a16:creationId xmlns:a16="http://schemas.microsoft.com/office/drawing/2014/main" id="{8C0368A2-6363-49CD-82CD-C991E586880B}"/>
              </a:ext>
            </a:extLst>
          </p:cNvPr>
          <p:cNvSpPr txBox="1">
            <a:spLocks/>
          </p:cNvSpPr>
          <p:nvPr/>
        </p:nvSpPr>
        <p:spPr>
          <a:xfrm>
            <a:off x="5434013" y="3648075"/>
            <a:ext cx="1338262" cy="1704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SME</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Release</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Coordination</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Execution</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ATP</a:t>
            </a:r>
          </a:p>
        </p:txBody>
      </p:sp>
      <p:sp>
        <p:nvSpPr>
          <p:cNvPr id="24" name="Прямоугольник 23">
            <a:extLst>
              <a:ext uri="{FF2B5EF4-FFF2-40B4-BE49-F238E27FC236}">
                <a16:creationId xmlns:a16="http://schemas.microsoft.com/office/drawing/2014/main" id="{EAA46B06-6CDC-4B81-B17A-AB7FDD507A62}"/>
              </a:ext>
            </a:extLst>
          </p:cNvPr>
          <p:cNvSpPr/>
          <p:nvPr/>
        </p:nvSpPr>
        <p:spPr>
          <a:xfrm>
            <a:off x="5160963" y="5605463"/>
            <a:ext cx="1884362" cy="238125"/>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5" name="Прямоугольник 24">
            <a:extLst>
              <a:ext uri="{FF2B5EF4-FFF2-40B4-BE49-F238E27FC236}">
                <a16:creationId xmlns:a16="http://schemas.microsoft.com/office/drawing/2014/main" id="{778989A0-084D-4EEF-8CF8-191A221D13F4}"/>
              </a:ext>
            </a:extLst>
          </p:cNvPr>
          <p:cNvSpPr/>
          <p:nvPr/>
        </p:nvSpPr>
        <p:spPr>
          <a:xfrm>
            <a:off x="5413694" y="5535613"/>
            <a:ext cx="1378904"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z="900" spc="100" dirty="0">
                <a:solidFill>
                  <a:schemeClr val="bg1"/>
                </a:solidFill>
                <a:latin typeface="+mn-lt"/>
                <a:cs typeface="Poppins" panose="02000000000000000000" pitchFamily="2" charset="0"/>
              </a:rPr>
              <a:t> </a:t>
            </a:r>
            <a:r>
              <a:rPr lang="en-US" sz="900" spc="100" dirty="0">
                <a:solidFill>
                  <a:schemeClr val="bg1"/>
                </a:solidFill>
                <a:latin typeface="Montserrat" panose="02000505000000020004" pitchFamily="2" charset="0"/>
                <a:cs typeface="Poppins" panose="02000000000000000000" pitchFamily="2" charset="0"/>
              </a:rPr>
              <a:t>Full Time Onsite</a:t>
            </a:r>
            <a:endParaRPr lang="en-US" sz="900" dirty="0">
              <a:solidFill>
                <a:schemeClr val="bg1"/>
              </a:solidFill>
              <a:latin typeface="Montserrat" panose="02000505000000020004" pitchFamily="2" charset="0"/>
              <a:cs typeface="Poppins" panose="02000000000000000000" pitchFamily="2" charset="0"/>
            </a:endParaRPr>
          </a:p>
        </p:txBody>
      </p:sp>
      <p:sp>
        <p:nvSpPr>
          <p:cNvPr id="34" name="Прямоугольник 33">
            <a:extLst>
              <a:ext uri="{FF2B5EF4-FFF2-40B4-BE49-F238E27FC236}">
                <a16:creationId xmlns:a16="http://schemas.microsoft.com/office/drawing/2014/main" id="{38C0C7DD-5505-4965-B085-AC6D3C42AD18}"/>
              </a:ext>
            </a:extLst>
          </p:cNvPr>
          <p:cNvSpPr/>
          <p:nvPr/>
        </p:nvSpPr>
        <p:spPr>
          <a:xfrm>
            <a:off x="8569325" y="2278063"/>
            <a:ext cx="1882775" cy="3576637"/>
          </a:xfrm>
          <a:prstGeom prst="rect">
            <a:avLst/>
          </a:prstGeom>
          <a:noFill/>
          <a:ln w="9525">
            <a:solidFill>
              <a:srgbClr val="E23936">
                <a:alpha val="51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5" name="Подзаголовок 2">
            <a:extLst>
              <a:ext uri="{FF2B5EF4-FFF2-40B4-BE49-F238E27FC236}">
                <a16:creationId xmlns:a16="http://schemas.microsoft.com/office/drawing/2014/main" id="{A8ADB1A0-B0B7-4996-8790-1007BF03FF22}"/>
              </a:ext>
            </a:extLst>
          </p:cNvPr>
          <p:cNvSpPr txBox="1">
            <a:spLocks/>
          </p:cNvSpPr>
          <p:nvPr/>
        </p:nvSpPr>
        <p:spPr>
          <a:xfrm>
            <a:off x="8501063" y="2492375"/>
            <a:ext cx="2019300" cy="6175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spc="100" dirty="0">
                <a:solidFill>
                  <a:srgbClr val="E23936"/>
                </a:solidFill>
                <a:latin typeface="+mj-lt"/>
                <a:cs typeface="Poppins" panose="02000000000000000000" pitchFamily="2" charset="0"/>
              </a:rPr>
              <a:t>6 DEVOPS</a:t>
            </a:r>
          </a:p>
          <a:p>
            <a:pPr marL="0" indent="0" algn="ctr" fontAlgn="auto">
              <a:lnSpc>
                <a:spcPts val="2000"/>
              </a:lnSpc>
              <a:spcBef>
                <a:spcPts val="0"/>
              </a:spcBef>
              <a:spcAft>
                <a:spcPts val="0"/>
              </a:spcAft>
              <a:buFont typeface="Arial" panose="020B0604020202020204" pitchFamily="34" charset="0"/>
              <a:buNone/>
              <a:defRPr/>
            </a:pPr>
            <a:r>
              <a:rPr lang="en-US" sz="1400" spc="100" dirty="0">
                <a:solidFill>
                  <a:schemeClr val="bg1"/>
                </a:solidFill>
                <a:latin typeface="+mj-lt"/>
                <a:cs typeface="Poppins" panose="02000000000000000000" pitchFamily="2" charset="0"/>
              </a:rPr>
              <a:t>$ </a:t>
            </a:r>
            <a:r>
              <a:rPr lang="en-US" sz="1400" spc="100" dirty="0">
                <a:solidFill>
                  <a:schemeClr val="bg1"/>
                </a:solidFill>
                <a:latin typeface="Montserrat" panose="02000505000000020004" pitchFamily="2" charset="0"/>
                <a:cs typeface="Poppins" panose="02000000000000000000" pitchFamily="2" charset="0"/>
              </a:rPr>
              <a:t>20/ Hour</a:t>
            </a:r>
          </a:p>
        </p:txBody>
      </p:sp>
      <p:sp>
        <p:nvSpPr>
          <p:cNvPr id="39" name="Подзаголовок 2">
            <a:extLst>
              <a:ext uri="{FF2B5EF4-FFF2-40B4-BE49-F238E27FC236}">
                <a16:creationId xmlns:a16="http://schemas.microsoft.com/office/drawing/2014/main" id="{9B760603-9BEE-4659-99FC-CA6F2D466FF9}"/>
              </a:ext>
            </a:extLst>
          </p:cNvPr>
          <p:cNvSpPr txBox="1">
            <a:spLocks/>
          </p:cNvSpPr>
          <p:nvPr/>
        </p:nvSpPr>
        <p:spPr>
          <a:xfrm>
            <a:off x="8842375" y="3659188"/>
            <a:ext cx="1336675" cy="1704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Design</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Development</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Testing</a:t>
            </a:r>
          </a:p>
        </p:txBody>
      </p:sp>
      <p:sp>
        <p:nvSpPr>
          <p:cNvPr id="40" name="Прямоугольник 39">
            <a:extLst>
              <a:ext uri="{FF2B5EF4-FFF2-40B4-BE49-F238E27FC236}">
                <a16:creationId xmlns:a16="http://schemas.microsoft.com/office/drawing/2014/main" id="{4B7CD954-028F-4048-A0DE-E10B3EDBC77A}"/>
              </a:ext>
            </a:extLst>
          </p:cNvPr>
          <p:cNvSpPr/>
          <p:nvPr/>
        </p:nvSpPr>
        <p:spPr>
          <a:xfrm>
            <a:off x="8569325" y="5618163"/>
            <a:ext cx="1882775" cy="236537"/>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1" name="Прямоугольник 40">
            <a:extLst>
              <a:ext uri="{FF2B5EF4-FFF2-40B4-BE49-F238E27FC236}">
                <a16:creationId xmlns:a16="http://schemas.microsoft.com/office/drawing/2014/main" id="{290A4B5D-D869-4945-AB56-1C730C72F7A1}"/>
              </a:ext>
            </a:extLst>
          </p:cNvPr>
          <p:cNvSpPr/>
          <p:nvPr/>
        </p:nvSpPr>
        <p:spPr>
          <a:xfrm>
            <a:off x="8742716" y="5546725"/>
            <a:ext cx="1535998" cy="312843"/>
          </a:xfrm>
          <a:prstGeom prst="rect">
            <a:avLst/>
          </a:prstGeom>
        </p:spPr>
        <p:txBody>
          <a:bodyPr wrap="none">
            <a:spAutoFit/>
          </a:bodyPr>
          <a:lstStyle/>
          <a:p>
            <a:pPr algn="ctr" eaLnBrk="1" fontAlgn="auto" hangingPunct="1">
              <a:lnSpc>
                <a:spcPts val="2000"/>
              </a:lnSpc>
              <a:spcBef>
                <a:spcPts val="0"/>
              </a:spcBef>
              <a:spcAft>
                <a:spcPts val="0"/>
              </a:spcAft>
              <a:defRPr/>
            </a:pPr>
            <a:r>
              <a:rPr lang="en-US" sz="900" spc="100" dirty="0">
                <a:solidFill>
                  <a:schemeClr val="bg1"/>
                </a:solidFill>
                <a:latin typeface="+mn-lt"/>
                <a:cs typeface="Poppins" panose="02000000000000000000" pitchFamily="2" charset="0"/>
              </a:rPr>
              <a:t> </a:t>
            </a:r>
            <a:r>
              <a:rPr lang="en-US" sz="900" spc="100" dirty="0">
                <a:solidFill>
                  <a:schemeClr val="bg1"/>
                </a:solidFill>
                <a:latin typeface="Montserrat" panose="02000505000000020004" pitchFamily="2" charset="0"/>
                <a:cs typeface="Poppins" panose="02000000000000000000" pitchFamily="2" charset="0"/>
              </a:rPr>
              <a:t>Full Time Offshore</a:t>
            </a:r>
            <a:endParaRPr lang="en-US" sz="900" dirty="0">
              <a:solidFill>
                <a:schemeClr val="bg1"/>
              </a:solidFill>
              <a:latin typeface="Montserrat" panose="02000505000000020004" pitchFamily="2" charset="0"/>
              <a:cs typeface="Poppins" panose="02000000000000000000" pitchFamily="2" charset="0"/>
            </a:endParaRPr>
          </a:p>
        </p:txBody>
      </p:sp>
      <p:grpSp>
        <p:nvGrpSpPr>
          <p:cNvPr id="50204" name="Группа 28">
            <a:extLst>
              <a:ext uri="{FF2B5EF4-FFF2-40B4-BE49-F238E27FC236}">
                <a16:creationId xmlns:a16="http://schemas.microsoft.com/office/drawing/2014/main" id="{08EF0E99-484F-4543-8315-C205EF7744ED}"/>
              </a:ext>
            </a:extLst>
          </p:cNvPr>
          <p:cNvGrpSpPr>
            <a:grpSpLocks/>
          </p:cNvGrpSpPr>
          <p:nvPr/>
        </p:nvGrpSpPr>
        <p:grpSpPr bwMode="auto">
          <a:xfrm>
            <a:off x="296863" y="385763"/>
            <a:ext cx="241300" cy="165100"/>
            <a:chOff x="11345779" y="324853"/>
            <a:chExt cx="240632" cy="165462"/>
          </a:xfrm>
        </p:grpSpPr>
        <p:cxnSp>
          <p:nvCxnSpPr>
            <p:cNvPr id="30" name="Прямая соединительная линия 29">
              <a:extLst>
                <a:ext uri="{FF2B5EF4-FFF2-40B4-BE49-F238E27FC236}">
                  <a16:creationId xmlns:a16="http://schemas.microsoft.com/office/drawing/2014/main" id="{C13CB5B5-1006-4154-BFEC-D36A6137E543}"/>
                </a:ext>
              </a:extLst>
            </p:cNvPr>
            <p:cNvCxnSpPr/>
            <p:nvPr/>
          </p:nvCxnSpPr>
          <p:spPr>
            <a:xfrm>
              <a:off x="11345779" y="324853"/>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a:extLst>
                <a:ext uri="{FF2B5EF4-FFF2-40B4-BE49-F238E27FC236}">
                  <a16:creationId xmlns:a16="http://schemas.microsoft.com/office/drawing/2014/main" id="{352AE34B-969C-424C-950D-B37156F471B9}"/>
                </a:ext>
              </a:extLst>
            </p:cNvPr>
            <p:cNvCxnSpPr/>
            <p:nvPr/>
          </p:nvCxnSpPr>
          <p:spPr>
            <a:xfrm>
              <a:off x="11345779" y="407584"/>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a:extLst>
                <a:ext uri="{FF2B5EF4-FFF2-40B4-BE49-F238E27FC236}">
                  <a16:creationId xmlns:a16="http://schemas.microsoft.com/office/drawing/2014/main" id="{A622D342-DE1A-44BA-B675-34EB59F1B0AC}"/>
                </a:ext>
              </a:extLst>
            </p:cNvPr>
            <p:cNvCxnSpPr/>
            <p:nvPr/>
          </p:nvCxnSpPr>
          <p:spPr>
            <a:xfrm>
              <a:off x="11345779" y="490315"/>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50205" name="Рисунок 32">
            <a:extLst>
              <a:ext uri="{FF2B5EF4-FFF2-40B4-BE49-F238E27FC236}">
                <a16:creationId xmlns:a16="http://schemas.microsoft.com/office/drawing/2014/main" id="{B26458DD-E6DD-40E7-9C23-CFE234F53012}"/>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11568113" y="3667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a:extLst>
              <a:ext uri="{FF2B5EF4-FFF2-40B4-BE49-F238E27FC236}">
                <a16:creationId xmlns:a16="http://schemas.microsoft.com/office/drawing/2014/main" id="{EA64EECF-A94B-4F40-A71B-606ECEEFE920}"/>
              </a:ext>
            </a:extLst>
          </p:cNvPr>
          <p:cNvGrpSpPr/>
          <p:nvPr/>
        </p:nvGrpSpPr>
        <p:grpSpPr>
          <a:xfrm>
            <a:off x="2257282" y="3230053"/>
            <a:ext cx="736806" cy="115888"/>
            <a:chOff x="2257282" y="3230053"/>
            <a:chExt cx="736806" cy="115888"/>
          </a:xfrm>
        </p:grpSpPr>
        <p:sp>
          <p:nvSpPr>
            <p:cNvPr id="11" name="Прямоугольник 10">
              <a:extLst>
                <a:ext uri="{FF2B5EF4-FFF2-40B4-BE49-F238E27FC236}">
                  <a16:creationId xmlns:a16="http://schemas.microsoft.com/office/drawing/2014/main" id="{5A387B0A-7242-4DE0-9E64-DB6F45F7F84B}"/>
                </a:ext>
              </a:extLst>
            </p:cNvPr>
            <p:cNvSpPr/>
            <p:nvPr/>
          </p:nvSpPr>
          <p:spPr>
            <a:xfrm>
              <a:off x="2257282" y="3230053"/>
              <a:ext cx="127476" cy="114300"/>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3" name="Прямоугольник 19">
              <a:extLst>
                <a:ext uri="{FF2B5EF4-FFF2-40B4-BE49-F238E27FC236}">
                  <a16:creationId xmlns:a16="http://schemas.microsoft.com/office/drawing/2014/main" id="{B0916DC5-F718-4B8A-B80B-1FD184D0B1D9}"/>
                </a:ext>
              </a:extLst>
            </p:cNvPr>
            <p:cNvSpPr/>
            <p:nvPr/>
          </p:nvSpPr>
          <p:spPr>
            <a:xfrm>
              <a:off x="2452370" y="3230053"/>
              <a:ext cx="115888" cy="115888"/>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4" name="Прямоугольник 19">
              <a:extLst>
                <a:ext uri="{FF2B5EF4-FFF2-40B4-BE49-F238E27FC236}">
                  <a16:creationId xmlns:a16="http://schemas.microsoft.com/office/drawing/2014/main" id="{38CA3119-DE2E-49EF-9F87-C192604823E3}"/>
                </a:ext>
              </a:extLst>
            </p:cNvPr>
            <p:cNvSpPr/>
            <p:nvPr/>
          </p:nvSpPr>
          <p:spPr>
            <a:xfrm>
              <a:off x="2647442" y="3230053"/>
              <a:ext cx="115888" cy="115888"/>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6" name="Прямоугольник 19">
              <a:extLst>
                <a:ext uri="{FF2B5EF4-FFF2-40B4-BE49-F238E27FC236}">
                  <a16:creationId xmlns:a16="http://schemas.microsoft.com/office/drawing/2014/main" id="{93EA6AD5-1FE8-4E6D-8B90-61BA425E8F37}"/>
                </a:ext>
              </a:extLst>
            </p:cNvPr>
            <p:cNvSpPr/>
            <p:nvPr/>
          </p:nvSpPr>
          <p:spPr>
            <a:xfrm>
              <a:off x="2848609" y="3230053"/>
              <a:ext cx="145479" cy="114301"/>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grpSp>
      <p:grpSp>
        <p:nvGrpSpPr>
          <p:cNvPr id="5" name="Group 4">
            <a:extLst>
              <a:ext uri="{FF2B5EF4-FFF2-40B4-BE49-F238E27FC236}">
                <a16:creationId xmlns:a16="http://schemas.microsoft.com/office/drawing/2014/main" id="{38DA4F16-074F-4EFF-9D6C-2EAFC764CAEE}"/>
              </a:ext>
            </a:extLst>
          </p:cNvPr>
          <p:cNvGrpSpPr/>
          <p:nvPr/>
        </p:nvGrpSpPr>
        <p:grpSpPr>
          <a:xfrm>
            <a:off x="5835650" y="3216275"/>
            <a:ext cx="693293" cy="115888"/>
            <a:chOff x="5835650" y="3216275"/>
            <a:chExt cx="693293" cy="115888"/>
          </a:xfrm>
        </p:grpSpPr>
        <p:sp>
          <p:nvSpPr>
            <p:cNvPr id="20" name="Прямоугольник 19">
              <a:extLst>
                <a:ext uri="{FF2B5EF4-FFF2-40B4-BE49-F238E27FC236}">
                  <a16:creationId xmlns:a16="http://schemas.microsoft.com/office/drawing/2014/main" id="{5E6B4EE4-CD4A-43D4-96DB-D0B582340A57}"/>
                </a:ext>
              </a:extLst>
            </p:cNvPr>
            <p:cNvSpPr/>
            <p:nvPr/>
          </p:nvSpPr>
          <p:spPr>
            <a:xfrm>
              <a:off x="5835650" y="3216275"/>
              <a:ext cx="115888" cy="115888"/>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1" name="Прямоугольник 20">
              <a:extLst>
                <a:ext uri="{FF2B5EF4-FFF2-40B4-BE49-F238E27FC236}">
                  <a16:creationId xmlns:a16="http://schemas.microsoft.com/office/drawing/2014/main" id="{80BEF233-F690-497F-8E24-5E47B11907F5}"/>
                </a:ext>
              </a:extLst>
            </p:cNvPr>
            <p:cNvSpPr/>
            <p:nvPr/>
          </p:nvSpPr>
          <p:spPr>
            <a:xfrm>
              <a:off x="6024563" y="3216275"/>
              <a:ext cx="114300" cy="115888"/>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2" name="Прямоугольник 21">
              <a:extLst>
                <a:ext uri="{FF2B5EF4-FFF2-40B4-BE49-F238E27FC236}">
                  <a16:creationId xmlns:a16="http://schemas.microsoft.com/office/drawing/2014/main" id="{9622B242-A49A-4A34-BC46-4B8ABFCAD71F}"/>
                </a:ext>
              </a:extLst>
            </p:cNvPr>
            <p:cNvSpPr/>
            <p:nvPr/>
          </p:nvSpPr>
          <p:spPr>
            <a:xfrm>
              <a:off x="6211888" y="3216275"/>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7" name="Прямоугольник 21">
              <a:extLst>
                <a:ext uri="{FF2B5EF4-FFF2-40B4-BE49-F238E27FC236}">
                  <a16:creationId xmlns:a16="http://schemas.microsoft.com/office/drawing/2014/main" id="{73D3C1F0-21D9-4C41-BAEA-A84C39607F18}"/>
                </a:ext>
              </a:extLst>
            </p:cNvPr>
            <p:cNvSpPr/>
            <p:nvPr/>
          </p:nvSpPr>
          <p:spPr>
            <a:xfrm>
              <a:off x="6413056" y="3216275"/>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grpSp>
      <p:grpSp>
        <p:nvGrpSpPr>
          <p:cNvPr id="9" name="Group 8">
            <a:extLst>
              <a:ext uri="{FF2B5EF4-FFF2-40B4-BE49-F238E27FC236}">
                <a16:creationId xmlns:a16="http://schemas.microsoft.com/office/drawing/2014/main" id="{5584AB42-7607-4D5C-8E09-B09627117EFD}"/>
              </a:ext>
            </a:extLst>
          </p:cNvPr>
          <p:cNvGrpSpPr/>
          <p:nvPr/>
        </p:nvGrpSpPr>
        <p:grpSpPr>
          <a:xfrm>
            <a:off x="9244013" y="3227388"/>
            <a:ext cx="656018" cy="115888"/>
            <a:chOff x="9244013" y="3227388"/>
            <a:chExt cx="656018" cy="115888"/>
          </a:xfrm>
        </p:grpSpPr>
        <p:sp>
          <p:nvSpPr>
            <p:cNvPr id="36" name="Прямоугольник 35">
              <a:extLst>
                <a:ext uri="{FF2B5EF4-FFF2-40B4-BE49-F238E27FC236}">
                  <a16:creationId xmlns:a16="http://schemas.microsoft.com/office/drawing/2014/main" id="{F5283899-DF6B-49B5-8AFF-D26346347884}"/>
                </a:ext>
              </a:extLst>
            </p:cNvPr>
            <p:cNvSpPr/>
            <p:nvPr/>
          </p:nvSpPr>
          <p:spPr>
            <a:xfrm>
              <a:off x="9244013" y="3227388"/>
              <a:ext cx="114300" cy="115887"/>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3" name="Прямоугольник 21">
              <a:extLst>
                <a:ext uri="{FF2B5EF4-FFF2-40B4-BE49-F238E27FC236}">
                  <a16:creationId xmlns:a16="http://schemas.microsoft.com/office/drawing/2014/main" id="{5D125499-D529-4E21-B899-BE7F3AE337AD}"/>
                </a:ext>
              </a:extLst>
            </p:cNvPr>
            <p:cNvSpPr/>
            <p:nvPr/>
          </p:nvSpPr>
          <p:spPr>
            <a:xfrm>
              <a:off x="9784144" y="3227388"/>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4" name="Прямоугольник 21">
              <a:extLst>
                <a:ext uri="{FF2B5EF4-FFF2-40B4-BE49-F238E27FC236}">
                  <a16:creationId xmlns:a16="http://schemas.microsoft.com/office/drawing/2014/main" id="{1E926B0C-278A-42B8-803D-A35FF88560BD}"/>
                </a:ext>
              </a:extLst>
            </p:cNvPr>
            <p:cNvSpPr/>
            <p:nvPr/>
          </p:nvSpPr>
          <p:spPr>
            <a:xfrm>
              <a:off x="9607360" y="3227388"/>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5" name="Прямоугольник 21">
              <a:extLst>
                <a:ext uri="{FF2B5EF4-FFF2-40B4-BE49-F238E27FC236}">
                  <a16:creationId xmlns:a16="http://schemas.microsoft.com/office/drawing/2014/main" id="{7D77BF09-A70E-4989-BF65-6B67D1DB4523}"/>
                </a:ext>
              </a:extLst>
            </p:cNvPr>
            <p:cNvSpPr/>
            <p:nvPr/>
          </p:nvSpPr>
          <p:spPr>
            <a:xfrm>
              <a:off x="9418384" y="3227388"/>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grpSp>
      <p:sp>
        <p:nvSpPr>
          <p:cNvPr id="42" name="TextBox 41">
            <a:extLst>
              <a:ext uri="{FF2B5EF4-FFF2-40B4-BE49-F238E27FC236}">
                <a16:creationId xmlns:a16="http://schemas.microsoft.com/office/drawing/2014/main" id="{24AB4FFD-0C3F-4C30-A082-65FCFF0A8670}"/>
              </a:ext>
            </a:extLst>
          </p:cNvPr>
          <p:cNvSpPr txBox="1"/>
          <p:nvPr/>
        </p:nvSpPr>
        <p:spPr>
          <a:xfrm>
            <a:off x="8954211" y="6622208"/>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extLst>
      <p:ext uri="{BB962C8B-B14F-4D97-AF65-F5344CB8AC3E}">
        <p14:creationId xmlns:p14="http://schemas.microsoft.com/office/powerpoint/2010/main" val="28560068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400"/>
                                        <p:tgtEl>
                                          <p:spTgt spid="7"/>
                                        </p:tgtEl>
                                      </p:cBhvr>
                                    </p:animEffect>
                                  </p:childTnLst>
                                </p:cTn>
                              </p:par>
                            </p:childTnLst>
                          </p:cTn>
                        </p:par>
                        <p:par>
                          <p:cTn id="8" fill="hold" nodeType="afterGroup">
                            <p:stCondLst>
                              <p:cond delay="400"/>
                            </p:stCondLst>
                            <p:childTnLst>
                              <p:par>
                                <p:cTn id="9" presetID="21"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heel(1)">
                                      <p:cBhvr>
                                        <p:cTn id="11" dur="500"/>
                                        <p:tgtEl>
                                          <p:spTgt spid="8"/>
                                        </p:tgtEl>
                                      </p:cBhvr>
                                    </p:animEffect>
                                  </p:childTnLst>
                                </p:cTn>
                              </p:par>
                            </p:childTnLst>
                          </p:cTn>
                        </p:par>
                        <p:par>
                          <p:cTn id="12" fill="hold" nodeType="afterGroup">
                            <p:stCondLst>
                              <p:cond delay="900"/>
                            </p:stCondLst>
                            <p:childTnLst>
                              <p:par>
                                <p:cTn id="13" presetID="22"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400"/>
                                        <p:tgtEl>
                                          <p:spTgt spid="10"/>
                                        </p:tgtEl>
                                      </p:cBhvr>
                                    </p:animEffect>
                                  </p:childTnLst>
                                </p:cTn>
                              </p:par>
                            </p:childTnLst>
                          </p:cTn>
                        </p:par>
                        <p:par>
                          <p:cTn id="16" fill="hold" nodeType="afterGroup">
                            <p:stCondLst>
                              <p:cond delay="1300"/>
                            </p:stCondLst>
                            <p:childTnLst>
                              <p:par>
                                <p:cTn id="17" presetID="22" presetClass="entr" presetSubtype="1"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up)">
                                      <p:cBhvr>
                                        <p:cTn id="19" dur="400"/>
                                        <p:tgtEl>
                                          <p:spTgt spid="15"/>
                                        </p:tgtEl>
                                      </p:cBhvr>
                                    </p:animEffect>
                                  </p:childTnLst>
                                </p:cTn>
                              </p:par>
                            </p:childTnLst>
                          </p:cTn>
                        </p:par>
                        <p:par>
                          <p:cTn id="20" fill="hold" nodeType="afterGroup">
                            <p:stCondLst>
                              <p:cond delay="1700"/>
                            </p:stCondLst>
                            <p:childTnLst>
                              <p:par>
                                <p:cTn id="21" presetID="22" presetClass="entr" presetSubtype="1"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up)">
                                      <p:cBhvr>
                                        <p:cTn id="23" dur="400"/>
                                        <p:tgtEl>
                                          <p:spTgt spid="16"/>
                                        </p:tgtEl>
                                      </p:cBhvr>
                                    </p:animEffect>
                                  </p:childTnLst>
                                </p:cTn>
                              </p:par>
                            </p:childTnLst>
                          </p:cTn>
                        </p:par>
                        <p:par>
                          <p:cTn id="24" fill="hold" nodeType="afterGroup">
                            <p:stCondLst>
                              <p:cond delay="2100"/>
                            </p:stCondLst>
                            <p:childTnLst>
                              <p:par>
                                <p:cTn id="25" presetID="22" presetClass="entr" presetSubtype="1"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up)">
                                      <p:cBhvr>
                                        <p:cTn id="27" dur="400"/>
                                        <p:tgtEl>
                                          <p:spTgt spid="17"/>
                                        </p:tgtEl>
                                      </p:cBhvr>
                                    </p:animEffect>
                                  </p:childTnLst>
                                </p:cTn>
                              </p:par>
                            </p:childTnLst>
                          </p:cTn>
                        </p:par>
                        <p:par>
                          <p:cTn id="28" fill="hold" nodeType="afterGroup">
                            <p:stCondLst>
                              <p:cond delay="2500"/>
                            </p:stCondLst>
                            <p:childTnLst>
                              <p:par>
                                <p:cTn id="29" presetID="21" presetClass="entr" presetSubtype="1"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heel(1)">
                                      <p:cBhvr>
                                        <p:cTn id="31" dur="500"/>
                                        <p:tgtEl>
                                          <p:spTgt spid="18"/>
                                        </p:tgtEl>
                                      </p:cBhvr>
                                    </p:animEffect>
                                  </p:childTnLst>
                                </p:cTn>
                              </p:par>
                            </p:childTnLst>
                          </p:cTn>
                        </p:par>
                        <p:par>
                          <p:cTn id="32" fill="hold" nodeType="afterGroup">
                            <p:stCondLst>
                              <p:cond delay="3000"/>
                            </p:stCondLst>
                            <p:childTnLst>
                              <p:par>
                                <p:cTn id="33" presetID="22" presetClass="entr" presetSubtype="1" fill="hold" grpId="0"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up)">
                                      <p:cBhvr>
                                        <p:cTn id="35" dur="400"/>
                                        <p:tgtEl>
                                          <p:spTgt spid="19"/>
                                        </p:tgtEl>
                                      </p:cBhvr>
                                    </p:animEffect>
                                  </p:childTnLst>
                                </p:cTn>
                              </p:par>
                            </p:childTnLst>
                          </p:cTn>
                        </p:par>
                        <p:par>
                          <p:cTn id="36" fill="hold" nodeType="afterGroup">
                            <p:stCondLst>
                              <p:cond delay="3400"/>
                            </p:stCondLst>
                            <p:childTnLst>
                              <p:par>
                                <p:cTn id="37" presetID="22" presetClass="entr" presetSubtype="1"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up)">
                                      <p:cBhvr>
                                        <p:cTn id="39" dur="400"/>
                                        <p:tgtEl>
                                          <p:spTgt spid="23"/>
                                        </p:tgtEl>
                                      </p:cBhvr>
                                    </p:animEffect>
                                  </p:childTnLst>
                                </p:cTn>
                              </p:par>
                            </p:childTnLst>
                          </p:cTn>
                        </p:par>
                        <p:par>
                          <p:cTn id="40" fill="hold" nodeType="afterGroup">
                            <p:stCondLst>
                              <p:cond delay="3800"/>
                            </p:stCondLst>
                            <p:childTnLst>
                              <p:par>
                                <p:cTn id="41" presetID="22" presetClass="entr" presetSubtype="1" fill="hold" grpId="0"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up)">
                                      <p:cBhvr>
                                        <p:cTn id="43" dur="400"/>
                                        <p:tgtEl>
                                          <p:spTgt spid="24"/>
                                        </p:tgtEl>
                                      </p:cBhvr>
                                    </p:animEffect>
                                  </p:childTnLst>
                                </p:cTn>
                              </p:par>
                            </p:childTnLst>
                          </p:cTn>
                        </p:par>
                        <p:par>
                          <p:cTn id="44" fill="hold" nodeType="afterGroup">
                            <p:stCondLst>
                              <p:cond delay="4200"/>
                            </p:stCondLst>
                            <p:childTnLst>
                              <p:par>
                                <p:cTn id="45" presetID="22" presetClass="entr" presetSubtype="1"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up)">
                                      <p:cBhvr>
                                        <p:cTn id="47" dur="400"/>
                                        <p:tgtEl>
                                          <p:spTgt spid="25"/>
                                        </p:tgtEl>
                                      </p:cBhvr>
                                    </p:animEffect>
                                  </p:childTnLst>
                                </p:cTn>
                              </p:par>
                            </p:childTnLst>
                          </p:cTn>
                        </p:par>
                        <p:par>
                          <p:cTn id="48" fill="hold" nodeType="afterGroup">
                            <p:stCondLst>
                              <p:cond delay="4600"/>
                            </p:stCondLst>
                            <p:childTnLst>
                              <p:par>
                                <p:cTn id="49" presetID="21" presetClass="entr" presetSubtype="1" fill="hold" grpId="0" nodeType="after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wheel(1)">
                                      <p:cBhvr>
                                        <p:cTn id="51" dur="500"/>
                                        <p:tgtEl>
                                          <p:spTgt spid="34"/>
                                        </p:tgtEl>
                                      </p:cBhvr>
                                    </p:animEffect>
                                  </p:childTnLst>
                                </p:cTn>
                              </p:par>
                            </p:childTnLst>
                          </p:cTn>
                        </p:par>
                        <p:par>
                          <p:cTn id="52" fill="hold" nodeType="afterGroup">
                            <p:stCondLst>
                              <p:cond delay="5100"/>
                            </p:stCondLst>
                            <p:childTnLst>
                              <p:par>
                                <p:cTn id="53" presetID="22" presetClass="entr" presetSubtype="1" fill="hold" grpId="0" nodeType="after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wipe(up)">
                                      <p:cBhvr>
                                        <p:cTn id="55" dur="400"/>
                                        <p:tgtEl>
                                          <p:spTgt spid="35"/>
                                        </p:tgtEl>
                                      </p:cBhvr>
                                    </p:animEffect>
                                  </p:childTnLst>
                                </p:cTn>
                              </p:par>
                            </p:childTnLst>
                          </p:cTn>
                        </p:par>
                        <p:par>
                          <p:cTn id="56" fill="hold" nodeType="afterGroup">
                            <p:stCondLst>
                              <p:cond delay="5500"/>
                            </p:stCondLst>
                            <p:childTnLst>
                              <p:par>
                                <p:cTn id="57" presetID="22" presetClass="entr" presetSubtype="1" fill="hold" grpId="0" nodeType="after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wipe(up)">
                                      <p:cBhvr>
                                        <p:cTn id="59" dur="400"/>
                                        <p:tgtEl>
                                          <p:spTgt spid="39"/>
                                        </p:tgtEl>
                                      </p:cBhvr>
                                    </p:animEffect>
                                  </p:childTnLst>
                                </p:cTn>
                              </p:par>
                            </p:childTnLst>
                          </p:cTn>
                        </p:par>
                        <p:par>
                          <p:cTn id="60" fill="hold" nodeType="afterGroup">
                            <p:stCondLst>
                              <p:cond delay="5900"/>
                            </p:stCondLst>
                            <p:childTnLst>
                              <p:par>
                                <p:cTn id="61" presetID="22" presetClass="entr" presetSubtype="1"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wipe(up)">
                                      <p:cBhvr>
                                        <p:cTn id="63" dur="400"/>
                                        <p:tgtEl>
                                          <p:spTgt spid="40"/>
                                        </p:tgtEl>
                                      </p:cBhvr>
                                    </p:animEffect>
                                  </p:childTnLst>
                                </p:cTn>
                              </p:par>
                            </p:childTnLst>
                          </p:cTn>
                        </p:par>
                        <p:par>
                          <p:cTn id="64" fill="hold" nodeType="afterGroup">
                            <p:stCondLst>
                              <p:cond delay="6300"/>
                            </p:stCondLst>
                            <p:childTnLst>
                              <p:par>
                                <p:cTn id="65" presetID="22" presetClass="entr" presetSubtype="1" fill="hold" grpId="0" nodeType="after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wipe(up)">
                                      <p:cBhvr>
                                        <p:cTn id="6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p:bldP spid="15" grpId="0"/>
      <p:bldP spid="16" grpId="0" animBg="1"/>
      <p:bldP spid="17" grpId="0"/>
      <p:bldP spid="18" grpId="0" animBg="1"/>
      <p:bldP spid="19" grpId="0"/>
      <p:bldP spid="23" grpId="0"/>
      <p:bldP spid="24" grpId="0" animBg="1"/>
      <p:bldP spid="25" grpId="0"/>
      <p:bldP spid="34" grpId="0" animBg="1"/>
      <p:bldP spid="35" grpId="0"/>
      <p:bldP spid="39" grpId="0"/>
      <p:bldP spid="40" grpId="0" animBg="1"/>
      <p:bldP spid="4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id="{EE5AE75B-0614-43BA-A805-0348E6984AC3}"/>
              </a:ext>
            </a:extLst>
          </p:cNvPr>
          <p:cNvSpPr/>
          <p:nvPr/>
        </p:nvSpPr>
        <p:spPr>
          <a:xfrm>
            <a:off x="858838" y="2797175"/>
            <a:ext cx="2757487" cy="1533525"/>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1" name="Прямоугольник 10">
            <a:extLst>
              <a:ext uri="{FF2B5EF4-FFF2-40B4-BE49-F238E27FC236}">
                <a16:creationId xmlns:a16="http://schemas.microsoft.com/office/drawing/2014/main" id="{93705BDC-04C6-40CB-8052-EBAC7E1CA916}"/>
              </a:ext>
            </a:extLst>
          </p:cNvPr>
          <p:cNvSpPr/>
          <p:nvPr/>
        </p:nvSpPr>
        <p:spPr>
          <a:xfrm>
            <a:off x="4737100" y="2797175"/>
            <a:ext cx="2757488" cy="1533525"/>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4" name="Прямоугольник 13">
            <a:extLst>
              <a:ext uri="{FF2B5EF4-FFF2-40B4-BE49-F238E27FC236}">
                <a16:creationId xmlns:a16="http://schemas.microsoft.com/office/drawing/2014/main" id="{12E30FE2-BDA0-4EC3-BCFA-5D83E7D7CA67}"/>
              </a:ext>
            </a:extLst>
          </p:cNvPr>
          <p:cNvSpPr/>
          <p:nvPr/>
        </p:nvSpPr>
        <p:spPr>
          <a:xfrm>
            <a:off x="8615363" y="2797175"/>
            <a:ext cx="2757487" cy="1528763"/>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grpSp>
        <p:nvGrpSpPr>
          <p:cNvPr id="15" name="Группа 14">
            <a:extLst>
              <a:ext uri="{FF2B5EF4-FFF2-40B4-BE49-F238E27FC236}">
                <a16:creationId xmlns:a16="http://schemas.microsoft.com/office/drawing/2014/main" id="{93A39298-C9A6-4004-84F7-17AC7E71330F}"/>
              </a:ext>
            </a:extLst>
          </p:cNvPr>
          <p:cNvGrpSpPr>
            <a:grpSpLocks/>
          </p:cNvGrpSpPr>
          <p:nvPr/>
        </p:nvGrpSpPr>
        <p:grpSpPr bwMode="auto">
          <a:xfrm>
            <a:off x="682625" y="2686050"/>
            <a:ext cx="354013" cy="665163"/>
            <a:chOff x="1091823" y="2224585"/>
            <a:chExt cx="354843" cy="665253"/>
          </a:xfrm>
        </p:grpSpPr>
        <p:sp>
          <p:nvSpPr>
            <p:cNvPr id="16" name="Овал 15">
              <a:extLst>
                <a:ext uri="{FF2B5EF4-FFF2-40B4-BE49-F238E27FC236}">
                  <a16:creationId xmlns:a16="http://schemas.microsoft.com/office/drawing/2014/main" id="{130DF7A2-555D-4151-849B-5A40ED860B28}"/>
                </a:ext>
              </a:extLst>
            </p:cNvPr>
            <p:cNvSpPr/>
            <p:nvPr/>
          </p:nvSpPr>
          <p:spPr>
            <a:xfrm>
              <a:off x="1091823" y="2224585"/>
              <a:ext cx="354843" cy="354061"/>
            </a:xfrm>
            <a:prstGeom prst="ellipse">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2255" name="Подзаголовок 2">
              <a:extLst>
                <a:ext uri="{FF2B5EF4-FFF2-40B4-BE49-F238E27FC236}">
                  <a16:creationId xmlns:a16="http://schemas.microsoft.com/office/drawing/2014/main" id="{F0E5EF16-E2DA-42A3-AD2C-9B0DD52A8BAB}"/>
                </a:ext>
              </a:extLst>
            </p:cNvPr>
            <p:cNvSpPr txBox="1">
              <a:spLocks/>
            </p:cNvSpPr>
            <p:nvPr/>
          </p:nvSpPr>
          <p:spPr bwMode="auto">
            <a:xfrm>
              <a:off x="1091823" y="2303851"/>
              <a:ext cx="346120" cy="5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3200">
                  <a:solidFill>
                    <a:schemeClr val="bg1"/>
                  </a:solidFill>
                  <a:latin typeface="Raleway" panose="020B0503030101060003" pitchFamily="34" charset="0"/>
                </a:rPr>
                <a:t>+</a:t>
              </a:r>
              <a:endParaRPr lang="en-US" altLang="ru-RU" sz="1800">
                <a:solidFill>
                  <a:schemeClr val="bg1"/>
                </a:solidFill>
                <a:latin typeface="Raleway" panose="020B0503030101060003" pitchFamily="34" charset="0"/>
                <a:cs typeface="Poppins" pitchFamily="2" charset="0"/>
              </a:endParaRPr>
            </a:p>
          </p:txBody>
        </p:sp>
      </p:grpSp>
      <p:grpSp>
        <p:nvGrpSpPr>
          <p:cNvPr id="18" name="Группа 17">
            <a:extLst>
              <a:ext uri="{FF2B5EF4-FFF2-40B4-BE49-F238E27FC236}">
                <a16:creationId xmlns:a16="http://schemas.microsoft.com/office/drawing/2014/main" id="{5BC4081D-1850-44E1-9FE9-09CBE6F4D110}"/>
              </a:ext>
            </a:extLst>
          </p:cNvPr>
          <p:cNvGrpSpPr>
            <a:grpSpLocks/>
          </p:cNvGrpSpPr>
          <p:nvPr/>
        </p:nvGrpSpPr>
        <p:grpSpPr bwMode="auto">
          <a:xfrm>
            <a:off x="4560888" y="2676525"/>
            <a:ext cx="354012" cy="665163"/>
            <a:chOff x="1091823" y="2224585"/>
            <a:chExt cx="354843" cy="665253"/>
          </a:xfrm>
        </p:grpSpPr>
        <p:sp>
          <p:nvSpPr>
            <p:cNvPr id="19" name="Овал 18">
              <a:extLst>
                <a:ext uri="{FF2B5EF4-FFF2-40B4-BE49-F238E27FC236}">
                  <a16:creationId xmlns:a16="http://schemas.microsoft.com/office/drawing/2014/main" id="{81860549-1D98-4FFD-B061-AA12D6078B81}"/>
                </a:ext>
              </a:extLst>
            </p:cNvPr>
            <p:cNvSpPr/>
            <p:nvPr/>
          </p:nvSpPr>
          <p:spPr>
            <a:xfrm>
              <a:off x="1091823" y="2224585"/>
              <a:ext cx="354843" cy="354061"/>
            </a:xfrm>
            <a:prstGeom prst="ellipse">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2253" name="Подзаголовок 2">
              <a:extLst>
                <a:ext uri="{FF2B5EF4-FFF2-40B4-BE49-F238E27FC236}">
                  <a16:creationId xmlns:a16="http://schemas.microsoft.com/office/drawing/2014/main" id="{A46F5B21-D5B4-483A-B5CC-7B051319E0C6}"/>
                </a:ext>
              </a:extLst>
            </p:cNvPr>
            <p:cNvSpPr txBox="1">
              <a:spLocks/>
            </p:cNvSpPr>
            <p:nvPr/>
          </p:nvSpPr>
          <p:spPr bwMode="auto">
            <a:xfrm>
              <a:off x="1091823" y="2303851"/>
              <a:ext cx="346120" cy="5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3200">
                  <a:solidFill>
                    <a:schemeClr val="bg1"/>
                  </a:solidFill>
                  <a:latin typeface="Raleway" panose="020B0503030101060003" pitchFamily="34" charset="0"/>
                </a:rPr>
                <a:t>+</a:t>
              </a:r>
              <a:endParaRPr lang="en-US" altLang="ru-RU" sz="1800">
                <a:solidFill>
                  <a:schemeClr val="bg1"/>
                </a:solidFill>
                <a:latin typeface="Raleway" panose="020B0503030101060003" pitchFamily="34" charset="0"/>
                <a:cs typeface="Poppins" pitchFamily="2" charset="0"/>
              </a:endParaRPr>
            </a:p>
          </p:txBody>
        </p:sp>
      </p:grpSp>
      <p:grpSp>
        <p:nvGrpSpPr>
          <p:cNvPr id="21" name="Группа 20">
            <a:extLst>
              <a:ext uri="{FF2B5EF4-FFF2-40B4-BE49-F238E27FC236}">
                <a16:creationId xmlns:a16="http://schemas.microsoft.com/office/drawing/2014/main" id="{F7DC2694-D16E-4344-994C-AF0841597A0A}"/>
              </a:ext>
            </a:extLst>
          </p:cNvPr>
          <p:cNvGrpSpPr>
            <a:grpSpLocks/>
          </p:cNvGrpSpPr>
          <p:nvPr/>
        </p:nvGrpSpPr>
        <p:grpSpPr bwMode="auto">
          <a:xfrm>
            <a:off x="8499475" y="2659063"/>
            <a:ext cx="355600" cy="665162"/>
            <a:chOff x="1091823" y="2224585"/>
            <a:chExt cx="354843" cy="665253"/>
          </a:xfrm>
        </p:grpSpPr>
        <p:sp>
          <p:nvSpPr>
            <p:cNvPr id="22" name="Овал 21">
              <a:extLst>
                <a:ext uri="{FF2B5EF4-FFF2-40B4-BE49-F238E27FC236}">
                  <a16:creationId xmlns:a16="http://schemas.microsoft.com/office/drawing/2014/main" id="{F2ED1603-4ECC-461D-8508-395F2013B334}"/>
                </a:ext>
              </a:extLst>
            </p:cNvPr>
            <p:cNvSpPr/>
            <p:nvPr/>
          </p:nvSpPr>
          <p:spPr>
            <a:xfrm>
              <a:off x="1091823" y="2224585"/>
              <a:ext cx="354843" cy="354060"/>
            </a:xfrm>
            <a:prstGeom prst="ellipse">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2251" name="Подзаголовок 2">
              <a:extLst>
                <a:ext uri="{FF2B5EF4-FFF2-40B4-BE49-F238E27FC236}">
                  <a16:creationId xmlns:a16="http://schemas.microsoft.com/office/drawing/2014/main" id="{0F26D227-F9A2-4F8E-85CC-6A47E614FA01}"/>
                </a:ext>
              </a:extLst>
            </p:cNvPr>
            <p:cNvSpPr txBox="1">
              <a:spLocks/>
            </p:cNvSpPr>
            <p:nvPr/>
          </p:nvSpPr>
          <p:spPr bwMode="auto">
            <a:xfrm>
              <a:off x="1091823" y="2303851"/>
              <a:ext cx="346120" cy="5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3200">
                  <a:solidFill>
                    <a:schemeClr val="bg1"/>
                  </a:solidFill>
                  <a:latin typeface="Raleway" panose="020B0503030101060003" pitchFamily="34" charset="0"/>
                </a:rPr>
                <a:t>+</a:t>
              </a:r>
              <a:endParaRPr lang="en-US" altLang="ru-RU" sz="1800">
                <a:solidFill>
                  <a:schemeClr val="bg1"/>
                </a:solidFill>
                <a:latin typeface="Raleway" panose="020B0503030101060003" pitchFamily="34" charset="0"/>
                <a:cs typeface="Poppins" pitchFamily="2" charset="0"/>
              </a:endParaRPr>
            </a:p>
          </p:txBody>
        </p:sp>
      </p:grpSp>
      <p:sp>
        <p:nvSpPr>
          <p:cNvPr id="24" name="Прямоугольник 23">
            <a:extLst>
              <a:ext uri="{FF2B5EF4-FFF2-40B4-BE49-F238E27FC236}">
                <a16:creationId xmlns:a16="http://schemas.microsoft.com/office/drawing/2014/main" id="{0C613F0D-005D-4E69-B641-5C7343C6237F}"/>
              </a:ext>
            </a:extLst>
          </p:cNvPr>
          <p:cNvSpPr/>
          <p:nvPr/>
        </p:nvSpPr>
        <p:spPr>
          <a:xfrm>
            <a:off x="1533525" y="3281363"/>
            <a:ext cx="1408113" cy="565150"/>
          </a:xfrm>
          <a:prstGeom prst="rect">
            <a:avLst/>
          </a:prstGeom>
          <a:noFill/>
          <a:ln w="1270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5" name="Прямоугольник 24">
            <a:extLst>
              <a:ext uri="{FF2B5EF4-FFF2-40B4-BE49-F238E27FC236}">
                <a16:creationId xmlns:a16="http://schemas.microsoft.com/office/drawing/2014/main" id="{37A2FBD3-97AF-4B03-B4B9-64D1E90D5DBB}"/>
              </a:ext>
            </a:extLst>
          </p:cNvPr>
          <p:cNvSpPr/>
          <p:nvPr/>
        </p:nvSpPr>
        <p:spPr>
          <a:xfrm>
            <a:off x="1622801" y="3405188"/>
            <a:ext cx="1202573"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pc="100" dirty="0">
                <a:solidFill>
                  <a:schemeClr val="bg1"/>
                </a:solidFill>
                <a:latin typeface="+mn-lt"/>
                <a:cs typeface="Poppins" panose="02000000000000000000" pitchFamily="2" charset="0"/>
              </a:rPr>
              <a:t>6 Months</a:t>
            </a:r>
            <a:endParaRPr lang="en-US" spc="100" dirty="0">
              <a:solidFill>
                <a:schemeClr val="bg1"/>
              </a:solidFill>
              <a:latin typeface="Montserrat" panose="02000505000000020004" pitchFamily="2" charset="0"/>
              <a:cs typeface="Poppins" panose="02000000000000000000" pitchFamily="2" charset="0"/>
            </a:endParaRPr>
          </a:p>
        </p:txBody>
      </p:sp>
      <p:sp>
        <p:nvSpPr>
          <p:cNvPr id="27" name="Подзаголовок 2">
            <a:extLst>
              <a:ext uri="{FF2B5EF4-FFF2-40B4-BE49-F238E27FC236}">
                <a16:creationId xmlns:a16="http://schemas.microsoft.com/office/drawing/2014/main" id="{9473218E-5C2E-4F40-A69F-9B8F8695373C}"/>
              </a:ext>
            </a:extLst>
          </p:cNvPr>
          <p:cNvSpPr txBox="1">
            <a:spLocks/>
          </p:cNvSpPr>
          <p:nvPr/>
        </p:nvSpPr>
        <p:spPr bwMode="auto">
          <a:xfrm>
            <a:off x="1187450" y="2357438"/>
            <a:ext cx="20970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ts val="2000"/>
              </a:lnSpc>
              <a:spcBef>
                <a:spcPct val="0"/>
              </a:spcBef>
              <a:buFont typeface="Arial" panose="020B0604020202020204" pitchFamily="34" charset="0"/>
              <a:buNone/>
            </a:pPr>
            <a:r>
              <a:rPr lang="en-US" altLang="ru-RU" sz="1200" dirty="0">
                <a:latin typeface="Raleway Heavy" pitchFamily="34" charset="0"/>
              </a:rPr>
              <a:t>DURATION</a:t>
            </a:r>
          </a:p>
        </p:txBody>
      </p:sp>
      <p:sp>
        <p:nvSpPr>
          <p:cNvPr id="29" name="Прямоугольник 28">
            <a:extLst>
              <a:ext uri="{FF2B5EF4-FFF2-40B4-BE49-F238E27FC236}">
                <a16:creationId xmlns:a16="http://schemas.microsoft.com/office/drawing/2014/main" id="{41179951-BEE4-4E3E-BA51-2551C316F87A}"/>
              </a:ext>
            </a:extLst>
          </p:cNvPr>
          <p:cNvSpPr/>
          <p:nvPr/>
        </p:nvSpPr>
        <p:spPr>
          <a:xfrm>
            <a:off x="5411788" y="3278188"/>
            <a:ext cx="1408112" cy="565150"/>
          </a:xfrm>
          <a:prstGeom prst="rect">
            <a:avLst/>
          </a:prstGeom>
          <a:noFill/>
          <a:ln w="1270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0" name="Прямоугольник 29">
            <a:extLst>
              <a:ext uri="{FF2B5EF4-FFF2-40B4-BE49-F238E27FC236}">
                <a16:creationId xmlns:a16="http://schemas.microsoft.com/office/drawing/2014/main" id="{64A7F203-A3F6-4840-B0EF-45219868D2AB}"/>
              </a:ext>
            </a:extLst>
          </p:cNvPr>
          <p:cNvSpPr/>
          <p:nvPr/>
        </p:nvSpPr>
        <p:spPr>
          <a:xfrm>
            <a:off x="5609025" y="3395663"/>
            <a:ext cx="1035861"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pc="100" dirty="0">
                <a:solidFill>
                  <a:schemeClr val="bg1"/>
                </a:solidFill>
                <a:latin typeface="+mn-lt"/>
                <a:cs typeface="Poppins" panose="02000000000000000000" pitchFamily="2" charset="0"/>
              </a:rPr>
              <a:t>~$</a:t>
            </a:r>
            <a:r>
              <a:rPr lang="en-US" spc="100" dirty="0">
                <a:solidFill>
                  <a:schemeClr val="bg1"/>
                </a:solidFill>
                <a:latin typeface="Montserrat" panose="02000505000000020004" pitchFamily="2" charset="0"/>
                <a:cs typeface="Poppins" panose="02000000000000000000" pitchFamily="2" charset="0"/>
              </a:rPr>
              <a:t>183K</a:t>
            </a:r>
          </a:p>
        </p:txBody>
      </p:sp>
      <p:sp>
        <p:nvSpPr>
          <p:cNvPr id="31" name="Прямоугольник 30">
            <a:extLst>
              <a:ext uri="{FF2B5EF4-FFF2-40B4-BE49-F238E27FC236}">
                <a16:creationId xmlns:a16="http://schemas.microsoft.com/office/drawing/2014/main" id="{C9C6760C-6374-48F6-8962-23427CC63DAD}"/>
              </a:ext>
            </a:extLst>
          </p:cNvPr>
          <p:cNvSpPr/>
          <p:nvPr/>
        </p:nvSpPr>
        <p:spPr>
          <a:xfrm>
            <a:off x="9290050" y="3281363"/>
            <a:ext cx="1408113" cy="565150"/>
          </a:xfrm>
          <a:prstGeom prst="rect">
            <a:avLst/>
          </a:prstGeom>
          <a:noFill/>
          <a:ln w="1270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2" name="Прямоугольник 31">
            <a:extLst>
              <a:ext uri="{FF2B5EF4-FFF2-40B4-BE49-F238E27FC236}">
                <a16:creationId xmlns:a16="http://schemas.microsoft.com/office/drawing/2014/main" id="{9F71FB51-6BB6-4788-B336-DA9ED3FA4A5A}"/>
              </a:ext>
            </a:extLst>
          </p:cNvPr>
          <p:cNvSpPr/>
          <p:nvPr/>
        </p:nvSpPr>
        <p:spPr>
          <a:xfrm>
            <a:off x="9300463" y="3392488"/>
            <a:ext cx="1425390"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pc="100" dirty="0">
                <a:solidFill>
                  <a:schemeClr val="bg1"/>
                </a:solidFill>
                <a:latin typeface="+mn-lt"/>
                <a:cs typeface="Poppins" panose="02000000000000000000" pitchFamily="2" charset="0"/>
              </a:rPr>
              <a:t>TCO @50% </a:t>
            </a:r>
            <a:endParaRPr lang="en-US" spc="100" dirty="0">
              <a:solidFill>
                <a:schemeClr val="bg1"/>
              </a:solidFill>
              <a:latin typeface="Montserrat" panose="02000505000000020004" pitchFamily="2" charset="0"/>
              <a:cs typeface="Poppins" panose="02000000000000000000" pitchFamily="2" charset="0"/>
            </a:endParaRPr>
          </a:p>
        </p:txBody>
      </p:sp>
      <p:sp>
        <p:nvSpPr>
          <p:cNvPr id="28" name="Подзаголовок 2">
            <a:extLst>
              <a:ext uri="{FF2B5EF4-FFF2-40B4-BE49-F238E27FC236}">
                <a16:creationId xmlns:a16="http://schemas.microsoft.com/office/drawing/2014/main" id="{04864F27-63B4-440B-A25C-7D30D7975432}"/>
              </a:ext>
            </a:extLst>
          </p:cNvPr>
          <p:cNvSpPr txBox="1">
            <a:spLocks/>
          </p:cNvSpPr>
          <p:nvPr/>
        </p:nvSpPr>
        <p:spPr>
          <a:xfrm>
            <a:off x="1187450" y="4581525"/>
            <a:ext cx="2097088" cy="16557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Month Architecture / POC</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Month ENV provisioning</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3 Month Execution</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Month Transition</a:t>
            </a:r>
          </a:p>
          <a:p>
            <a:pPr marL="0" indent="0" algn="ctr" fontAlgn="auto">
              <a:lnSpc>
                <a:spcPts val="2000"/>
              </a:lnSpc>
              <a:spcBef>
                <a:spcPts val="0"/>
              </a:spcBef>
              <a:spcAft>
                <a:spcPts val="0"/>
              </a:spcAft>
              <a:buFont typeface="Arial" panose="020B0604020202020204" pitchFamily="34" charset="0"/>
              <a:buNone/>
              <a:defRPr/>
            </a:pPr>
            <a:endParaRPr lang="en-US" sz="1000" dirty="0">
              <a:solidFill>
                <a:schemeClr val="bg1">
                  <a:lumMod val="75000"/>
                </a:schemeClr>
              </a:solidFill>
              <a:latin typeface="Raleway ExtraBold" panose="020B0903030101060003" pitchFamily="34" charset="-52"/>
              <a:cs typeface="Poppins" panose="02000000000000000000" pitchFamily="2" charset="0"/>
            </a:endParaRPr>
          </a:p>
          <a:p>
            <a:pPr marL="0" indent="0" algn="ctr" fontAlgn="auto">
              <a:lnSpc>
                <a:spcPts val="2000"/>
              </a:lnSpc>
              <a:spcBef>
                <a:spcPts val="0"/>
              </a:spcBef>
              <a:spcAft>
                <a:spcPts val="0"/>
              </a:spcAft>
              <a:buFont typeface="Arial" panose="020B0604020202020204" pitchFamily="34" charset="0"/>
              <a:buNone/>
              <a:defRPr/>
            </a:pPr>
            <a:endParaRPr lang="en-US" sz="1000" dirty="0">
              <a:latin typeface="Raleway ExtraBold" panose="020B0903030101060003" pitchFamily="34" charset="-52"/>
              <a:cs typeface="Poppins" panose="02000000000000000000" pitchFamily="2" charset="0"/>
            </a:endParaRPr>
          </a:p>
        </p:txBody>
      </p:sp>
      <p:sp>
        <p:nvSpPr>
          <p:cNvPr id="33" name="Подзаголовок 2">
            <a:extLst>
              <a:ext uri="{FF2B5EF4-FFF2-40B4-BE49-F238E27FC236}">
                <a16:creationId xmlns:a16="http://schemas.microsoft.com/office/drawing/2014/main" id="{DDF488DF-378F-44A3-9F3D-27137A301C90}"/>
              </a:ext>
            </a:extLst>
          </p:cNvPr>
          <p:cNvSpPr txBox="1">
            <a:spLocks/>
          </p:cNvSpPr>
          <p:nvPr/>
        </p:nvSpPr>
        <p:spPr>
          <a:xfrm>
            <a:off x="4737100" y="4581525"/>
            <a:ext cx="2757487" cy="16557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Architect – 1*100*8*36 = ~$29K</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Senior DevOps – 1*25*8*22*6 = ~$27K</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6 DevOps - 6*20*8*22*6 = ~$127K</a:t>
            </a:r>
          </a:p>
          <a:p>
            <a:pPr marL="0" indent="0" algn="ctr" fontAlgn="auto">
              <a:lnSpc>
                <a:spcPts val="2000"/>
              </a:lnSpc>
              <a:spcBef>
                <a:spcPts val="0"/>
              </a:spcBef>
              <a:spcAft>
                <a:spcPts val="0"/>
              </a:spcAft>
              <a:buFont typeface="Arial" panose="020B0604020202020204" pitchFamily="34" charset="0"/>
              <a:buNone/>
              <a:defRPr/>
            </a:pPr>
            <a:endParaRPr lang="en-US" sz="1000" dirty="0">
              <a:latin typeface="Raleway ExtraBold" panose="020B0903030101060003" pitchFamily="34" charset="-52"/>
              <a:cs typeface="Poppins" panose="02000000000000000000" pitchFamily="2" charset="0"/>
            </a:endParaRPr>
          </a:p>
        </p:txBody>
      </p:sp>
      <p:sp>
        <p:nvSpPr>
          <p:cNvPr id="34" name="Подзаголовок 2">
            <a:extLst>
              <a:ext uri="{FF2B5EF4-FFF2-40B4-BE49-F238E27FC236}">
                <a16:creationId xmlns:a16="http://schemas.microsoft.com/office/drawing/2014/main" id="{1B1EDCB1-F228-490C-9331-05455C862D6C}"/>
              </a:ext>
            </a:extLst>
          </p:cNvPr>
          <p:cNvSpPr txBox="1">
            <a:spLocks/>
          </p:cNvSpPr>
          <p:nvPr/>
        </p:nvSpPr>
        <p:spPr bwMode="auto">
          <a:xfrm>
            <a:off x="8918575" y="4581525"/>
            <a:ext cx="2097088"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ts val="2000"/>
              </a:lnSpc>
              <a:spcBef>
                <a:spcPct val="0"/>
              </a:spcBef>
              <a:buFont typeface="Arial" panose="020B0604020202020204" pitchFamily="34" charset="0"/>
              <a:buNone/>
            </a:pPr>
            <a:r>
              <a:rPr lang="en-US" altLang="ru-RU" sz="1000" dirty="0">
                <a:latin typeface="Raleway ExtraBold" panose="020B0903030101060003" pitchFamily="34" charset="0"/>
                <a:cs typeface="Poppins" pitchFamily="2" charset="0"/>
              </a:rPr>
              <a:t>60% Hardware </a:t>
            </a:r>
          </a:p>
          <a:p>
            <a:pPr algn="ctr" eaLnBrk="1" hangingPunct="1">
              <a:lnSpc>
                <a:spcPts val="2000"/>
              </a:lnSpc>
              <a:spcBef>
                <a:spcPct val="0"/>
              </a:spcBef>
              <a:buFont typeface="Arial" panose="020B0604020202020204" pitchFamily="34" charset="0"/>
              <a:buNone/>
            </a:pPr>
            <a:r>
              <a:rPr lang="en-US" altLang="ru-RU" sz="1000" dirty="0">
                <a:latin typeface="Raleway ExtraBold" panose="020B0903030101060003" pitchFamily="34" charset="0"/>
                <a:cs typeface="Poppins" pitchFamily="2" charset="0"/>
              </a:rPr>
              <a:t>70% Opex</a:t>
            </a:r>
          </a:p>
          <a:p>
            <a:pPr algn="ctr" eaLnBrk="1" hangingPunct="1">
              <a:lnSpc>
                <a:spcPts val="2000"/>
              </a:lnSpc>
              <a:spcBef>
                <a:spcPct val="0"/>
              </a:spcBef>
              <a:buFont typeface="Arial" panose="020B0604020202020204" pitchFamily="34" charset="0"/>
              <a:buNone/>
            </a:pPr>
            <a:r>
              <a:rPr lang="en-US" altLang="ru-RU" sz="1000" dirty="0">
                <a:latin typeface="Raleway ExtraBold" panose="020B0903030101060003" pitchFamily="34" charset="0"/>
                <a:cs typeface="Poppins" pitchFamily="2" charset="0"/>
              </a:rPr>
              <a:t>10X Reliability</a:t>
            </a:r>
          </a:p>
          <a:p>
            <a:pPr algn="ctr" eaLnBrk="1" hangingPunct="1">
              <a:lnSpc>
                <a:spcPts val="2000"/>
              </a:lnSpc>
              <a:spcBef>
                <a:spcPct val="0"/>
              </a:spcBef>
              <a:buFont typeface="Arial" panose="020B0604020202020204" pitchFamily="34" charset="0"/>
              <a:buNone/>
            </a:pPr>
            <a:r>
              <a:rPr lang="en-US" altLang="ru-RU" sz="1000" dirty="0">
                <a:latin typeface="Raleway ExtraBold" panose="020B0903030101060003" pitchFamily="34" charset="0"/>
                <a:cs typeface="Poppins" pitchFamily="2" charset="0"/>
              </a:rPr>
              <a:t>5X Agility</a:t>
            </a:r>
          </a:p>
          <a:p>
            <a:pPr algn="ctr" eaLnBrk="1" hangingPunct="1">
              <a:lnSpc>
                <a:spcPts val="2000"/>
              </a:lnSpc>
              <a:spcBef>
                <a:spcPct val="0"/>
              </a:spcBef>
              <a:buFont typeface="Arial" panose="020B0604020202020204" pitchFamily="34" charset="0"/>
              <a:buNone/>
            </a:pPr>
            <a:endParaRPr lang="en-US" altLang="ru-RU" sz="1000" dirty="0">
              <a:latin typeface="Raleway ExtraBold" panose="020B0903030101060003" pitchFamily="34" charset="0"/>
              <a:cs typeface="Poppins" pitchFamily="2" charset="0"/>
            </a:endParaRPr>
          </a:p>
        </p:txBody>
      </p:sp>
      <p:sp>
        <p:nvSpPr>
          <p:cNvPr id="37" name="Прямоугольник 36">
            <a:extLst>
              <a:ext uri="{FF2B5EF4-FFF2-40B4-BE49-F238E27FC236}">
                <a16:creationId xmlns:a16="http://schemas.microsoft.com/office/drawing/2014/main" id="{48E9309E-C4AF-4AA3-ADAD-540081526F7E}"/>
              </a:ext>
            </a:extLst>
          </p:cNvPr>
          <p:cNvSpPr/>
          <p:nvPr/>
        </p:nvSpPr>
        <p:spPr>
          <a:xfrm>
            <a:off x="0" y="0"/>
            <a:ext cx="12192000" cy="2033588"/>
          </a:xfrm>
          <a:prstGeom prst="rect">
            <a:avLst/>
          </a:prstGeom>
          <a:solidFill>
            <a:srgbClr val="E2393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5" name="Подзаголовок 2">
            <a:extLst>
              <a:ext uri="{FF2B5EF4-FFF2-40B4-BE49-F238E27FC236}">
                <a16:creationId xmlns:a16="http://schemas.microsoft.com/office/drawing/2014/main" id="{2260DE5C-A91D-400C-A31C-D64DF840277F}"/>
              </a:ext>
            </a:extLst>
          </p:cNvPr>
          <p:cNvSpPr txBox="1">
            <a:spLocks/>
          </p:cNvSpPr>
          <p:nvPr/>
        </p:nvSpPr>
        <p:spPr bwMode="auto">
          <a:xfrm>
            <a:off x="4737100" y="2357438"/>
            <a:ext cx="27574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ts val="2000"/>
              </a:lnSpc>
              <a:spcBef>
                <a:spcPct val="0"/>
              </a:spcBef>
              <a:buFont typeface="Arial" panose="020B0604020202020204" pitchFamily="34" charset="0"/>
              <a:buNone/>
            </a:pPr>
            <a:r>
              <a:rPr lang="en-US" altLang="ru-RU" sz="1200" dirty="0">
                <a:latin typeface="Raleway Heavy" pitchFamily="34" charset="0"/>
              </a:rPr>
              <a:t>~COST</a:t>
            </a:r>
          </a:p>
        </p:txBody>
      </p:sp>
      <p:sp>
        <p:nvSpPr>
          <p:cNvPr id="36" name="Подзаголовок 2">
            <a:extLst>
              <a:ext uri="{FF2B5EF4-FFF2-40B4-BE49-F238E27FC236}">
                <a16:creationId xmlns:a16="http://schemas.microsoft.com/office/drawing/2014/main" id="{207ED1A6-7BD5-4D95-912E-963C9D60BDB5}"/>
              </a:ext>
            </a:extLst>
          </p:cNvPr>
          <p:cNvSpPr txBox="1">
            <a:spLocks/>
          </p:cNvSpPr>
          <p:nvPr/>
        </p:nvSpPr>
        <p:spPr bwMode="auto">
          <a:xfrm>
            <a:off x="8588375" y="2357438"/>
            <a:ext cx="27574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ts val="2000"/>
              </a:lnSpc>
              <a:spcBef>
                <a:spcPct val="0"/>
              </a:spcBef>
              <a:buFont typeface="Arial" panose="020B0604020202020204" pitchFamily="34" charset="0"/>
              <a:buNone/>
            </a:pPr>
            <a:r>
              <a:rPr lang="en-US" altLang="ru-RU" sz="1200" dirty="0">
                <a:latin typeface="Raleway Heavy" pitchFamily="34" charset="0"/>
              </a:rPr>
              <a:t>ROI</a:t>
            </a:r>
          </a:p>
        </p:txBody>
      </p:sp>
      <p:sp>
        <p:nvSpPr>
          <p:cNvPr id="5" name="TextBox 4">
            <a:extLst>
              <a:ext uri="{FF2B5EF4-FFF2-40B4-BE49-F238E27FC236}">
                <a16:creationId xmlns:a16="http://schemas.microsoft.com/office/drawing/2014/main" id="{068A1C34-EC2A-4E5F-AB1C-9BE26B411448}"/>
              </a:ext>
            </a:extLst>
          </p:cNvPr>
          <p:cNvSpPr txBox="1"/>
          <p:nvPr/>
        </p:nvSpPr>
        <p:spPr>
          <a:xfrm>
            <a:off x="2100263" y="630238"/>
            <a:ext cx="7970837" cy="1016000"/>
          </a:xfrm>
          <a:prstGeom prst="rect">
            <a:avLst/>
          </a:prstGeom>
          <a:noFill/>
        </p:spPr>
        <p:txBody>
          <a:bodyPr>
            <a:spAutoFit/>
          </a:bodyPr>
          <a:lstStyle/>
          <a:p>
            <a:pPr algn="ctr" eaLnBrk="1" fontAlgn="auto" hangingPunct="1">
              <a:lnSpc>
                <a:spcPts val="3600"/>
              </a:lnSpc>
              <a:spcBef>
                <a:spcPts val="0"/>
              </a:spcBef>
              <a:spcAft>
                <a:spcPts val="0"/>
              </a:spcAft>
              <a:defRPr/>
            </a:pPr>
            <a:r>
              <a:rPr lang="en-US" sz="4400" dirty="0">
                <a:solidFill>
                  <a:schemeClr val="bg1"/>
                </a:solidFill>
                <a:latin typeface="Raleway ExtraBold" panose="020B0903030101060003" pitchFamily="34" charset="-52"/>
              </a:rPr>
              <a:t>Time/ ~Cost / ROI</a:t>
            </a:r>
          </a:p>
          <a:p>
            <a:pPr algn="ctr" eaLnBrk="1" fontAlgn="auto" hangingPunct="1">
              <a:lnSpc>
                <a:spcPts val="3600"/>
              </a:lnSpc>
              <a:spcBef>
                <a:spcPts val="0"/>
              </a:spcBef>
              <a:spcAft>
                <a:spcPts val="0"/>
              </a:spcAft>
              <a:defRPr/>
            </a:pPr>
            <a:r>
              <a:rPr lang="en-US" sz="1200" kern="0" spc="50" dirty="0">
                <a:solidFill>
                  <a:schemeClr val="bg1"/>
                </a:solidFill>
                <a:latin typeface="Raleway ExtraBold" panose="020B0903030101060003" pitchFamily="34" charset="-52"/>
              </a:rPr>
              <a:t>Some Important numbers</a:t>
            </a:r>
            <a:endParaRPr lang="en-US" sz="1200" spc="50" dirty="0">
              <a:solidFill>
                <a:schemeClr val="bg1"/>
              </a:solidFill>
              <a:latin typeface="Raleway ExtraBold" panose="020B0903030101060003" pitchFamily="34" charset="-52"/>
            </a:endParaRPr>
          </a:p>
        </p:txBody>
      </p:sp>
      <p:pic>
        <p:nvPicPr>
          <p:cNvPr id="6" name="Picture Placeholder 5" descr="Coins">
            <a:extLst>
              <a:ext uri="{FF2B5EF4-FFF2-40B4-BE49-F238E27FC236}">
                <a16:creationId xmlns:a16="http://schemas.microsoft.com/office/drawing/2014/main" id="{D65CF7A2-0FDE-4463-8547-48AD1168A7AE}"/>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30983" y="2771736"/>
            <a:ext cx="666809" cy="764381"/>
          </a:xfrm>
        </p:spPr>
      </p:pic>
      <p:pic>
        <p:nvPicPr>
          <p:cNvPr id="8" name="Picture Placeholder 7" descr="Piggy Bank">
            <a:extLst>
              <a:ext uri="{FF2B5EF4-FFF2-40B4-BE49-F238E27FC236}">
                <a16:creationId xmlns:a16="http://schemas.microsoft.com/office/drawing/2014/main" id="{33954FBB-F116-412F-A66D-157C600E7C07}"/>
              </a:ext>
            </a:extLst>
          </p:cNvPr>
          <p:cNvPicPr>
            <a:picLocks noGrp="1" noChangeAspect="1"/>
          </p:cNvPicPr>
          <p:nvPr>
            <p:ph type="pic" sz="quarter" idx="13"/>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75429" y="2842323"/>
            <a:ext cx="634999" cy="585907"/>
          </a:xfrm>
        </p:spPr>
      </p:pic>
      <p:pic>
        <p:nvPicPr>
          <p:cNvPr id="3" name="Picture Placeholder 2" descr="Stopwatch">
            <a:extLst>
              <a:ext uri="{FF2B5EF4-FFF2-40B4-BE49-F238E27FC236}">
                <a16:creationId xmlns:a16="http://schemas.microsoft.com/office/drawing/2014/main" id="{36320D63-8955-49AD-A29B-DE45342A5DEF}"/>
              </a:ext>
            </a:extLst>
          </p:cNvPr>
          <p:cNvPicPr>
            <a:picLocks noGrp="1" noChangeAspect="1"/>
          </p:cNvPicPr>
          <p:nvPr>
            <p:ph type="pic" sz="quarter" idx="11"/>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18016" y="2860795"/>
            <a:ext cx="733043" cy="592931"/>
          </a:xfrm>
        </p:spPr>
      </p:pic>
      <p:sp>
        <p:nvSpPr>
          <p:cNvPr id="38" name="TextBox 37">
            <a:extLst>
              <a:ext uri="{FF2B5EF4-FFF2-40B4-BE49-F238E27FC236}">
                <a16:creationId xmlns:a16="http://schemas.microsoft.com/office/drawing/2014/main" id="{24AB4FFD-0C3F-4C30-A082-65FCFF0A8670}"/>
              </a:ext>
            </a:extLst>
          </p:cNvPr>
          <p:cNvSpPr txBox="1"/>
          <p:nvPr/>
        </p:nvSpPr>
        <p:spPr>
          <a:xfrm>
            <a:off x="8954220" y="6622214"/>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30859442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400"/>
                                        <p:tgtEl>
                                          <p:spTgt spid="5"/>
                                        </p:tgtEl>
                                      </p:cBhvr>
                                    </p:animEffect>
                                  </p:childTnLst>
                                </p:cTn>
                              </p:par>
                            </p:childTnLst>
                          </p:cTn>
                        </p:par>
                        <p:par>
                          <p:cTn id="8" fill="hold" nodeType="afterGroup">
                            <p:stCondLst>
                              <p:cond delay="400"/>
                            </p:stCondLst>
                            <p:childTnLst>
                              <p:par>
                                <p:cTn id="9" presetID="22" presetClass="entr" presetSubtype="1"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up)">
                                      <p:cBhvr>
                                        <p:cTn id="11" dur="400"/>
                                        <p:tgtEl>
                                          <p:spTgt spid="27"/>
                                        </p:tgtEl>
                                      </p:cBhvr>
                                    </p:animEffect>
                                  </p:childTnLst>
                                </p:cTn>
                              </p:par>
                            </p:childTnLst>
                          </p:cTn>
                        </p:par>
                        <p:par>
                          <p:cTn id="12" fill="hold" nodeType="afterGroup">
                            <p:stCondLst>
                              <p:cond delay="800"/>
                            </p:stCondLst>
                            <p:childTnLst>
                              <p:par>
                                <p:cTn id="13" presetID="22" presetClass="entr" presetSubtype="1"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up)">
                                      <p:cBhvr>
                                        <p:cTn id="15" dur="400"/>
                                        <p:tgtEl>
                                          <p:spTgt spid="15"/>
                                        </p:tgtEl>
                                      </p:cBhvr>
                                    </p:animEffect>
                                  </p:childTnLst>
                                </p:cTn>
                              </p:par>
                            </p:childTnLst>
                          </p:cTn>
                        </p:par>
                        <p:par>
                          <p:cTn id="16" fill="hold" nodeType="afterGroup">
                            <p:stCondLst>
                              <p:cond delay="1200"/>
                            </p:stCondLst>
                            <p:childTnLst>
                              <p:par>
                                <p:cTn id="17" presetID="21" presetClass="entr" presetSubtype="1" fill="hold" grpId="0"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heel(1)">
                                      <p:cBhvr>
                                        <p:cTn id="19" dur="500"/>
                                        <p:tgtEl>
                                          <p:spTgt spid="24"/>
                                        </p:tgtEl>
                                      </p:cBhvr>
                                    </p:animEffect>
                                  </p:childTnLst>
                                </p:cTn>
                              </p:par>
                            </p:childTnLst>
                          </p:cTn>
                        </p:par>
                        <p:par>
                          <p:cTn id="20" fill="hold" nodeType="afterGroup">
                            <p:stCondLst>
                              <p:cond delay="1700"/>
                            </p:stCondLst>
                            <p:childTnLst>
                              <p:par>
                                <p:cTn id="21" presetID="22" presetClass="entr" presetSubtype="1" fill="hold" grpId="0"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up)">
                                      <p:cBhvr>
                                        <p:cTn id="23" dur="400"/>
                                        <p:tgtEl>
                                          <p:spTgt spid="25"/>
                                        </p:tgtEl>
                                      </p:cBhvr>
                                    </p:animEffect>
                                  </p:childTnLst>
                                </p:cTn>
                              </p:par>
                            </p:childTnLst>
                          </p:cTn>
                        </p:par>
                        <p:par>
                          <p:cTn id="24" fill="hold" nodeType="afterGroup">
                            <p:stCondLst>
                              <p:cond delay="2100"/>
                            </p:stCondLst>
                            <p:childTnLst>
                              <p:par>
                                <p:cTn id="25" presetID="22" presetClass="entr" presetSubtype="1"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up)">
                                      <p:cBhvr>
                                        <p:cTn id="27" dur="400"/>
                                        <p:tgtEl>
                                          <p:spTgt spid="28"/>
                                        </p:tgtEl>
                                      </p:cBhvr>
                                    </p:animEffect>
                                  </p:childTnLst>
                                </p:cTn>
                              </p:par>
                            </p:childTnLst>
                          </p:cTn>
                        </p:par>
                        <p:par>
                          <p:cTn id="28" fill="hold" nodeType="afterGroup">
                            <p:stCondLst>
                              <p:cond delay="2500"/>
                            </p:stCondLst>
                            <p:childTnLst>
                              <p:par>
                                <p:cTn id="29" presetID="22" presetClass="entr" presetSubtype="1" fill="hold" grpId="0" nodeType="after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up)">
                                      <p:cBhvr>
                                        <p:cTn id="31" dur="400"/>
                                        <p:tgtEl>
                                          <p:spTgt spid="35"/>
                                        </p:tgtEl>
                                      </p:cBhvr>
                                    </p:animEffect>
                                  </p:childTnLst>
                                </p:cTn>
                              </p:par>
                            </p:childTnLst>
                          </p:cTn>
                        </p:par>
                        <p:par>
                          <p:cTn id="32" fill="hold" nodeType="afterGroup">
                            <p:stCondLst>
                              <p:cond delay="2900"/>
                            </p:stCondLst>
                            <p:childTnLst>
                              <p:par>
                                <p:cTn id="33" presetID="22" presetClass="entr" presetSubtype="1"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up)">
                                      <p:cBhvr>
                                        <p:cTn id="35" dur="400"/>
                                        <p:tgtEl>
                                          <p:spTgt spid="18"/>
                                        </p:tgtEl>
                                      </p:cBhvr>
                                    </p:animEffect>
                                  </p:childTnLst>
                                </p:cTn>
                              </p:par>
                            </p:childTnLst>
                          </p:cTn>
                        </p:par>
                        <p:par>
                          <p:cTn id="36" fill="hold" nodeType="afterGroup">
                            <p:stCondLst>
                              <p:cond delay="3700"/>
                            </p:stCondLst>
                            <p:childTnLst>
                              <p:par>
                                <p:cTn id="37" presetID="21" presetClass="entr" presetSubtype="1"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heel(1)">
                                      <p:cBhvr>
                                        <p:cTn id="39" dur="500"/>
                                        <p:tgtEl>
                                          <p:spTgt spid="29"/>
                                        </p:tgtEl>
                                      </p:cBhvr>
                                    </p:animEffect>
                                  </p:childTnLst>
                                </p:cTn>
                              </p:par>
                            </p:childTnLst>
                          </p:cTn>
                        </p:par>
                        <p:par>
                          <p:cTn id="40" fill="hold" nodeType="afterGroup">
                            <p:stCondLst>
                              <p:cond delay="4200"/>
                            </p:stCondLst>
                            <p:childTnLst>
                              <p:par>
                                <p:cTn id="41" presetID="22" presetClass="entr" presetSubtype="1" fill="hold" grpId="0" nodeType="after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wipe(up)">
                                      <p:cBhvr>
                                        <p:cTn id="43" dur="400"/>
                                        <p:tgtEl>
                                          <p:spTgt spid="30"/>
                                        </p:tgtEl>
                                      </p:cBhvr>
                                    </p:animEffect>
                                  </p:childTnLst>
                                </p:cTn>
                              </p:par>
                            </p:childTnLst>
                          </p:cTn>
                        </p:par>
                        <p:par>
                          <p:cTn id="44" fill="hold" nodeType="afterGroup">
                            <p:stCondLst>
                              <p:cond delay="4600"/>
                            </p:stCondLst>
                            <p:childTnLst>
                              <p:par>
                                <p:cTn id="45" presetID="22" presetClass="entr" presetSubtype="1"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ipe(up)">
                                      <p:cBhvr>
                                        <p:cTn id="47" dur="400"/>
                                        <p:tgtEl>
                                          <p:spTgt spid="33"/>
                                        </p:tgtEl>
                                      </p:cBhvr>
                                    </p:animEffect>
                                  </p:childTnLst>
                                </p:cTn>
                              </p:par>
                            </p:childTnLst>
                          </p:cTn>
                        </p:par>
                        <p:par>
                          <p:cTn id="48" fill="hold" nodeType="afterGroup">
                            <p:stCondLst>
                              <p:cond delay="5000"/>
                            </p:stCondLst>
                            <p:childTnLst>
                              <p:par>
                                <p:cTn id="49" presetID="22" presetClass="entr" presetSubtype="1" fill="hold" grpId="0" nodeType="after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wipe(up)">
                                      <p:cBhvr>
                                        <p:cTn id="51" dur="400"/>
                                        <p:tgtEl>
                                          <p:spTgt spid="36"/>
                                        </p:tgtEl>
                                      </p:cBhvr>
                                    </p:animEffect>
                                  </p:childTnLst>
                                </p:cTn>
                              </p:par>
                            </p:childTnLst>
                          </p:cTn>
                        </p:par>
                        <p:par>
                          <p:cTn id="52" fill="hold" nodeType="afterGroup">
                            <p:stCondLst>
                              <p:cond delay="5400"/>
                            </p:stCondLst>
                            <p:childTnLst>
                              <p:par>
                                <p:cTn id="53" presetID="22" presetClass="entr" presetSubtype="1" fill="hold"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up)">
                                      <p:cBhvr>
                                        <p:cTn id="55" dur="400"/>
                                        <p:tgtEl>
                                          <p:spTgt spid="21"/>
                                        </p:tgtEl>
                                      </p:cBhvr>
                                    </p:animEffect>
                                  </p:childTnLst>
                                </p:cTn>
                              </p:par>
                            </p:childTnLst>
                          </p:cTn>
                        </p:par>
                        <p:par>
                          <p:cTn id="56" fill="hold" nodeType="afterGroup">
                            <p:stCondLst>
                              <p:cond delay="5800"/>
                            </p:stCondLst>
                            <p:childTnLst>
                              <p:par>
                                <p:cTn id="57" presetID="21" presetClass="entr" presetSubtype="1"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wheel(1)">
                                      <p:cBhvr>
                                        <p:cTn id="59" dur="500"/>
                                        <p:tgtEl>
                                          <p:spTgt spid="31"/>
                                        </p:tgtEl>
                                      </p:cBhvr>
                                    </p:animEffect>
                                  </p:childTnLst>
                                </p:cTn>
                              </p:par>
                            </p:childTnLst>
                          </p:cTn>
                        </p:par>
                        <p:par>
                          <p:cTn id="60" fill="hold" nodeType="afterGroup">
                            <p:stCondLst>
                              <p:cond delay="6300"/>
                            </p:stCondLst>
                            <p:childTnLst>
                              <p:par>
                                <p:cTn id="61" presetID="22" presetClass="entr" presetSubtype="1" fill="hold" grpId="0"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wipe(up)">
                                      <p:cBhvr>
                                        <p:cTn id="63" dur="400"/>
                                        <p:tgtEl>
                                          <p:spTgt spid="32"/>
                                        </p:tgtEl>
                                      </p:cBhvr>
                                    </p:animEffect>
                                  </p:childTnLst>
                                </p:cTn>
                              </p:par>
                            </p:childTnLst>
                          </p:cTn>
                        </p:par>
                        <p:par>
                          <p:cTn id="64" fill="hold" nodeType="afterGroup">
                            <p:stCondLst>
                              <p:cond delay="6700"/>
                            </p:stCondLst>
                            <p:childTnLst>
                              <p:par>
                                <p:cTn id="65" presetID="22" presetClass="entr" presetSubtype="1" fill="hold" grpId="0" nodeType="after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wipe(up)">
                                      <p:cBhvr>
                                        <p:cTn id="6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27" grpId="0"/>
      <p:bldP spid="29" grpId="0" animBg="1"/>
      <p:bldP spid="30" grpId="0"/>
      <p:bldP spid="31" grpId="0" animBg="1"/>
      <p:bldP spid="32" grpId="0"/>
      <p:bldP spid="28" grpId="0"/>
      <p:bldP spid="33" grpId="0"/>
      <p:bldP spid="34" grpId="0"/>
      <p:bldP spid="35" grpId="0"/>
      <p:bldP spid="36" grpId="0"/>
      <p:bldP spid="5" grpId="0"/>
    </p:bld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Другая 6">
      <a:majorFont>
        <a:latin typeface="Raleway SemiBold"/>
        <a:ea typeface=""/>
        <a:cs typeface=""/>
      </a:majorFont>
      <a:minorFont>
        <a:latin typeface="Raleway SemiBold"/>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C317F0AD02050489CEA68A8CF25C850" ma:contentTypeVersion="11" ma:contentTypeDescription="Create a new document." ma:contentTypeScope="" ma:versionID="2827eb6fcaaf4b88c7eb97ba38a93524">
  <xsd:schema xmlns:xsd="http://www.w3.org/2001/XMLSchema" xmlns:xs="http://www.w3.org/2001/XMLSchema" xmlns:p="http://schemas.microsoft.com/office/2006/metadata/properties" xmlns:ns2="dcca88f8-a7ae-4cfc-9184-d6b131f630bb" xmlns:ns3="c5a4b99e-4ccc-4a5c-98e4-7ab8633fd4df" targetNamespace="http://schemas.microsoft.com/office/2006/metadata/properties" ma:root="true" ma:fieldsID="8696a21874c65674d225a4f02c8f2095" ns2:_="" ns3:_="">
    <xsd:import namespace="dcca88f8-a7ae-4cfc-9184-d6b131f630bb"/>
    <xsd:import namespace="c5a4b99e-4ccc-4a5c-98e4-7ab8633fd4d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ca88f8-a7ae-4cfc-9184-d6b131f630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a4b99e-4ccc-4a5c-98e4-7ab8633fd4d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BA128F3-1CE0-4240-87B8-2EB85E719BEF}"/>
</file>

<file path=customXml/itemProps2.xml><?xml version="1.0" encoding="utf-8"?>
<ds:datastoreItem xmlns:ds="http://schemas.openxmlformats.org/officeDocument/2006/customXml" ds:itemID="{246FF38F-0798-49C4-9118-E2A29F0F6727}"/>
</file>

<file path=customXml/itemProps3.xml><?xml version="1.0" encoding="utf-8"?>
<ds:datastoreItem xmlns:ds="http://schemas.openxmlformats.org/officeDocument/2006/customXml" ds:itemID="{34413071-B73A-45A2-BFB4-855A3F6C0901}"/>
</file>

<file path=docProps/app.xml><?xml version="1.0" encoding="utf-8"?>
<Properties xmlns="http://schemas.openxmlformats.org/officeDocument/2006/extended-properties" xmlns:vt="http://schemas.openxmlformats.org/officeDocument/2006/docPropsVTypes">
  <TotalTime>6308</TotalTime>
  <Words>1663</Words>
  <Application>Microsoft Office PowerPoint</Application>
  <PresentationFormat>Widescreen</PresentationFormat>
  <Paragraphs>401</Paragraphs>
  <Slides>17</Slides>
  <Notes>5</Notes>
  <HiddenSlides>0</HiddenSlides>
  <MMClips>0</MMClips>
  <ScaleCrop>false</ScaleCrop>
  <HeadingPairs>
    <vt:vector size="8" baseType="variant">
      <vt:variant>
        <vt:lpstr>Fonts Used</vt:lpstr>
      </vt:variant>
      <vt:variant>
        <vt:i4>19</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38" baseType="lpstr">
      <vt:lpstr>Arial</vt:lpstr>
      <vt:lpstr>Calibri</vt:lpstr>
      <vt:lpstr>Cardo</vt:lpstr>
      <vt:lpstr>FontAwesome</vt:lpstr>
      <vt:lpstr>Karla</vt:lpstr>
      <vt:lpstr>Lato</vt:lpstr>
      <vt:lpstr>Montserrat</vt:lpstr>
      <vt:lpstr>Montserrat SemiBold</vt:lpstr>
      <vt:lpstr>Poppins</vt:lpstr>
      <vt:lpstr>Poppins SemiBold</vt:lpstr>
      <vt:lpstr>Raleway</vt:lpstr>
      <vt:lpstr>Raleway ExtraBold</vt:lpstr>
      <vt:lpstr>Raleway Heavy</vt:lpstr>
      <vt:lpstr>Raleway Medium</vt:lpstr>
      <vt:lpstr>Raleway SemiBold</vt:lpstr>
      <vt:lpstr>Rockwell</vt:lpstr>
      <vt:lpstr>Rubik Medium</vt:lpstr>
      <vt:lpstr>Segoe UI</vt:lpstr>
      <vt:lpstr>Wingdings</vt:lpstr>
      <vt:lpstr>Тема Office</vt:lpstr>
      <vt:lpstr>Диаграмма</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RePack by Diakov</dc:creator>
  <cp:lastModifiedBy>Papu Bhattacharya</cp:lastModifiedBy>
  <cp:revision>331</cp:revision>
  <dcterms:created xsi:type="dcterms:W3CDTF">2016-11-15T05:15:01Z</dcterms:created>
  <dcterms:modified xsi:type="dcterms:W3CDTF">2018-07-25T08:37:21Z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0x0101002C317F0AD02050489CEA68A8CF25C850</vt:lpwstr>
  </property>
</Properties>
</file>