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6" r:id="rId5"/>
    <p:sldId id="336" r:id="rId6"/>
    <p:sldId id="361" r:id="rId7"/>
    <p:sldId id="264" r:id="rId8"/>
    <p:sldId id="262" r:id="rId9"/>
    <p:sldId id="409" r:id="rId10"/>
    <p:sldId id="417" r:id="rId11"/>
    <p:sldId id="362" r:id="rId12"/>
    <p:sldId id="416" r:id="rId13"/>
    <p:sldId id="410" r:id="rId14"/>
    <p:sldId id="411" r:id="rId15"/>
    <p:sldId id="412" r:id="rId16"/>
    <p:sldId id="413" r:id="rId17"/>
    <p:sldId id="414" r:id="rId18"/>
    <p:sldId id="415" r:id="rId19"/>
  </p:sldIdLst>
  <p:sldSz cx="12192000" cy="6858000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324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pu Bhattacharya" initials="PB" lastIdx="1" clrIdx="0">
    <p:extLst>
      <p:ext uri="{19B8F6BF-5375-455C-9EA6-DF929625EA0E}">
        <p15:presenceInfo xmlns:p15="http://schemas.microsoft.com/office/powerpoint/2012/main" userId="S::papu.bhattacharya@synectiks.com::2280e00b-70e3-47b8-954c-0faca14d80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291C"/>
    <a:srgbClr val="919D9D"/>
    <a:srgbClr val="FFC000"/>
    <a:srgbClr val="5A6F8C"/>
    <a:srgbClr val="3D97CF"/>
    <a:srgbClr val="EE853E"/>
    <a:srgbClr val="2B2B2B"/>
    <a:srgbClr val="2E2E2D"/>
    <a:srgbClr val="859EAB"/>
    <a:srgbClr val="E239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3730" autoAdjust="0"/>
  </p:normalViewPr>
  <p:slideViewPr>
    <p:cSldViewPr snapToGrid="0">
      <p:cViewPr varScale="1">
        <p:scale>
          <a:sx n="77" d="100"/>
          <a:sy n="77" d="100"/>
        </p:scale>
        <p:origin x="192" y="68"/>
      </p:cViewPr>
      <p:guideLst>
        <p:guide pos="3840"/>
        <p:guide orient="horz" pos="324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711C8D9-35FB-4256-B7B4-7311814253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8010164-668F-464C-B7B2-1730F6EED17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8A0DAC6-5924-43D2-9238-6A3A8FA5DAE7}" type="datetimeFigureOut">
              <a:rPr lang="ru-RU"/>
              <a:pPr>
                <a:defRPr/>
              </a:pPr>
              <a:t>31.01.2022</a:t>
            </a:fld>
            <a:endParaRPr lang="ru-RU" dirty="0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id="{55D7B54E-1B69-461A-9760-B9A0B18B3F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dirty="0"/>
          </a:p>
        </p:txBody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7E1E3FF1-3635-4414-8E43-095C316C4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432E30-D37F-4020-BD96-76D507996B3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F17E46-5BB4-4DF6-81B8-FE420597A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D54283D-B617-4C0C-8B6C-DC7F41934E18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4698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729147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1"/>
          </p:nvPr>
        </p:nvSpPr>
        <p:spPr>
          <a:xfrm>
            <a:off x="1536700" y="1174049"/>
            <a:ext cx="1828800" cy="329565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069388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EF28CCA-ACB3-4A11-933F-7EBB3F7FB4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113B4B77-E309-4776-BDE2-F9F2DECBECA7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AC664F10-4CBB-4938-BF70-C5B071D909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8556625" y="0"/>
            <a:ext cx="363537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2939632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6">
            <a:extLst>
              <a:ext uri="{FF2B5EF4-FFF2-40B4-BE49-F238E27FC236}">
                <a16:creationId xmlns:a16="http://schemas.microsoft.com/office/drawing/2014/main" id="{5CFBCA73-2F0C-4522-9A20-54B788A8FB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F587E485-6DB0-4D55-8091-530723EB146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7">
            <a:extLst>
              <a:ext uri="{FF2B5EF4-FFF2-40B4-BE49-F238E27FC236}">
                <a16:creationId xmlns:a16="http://schemas.microsoft.com/office/drawing/2014/main" id="{84C42049-9CF1-4C33-9D2B-63ABEFF35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8556625" y="0"/>
            <a:ext cx="363537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0"/>
          <p:cNvSpPr>
            <a:spLocks noGrp="1"/>
          </p:cNvSpPr>
          <p:nvPr>
            <p:ph type="pic" sz="quarter" idx="11"/>
          </p:nvPr>
        </p:nvSpPr>
        <p:spPr>
          <a:xfrm>
            <a:off x="985962" y="1502796"/>
            <a:ext cx="2997641" cy="401540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36443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0F6B3C34-BC18-4C25-AA33-07C5907A217C}"/>
              </a:ext>
            </a:extLst>
          </p:cNvPr>
          <p:cNvSpPr/>
          <p:nvPr userDrawn="1"/>
        </p:nvSpPr>
        <p:spPr>
          <a:xfrm>
            <a:off x="8478838" y="0"/>
            <a:ext cx="371316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2EA17AA2-7945-40FC-9355-4675866C87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C7D08EDB-785C-43C0-BE23-041849E8AED4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207AB24F-3E63-4B3A-B708-5619D6A838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6104228" y="0"/>
            <a:ext cx="237418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8698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737131DA-1213-4163-A8FA-F632AFB7687F}"/>
              </a:ext>
            </a:extLst>
          </p:cNvPr>
          <p:cNvSpPr/>
          <p:nvPr userDrawn="1"/>
        </p:nvSpPr>
        <p:spPr>
          <a:xfrm>
            <a:off x="0" y="0"/>
            <a:ext cx="371316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716C87B2-7FA1-40AE-B178-391CE67CD4D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74438" y="6481763"/>
            <a:ext cx="3492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A702089B-3E1A-40FF-A412-C72F92F51DDB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F5B8749F-A043-4820-904F-BE48A639B7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688" y="330200"/>
            <a:ext cx="1587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3713583" y="0"/>
            <a:ext cx="237418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022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31038639-2656-42E2-84FC-D33C9CF3FFD9}"/>
              </a:ext>
            </a:extLst>
          </p:cNvPr>
          <p:cNvSpPr/>
          <p:nvPr userDrawn="1"/>
        </p:nvSpPr>
        <p:spPr>
          <a:xfrm>
            <a:off x="0" y="0"/>
            <a:ext cx="371316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9A1224CE-F5FC-4868-BCED-83DCEE42FCA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74438" y="6481763"/>
            <a:ext cx="3492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29060CB-6C2D-42FA-8FB2-ADE7815DDD84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B88CDA52-0771-4C8A-BE11-4D518238F9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688" y="330200"/>
            <a:ext cx="1587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Рисунок 11"/>
          <p:cNvSpPr>
            <a:spLocks noGrp="1"/>
          </p:cNvSpPr>
          <p:nvPr>
            <p:ph type="pic" sz="quarter" idx="10"/>
          </p:nvPr>
        </p:nvSpPr>
        <p:spPr>
          <a:xfrm>
            <a:off x="4717433" y="1558457"/>
            <a:ext cx="3009445" cy="40120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852957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68483481-277A-44ED-BA83-A15318FB0E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2B866F7B-4554-47CE-B65B-4F558B942A30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56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54B1EFD0-2E7C-43A1-8086-FBDCCC2C8D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45231EA1-A9D5-46AA-A27D-8D1446BCEB5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82683D06-F1E9-499E-B2B3-A75C78032E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2CF6A33C-93AF-4ABA-9796-F8076F8A15C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CD1EEED7-AB68-4ADA-A3ED-2F04168FB984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42F3ED4C-CCBD-4FD2-934E-759BDCB5865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21895EFE-348C-4FEF-B3AF-732F1380986C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138591" y="2480806"/>
            <a:ext cx="1829974" cy="3275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687647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18473537-DC6C-445C-8F5A-7D6EA64E49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2B59364-88A1-46CC-B23E-A480BB785429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AE2B355A-513E-4159-8F89-08A4EB97A2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8D64607B-A57C-43ED-A5F2-DD4EAC1E8F0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23475647-5819-4916-9F92-47E69E2E4064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B86F076A-737F-4181-BCAC-3D7F066502DE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A7F02FE5-C9D9-44FD-800C-D40FDF0CB7D5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868063" y="1979875"/>
            <a:ext cx="4738977" cy="300559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8611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26E22725-4763-46E8-AC41-683CE19092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21375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B44EB110-F8B3-46CB-B985-F1E0D118AD3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9BA3514D-CF02-44CD-834D-5A56935681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CEBD0EC7-2F92-4CC4-AE53-BA72F3696AD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36FA479B-F63E-4A75-A745-2B569E4601D8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4DBE2DC1-5972-4C1F-95BD-6F292706B08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A078E7D6-1B02-4CF4-B5D3-0571A3695222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3"/>
          <p:cNvSpPr>
            <a:spLocks noGrp="1"/>
          </p:cNvSpPr>
          <p:nvPr>
            <p:ph type="pic" sz="quarter" idx="10"/>
          </p:nvPr>
        </p:nvSpPr>
        <p:spPr>
          <a:xfrm>
            <a:off x="1512047" y="2542501"/>
            <a:ext cx="4141694" cy="261560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647915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4417C6BF-9776-415B-8B77-E5996EB2673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5061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699D2824-1258-499F-993C-6333E7B243DC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DB7F5C48-94C2-4ED0-8C06-A793119028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4508B975-3C32-43CD-9C1F-4303AE0FA16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67170EA5-80C5-47A2-B3FA-AE59319F617F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D6A0DE13-6FFA-460E-96C6-5EC8A6F164F5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17D07CDF-8066-4430-9DD2-37FB464A518B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1419225" y="2511016"/>
            <a:ext cx="1214823" cy="1214823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18958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4E9DC02E-A816-4317-8C59-9EED72928E07}"/>
              </a:ext>
            </a:extLst>
          </p:cNvPr>
          <p:cNvSpPr/>
          <p:nvPr userDrawn="1"/>
        </p:nvSpPr>
        <p:spPr>
          <a:xfrm>
            <a:off x="0" y="0"/>
            <a:ext cx="54483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DC9EC454-DF44-44D6-B711-A20DB42A7B2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7DD9EB26-DB88-4390-B3E8-4B4EC703884B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C89B8ED3-B14F-4640-9CA6-873DBD1F19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Рисунок 7"/>
          <p:cNvSpPr>
            <a:spLocks noGrp="1"/>
          </p:cNvSpPr>
          <p:nvPr>
            <p:ph type="pic" sz="quarter" idx="10"/>
          </p:nvPr>
        </p:nvSpPr>
        <p:spPr>
          <a:xfrm>
            <a:off x="5447721" y="0"/>
            <a:ext cx="674427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9058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11FC0B1-B37B-4E0C-A673-085A70A7FFAA}"/>
              </a:ext>
            </a:extLst>
          </p:cNvPr>
          <p:cNvSpPr/>
          <p:nvPr userDrawn="1"/>
        </p:nvSpPr>
        <p:spPr>
          <a:xfrm>
            <a:off x="4776788" y="0"/>
            <a:ext cx="7415212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55964EA4-3D95-4889-B07F-FBA3D810E10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225F8569-E07D-47E8-91B6-BBBC916FEAA5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802EDD3C-6284-4715-9D47-120119D29F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477671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030444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16D3917-6035-4860-977A-98FFBCD3D956}"/>
              </a:ext>
            </a:extLst>
          </p:cNvPr>
          <p:cNvSpPr/>
          <p:nvPr userDrawn="1"/>
        </p:nvSpPr>
        <p:spPr>
          <a:xfrm>
            <a:off x="5838825" y="0"/>
            <a:ext cx="6353175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7880FC3A-143D-4B12-957E-CA8FDDFF92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71CD4E18-A744-4BDD-93AE-5F891D741838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E2333D48-8ACC-4154-AFCA-37EE696B46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6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5838825" cy="367886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5918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121119AA-F583-41D5-83EF-4C5C39DBB27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" name="Прямоугольник 7">
            <a:extLst>
              <a:ext uri="{FF2B5EF4-FFF2-40B4-BE49-F238E27FC236}">
                <a16:creationId xmlns:a16="http://schemas.microsoft.com/office/drawing/2014/main" id="{791080BF-311D-4D88-A06A-F17198E549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F38830DB-1696-4888-983B-AA60A2989C81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8">
            <a:extLst>
              <a:ext uri="{FF2B5EF4-FFF2-40B4-BE49-F238E27FC236}">
                <a16:creationId xmlns:a16="http://schemas.microsoft.com/office/drawing/2014/main" id="{E273DE62-B604-41D3-94A5-A9B4146325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39725"/>
            <a:ext cx="158750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9">
            <a:extLst>
              <a:ext uri="{FF2B5EF4-FFF2-40B4-BE49-F238E27FC236}">
                <a16:creationId xmlns:a16="http://schemas.microsoft.com/office/drawing/2014/main" id="{9A6B85F2-F1FF-46D7-8DF1-6630019359D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10">
              <a:extLst>
                <a:ext uri="{FF2B5EF4-FFF2-40B4-BE49-F238E27FC236}">
                  <a16:creationId xmlns:a16="http://schemas.microsoft.com/office/drawing/2014/main" id="{DF714C10-208E-431A-A022-E2F998DF533C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1">
              <a:extLst>
                <a:ext uri="{FF2B5EF4-FFF2-40B4-BE49-F238E27FC236}">
                  <a16:creationId xmlns:a16="http://schemas.microsoft.com/office/drawing/2014/main" id="{2304D868-18B2-44E5-BA0F-828CA461A64F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2">
              <a:extLst>
                <a:ext uri="{FF2B5EF4-FFF2-40B4-BE49-F238E27FC236}">
                  <a16:creationId xmlns:a16="http://schemas.microsoft.com/office/drawing/2014/main" id="{4DEBA1FB-047C-4B3E-93B9-5B1A297D2FDD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29559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DAE18CC4-6CF9-40A0-A2B5-AD88AE119AB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DA72A9B4-8B97-4110-B419-EB5C2BF3023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5A094446-B3D0-4CFE-B794-5F688E87C7D8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8DFDF6D1-D685-4D08-A793-8884E239F4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39725"/>
            <a:ext cx="158750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Группа 9">
            <a:extLst>
              <a:ext uri="{FF2B5EF4-FFF2-40B4-BE49-F238E27FC236}">
                <a16:creationId xmlns:a16="http://schemas.microsoft.com/office/drawing/2014/main" id="{9D61B4B1-FDB5-472D-B980-9C6A9D7A0D2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6D77E667-E8FD-4507-B9D1-E3D51B64A836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728420EA-1BDD-404A-A9EF-101D5E45AEA0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2">
              <a:extLst>
                <a:ext uri="{FF2B5EF4-FFF2-40B4-BE49-F238E27FC236}">
                  <a16:creationId xmlns:a16="http://schemas.microsoft.com/office/drawing/2014/main" id="{4AA9FE46-4190-47B9-9E60-8AC27251D57F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138591" y="2480806"/>
            <a:ext cx="1829974" cy="3275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516157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468630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686038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160BF317-1D87-4939-8579-56069438D6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697EE12B-1395-4D9B-B64A-8E00FE874F25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09BABB20-CD97-4DD4-A251-933CAD01D3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7448551" y="0"/>
            <a:ext cx="4743450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118078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F9D52246-9969-4C90-9B70-0D7132EFE2E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8236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186155B8-B336-4538-B3F4-30F871BBB9CD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8EBAF293-FFD7-48D7-A900-E42F253025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975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F8E14C0C-58A5-4618-84FA-6772DAEB3A9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9">
              <a:extLst>
                <a:ext uri="{FF2B5EF4-FFF2-40B4-BE49-F238E27FC236}">
                  <a16:creationId xmlns:a16="http://schemas.microsoft.com/office/drawing/2014/main" id="{461A876B-3285-4B45-A16E-285B5A201BD3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0">
              <a:extLst>
                <a:ext uri="{FF2B5EF4-FFF2-40B4-BE49-F238E27FC236}">
                  <a16:creationId xmlns:a16="http://schemas.microsoft.com/office/drawing/2014/main" id="{E7A5E2A5-650F-41B6-99A1-53A33EEFF02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1">
              <a:extLst>
                <a:ext uri="{FF2B5EF4-FFF2-40B4-BE49-F238E27FC236}">
                  <a16:creationId xmlns:a16="http://schemas.microsoft.com/office/drawing/2014/main" id="{4BAD4B13-C0AF-4B55-83D8-5B1742E2B11A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279478"/>
            <a:ext cx="6155140" cy="429904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2943861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D88E2142-B8AF-4D7D-B146-FDDCA8901E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586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C263582A-CD3A-4932-A1C3-66345066D052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9A35E877-83A6-49A3-B723-CDD3A317E3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3B35D16A-5A6E-4E28-8C21-5ABC5C79C4D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9">
              <a:extLst>
                <a:ext uri="{FF2B5EF4-FFF2-40B4-BE49-F238E27FC236}">
                  <a16:creationId xmlns:a16="http://schemas.microsoft.com/office/drawing/2014/main" id="{F7021100-9BD7-43D1-9977-8E84C278509A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0">
              <a:extLst>
                <a:ext uri="{FF2B5EF4-FFF2-40B4-BE49-F238E27FC236}">
                  <a16:creationId xmlns:a16="http://schemas.microsoft.com/office/drawing/2014/main" id="{B32C908E-40EC-4A36-AFF8-95258C86DE8E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1">
              <a:extLst>
                <a:ext uri="{FF2B5EF4-FFF2-40B4-BE49-F238E27FC236}">
                  <a16:creationId xmlns:a16="http://schemas.microsoft.com/office/drawing/2014/main" id="{D7AC1030-93A3-4283-B29B-ADA04CF17BC7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279478"/>
            <a:ext cx="6155140" cy="557852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515695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1719618"/>
            <a:ext cx="12192001" cy="51383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861142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1970725"/>
            <a:ext cx="12192001" cy="291655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897567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828800"/>
            <a:ext cx="12192000" cy="50292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1"/>
          </p:nvPr>
        </p:nvSpPr>
        <p:spPr>
          <a:xfrm>
            <a:off x="1282274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9"/>
          <p:cNvSpPr>
            <a:spLocks noGrp="1"/>
          </p:cNvSpPr>
          <p:nvPr>
            <p:ph type="pic" sz="quarter" idx="12"/>
          </p:nvPr>
        </p:nvSpPr>
        <p:spPr>
          <a:xfrm>
            <a:off x="3331712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9"/>
          <p:cNvSpPr>
            <a:spLocks noGrp="1"/>
          </p:cNvSpPr>
          <p:nvPr>
            <p:ph type="pic" sz="quarter" idx="13"/>
          </p:nvPr>
        </p:nvSpPr>
        <p:spPr>
          <a:xfrm>
            <a:off x="5381150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9"/>
          <p:cNvSpPr>
            <a:spLocks noGrp="1"/>
          </p:cNvSpPr>
          <p:nvPr>
            <p:ph type="pic" sz="quarter" idx="14"/>
          </p:nvPr>
        </p:nvSpPr>
        <p:spPr>
          <a:xfrm>
            <a:off x="7430588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9"/>
          <p:cNvSpPr>
            <a:spLocks noGrp="1"/>
          </p:cNvSpPr>
          <p:nvPr>
            <p:ph type="pic" sz="quarter" idx="15"/>
          </p:nvPr>
        </p:nvSpPr>
        <p:spPr>
          <a:xfrm>
            <a:off x="9480026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384047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6">
            <a:extLst>
              <a:ext uri="{FF2B5EF4-FFF2-40B4-BE49-F238E27FC236}">
                <a16:creationId xmlns:a16="http://schemas.microsoft.com/office/drawing/2014/main" id="{44BA8A57-DDF3-4213-9D64-1699FA7347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21375" y="6465888"/>
            <a:ext cx="3492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4AE4DB1-4D64-4436-96E6-1B8B07C012E6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sp>
        <p:nvSpPr>
          <p:cNvPr id="7" name="Рисунок 9"/>
          <p:cNvSpPr>
            <a:spLocks noGrp="1"/>
          </p:cNvSpPr>
          <p:nvPr>
            <p:ph type="pic" sz="quarter" idx="11"/>
          </p:nvPr>
        </p:nvSpPr>
        <p:spPr>
          <a:xfrm>
            <a:off x="1405106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9"/>
          <p:cNvSpPr>
            <a:spLocks noGrp="1"/>
          </p:cNvSpPr>
          <p:nvPr>
            <p:ph type="pic" sz="quarter" idx="12"/>
          </p:nvPr>
        </p:nvSpPr>
        <p:spPr>
          <a:xfrm>
            <a:off x="3931545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9"/>
          <p:cNvSpPr>
            <a:spLocks noGrp="1"/>
          </p:cNvSpPr>
          <p:nvPr>
            <p:ph type="pic" sz="quarter" idx="13"/>
          </p:nvPr>
        </p:nvSpPr>
        <p:spPr>
          <a:xfrm>
            <a:off x="6457984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9"/>
          <p:cNvSpPr>
            <a:spLocks noGrp="1"/>
          </p:cNvSpPr>
          <p:nvPr>
            <p:ph type="pic" sz="quarter" idx="14"/>
          </p:nvPr>
        </p:nvSpPr>
        <p:spPr>
          <a:xfrm>
            <a:off x="8984422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807223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6">
            <a:extLst>
              <a:ext uri="{FF2B5EF4-FFF2-40B4-BE49-F238E27FC236}">
                <a16:creationId xmlns:a16="http://schemas.microsoft.com/office/drawing/2014/main" id="{2F1DABE9-3D45-49ED-98C7-A7400E550CA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A477261C-5C42-4FA0-8AD3-7C88DC280BF5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1"/>
          </p:nvPr>
        </p:nvSpPr>
        <p:spPr>
          <a:xfrm>
            <a:off x="754063" y="2647950"/>
            <a:ext cx="3084011" cy="340995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087813" y="2647949"/>
            <a:ext cx="2865437" cy="159919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3"/>
          </p:nvPr>
        </p:nvSpPr>
        <p:spPr>
          <a:xfrm>
            <a:off x="4087813" y="4463716"/>
            <a:ext cx="2865437" cy="159418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2746377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644274" y="825165"/>
            <a:ext cx="1949032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3"/>
          </p:nvPr>
        </p:nvSpPr>
        <p:spPr>
          <a:xfrm>
            <a:off x="754063" y="4595061"/>
            <a:ext cx="3641474" cy="150795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12"/>
          <p:cNvSpPr>
            <a:spLocks noGrp="1"/>
          </p:cNvSpPr>
          <p:nvPr>
            <p:ph type="pic" sz="quarter" idx="14"/>
          </p:nvPr>
        </p:nvSpPr>
        <p:spPr>
          <a:xfrm>
            <a:off x="4644274" y="3311693"/>
            <a:ext cx="1949031" cy="279132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15"/>
          </p:nvPr>
        </p:nvSpPr>
        <p:spPr>
          <a:xfrm>
            <a:off x="6842042" y="3311693"/>
            <a:ext cx="1864851" cy="279132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16"/>
          </p:nvPr>
        </p:nvSpPr>
        <p:spPr>
          <a:xfrm>
            <a:off x="6842042" y="825164"/>
            <a:ext cx="4563895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7"/>
          </p:nvPr>
        </p:nvSpPr>
        <p:spPr>
          <a:xfrm>
            <a:off x="8955630" y="3311694"/>
            <a:ext cx="2494465" cy="128336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8"/>
          </p:nvPr>
        </p:nvSpPr>
        <p:spPr>
          <a:xfrm>
            <a:off x="8955630" y="4819654"/>
            <a:ext cx="2494465" cy="12833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324838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6">
            <a:extLst>
              <a:ext uri="{FF2B5EF4-FFF2-40B4-BE49-F238E27FC236}">
                <a16:creationId xmlns:a16="http://schemas.microsoft.com/office/drawing/2014/main" id="{293C4529-8FEF-4743-B8C9-3AAAAE830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5061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E328696D-B294-44A8-A140-0598694F8B8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13" name="Рисунок 7">
            <a:extLst>
              <a:ext uri="{FF2B5EF4-FFF2-40B4-BE49-F238E27FC236}">
                <a16:creationId xmlns:a16="http://schemas.microsoft.com/office/drawing/2014/main" id="{F3438E08-4F07-4A98-9D48-BF2AB76422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Группа 8">
            <a:extLst>
              <a:ext uri="{FF2B5EF4-FFF2-40B4-BE49-F238E27FC236}">
                <a16:creationId xmlns:a16="http://schemas.microsoft.com/office/drawing/2014/main" id="{7BEA9A08-BBC4-4E4F-86AF-3B01C139CDF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15" name="Прямая соединительная линия 9">
              <a:extLst>
                <a:ext uri="{FF2B5EF4-FFF2-40B4-BE49-F238E27FC236}">
                  <a16:creationId xmlns:a16="http://schemas.microsoft.com/office/drawing/2014/main" id="{2326FCEF-A3C6-4700-951D-6E10C19C448C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0">
              <a:extLst>
                <a:ext uri="{FF2B5EF4-FFF2-40B4-BE49-F238E27FC236}">
                  <a16:creationId xmlns:a16="http://schemas.microsoft.com/office/drawing/2014/main" id="{10786441-64BF-4423-A792-8A2096F45872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1">
              <a:extLst>
                <a:ext uri="{FF2B5EF4-FFF2-40B4-BE49-F238E27FC236}">
                  <a16:creationId xmlns:a16="http://schemas.microsoft.com/office/drawing/2014/main" id="{CA7149C6-8C54-49B9-971D-D2E8CFD66E95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644274" y="825165"/>
            <a:ext cx="2107400" cy="302382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12"/>
          <p:cNvSpPr>
            <a:spLocks noGrp="1"/>
          </p:cNvSpPr>
          <p:nvPr>
            <p:ph type="pic" sz="quarter" idx="14"/>
          </p:nvPr>
        </p:nvSpPr>
        <p:spPr>
          <a:xfrm>
            <a:off x="4644274" y="3923414"/>
            <a:ext cx="2107400" cy="217960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5"/>
          </p:nvPr>
        </p:nvSpPr>
        <p:spPr>
          <a:xfrm>
            <a:off x="6842042" y="3168502"/>
            <a:ext cx="1864851" cy="293451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12"/>
          <p:cNvSpPr>
            <a:spLocks noGrp="1"/>
          </p:cNvSpPr>
          <p:nvPr>
            <p:ph type="pic" sz="quarter" idx="16"/>
          </p:nvPr>
        </p:nvSpPr>
        <p:spPr>
          <a:xfrm>
            <a:off x="6842042" y="825164"/>
            <a:ext cx="4608054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17"/>
          </p:nvPr>
        </p:nvSpPr>
        <p:spPr>
          <a:xfrm>
            <a:off x="8797262" y="3168502"/>
            <a:ext cx="2652834" cy="14265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18"/>
          </p:nvPr>
        </p:nvSpPr>
        <p:spPr>
          <a:xfrm>
            <a:off x="8797262" y="4676462"/>
            <a:ext cx="2652834" cy="142655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013553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6"/>
          <p:cNvSpPr>
            <a:spLocks noGrp="1"/>
          </p:cNvSpPr>
          <p:nvPr>
            <p:ph type="pic" sz="quarter" idx="11"/>
          </p:nvPr>
        </p:nvSpPr>
        <p:spPr>
          <a:xfrm>
            <a:off x="3354978" y="713581"/>
            <a:ext cx="2374900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6"/>
          <p:cNvSpPr>
            <a:spLocks noGrp="1"/>
          </p:cNvSpPr>
          <p:nvPr>
            <p:ph type="pic" sz="quarter" idx="12"/>
          </p:nvPr>
        </p:nvSpPr>
        <p:spPr>
          <a:xfrm>
            <a:off x="3354978" y="2913145"/>
            <a:ext cx="2374900" cy="323127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3"/>
          </p:nvPr>
        </p:nvSpPr>
        <p:spPr>
          <a:xfrm>
            <a:off x="5936676" y="4266548"/>
            <a:ext cx="5377317" cy="18778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4"/>
          </p:nvPr>
        </p:nvSpPr>
        <p:spPr>
          <a:xfrm>
            <a:off x="5936676" y="713581"/>
            <a:ext cx="1760661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5"/>
          </p:nvPr>
        </p:nvSpPr>
        <p:spPr>
          <a:xfrm>
            <a:off x="5936675" y="2913145"/>
            <a:ext cx="1760661" cy="116981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6"/>
          <p:cNvSpPr>
            <a:spLocks noGrp="1"/>
          </p:cNvSpPr>
          <p:nvPr>
            <p:ph type="pic" sz="quarter" idx="16"/>
          </p:nvPr>
        </p:nvSpPr>
        <p:spPr>
          <a:xfrm>
            <a:off x="7876839" y="713581"/>
            <a:ext cx="3437154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6"/>
          <p:cNvSpPr>
            <a:spLocks noGrp="1"/>
          </p:cNvSpPr>
          <p:nvPr>
            <p:ph type="pic" sz="quarter" idx="17"/>
          </p:nvPr>
        </p:nvSpPr>
        <p:spPr>
          <a:xfrm>
            <a:off x="7876837" y="2913145"/>
            <a:ext cx="3437156" cy="116981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509556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12"/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3087322" cy="22775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12"/>
          <p:cNvSpPr>
            <a:spLocks noGrp="1"/>
          </p:cNvSpPr>
          <p:nvPr>
            <p:ph type="pic" sz="quarter" idx="17"/>
          </p:nvPr>
        </p:nvSpPr>
        <p:spPr>
          <a:xfrm>
            <a:off x="-1" y="2272570"/>
            <a:ext cx="3087323" cy="204424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8"/>
          </p:nvPr>
        </p:nvSpPr>
        <p:spPr>
          <a:xfrm>
            <a:off x="3080084" y="2261938"/>
            <a:ext cx="3023004" cy="205208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20"/>
          </p:nvPr>
        </p:nvSpPr>
        <p:spPr>
          <a:xfrm>
            <a:off x="9176084" y="2272570"/>
            <a:ext cx="3023004" cy="203864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21"/>
          </p:nvPr>
        </p:nvSpPr>
        <p:spPr>
          <a:xfrm>
            <a:off x="1956391" y="4303386"/>
            <a:ext cx="4139609" cy="255461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22"/>
          </p:nvPr>
        </p:nvSpPr>
        <p:spPr>
          <a:xfrm>
            <a:off x="0" y="4314019"/>
            <a:ext cx="1956391" cy="25439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12"/>
          <p:cNvSpPr>
            <a:spLocks noGrp="1"/>
          </p:cNvSpPr>
          <p:nvPr>
            <p:ph type="pic" sz="quarter" idx="24"/>
          </p:nvPr>
        </p:nvSpPr>
        <p:spPr>
          <a:xfrm>
            <a:off x="6096000" y="4303387"/>
            <a:ext cx="4089991" cy="255461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25"/>
          </p:nvPr>
        </p:nvSpPr>
        <p:spPr>
          <a:xfrm>
            <a:off x="3087322" y="7831"/>
            <a:ext cx="3008678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26"/>
          </p:nvPr>
        </p:nvSpPr>
        <p:spPr>
          <a:xfrm>
            <a:off x="6096001" y="0"/>
            <a:ext cx="6095848" cy="22775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7" name="Рисунок 12"/>
          <p:cNvSpPr>
            <a:spLocks noGrp="1"/>
          </p:cNvSpPr>
          <p:nvPr>
            <p:ph type="pic" sz="quarter" idx="27"/>
          </p:nvPr>
        </p:nvSpPr>
        <p:spPr>
          <a:xfrm>
            <a:off x="10185991" y="4303386"/>
            <a:ext cx="2013097" cy="256244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8" name="Рисунок 12"/>
          <p:cNvSpPr>
            <a:spLocks noGrp="1"/>
          </p:cNvSpPr>
          <p:nvPr>
            <p:ph type="pic" sz="quarter" idx="28"/>
          </p:nvPr>
        </p:nvSpPr>
        <p:spPr>
          <a:xfrm>
            <a:off x="6103088" y="2261937"/>
            <a:ext cx="3080084" cy="205208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522404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002882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-16071"/>
            <a:ext cx="12192000" cy="3129420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0 h 10074"/>
              <a:gd name="connsiteX1" fmla="*/ 10000 w 10000"/>
              <a:gd name="connsiteY1" fmla="*/ 74 h 10074"/>
              <a:gd name="connsiteX2" fmla="*/ 10000 w 10000"/>
              <a:gd name="connsiteY2" fmla="*/ 10074 h 10074"/>
              <a:gd name="connsiteX3" fmla="*/ 0 w 10000"/>
              <a:gd name="connsiteY3" fmla="*/ 10074 h 10074"/>
              <a:gd name="connsiteX4" fmla="*/ 0 w 10000"/>
              <a:gd name="connsiteY4" fmla="*/ 0 h 10074"/>
              <a:gd name="connsiteX0" fmla="*/ 0 w 10000"/>
              <a:gd name="connsiteY0" fmla="*/ 0 h 14410"/>
              <a:gd name="connsiteX1" fmla="*/ 10000 w 10000"/>
              <a:gd name="connsiteY1" fmla="*/ 74 h 14410"/>
              <a:gd name="connsiteX2" fmla="*/ 10000 w 10000"/>
              <a:gd name="connsiteY2" fmla="*/ 10074 h 14410"/>
              <a:gd name="connsiteX3" fmla="*/ 11 w 10000"/>
              <a:gd name="connsiteY3" fmla="*/ 14410 h 14410"/>
              <a:gd name="connsiteX4" fmla="*/ 0 w 10000"/>
              <a:gd name="connsiteY4" fmla="*/ 0 h 14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4410">
                <a:moveTo>
                  <a:pt x="0" y="0"/>
                </a:moveTo>
                <a:lnTo>
                  <a:pt x="10000" y="74"/>
                </a:lnTo>
                <a:lnTo>
                  <a:pt x="10000" y="10074"/>
                </a:lnTo>
                <a:lnTo>
                  <a:pt x="11" y="14410"/>
                </a:lnTo>
                <a:cubicBezTo>
                  <a:pt x="7" y="9607"/>
                  <a:pt x="4" y="4803"/>
                  <a:pt x="0" y="0"/>
                </a:cubicBezTo>
                <a:close/>
              </a:path>
            </a:pathLst>
          </a:cu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1"/>
          </p:nvPr>
        </p:nvSpPr>
        <p:spPr>
          <a:xfrm>
            <a:off x="1446213" y="2033588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7"/>
          <p:cNvSpPr>
            <a:spLocks noGrp="1"/>
          </p:cNvSpPr>
          <p:nvPr>
            <p:ph type="pic" sz="quarter" idx="12"/>
          </p:nvPr>
        </p:nvSpPr>
        <p:spPr>
          <a:xfrm>
            <a:off x="5202238" y="2033587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3"/>
          </p:nvPr>
        </p:nvSpPr>
        <p:spPr>
          <a:xfrm>
            <a:off x="8958263" y="2033587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373972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03351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1"/>
          </p:nvPr>
        </p:nvSpPr>
        <p:spPr>
          <a:xfrm>
            <a:off x="859477" y="2797458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2"/>
          </p:nvPr>
        </p:nvSpPr>
        <p:spPr>
          <a:xfrm>
            <a:off x="4737716" y="2797458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6"/>
          <p:cNvSpPr>
            <a:spLocks noGrp="1"/>
          </p:cNvSpPr>
          <p:nvPr>
            <p:ph type="pic" sz="quarter" idx="13"/>
          </p:nvPr>
        </p:nvSpPr>
        <p:spPr>
          <a:xfrm>
            <a:off x="8615955" y="2797457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666201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E1CED023-E48A-48A5-A9FE-0EB2AC6C8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14A670-F01F-4597-B9B9-3E9EFEBB0F5D}" type="datetimeFigureOut">
              <a:rPr lang="ru-RU"/>
              <a:pPr>
                <a:defRPr/>
              </a:pPr>
              <a:t>31.01.2022</a:t>
            </a:fld>
            <a:endParaRPr lang="ru-RU" dirty="0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ED4A30E9-EA30-42AC-A401-812C4B30A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87D829AD-7540-466A-B05D-5DDBAEE2E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82D6D-8F6F-45F9-8B3C-73D2BE8E0C1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23820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4B9FF05E-2152-4EE6-956D-7FEB8FB87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01E88-D6DF-46B7-9675-CA16326E6DAA}" type="datetimeFigureOut">
              <a:rPr lang="ru-RU"/>
              <a:pPr>
                <a:defRPr/>
              </a:pPr>
              <a:t>31.01.2022</a:t>
            </a:fld>
            <a:endParaRPr lang="ru-RU" dirty="0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C4BA0540-AAA2-4616-B257-D7963FB04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CEAA6ED0-9F9A-413E-9CE2-1C6FB05BA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C7105-7262-4415-87C9-E28B1BA5BED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38882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C0B143-CE1C-48B1-8F69-B10A5B127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77C9A-E606-4F79-BA08-071BE6D088CE}" type="datetimeFigureOut">
              <a:rPr lang="ru-RU"/>
              <a:pPr>
                <a:defRPr/>
              </a:pPr>
              <a:t>31.01.2022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6E9185-17EA-4A4F-9300-7E593260E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90E49C-0276-458F-811F-7FDD619F2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89E854-D948-4F93-87AA-D3B2F43A452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83890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6E2096-8F94-4807-B20F-57476A454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ABFA4-46E4-4D5B-84C3-6C7587B7395D}" type="datetimeFigureOut">
              <a:rPr lang="ru-RU"/>
              <a:pPr>
                <a:defRPr/>
              </a:pPr>
              <a:t>31.01.2022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12AC90-ACFB-4344-98BD-C0329B390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EE1744-75E5-487E-BEC9-39EF894CE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BC5F8-324B-48AD-B509-391C53341A1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5043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46DB-24D7-437D-8EC1-CEFC7CBD7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0DDBB-FA4B-4012-9257-B11F5E3D5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2F17C-148F-44BD-872F-A575D02DD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486F3-D503-48BB-AC96-52E4E6D4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797D4-869E-46DD-BFF4-2B38220D4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11386"/>
      </p:ext>
    </p:extLst>
  </p:cSld>
  <p:clrMapOvr>
    <a:masterClrMapping/>
  </p:clrMapOvr>
  <p:hf hdr="0" ftr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2514600"/>
            <a:ext cx="12192000" cy="3657601"/>
          </a:xfrm>
        </p:spPr>
        <p:txBody>
          <a:bodyPr anchor="ctr" anchorCtr="0"/>
          <a:lstStyle>
            <a:lvl1pPr marL="0" indent="0" algn="ctr">
              <a:buFontTx/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365760"/>
            <a:ext cx="8644128" cy="6096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304800" y="975360"/>
            <a:ext cx="8644128" cy="6096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4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11606288" y="6505783"/>
            <a:ext cx="291709" cy="21204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366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2A709A2D-9E3D-4D9B-BCCB-BD26DDFCEC1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7948B22B-96C8-413D-8708-45DB7D03DF9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E9909B-5CA4-4825-9E05-943A339CF2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88BA87E-D565-4C47-9BBF-B89BF0D34876}" type="datetimeFigureOut">
              <a:rPr lang="ru-RU"/>
              <a:pPr>
                <a:defRPr/>
              </a:pPr>
              <a:t>31.01.2022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F8945F-B136-43A9-B80C-6D99765C7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EF0BB-472A-4BB1-BBF9-1F52F5A9F0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18E4574-86E1-45A5-9A6D-75719EA2283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  <p:sldLayoutId id="2147483810" r:id="rId17"/>
    <p:sldLayoutId id="2147483811" r:id="rId18"/>
    <p:sldLayoutId id="2147483812" r:id="rId19"/>
    <p:sldLayoutId id="2147483813" r:id="rId20"/>
    <p:sldLayoutId id="2147483814" r:id="rId21"/>
    <p:sldLayoutId id="2147483815" r:id="rId22"/>
    <p:sldLayoutId id="2147483816" r:id="rId23"/>
    <p:sldLayoutId id="2147483817" r:id="rId24"/>
    <p:sldLayoutId id="2147483818" r:id="rId25"/>
    <p:sldLayoutId id="2147483819" r:id="rId26"/>
    <p:sldLayoutId id="2147483820" r:id="rId27"/>
    <p:sldLayoutId id="2147483821" r:id="rId28"/>
    <p:sldLayoutId id="2147483822" r:id="rId29"/>
    <p:sldLayoutId id="2147483823" r:id="rId30"/>
    <p:sldLayoutId id="2147483824" r:id="rId31"/>
    <p:sldLayoutId id="2147483825" r:id="rId32"/>
    <p:sldLayoutId id="2147483826" r:id="rId33"/>
    <p:sldLayoutId id="2147483790" r:id="rId34"/>
    <p:sldLayoutId id="2147483791" r:id="rId35"/>
    <p:sldLayoutId id="2147483792" r:id="rId36"/>
    <p:sldLayoutId id="2147483793" r:id="rId37"/>
    <p:sldLayoutId id="2147483827" r:id="rId38"/>
    <p:sldLayoutId id="2147483828" r:id="rId3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5" Type="http://schemas.openxmlformats.org/officeDocument/2006/relationships/image" Target="../media/image26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sv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24" Type="http://schemas.openxmlformats.org/officeDocument/2006/relationships/image" Target="../media/image25.pn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28" Type="http://schemas.openxmlformats.org/officeDocument/2006/relationships/image" Target="../media/image29.pn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31" Type="http://schemas.openxmlformats.org/officeDocument/2006/relationships/image" Target="../media/image32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svg"/><Relationship Id="rId30" Type="http://schemas.openxmlformats.org/officeDocument/2006/relationships/image" Target="../media/image3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7E520EA-5F2A-4D8A-BD76-DAD2517D46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grpSp>
        <p:nvGrpSpPr>
          <p:cNvPr id="36864" name="Group 36863">
            <a:extLst>
              <a:ext uri="{FF2B5EF4-FFF2-40B4-BE49-F238E27FC236}">
                <a16:creationId xmlns:a16="http://schemas.microsoft.com/office/drawing/2014/main" id="{EF8582F1-C5DB-4534-89E0-07978C7C0FAC}"/>
              </a:ext>
            </a:extLst>
          </p:cNvPr>
          <p:cNvGrpSpPr/>
          <p:nvPr/>
        </p:nvGrpSpPr>
        <p:grpSpPr>
          <a:xfrm>
            <a:off x="591895" y="2381574"/>
            <a:ext cx="2380130" cy="4599595"/>
            <a:chOff x="591895" y="2381574"/>
            <a:chExt cx="2380130" cy="459959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5294FF-0750-4E16-9783-831B09A1BD47}"/>
                </a:ext>
              </a:extLst>
            </p:cNvPr>
            <p:cNvSpPr/>
            <p:nvPr/>
          </p:nvSpPr>
          <p:spPr>
            <a:xfrm>
              <a:off x="591895" y="3218137"/>
              <a:ext cx="2380130" cy="3763032"/>
            </a:xfrm>
            <a:custGeom>
              <a:avLst/>
              <a:gdLst>
                <a:gd name="connsiteX0" fmla="*/ 847165 w 1603937"/>
                <a:gd name="connsiteY0" fmla="*/ 0 h 2003612"/>
                <a:gd name="connsiteX1" fmla="*/ 860612 w 1603937"/>
                <a:gd name="connsiteY1" fmla="*/ 94129 h 2003612"/>
                <a:gd name="connsiteX2" fmla="*/ 820271 w 1603937"/>
                <a:gd name="connsiteY2" fmla="*/ 389965 h 2003612"/>
                <a:gd name="connsiteX3" fmla="*/ 766483 w 1603937"/>
                <a:gd name="connsiteY3" fmla="*/ 470647 h 2003612"/>
                <a:gd name="connsiteX4" fmla="*/ 726142 w 1603937"/>
                <a:gd name="connsiteY4" fmla="*/ 510988 h 2003612"/>
                <a:gd name="connsiteX5" fmla="*/ 672353 w 1603937"/>
                <a:gd name="connsiteY5" fmla="*/ 524435 h 2003612"/>
                <a:gd name="connsiteX6" fmla="*/ 537883 w 1603937"/>
                <a:gd name="connsiteY6" fmla="*/ 564776 h 2003612"/>
                <a:gd name="connsiteX7" fmla="*/ 510989 w 1603937"/>
                <a:gd name="connsiteY7" fmla="*/ 591671 h 2003612"/>
                <a:gd name="connsiteX8" fmla="*/ 174812 w 1603937"/>
                <a:gd name="connsiteY8" fmla="*/ 578224 h 2003612"/>
                <a:gd name="connsiteX9" fmla="*/ 80683 w 1603937"/>
                <a:gd name="connsiteY9" fmla="*/ 537882 h 2003612"/>
                <a:gd name="connsiteX10" fmla="*/ 40342 w 1603937"/>
                <a:gd name="connsiteY10" fmla="*/ 524435 h 2003612"/>
                <a:gd name="connsiteX11" fmla="*/ 13447 w 1603937"/>
                <a:gd name="connsiteY11" fmla="*/ 443753 h 2003612"/>
                <a:gd name="connsiteX12" fmla="*/ 0 w 1603937"/>
                <a:gd name="connsiteY12" fmla="*/ 403412 h 2003612"/>
                <a:gd name="connsiteX13" fmla="*/ 13447 w 1603937"/>
                <a:gd name="connsiteY13" fmla="*/ 215153 h 2003612"/>
                <a:gd name="connsiteX14" fmla="*/ 53789 w 1603937"/>
                <a:gd name="connsiteY14" fmla="*/ 188259 h 2003612"/>
                <a:gd name="connsiteX15" fmla="*/ 134471 w 1603937"/>
                <a:gd name="connsiteY15" fmla="*/ 147918 h 2003612"/>
                <a:gd name="connsiteX16" fmla="*/ 484095 w 1603937"/>
                <a:gd name="connsiteY16" fmla="*/ 161365 h 2003612"/>
                <a:gd name="connsiteX17" fmla="*/ 510989 w 1603937"/>
                <a:gd name="connsiteY17" fmla="*/ 201706 h 2003612"/>
                <a:gd name="connsiteX18" fmla="*/ 551330 w 1603937"/>
                <a:gd name="connsiteY18" fmla="*/ 215153 h 2003612"/>
                <a:gd name="connsiteX19" fmla="*/ 605118 w 1603937"/>
                <a:gd name="connsiteY19" fmla="*/ 255494 h 2003612"/>
                <a:gd name="connsiteX20" fmla="*/ 672353 w 1603937"/>
                <a:gd name="connsiteY20" fmla="*/ 349624 h 2003612"/>
                <a:gd name="connsiteX21" fmla="*/ 712695 w 1603937"/>
                <a:gd name="connsiteY21" fmla="*/ 363071 h 2003612"/>
                <a:gd name="connsiteX22" fmla="*/ 766483 w 1603937"/>
                <a:gd name="connsiteY22" fmla="*/ 389965 h 2003612"/>
                <a:gd name="connsiteX23" fmla="*/ 806824 w 1603937"/>
                <a:gd name="connsiteY23" fmla="*/ 430306 h 2003612"/>
                <a:gd name="connsiteX24" fmla="*/ 860612 w 1603937"/>
                <a:gd name="connsiteY24" fmla="*/ 443753 h 2003612"/>
                <a:gd name="connsiteX25" fmla="*/ 900953 w 1603937"/>
                <a:gd name="connsiteY25" fmla="*/ 457200 h 2003612"/>
                <a:gd name="connsiteX26" fmla="*/ 1371600 w 1603937"/>
                <a:gd name="connsiteY26" fmla="*/ 403412 h 2003612"/>
                <a:gd name="connsiteX27" fmla="*/ 1385047 w 1603937"/>
                <a:gd name="connsiteY27" fmla="*/ 349624 h 2003612"/>
                <a:gd name="connsiteX28" fmla="*/ 1371600 w 1603937"/>
                <a:gd name="connsiteY28" fmla="*/ 174812 h 2003612"/>
                <a:gd name="connsiteX29" fmla="*/ 981636 w 1603937"/>
                <a:gd name="connsiteY29" fmla="*/ 201706 h 2003612"/>
                <a:gd name="connsiteX30" fmla="*/ 954742 w 1603937"/>
                <a:gd name="connsiteY30" fmla="*/ 242047 h 2003612"/>
                <a:gd name="connsiteX31" fmla="*/ 887506 w 1603937"/>
                <a:gd name="connsiteY31" fmla="*/ 309282 h 2003612"/>
                <a:gd name="connsiteX32" fmla="*/ 860612 w 1603937"/>
                <a:gd name="connsiteY32" fmla="*/ 389965 h 2003612"/>
                <a:gd name="connsiteX33" fmla="*/ 833718 w 1603937"/>
                <a:gd name="connsiteY33" fmla="*/ 430306 h 2003612"/>
                <a:gd name="connsiteX34" fmla="*/ 820271 w 1603937"/>
                <a:gd name="connsiteY34" fmla="*/ 470647 h 2003612"/>
                <a:gd name="connsiteX35" fmla="*/ 766483 w 1603937"/>
                <a:gd name="connsiteY35" fmla="*/ 551329 h 2003612"/>
                <a:gd name="connsiteX36" fmla="*/ 739589 w 1603937"/>
                <a:gd name="connsiteY36" fmla="*/ 591671 h 2003612"/>
                <a:gd name="connsiteX37" fmla="*/ 685800 w 1603937"/>
                <a:gd name="connsiteY37" fmla="*/ 658906 h 2003612"/>
                <a:gd name="connsiteX38" fmla="*/ 645459 w 1603937"/>
                <a:gd name="connsiteY38" fmla="*/ 712694 h 2003612"/>
                <a:gd name="connsiteX39" fmla="*/ 605118 w 1603937"/>
                <a:gd name="connsiteY39" fmla="*/ 726141 h 2003612"/>
                <a:gd name="connsiteX40" fmla="*/ 443753 w 1603937"/>
                <a:gd name="connsiteY40" fmla="*/ 712694 h 2003612"/>
                <a:gd name="connsiteX41" fmla="*/ 430306 w 1603937"/>
                <a:gd name="connsiteY41" fmla="*/ 672353 h 2003612"/>
                <a:gd name="connsiteX42" fmla="*/ 403412 w 1603937"/>
                <a:gd name="connsiteY42" fmla="*/ 618565 h 2003612"/>
                <a:gd name="connsiteX43" fmla="*/ 376518 w 1603937"/>
                <a:gd name="connsiteY43" fmla="*/ 537882 h 2003612"/>
                <a:gd name="connsiteX44" fmla="*/ 430306 w 1603937"/>
                <a:gd name="connsiteY44" fmla="*/ 349624 h 2003612"/>
                <a:gd name="connsiteX45" fmla="*/ 484095 w 1603937"/>
                <a:gd name="connsiteY45" fmla="*/ 363071 h 2003612"/>
                <a:gd name="connsiteX46" fmla="*/ 524436 w 1603937"/>
                <a:gd name="connsiteY46" fmla="*/ 416859 h 2003612"/>
                <a:gd name="connsiteX47" fmla="*/ 564777 w 1603937"/>
                <a:gd name="connsiteY47" fmla="*/ 457200 h 2003612"/>
                <a:gd name="connsiteX48" fmla="*/ 591671 w 1603937"/>
                <a:gd name="connsiteY48" fmla="*/ 537882 h 2003612"/>
                <a:gd name="connsiteX49" fmla="*/ 618565 w 1603937"/>
                <a:gd name="connsiteY49" fmla="*/ 578224 h 2003612"/>
                <a:gd name="connsiteX50" fmla="*/ 658906 w 1603937"/>
                <a:gd name="connsiteY50" fmla="*/ 672353 h 2003612"/>
                <a:gd name="connsiteX51" fmla="*/ 672353 w 1603937"/>
                <a:gd name="connsiteY51" fmla="*/ 712694 h 2003612"/>
                <a:gd name="connsiteX52" fmla="*/ 685800 w 1603937"/>
                <a:gd name="connsiteY52" fmla="*/ 766482 h 2003612"/>
                <a:gd name="connsiteX53" fmla="*/ 712695 w 1603937"/>
                <a:gd name="connsiteY53" fmla="*/ 793376 h 2003612"/>
                <a:gd name="connsiteX54" fmla="*/ 766483 w 1603937"/>
                <a:gd name="connsiteY54" fmla="*/ 860612 h 2003612"/>
                <a:gd name="connsiteX55" fmla="*/ 793377 w 1603937"/>
                <a:gd name="connsiteY55" fmla="*/ 900953 h 2003612"/>
                <a:gd name="connsiteX56" fmla="*/ 874059 w 1603937"/>
                <a:gd name="connsiteY56" fmla="*/ 968188 h 2003612"/>
                <a:gd name="connsiteX57" fmla="*/ 1385047 w 1603937"/>
                <a:gd name="connsiteY57" fmla="*/ 954741 h 2003612"/>
                <a:gd name="connsiteX58" fmla="*/ 1452283 w 1603937"/>
                <a:gd name="connsiteY58" fmla="*/ 887506 h 2003612"/>
                <a:gd name="connsiteX59" fmla="*/ 1519518 w 1603937"/>
                <a:gd name="connsiteY59" fmla="*/ 793376 h 2003612"/>
                <a:gd name="connsiteX60" fmla="*/ 1546412 w 1603937"/>
                <a:gd name="connsiteY60" fmla="*/ 699247 h 2003612"/>
                <a:gd name="connsiteX61" fmla="*/ 1519518 w 1603937"/>
                <a:gd name="connsiteY61" fmla="*/ 443753 h 2003612"/>
                <a:gd name="connsiteX62" fmla="*/ 1479177 w 1603937"/>
                <a:gd name="connsiteY62" fmla="*/ 416859 h 2003612"/>
                <a:gd name="connsiteX63" fmla="*/ 1411942 w 1603937"/>
                <a:gd name="connsiteY63" fmla="*/ 363071 h 2003612"/>
                <a:gd name="connsiteX64" fmla="*/ 1290918 w 1603937"/>
                <a:gd name="connsiteY64" fmla="*/ 389965 h 2003612"/>
                <a:gd name="connsiteX65" fmla="*/ 1223683 w 1603937"/>
                <a:gd name="connsiteY65" fmla="*/ 470647 h 2003612"/>
                <a:gd name="connsiteX66" fmla="*/ 1183342 w 1603937"/>
                <a:gd name="connsiteY66" fmla="*/ 497541 h 2003612"/>
                <a:gd name="connsiteX67" fmla="*/ 1143000 w 1603937"/>
                <a:gd name="connsiteY67" fmla="*/ 578224 h 2003612"/>
                <a:gd name="connsiteX68" fmla="*/ 1116106 w 1603937"/>
                <a:gd name="connsiteY68" fmla="*/ 618565 h 2003612"/>
                <a:gd name="connsiteX69" fmla="*/ 1089212 w 1603937"/>
                <a:gd name="connsiteY69" fmla="*/ 699247 h 2003612"/>
                <a:gd name="connsiteX70" fmla="*/ 1062318 w 1603937"/>
                <a:gd name="connsiteY70" fmla="*/ 779929 h 2003612"/>
                <a:gd name="connsiteX71" fmla="*/ 1048871 w 1603937"/>
                <a:gd name="connsiteY71" fmla="*/ 820271 h 2003612"/>
                <a:gd name="connsiteX72" fmla="*/ 1062318 w 1603937"/>
                <a:gd name="connsiteY72" fmla="*/ 1021976 h 2003612"/>
                <a:gd name="connsiteX73" fmla="*/ 1089212 w 1603937"/>
                <a:gd name="connsiteY73" fmla="*/ 1102659 h 2003612"/>
                <a:gd name="connsiteX74" fmla="*/ 1183342 w 1603937"/>
                <a:gd name="connsiteY74" fmla="*/ 1183341 h 2003612"/>
                <a:gd name="connsiteX75" fmla="*/ 1223683 w 1603937"/>
                <a:gd name="connsiteY75" fmla="*/ 1223682 h 2003612"/>
                <a:gd name="connsiteX76" fmla="*/ 1304365 w 1603937"/>
                <a:gd name="connsiteY76" fmla="*/ 1277471 h 2003612"/>
                <a:gd name="connsiteX77" fmla="*/ 1573306 w 1603937"/>
                <a:gd name="connsiteY77" fmla="*/ 1250576 h 2003612"/>
                <a:gd name="connsiteX78" fmla="*/ 1532965 w 1603937"/>
                <a:gd name="connsiteY78" fmla="*/ 712694 h 2003612"/>
                <a:gd name="connsiteX79" fmla="*/ 1465730 w 1603937"/>
                <a:gd name="connsiteY79" fmla="*/ 645459 h 2003612"/>
                <a:gd name="connsiteX80" fmla="*/ 1385047 w 1603937"/>
                <a:gd name="connsiteY80" fmla="*/ 591671 h 2003612"/>
                <a:gd name="connsiteX81" fmla="*/ 1331259 w 1603937"/>
                <a:gd name="connsiteY81" fmla="*/ 551329 h 2003612"/>
                <a:gd name="connsiteX82" fmla="*/ 1277471 w 1603937"/>
                <a:gd name="connsiteY82" fmla="*/ 578224 h 2003612"/>
                <a:gd name="connsiteX83" fmla="*/ 1264024 w 1603937"/>
                <a:gd name="connsiteY83" fmla="*/ 618565 h 2003612"/>
                <a:gd name="connsiteX84" fmla="*/ 1237130 w 1603937"/>
                <a:gd name="connsiteY84" fmla="*/ 672353 h 2003612"/>
                <a:gd name="connsiteX85" fmla="*/ 1196789 w 1603937"/>
                <a:gd name="connsiteY85" fmla="*/ 766482 h 2003612"/>
                <a:gd name="connsiteX86" fmla="*/ 1169895 w 1603937"/>
                <a:gd name="connsiteY86" fmla="*/ 806824 h 2003612"/>
                <a:gd name="connsiteX87" fmla="*/ 1102659 w 1603937"/>
                <a:gd name="connsiteY87" fmla="*/ 981635 h 2003612"/>
                <a:gd name="connsiteX88" fmla="*/ 1035424 w 1603937"/>
                <a:gd name="connsiteY88" fmla="*/ 1116106 h 2003612"/>
                <a:gd name="connsiteX89" fmla="*/ 995083 w 1603937"/>
                <a:gd name="connsiteY89" fmla="*/ 1156447 h 2003612"/>
                <a:gd name="connsiteX90" fmla="*/ 941295 w 1603937"/>
                <a:gd name="connsiteY90" fmla="*/ 1169894 h 2003612"/>
                <a:gd name="connsiteX91" fmla="*/ 510989 w 1603937"/>
                <a:gd name="connsiteY91" fmla="*/ 1156447 h 2003612"/>
                <a:gd name="connsiteX92" fmla="*/ 470647 w 1603937"/>
                <a:gd name="connsiteY92" fmla="*/ 1129553 h 2003612"/>
                <a:gd name="connsiteX93" fmla="*/ 376518 w 1603937"/>
                <a:gd name="connsiteY93" fmla="*/ 1062318 h 2003612"/>
                <a:gd name="connsiteX94" fmla="*/ 349624 w 1603937"/>
                <a:gd name="connsiteY94" fmla="*/ 1021976 h 2003612"/>
                <a:gd name="connsiteX95" fmla="*/ 255495 w 1603937"/>
                <a:gd name="connsiteY95" fmla="*/ 981635 h 2003612"/>
                <a:gd name="connsiteX96" fmla="*/ 174812 w 1603937"/>
                <a:gd name="connsiteY96" fmla="*/ 874059 h 2003612"/>
                <a:gd name="connsiteX97" fmla="*/ 121024 w 1603937"/>
                <a:gd name="connsiteY97" fmla="*/ 793376 h 2003612"/>
                <a:gd name="connsiteX98" fmla="*/ 134471 w 1603937"/>
                <a:gd name="connsiteY98" fmla="*/ 699247 h 2003612"/>
                <a:gd name="connsiteX99" fmla="*/ 242047 w 1603937"/>
                <a:gd name="connsiteY99" fmla="*/ 672353 h 2003612"/>
                <a:gd name="connsiteX100" fmla="*/ 497542 w 1603937"/>
                <a:gd name="connsiteY100" fmla="*/ 699247 h 2003612"/>
                <a:gd name="connsiteX101" fmla="*/ 591671 w 1603937"/>
                <a:gd name="connsiteY101" fmla="*/ 726141 h 2003612"/>
                <a:gd name="connsiteX102" fmla="*/ 632012 w 1603937"/>
                <a:gd name="connsiteY102" fmla="*/ 779929 h 2003612"/>
                <a:gd name="connsiteX103" fmla="*/ 658906 w 1603937"/>
                <a:gd name="connsiteY103" fmla="*/ 860612 h 2003612"/>
                <a:gd name="connsiteX104" fmla="*/ 685800 w 1603937"/>
                <a:gd name="connsiteY104" fmla="*/ 1223682 h 2003612"/>
                <a:gd name="connsiteX105" fmla="*/ 712695 w 1603937"/>
                <a:gd name="connsiteY105" fmla="*/ 1277471 h 2003612"/>
                <a:gd name="connsiteX106" fmla="*/ 766483 w 1603937"/>
                <a:gd name="connsiteY106" fmla="*/ 1331259 h 2003612"/>
                <a:gd name="connsiteX107" fmla="*/ 847165 w 1603937"/>
                <a:gd name="connsiteY107" fmla="*/ 1425388 h 2003612"/>
                <a:gd name="connsiteX108" fmla="*/ 1129553 w 1603937"/>
                <a:gd name="connsiteY108" fmla="*/ 1398494 h 2003612"/>
                <a:gd name="connsiteX109" fmla="*/ 1156447 w 1603937"/>
                <a:gd name="connsiteY109" fmla="*/ 1331259 h 2003612"/>
                <a:gd name="connsiteX110" fmla="*/ 1183342 w 1603937"/>
                <a:gd name="connsiteY110" fmla="*/ 1223682 h 2003612"/>
                <a:gd name="connsiteX111" fmla="*/ 1210236 w 1603937"/>
                <a:gd name="connsiteY111" fmla="*/ 1008529 h 2003612"/>
                <a:gd name="connsiteX112" fmla="*/ 1183342 w 1603937"/>
                <a:gd name="connsiteY112" fmla="*/ 712694 h 2003612"/>
                <a:gd name="connsiteX113" fmla="*/ 1143000 w 1603937"/>
                <a:gd name="connsiteY113" fmla="*/ 699247 h 2003612"/>
                <a:gd name="connsiteX114" fmla="*/ 1075765 w 1603937"/>
                <a:gd name="connsiteY114" fmla="*/ 658906 h 2003612"/>
                <a:gd name="connsiteX115" fmla="*/ 1008530 w 1603937"/>
                <a:gd name="connsiteY115" fmla="*/ 645459 h 2003612"/>
                <a:gd name="connsiteX116" fmla="*/ 954742 w 1603937"/>
                <a:gd name="connsiteY116" fmla="*/ 632012 h 2003612"/>
                <a:gd name="connsiteX117" fmla="*/ 564777 w 1603937"/>
                <a:gd name="connsiteY117" fmla="*/ 645459 h 2003612"/>
                <a:gd name="connsiteX118" fmla="*/ 524436 w 1603937"/>
                <a:gd name="connsiteY118" fmla="*/ 685800 h 2003612"/>
                <a:gd name="connsiteX119" fmla="*/ 497542 w 1603937"/>
                <a:gd name="connsiteY119" fmla="*/ 739588 h 2003612"/>
                <a:gd name="connsiteX120" fmla="*/ 470647 w 1603937"/>
                <a:gd name="connsiteY120" fmla="*/ 779929 h 2003612"/>
                <a:gd name="connsiteX121" fmla="*/ 430306 w 1603937"/>
                <a:gd name="connsiteY121" fmla="*/ 847165 h 2003612"/>
                <a:gd name="connsiteX122" fmla="*/ 416859 w 1603937"/>
                <a:gd name="connsiteY122" fmla="*/ 900953 h 2003612"/>
                <a:gd name="connsiteX123" fmla="*/ 403412 w 1603937"/>
                <a:gd name="connsiteY123" fmla="*/ 941294 h 2003612"/>
                <a:gd name="connsiteX124" fmla="*/ 376518 w 1603937"/>
                <a:gd name="connsiteY124" fmla="*/ 1143000 h 2003612"/>
                <a:gd name="connsiteX125" fmla="*/ 457200 w 1603937"/>
                <a:gd name="connsiteY125" fmla="*/ 1479176 h 2003612"/>
                <a:gd name="connsiteX126" fmla="*/ 551330 w 1603937"/>
                <a:gd name="connsiteY126" fmla="*/ 1532965 h 2003612"/>
                <a:gd name="connsiteX127" fmla="*/ 658906 w 1603937"/>
                <a:gd name="connsiteY127" fmla="*/ 1559859 h 2003612"/>
                <a:gd name="connsiteX128" fmla="*/ 1183342 w 1603937"/>
                <a:gd name="connsiteY128" fmla="*/ 1519518 h 2003612"/>
                <a:gd name="connsiteX129" fmla="*/ 1210236 w 1603937"/>
                <a:gd name="connsiteY129" fmla="*/ 1479176 h 2003612"/>
                <a:gd name="connsiteX130" fmla="*/ 1250577 w 1603937"/>
                <a:gd name="connsiteY130" fmla="*/ 1425388 h 2003612"/>
                <a:gd name="connsiteX131" fmla="*/ 1277471 w 1603937"/>
                <a:gd name="connsiteY131" fmla="*/ 1344706 h 2003612"/>
                <a:gd name="connsiteX132" fmla="*/ 1304365 w 1603937"/>
                <a:gd name="connsiteY132" fmla="*/ 1250576 h 2003612"/>
                <a:gd name="connsiteX133" fmla="*/ 1196789 w 1603937"/>
                <a:gd name="connsiteY133" fmla="*/ 793376 h 2003612"/>
                <a:gd name="connsiteX134" fmla="*/ 1156447 w 1603937"/>
                <a:gd name="connsiteY134" fmla="*/ 766482 h 2003612"/>
                <a:gd name="connsiteX135" fmla="*/ 1089212 w 1603937"/>
                <a:gd name="connsiteY135" fmla="*/ 779929 h 2003612"/>
                <a:gd name="connsiteX136" fmla="*/ 1062318 w 1603937"/>
                <a:gd name="connsiteY136" fmla="*/ 860612 h 2003612"/>
                <a:gd name="connsiteX137" fmla="*/ 1048871 w 1603937"/>
                <a:gd name="connsiteY137" fmla="*/ 900953 h 2003612"/>
                <a:gd name="connsiteX138" fmla="*/ 1062318 w 1603937"/>
                <a:gd name="connsiteY138" fmla="*/ 1156447 h 2003612"/>
                <a:gd name="connsiteX139" fmla="*/ 1102659 w 1603937"/>
                <a:gd name="connsiteY139" fmla="*/ 1196788 h 2003612"/>
                <a:gd name="connsiteX140" fmla="*/ 1210236 w 1603937"/>
                <a:gd name="connsiteY140" fmla="*/ 1317812 h 2003612"/>
                <a:gd name="connsiteX141" fmla="*/ 1264024 w 1603937"/>
                <a:gd name="connsiteY141" fmla="*/ 1344706 h 2003612"/>
                <a:gd name="connsiteX142" fmla="*/ 1385047 w 1603937"/>
                <a:gd name="connsiteY142" fmla="*/ 1411941 h 2003612"/>
                <a:gd name="connsiteX143" fmla="*/ 1411942 w 1603937"/>
                <a:gd name="connsiteY143" fmla="*/ 1452282 h 2003612"/>
                <a:gd name="connsiteX144" fmla="*/ 1425389 w 1603937"/>
                <a:gd name="connsiteY144" fmla="*/ 1492624 h 2003612"/>
                <a:gd name="connsiteX145" fmla="*/ 1452283 w 1603937"/>
                <a:gd name="connsiteY145" fmla="*/ 1613647 h 2003612"/>
                <a:gd name="connsiteX146" fmla="*/ 1465730 w 1603937"/>
                <a:gd name="connsiteY146" fmla="*/ 1653988 h 2003612"/>
                <a:gd name="connsiteX147" fmla="*/ 1479177 w 1603937"/>
                <a:gd name="connsiteY147" fmla="*/ 1734671 h 2003612"/>
                <a:gd name="connsiteX148" fmla="*/ 1492624 w 1603937"/>
                <a:gd name="connsiteY148" fmla="*/ 1775012 h 2003612"/>
                <a:gd name="connsiteX149" fmla="*/ 1465730 w 1603937"/>
                <a:gd name="connsiteY149" fmla="*/ 1936376 h 2003612"/>
                <a:gd name="connsiteX150" fmla="*/ 1438836 w 1603937"/>
                <a:gd name="connsiteY150" fmla="*/ 1976718 h 2003612"/>
                <a:gd name="connsiteX151" fmla="*/ 1425389 w 1603937"/>
                <a:gd name="connsiteY151" fmla="*/ 2003612 h 200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1603937" h="2003612">
                  <a:moveTo>
                    <a:pt x="847165" y="0"/>
                  </a:moveTo>
                  <a:cubicBezTo>
                    <a:pt x="851647" y="31376"/>
                    <a:pt x="860612" y="62434"/>
                    <a:pt x="860612" y="94129"/>
                  </a:cubicBezTo>
                  <a:cubicBezTo>
                    <a:pt x="860612" y="126098"/>
                    <a:pt x="863885" y="324543"/>
                    <a:pt x="820271" y="389965"/>
                  </a:cubicBezTo>
                  <a:cubicBezTo>
                    <a:pt x="802342" y="416859"/>
                    <a:pt x="789339" y="447791"/>
                    <a:pt x="766483" y="470647"/>
                  </a:cubicBezTo>
                  <a:cubicBezTo>
                    <a:pt x="753036" y="484094"/>
                    <a:pt x="742653" y="501553"/>
                    <a:pt x="726142" y="510988"/>
                  </a:cubicBezTo>
                  <a:cubicBezTo>
                    <a:pt x="710096" y="520157"/>
                    <a:pt x="690055" y="519124"/>
                    <a:pt x="672353" y="524435"/>
                  </a:cubicBezTo>
                  <a:cubicBezTo>
                    <a:pt x="508654" y="573544"/>
                    <a:pt x="661864" y="533781"/>
                    <a:pt x="537883" y="564776"/>
                  </a:cubicBezTo>
                  <a:cubicBezTo>
                    <a:pt x="528918" y="573741"/>
                    <a:pt x="523659" y="591202"/>
                    <a:pt x="510989" y="591671"/>
                  </a:cubicBezTo>
                  <a:cubicBezTo>
                    <a:pt x="398917" y="595822"/>
                    <a:pt x="286676" y="586215"/>
                    <a:pt x="174812" y="578224"/>
                  </a:cubicBezTo>
                  <a:cubicBezTo>
                    <a:pt x="149587" y="576422"/>
                    <a:pt x="98878" y="545680"/>
                    <a:pt x="80683" y="537882"/>
                  </a:cubicBezTo>
                  <a:cubicBezTo>
                    <a:pt x="67655" y="532298"/>
                    <a:pt x="53789" y="528917"/>
                    <a:pt x="40342" y="524435"/>
                  </a:cubicBezTo>
                  <a:lnTo>
                    <a:pt x="13447" y="443753"/>
                  </a:lnTo>
                  <a:lnTo>
                    <a:pt x="0" y="403412"/>
                  </a:lnTo>
                  <a:cubicBezTo>
                    <a:pt x="4482" y="340659"/>
                    <a:pt x="-1812" y="276187"/>
                    <a:pt x="13447" y="215153"/>
                  </a:cubicBezTo>
                  <a:cubicBezTo>
                    <a:pt x="17367" y="199474"/>
                    <a:pt x="39334" y="195487"/>
                    <a:pt x="53789" y="188259"/>
                  </a:cubicBezTo>
                  <a:cubicBezTo>
                    <a:pt x="165131" y="132589"/>
                    <a:pt x="18864" y="224989"/>
                    <a:pt x="134471" y="147918"/>
                  </a:cubicBezTo>
                  <a:cubicBezTo>
                    <a:pt x="251012" y="152400"/>
                    <a:pt x="368640" y="144871"/>
                    <a:pt x="484095" y="161365"/>
                  </a:cubicBezTo>
                  <a:cubicBezTo>
                    <a:pt x="500094" y="163651"/>
                    <a:pt x="498369" y="191610"/>
                    <a:pt x="510989" y="201706"/>
                  </a:cubicBezTo>
                  <a:cubicBezTo>
                    <a:pt x="522057" y="210561"/>
                    <a:pt x="537883" y="210671"/>
                    <a:pt x="551330" y="215153"/>
                  </a:cubicBezTo>
                  <a:cubicBezTo>
                    <a:pt x="569259" y="228600"/>
                    <a:pt x="589271" y="239647"/>
                    <a:pt x="605118" y="255494"/>
                  </a:cubicBezTo>
                  <a:cubicBezTo>
                    <a:pt x="654170" y="304546"/>
                    <a:pt x="608827" y="296686"/>
                    <a:pt x="672353" y="349624"/>
                  </a:cubicBezTo>
                  <a:cubicBezTo>
                    <a:pt x="683242" y="358698"/>
                    <a:pt x="699666" y="357487"/>
                    <a:pt x="712695" y="363071"/>
                  </a:cubicBezTo>
                  <a:cubicBezTo>
                    <a:pt x="731120" y="370967"/>
                    <a:pt x="750171" y="378314"/>
                    <a:pt x="766483" y="389965"/>
                  </a:cubicBezTo>
                  <a:cubicBezTo>
                    <a:pt x="781958" y="401018"/>
                    <a:pt x="790313" y="420871"/>
                    <a:pt x="806824" y="430306"/>
                  </a:cubicBezTo>
                  <a:cubicBezTo>
                    <a:pt x="822870" y="439475"/>
                    <a:pt x="842842" y="438676"/>
                    <a:pt x="860612" y="443753"/>
                  </a:cubicBezTo>
                  <a:cubicBezTo>
                    <a:pt x="874241" y="447647"/>
                    <a:pt x="887506" y="452718"/>
                    <a:pt x="900953" y="457200"/>
                  </a:cubicBezTo>
                  <a:cubicBezTo>
                    <a:pt x="999770" y="454206"/>
                    <a:pt x="1302053" y="565689"/>
                    <a:pt x="1371600" y="403412"/>
                  </a:cubicBezTo>
                  <a:cubicBezTo>
                    <a:pt x="1378880" y="386425"/>
                    <a:pt x="1380565" y="367553"/>
                    <a:pt x="1385047" y="349624"/>
                  </a:cubicBezTo>
                  <a:cubicBezTo>
                    <a:pt x="1380565" y="291353"/>
                    <a:pt x="1426471" y="194931"/>
                    <a:pt x="1371600" y="174812"/>
                  </a:cubicBezTo>
                  <a:cubicBezTo>
                    <a:pt x="1249268" y="129957"/>
                    <a:pt x="1110270" y="180959"/>
                    <a:pt x="981636" y="201706"/>
                  </a:cubicBezTo>
                  <a:cubicBezTo>
                    <a:pt x="965681" y="204279"/>
                    <a:pt x="965384" y="229884"/>
                    <a:pt x="954742" y="242047"/>
                  </a:cubicBezTo>
                  <a:cubicBezTo>
                    <a:pt x="933870" y="265900"/>
                    <a:pt x="887506" y="309282"/>
                    <a:pt x="887506" y="309282"/>
                  </a:cubicBezTo>
                  <a:cubicBezTo>
                    <a:pt x="878541" y="336176"/>
                    <a:pt x="876337" y="366377"/>
                    <a:pt x="860612" y="389965"/>
                  </a:cubicBezTo>
                  <a:cubicBezTo>
                    <a:pt x="851647" y="403412"/>
                    <a:pt x="840946" y="415851"/>
                    <a:pt x="833718" y="430306"/>
                  </a:cubicBezTo>
                  <a:cubicBezTo>
                    <a:pt x="827379" y="442984"/>
                    <a:pt x="827155" y="458256"/>
                    <a:pt x="820271" y="470647"/>
                  </a:cubicBezTo>
                  <a:cubicBezTo>
                    <a:pt x="804574" y="498902"/>
                    <a:pt x="784412" y="524435"/>
                    <a:pt x="766483" y="551329"/>
                  </a:cubicBezTo>
                  <a:lnTo>
                    <a:pt x="739589" y="591671"/>
                  </a:lnTo>
                  <a:cubicBezTo>
                    <a:pt x="673098" y="691409"/>
                    <a:pt x="749669" y="582264"/>
                    <a:pt x="685800" y="658906"/>
                  </a:cubicBezTo>
                  <a:cubicBezTo>
                    <a:pt x="671452" y="676123"/>
                    <a:pt x="662676" y="698346"/>
                    <a:pt x="645459" y="712694"/>
                  </a:cubicBezTo>
                  <a:cubicBezTo>
                    <a:pt x="634570" y="721768"/>
                    <a:pt x="618565" y="721659"/>
                    <a:pt x="605118" y="726141"/>
                  </a:cubicBezTo>
                  <a:cubicBezTo>
                    <a:pt x="551330" y="721659"/>
                    <a:pt x="495341" y="728567"/>
                    <a:pt x="443753" y="712694"/>
                  </a:cubicBezTo>
                  <a:cubicBezTo>
                    <a:pt x="430205" y="708526"/>
                    <a:pt x="435890" y="685381"/>
                    <a:pt x="430306" y="672353"/>
                  </a:cubicBezTo>
                  <a:cubicBezTo>
                    <a:pt x="422410" y="653928"/>
                    <a:pt x="410857" y="637177"/>
                    <a:pt x="403412" y="618565"/>
                  </a:cubicBezTo>
                  <a:cubicBezTo>
                    <a:pt x="392883" y="592244"/>
                    <a:pt x="376518" y="537882"/>
                    <a:pt x="376518" y="537882"/>
                  </a:cubicBezTo>
                  <a:cubicBezTo>
                    <a:pt x="378729" y="511346"/>
                    <a:pt x="348822" y="361264"/>
                    <a:pt x="430306" y="349624"/>
                  </a:cubicBezTo>
                  <a:cubicBezTo>
                    <a:pt x="448602" y="347010"/>
                    <a:pt x="466165" y="358589"/>
                    <a:pt x="484095" y="363071"/>
                  </a:cubicBezTo>
                  <a:cubicBezTo>
                    <a:pt x="497542" y="381000"/>
                    <a:pt x="509851" y="399843"/>
                    <a:pt x="524436" y="416859"/>
                  </a:cubicBezTo>
                  <a:cubicBezTo>
                    <a:pt x="536812" y="431298"/>
                    <a:pt x="555542" y="440576"/>
                    <a:pt x="564777" y="457200"/>
                  </a:cubicBezTo>
                  <a:cubicBezTo>
                    <a:pt x="578544" y="481981"/>
                    <a:pt x="582706" y="510988"/>
                    <a:pt x="591671" y="537882"/>
                  </a:cubicBezTo>
                  <a:cubicBezTo>
                    <a:pt x="596782" y="553214"/>
                    <a:pt x="609600" y="564777"/>
                    <a:pt x="618565" y="578224"/>
                  </a:cubicBezTo>
                  <a:cubicBezTo>
                    <a:pt x="646551" y="690168"/>
                    <a:pt x="612474" y="579489"/>
                    <a:pt x="658906" y="672353"/>
                  </a:cubicBezTo>
                  <a:cubicBezTo>
                    <a:pt x="665245" y="685031"/>
                    <a:pt x="668459" y="699065"/>
                    <a:pt x="672353" y="712694"/>
                  </a:cubicBezTo>
                  <a:cubicBezTo>
                    <a:pt x="677430" y="730464"/>
                    <a:pt x="677535" y="749952"/>
                    <a:pt x="685800" y="766482"/>
                  </a:cubicBezTo>
                  <a:cubicBezTo>
                    <a:pt x="691470" y="777822"/>
                    <a:pt x="703730" y="784411"/>
                    <a:pt x="712695" y="793376"/>
                  </a:cubicBezTo>
                  <a:cubicBezTo>
                    <a:pt x="738873" y="871913"/>
                    <a:pt x="705659" y="799788"/>
                    <a:pt x="766483" y="860612"/>
                  </a:cubicBezTo>
                  <a:cubicBezTo>
                    <a:pt x="777911" y="872040"/>
                    <a:pt x="783031" y="888538"/>
                    <a:pt x="793377" y="900953"/>
                  </a:cubicBezTo>
                  <a:cubicBezTo>
                    <a:pt x="825732" y="939780"/>
                    <a:pt x="834393" y="941744"/>
                    <a:pt x="874059" y="968188"/>
                  </a:cubicBezTo>
                  <a:lnTo>
                    <a:pt x="1385047" y="954741"/>
                  </a:lnTo>
                  <a:cubicBezTo>
                    <a:pt x="1416438" y="950361"/>
                    <a:pt x="1433266" y="912862"/>
                    <a:pt x="1452283" y="887506"/>
                  </a:cubicBezTo>
                  <a:cubicBezTo>
                    <a:pt x="1461423" y="875319"/>
                    <a:pt x="1509685" y="813043"/>
                    <a:pt x="1519518" y="793376"/>
                  </a:cubicBezTo>
                  <a:cubicBezTo>
                    <a:pt x="1529164" y="774084"/>
                    <a:pt x="1542103" y="716481"/>
                    <a:pt x="1546412" y="699247"/>
                  </a:cubicBezTo>
                  <a:cubicBezTo>
                    <a:pt x="1537447" y="614082"/>
                    <a:pt x="1539353" y="527059"/>
                    <a:pt x="1519518" y="443753"/>
                  </a:cubicBezTo>
                  <a:cubicBezTo>
                    <a:pt x="1515775" y="428031"/>
                    <a:pt x="1490605" y="428287"/>
                    <a:pt x="1479177" y="416859"/>
                  </a:cubicBezTo>
                  <a:cubicBezTo>
                    <a:pt x="1418353" y="356035"/>
                    <a:pt x="1490478" y="389250"/>
                    <a:pt x="1411942" y="363071"/>
                  </a:cubicBezTo>
                  <a:cubicBezTo>
                    <a:pt x="1371601" y="372036"/>
                    <a:pt x="1330123" y="376897"/>
                    <a:pt x="1290918" y="389965"/>
                  </a:cubicBezTo>
                  <a:cubicBezTo>
                    <a:pt x="1230435" y="410126"/>
                    <a:pt x="1262099" y="424547"/>
                    <a:pt x="1223683" y="470647"/>
                  </a:cubicBezTo>
                  <a:cubicBezTo>
                    <a:pt x="1213337" y="483062"/>
                    <a:pt x="1196789" y="488576"/>
                    <a:pt x="1183342" y="497541"/>
                  </a:cubicBezTo>
                  <a:cubicBezTo>
                    <a:pt x="1106271" y="613143"/>
                    <a:pt x="1198669" y="466885"/>
                    <a:pt x="1143000" y="578224"/>
                  </a:cubicBezTo>
                  <a:cubicBezTo>
                    <a:pt x="1135773" y="592679"/>
                    <a:pt x="1122670" y="603797"/>
                    <a:pt x="1116106" y="618565"/>
                  </a:cubicBezTo>
                  <a:cubicBezTo>
                    <a:pt x="1104592" y="644470"/>
                    <a:pt x="1098177" y="672353"/>
                    <a:pt x="1089212" y="699247"/>
                  </a:cubicBezTo>
                  <a:lnTo>
                    <a:pt x="1062318" y="779929"/>
                  </a:lnTo>
                  <a:lnTo>
                    <a:pt x="1048871" y="820271"/>
                  </a:lnTo>
                  <a:cubicBezTo>
                    <a:pt x="1053353" y="887506"/>
                    <a:pt x="1052788" y="955269"/>
                    <a:pt x="1062318" y="1021976"/>
                  </a:cubicBezTo>
                  <a:cubicBezTo>
                    <a:pt x="1066327" y="1050040"/>
                    <a:pt x="1069166" y="1082613"/>
                    <a:pt x="1089212" y="1102659"/>
                  </a:cubicBezTo>
                  <a:cubicBezTo>
                    <a:pt x="1189312" y="1202759"/>
                    <a:pt x="1062588" y="1079839"/>
                    <a:pt x="1183342" y="1183341"/>
                  </a:cubicBezTo>
                  <a:cubicBezTo>
                    <a:pt x="1197781" y="1195717"/>
                    <a:pt x="1208672" y="1212007"/>
                    <a:pt x="1223683" y="1223682"/>
                  </a:cubicBezTo>
                  <a:cubicBezTo>
                    <a:pt x="1249197" y="1243526"/>
                    <a:pt x="1304365" y="1277471"/>
                    <a:pt x="1304365" y="1277471"/>
                  </a:cubicBezTo>
                  <a:cubicBezTo>
                    <a:pt x="1394012" y="1268506"/>
                    <a:pt x="1533848" y="1331570"/>
                    <a:pt x="1573306" y="1250576"/>
                  </a:cubicBezTo>
                  <a:cubicBezTo>
                    <a:pt x="1592651" y="1210867"/>
                    <a:pt x="1648651" y="844907"/>
                    <a:pt x="1532965" y="712694"/>
                  </a:cubicBezTo>
                  <a:cubicBezTo>
                    <a:pt x="1512094" y="688841"/>
                    <a:pt x="1490261" y="665529"/>
                    <a:pt x="1465730" y="645459"/>
                  </a:cubicBezTo>
                  <a:cubicBezTo>
                    <a:pt x="1440713" y="624991"/>
                    <a:pt x="1410905" y="611065"/>
                    <a:pt x="1385047" y="591671"/>
                  </a:cubicBezTo>
                  <a:lnTo>
                    <a:pt x="1331259" y="551329"/>
                  </a:lnTo>
                  <a:cubicBezTo>
                    <a:pt x="1313330" y="560294"/>
                    <a:pt x="1291645" y="564049"/>
                    <a:pt x="1277471" y="578224"/>
                  </a:cubicBezTo>
                  <a:cubicBezTo>
                    <a:pt x="1267448" y="588247"/>
                    <a:pt x="1269608" y="605537"/>
                    <a:pt x="1264024" y="618565"/>
                  </a:cubicBezTo>
                  <a:cubicBezTo>
                    <a:pt x="1256128" y="636990"/>
                    <a:pt x="1245425" y="654104"/>
                    <a:pt x="1237130" y="672353"/>
                  </a:cubicBezTo>
                  <a:cubicBezTo>
                    <a:pt x="1223004" y="703430"/>
                    <a:pt x="1212055" y="735949"/>
                    <a:pt x="1196789" y="766482"/>
                  </a:cubicBezTo>
                  <a:cubicBezTo>
                    <a:pt x="1189561" y="780937"/>
                    <a:pt x="1176373" y="792017"/>
                    <a:pt x="1169895" y="806824"/>
                  </a:cubicBezTo>
                  <a:cubicBezTo>
                    <a:pt x="1144871" y="864021"/>
                    <a:pt x="1125287" y="923448"/>
                    <a:pt x="1102659" y="981635"/>
                  </a:cubicBezTo>
                  <a:cubicBezTo>
                    <a:pt x="1081287" y="1036590"/>
                    <a:pt x="1071695" y="1067745"/>
                    <a:pt x="1035424" y="1116106"/>
                  </a:cubicBezTo>
                  <a:cubicBezTo>
                    <a:pt x="1024014" y="1131320"/>
                    <a:pt x="1011594" y="1147012"/>
                    <a:pt x="995083" y="1156447"/>
                  </a:cubicBezTo>
                  <a:cubicBezTo>
                    <a:pt x="979037" y="1165616"/>
                    <a:pt x="959224" y="1165412"/>
                    <a:pt x="941295" y="1169894"/>
                  </a:cubicBezTo>
                  <a:cubicBezTo>
                    <a:pt x="797860" y="1165412"/>
                    <a:pt x="653970" y="1168702"/>
                    <a:pt x="510989" y="1156447"/>
                  </a:cubicBezTo>
                  <a:cubicBezTo>
                    <a:pt x="494886" y="1155067"/>
                    <a:pt x="483798" y="1138947"/>
                    <a:pt x="470647" y="1129553"/>
                  </a:cubicBezTo>
                  <a:cubicBezTo>
                    <a:pt x="353874" y="1046144"/>
                    <a:pt x="471603" y="1125708"/>
                    <a:pt x="376518" y="1062318"/>
                  </a:cubicBezTo>
                  <a:cubicBezTo>
                    <a:pt x="367553" y="1048871"/>
                    <a:pt x="361052" y="1033404"/>
                    <a:pt x="349624" y="1021976"/>
                  </a:cubicBezTo>
                  <a:cubicBezTo>
                    <a:pt x="318670" y="991022"/>
                    <a:pt x="296643" y="991922"/>
                    <a:pt x="255495" y="981635"/>
                  </a:cubicBezTo>
                  <a:cubicBezTo>
                    <a:pt x="228601" y="945776"/>
                    <a:pt x="199675" y="911355"/>
                    <a:pt x="174812" y="874059"/>
                  </a:cubicBezTo>
                  <a:lnTo>
                    <a:pt x="121024" y="793376"/>
                  </a:lnTo>
                  <a:cubicBezTo>
                    <a:pt x="125506" y="762000"/>
                    <a:pt x="112059" y="721659"/>
                    <a:pt x="134471" y="699247"/>
                  </a:cubicBezTo>
                  <a:cubicBezTo>
                    <a:pt x="160607" y="673111"/>
                    <a:pt x="242047" y="672353"/>
                    <a:pt x="242047" y="672353"/>
                  </a:cubicBezTo>
                  <a:cubicBezTo>
                    <a:pt x="327212" y="681318"/>
                    <a:pt x="412626" y="688171"/>
                    <a:pt x="497542" y="699247"/>
                  </a:cubicBezTo>
                  <a:cubicBezTo>
                    <a:pt x="525281" y="702865"/>
                    <a:pt x="564322" y="717025"/>
                    <a:pt x="591671" y="726141"/>
                  </a:cubicBezTo>
                  <a:cubicBezTo>
                    <a:pt x="605118" y="744070"/>
                    <a:pt x="621989" y="759883"/>
                    <a:pt x="632012" y="779929"/>
                  </a:cubicBezTo>
                  <a:cubicBezTo>
                    <a:pt x="644690" y="805285"/>
                    <a:pt x="658906" y="860612"/>
                    <a:pt x="658906" y="860612"/>
                  </a:cubicBezTo>
                  <a:cubicBezTo>
                    <a:pt x="659068" y="864347"/>
                    <a:pt x="649848" y="1127813"/>
                    <a:pt x="685800" y="1223682"/>
                  </a:cubicBezTo>
                  <a:cubicBezTo>
                    <a:pt x="692839" y="1242452"/>
                    <a:pt x="700667" y="1261434"/>
                    <a:pt x="712695" y="1277471"/>
                  </a:cubicBezTo>
                  <a:cubicBezTo>
                    <a:pt x="727909" y="1297756"/>
                    <a:pt x="751269" y="1310974"/>
                    <a:pt x="766483" y="1331259"/>
                  </a:cubicBezTo>
                  <a:cubicBezTo>
                    <a:pt x="845590" y="1436736"/>
                    <a:pt x="730170" y="1337642"/>
                    <a:pt x="847165" y="1425388"/>
                  </a:cubicBezTo>
                  <a:cubicBezTo>
                    <a:pt x="941294" y="1416423"/>
                    <a:pt x="1039094" y="1426025"/>
                    <a:pt x="1129553" y="1398494"/>
                  </a:cubicBezTo>
                  <a:cubicBezTo>
                    <a:pt x="1152645" y="1391466"/>
                    <a:pt x="1147971" y="1353860"/>
                    <a:pt x="1156447" y="1331259"/>
                  </a:cubicBezTo>
                  <a:cubicBezTo>
                    <a:pt x="1170889" y="1292748"/>
                    <a:pt x="1177167" y="1266904"/>
                    <a:pt x="1183342" y="1223682"/>
                  </a:cubicBezTo>
                  <a:cubicBezTo>
                    <a:pt x="1193563" y="1152133"/>
                    <a:pt x="1210236" y="1008529"/>
                    <a:pt x="1210236" y="1008529"/>
                  </a:cubicBezTo>
                  <a:cubicBezTo>
                    <a:pt x="1201271" y="909917"/>
                    <a:pt x="1204377" y="809452"/>
                    <a:pt x="1183342" y="712694"/>
                  </a:cubicBezTo>
                  <a:cubicBezTo>
                    <a:pt x="1180331" y="698843"/>
                    <a:pt x="1155678" y="705586"/>
                    <a:pt x="1143000" y="699247"/>
                  </a:cubicBezTo>
                  <a:cubicBezTo>
                    <a:pt x="1119623" y="687559"/>
                    <a:pt x="1100032" y="668613"/>
                    <a:pt x="1075765" y="658906"/>
                  </a:cubicBezTo>
                  <a:cubicBezTo>
                    <a:pt x="1054544" y="650418"/>
                    <a:pt x="1030841" y="650417"/>
                    <a:pt x="1008530" y="645459"/>
                  </a:cubicBezTo>
                  <a:cubicBezTo>
                    <a:pt x="990489" y="641450"/>
                    <a:pt x="972671" y="636494"/>
                    <a:pt x="954742" y="632012"/>
                  </a:cubicBezTo>
                  <a:cubicBezTo>
                    <a:pt x="824754" y="636494"/>
                    <a:pt x="693838" y="629326"/>
                    <a:pt x="564777" y="645459"/>
                  </a:cubicBezTo>
                  <a:cubicBezTo>
                    <a:pt x="545907" y="647818"/>
                    <a:pt x="535489" y="670325"/>
                    <a:pt x="524436" y="685800"/>
                  </a:cubicBezTo>
                  <a:cubicBezTo>
                    <a:pt x="512785" y="702112"/>
                    <a:pt x="507488" y="722184"/>
                    <a:pt x="497542" y="739588"/>
                  </a:cubicBezTo>
                  <a:cubicBezTo>
                    <a:pt x="489524" y="753620"/>
                    <a:pt x="479213" y="766224"/>
                    <a:pt x="470647" y="779929"/>
                  </a:cubicBezTo>
                  <a:cubicBezTo>
                    <a:pt x="456795" y="802093"/>
                    <a:pt x="443753" y="824753"/>
                    <a:pt x="430306" y="847165"/>
                  </a:cubicBezTo>
                  <a:cubicBezTo>
                    <a:pt x="425824" y="865094"/>
                    <a:pt x="421936" y="883183"/>
                    <a:pt x="416859" y="900953"/>
                  </a:cubicBezTo>
                  <a:cubicBezTo>
                    <a:pt x="412965" y="914582"/>
                    <a:pt x="405417" y="927262"/>
                    <a:pt x="403412" y="941294"/>
                  </a:cubicBezTo>
                  <a:cubicBezTo>
                    <a:pt x="368132" y="1188258"/>
                    <a:pt x="409498" y="1011079"/>
                    <a:pt x="376518" y="1143000"/>
                  </a:cubicBezTo>
                  <a:cubicBezTo>
                    <a:pt x="393311" y="1254953"/>
                    <a:pt x="378127" y="1386925"/>
                    <a:pt x="457200" y="1479176"/>
                  </a:cubicBezTo>
                  <a:cubicBezTo>
                    <a:pt x="469005" y="1492948"/>
                    <a:pt x="539169" y="1528911"/>
                    <a:pt x="551330" y="1532965"/>
                  </a:cubicBezTo>
                  <a:cubicBezTo>
                    <a:pt x="586395" y="1544653"/>
                    <a:pt x="658906" y="1559859"/>
                    <a:pt x="658906" y="1559859"/>
                  </a:cubicBezTo>
                  <a:cubicBezTo>
                    <a:pt x="783296" y="1556497"/>
                    <a:pt x="1068614" y="1662927"/>
                    <a:pt x="1183342" y="1519518"/>
                  </a:cubicBezTo>
                  <a:cubicBezTo>
                    <a:pt x="1193438" y="1506898"/>
                    <a:pt x="1200842" y="1492327"/>
                    <a:pt x="1210236" y="1479176"/>
                  </a:cubicBezTo>
                  <a:cubicBezTo>
                    <a:pt x="1223262" y="1460939"/>
                    <a:pt x="1237130" y="1443317"/>
                    <a:pt x="1250577" y="1425388"/>
                  </a:cubicBezTo>
                  <a:cubicBezTo>
                    <a:pt x="1259542" y="1398494"/>
                    <a:pt x="1270595" y="1372208"/>
                    <a:pt x="1277471" y="1344706"/>
                  </a:cubicBezTo>
                  <a:cubicBezTo>
                    <a:pt x="1294356" y="1277167"/>
                    <a:pt x="1285074" y="1308451"/>
                    <a:pt x="1304365" y="1250576"/>
                  </a:cubicBezTo>
                  <a:cubicBezTo>
                    <a:pt x="1265566" y="862588"/>
                    <a:pt x="1368617" y="922247"/>
                    <a:pt x="1196789" y="793376"/>
                  </a:cubicBezTo>
                  <a:cubicBezTo>
                    <a:pt x="1183860" y="783679"/>
                    <a:pt x="1169894" y="775447"/>
                    <a:pt x="1156447" y="766482"/>
                  </a:cubicBezTo>
                  <a:cubicBezTo>
                    <a:pt x="1134035" y="770964"/>
                    <a:pt x="1105373" y="763768"/>
                    <a:pt x="1089212" y="779929"/>
                  </a:cubicBezTo>
                  <a:cubicBezTo>
                    <a:pt x="1069166" y="799975"/>
                    <a:pt x="1071283" y="833718"/>
                    <a:pt x="1062318" y="860612"/>
                  </a:cubicBezTo>
                  <a:lnTo>
                    <a:pt x="1048871" y="900953"/>
                  </a:lnTo>
                  <a:cubicBezTo>
                    <a:pt x="1053353" y="986118"/>
                    <a:pt x="1047062" y="1072540"/>
                    <a:pt x="1062318" y="1156447"/>
                  </a:cubicBezTo>
                  <a:cubicBezTo>
                    <a:pt x="1065720" y="1175157"/>
                    <a:pt x="1090283" y="1182349"/>
                    <a:pt x="1102659" y="1196788"/>
                  </a:cubicBezTo>
                  <a:cubicBezTo>
                    <a:pt x="1132796" y="1231948"/>
                    <a:pt x="1168479" y="1296933"/>
                    <a:pt x="1210236" y="1317812"/>
                  </a:cubicBezTo>
                  <a:cubicBezTo>
                    <a:pt x="1228165" y="1326777"/>
                    <a:pt x="1246835" y="1334393"/>
                    <a:pt x="1264024" y="1344706"/>
                  </a:cubicBezTo>
                  <a:cubicBezTo>
                    <a:pt x="1379619" y="1414063"/>
                    <a:pt x="1303904" y="1384893"/>
                    <a:pt x="1385047" y="1411941"/>
                  </a:cubicBezTo>
                  <a:cubicBezTo>
                    <a:pt x="1394012" y="1425388"/>
                    <a:pt x="1404714" y="1437827"/>
                    <a:pt x="1411942" y="1452282"/>
                  </a:cubicBezTo>
                  <a:cubicBezTo>
                    <a:pt x="1418281" y="1464960"/>
                    <a:pt x="1421495" y="1478995"/>
                    <a:pt x="1425389" y="1492624"/>
                  </a:cubicBezTo>
                  <a:cubicBezTo>
                    <a:pt x="1452999" y="1589261"/>
                    <a:pt x="1424551" y="1502720"/>
                    <a:pt x="1452283" y="1613647"/>
                  </a:cubicBezTo>
                  <a:cubicBezTo>
                    <a:pt x="1455721" y="1627398"/>
                    <a:pt x="1461248" y="1640541"/>
                    <a:pt x="1465730" y="1653988"/>
                  </a:cubicBezTo>
                  <a:cubicBezTo>
                    <a:pt x="1470212" y="1680882"/>
                    <a:pt x="1473262" y="1708055"/>
                    <a:pt x="1479177" y="1734671"/>
                  </a:cubicBezTo>
                  <a:cubicBezTo>
                    <a:pt x="1482252" y="1748508"/>
                    <a:pt x="1492624" y="1760838"/>
                    <a:pt x="1492624" y="1775012"/>
                  </a:cubicBezTo>
                  <a:cubicBezTo>
                    <a:pt x="1492624" y="1804838"/>
                    <a:pt x="1486770" y="1894296"/>
                    <a:pt x="1465730" y="1936376"/>
                  </a:cubicBezTo>
                  <a:cubicBezTo>
                    <a:pt x="1458502" y="1950831"/>
                    <a:pt x="1447151" y="1962860"/>
                    <a:pt x="1438836" y="1976718"/>
                  </a:cubicBezTo>
                  <a:cubicBezTo>
                    <a:pt x="1433679" y="1985313"/>
                    <a:pt x="1429871" y="1994647"/>
                    <a:pt x="1425389" y="2003612"/>
                  </a:cubicBezTo>
                </a:path>
              </a:pathLst>
            </a:custGeom>
            <a:noFill/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555765-277B-45E4-81FA-0DEBFB937580}"/>
                </a:ext>
              </a:extLst>
            </p:cNvPr>
            <p:cNvGrpSpPr/>
            <p:nvPr/>
          </p:nvGrpSpPr>
          <p:grpSpPr>
            <a:xfrm rot="10800000">
              <a:off x="1393816" y="2381574"/>
              <a:ext cx="914400" cy="914400"/>
              <a:chOff x="9757619" y="2093495"/>
              <a:chExt cx="914400" cy="91440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</a:gradFill>
          </p:grpSpPr>
          <p:grpSp>
            <p:nvGrpSpPr>
              <p:cNvPr id="18" name="Graphic 2" descr="Lightbulb">
                <a:extLst>
                  <a:ext uri="{FF2B5EF4-FFF2-40B4-BE49-F238E27FC236}">
                    <a16:creationId xmlns:a16="http://schemas.microsoft.com/office/drawing/2014/main" id="{13A6E969-530B-4193-995B-AE1F80BAF26B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B8D8659-C068-4CA9-99B2-6307F4F49F43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CB94DE0F-6ED1-4594-82D6-19A77CB1117F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CAE5DA39-4960-48C2-A455-680759D6D352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3FE4E93-F418-4B70-BE07-048F74B44B96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2455C61-0793-4DBB-8BF9-03D1BF5FF2BF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BE6B62-A2B2-4E0A-9208-77D5179B9475}"/>
              </a:ext>
            </a:extLst>
          </p:cNvPr>
          <p:cNvGrpSpPr/>
          <p:nvPr/>
        </p:nvGrpSpPr>
        <p:grpSpPr>
          <a:xfrm>
            <a:off x="11224346" y="0"/>
            <a:ext cx="914400" cy="4444651"/>
            <a:chOff x="9757619" y="-26894"/>
            <a:chExt cx="914400" cy="303478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5348050-D971-41B5-AEE8-856EABC5BDBD}"/>
                </a:ext>
              </a:extLst>
            </p:cNvPr>
            <p:cNvCxnSpPr/>
            <p:nvPr/>
          </p:nvCxnSpPr>
          <p:spPr>
            <a:xfrm flipV="1">
              <a:off x="10223528" y="-26894"/>
              <a:ext cx="0" cy="218160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06EB8CE-EA91-426B-86EB-62FAC860BC63}"/>
                </a:ext>
              </a:extLst>
            </p:cNvPr>
            <p:cNvGrpSpPr/>
            <p:nvPr/>
          </p:nvGrpSpPr>
          <p:grpSpPr>
            <a:xfrm>
              <a:off x="9757619" y="2093495"/>
              <a:ext cx="914400" cy="914400"/>
              <a:chOff x="9757619" y="2093495"/>
              <a:chExt cx="914400" cy="914400"/>
            </a:xfrm>
          </p:grpSpPr>
          <p:grpSp>
            <p:nvGrpSpPr>
              <p:cNvPr id="4" name="Graphic 2" descr="Lightbulb">
                <a:extLst>
                  <a:ext uri="{FF2B5EF4-FFF2-40B4-BE49-F238E27FC236}">
                    <a16:creationId xmlns:a16="http://schemas.microsoft.com/office/drawing/2014/main" id="{FD2BB3C1-3444-4585-9E80-54FB43266207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</p:grpSpPr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6FEA3A4F-F5F3-4DB7-8456-4768B01FDB91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5CC37F91-1EDC-4A39-B54C-5EC0BAB5E1B8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EB1A4252-13E8-43EB-A5F8-64A9E33EED4F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2AAC16E2-8A3E-4664-B069-26A9B96006C1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D76A508-0D8E-4FE9-B177-B36E6A23E986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36871" name="Picture 36870">
            <a:extLst>
              <a:ext uri="{FF2B5EF4-FFF2-40B4-BE49-F238E27FC236}">
                <a16:creationId xmlns:a16="http://schemas.microsoft.com/office/drawing/2014/main" id="{3A8F1B80-B132-4FBA-B4A4-D802F899D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62" y="294623"/>
            <a:ext cx="1775713" cy="211302"/>
          </a:xfrm>
          <a:prstGeom prst="rect">
            <a:avLst/>
          </a:prstGeom>
        </p:spPr>
      </p:pic>
      <p:sp>
        <p:nvSpPr>
          <p:cNvPr id="36873" name="TextBox 36872">
            <a:extLst>
              <a:ext uri="{FF2B5EF4-FFF2-40B4-BE49-F238E27FC236}">
                <a16:creationId xmlns:a16="http://schemas.microsoft.com/office/drawing/2014/main" id="{D213D14F-503E-4E61-A079-A575362B8A1F}"/>
              </a:ext>
            </a:extLst>
          </p:cNvPr>
          <p:cNvSpPr txBox="1"/>
          <p:nvPr/>
        </p:nvSpPr>
        <p:spPr>
          <a:xfrm>
            <a:off x="8521501" y="5524290"/>
            <a:ext cx="2141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2000" dirty="0">
                <a:solidFill>
                  <a:schemeClr val="bg1"/>
                </a:solidFill>
                <a:latin typeface="Raleway Medium" panose="020B0603030101060003" pitchFamily="34" charset="0"/>
              </a:rPr>
              <a:t>Keep it simple…</a:t>
            </a:r>
            <a:endParaRPr lang="ru-RU" altLang="ru-RU" sz="20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36874" name="Rectangle 36873">
            <a:extLst>
              <a:ext uri="{FF2B5EF4-FFF2-40B4-BE49-F238E27FC236}">
                <a16:creationId xmlns:a16="http://schemas.microsoft.com/office/drawing/2014/main" id="{7969B4D2-DFDA-4EF0-ACC7-B55EC956D001}"/>
              </a:ext>
            </a:extLst>
          </p:cNvPr>
          <p:cNvSpPr/>
          <p:nvPr/>
        </p:nvSpPr>
        <p:spPr>
          <a:xfrm>
            <a:off x="5618747" y="4920916"/>
            <a:ext cx="1359569" cy="8713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DA6AF9-CEEC-45F8-B98A-B66F266AABA9}"/>
              </a:ext>
            </a:extLst>
          </p:cNvPr>
          <p:cNvSpPr txBox="1"/>
          <p:nvPr/>
        </p:nvSpPr>
        <p:spPr>
          <a:xfrm>
            <a:off x="8237350" y="6585265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solidFill>
                  <a:schemeClr val="bg1"/>
                </a:solidFill>
                <a:latin typeface="Arial"/>
              </a:rPr>
              <a:t>© 2020 SYNECTIKS. All Rights Reserved. Proprietary and Confidential.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FADA0-5E43-48D1-BDC7-1C83EA867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7565" y="1065695"/>
            <a:ext cx="657471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600" dirty="0">
                <a:solidFill>
                  <a:schemeClr val="bg1"/>
                </a:solidFill>
                <a:latin typeface="Raleway Medium" panose="020B0603030101060003" pitchFamily="34" charset="0"/>
              </a:rPr>
              <a:t>Open Platform Accelerating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600" dirty="0">
                <a:solidFill>
                  <a:srgbClr val="E23936"/>
                </a:solidFill>
                <a:latin typeface="Raleway ExtraBold" panose="020B0903030101060003" pitchFamily="34" charset="0"/>
              </a:rPr>
              <a:t>Enterprise Transformation</a:t>
            </a:r>
            <a:endParaRPr lang="en-US" altLang="ru-RU" sz="36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1" presetClass="entr" presetSubtype="0" fill="hold" grpId="0" nodeType="click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"/>
                            </p:stCondLst>
                            <p:childTnLst>
                              <p:par>
                                <p:cTn id="32" presetID="1" presetClass="entr" presetSubtype="0" fill="hold" grpId="0" nodeType="after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3" grpId="0"/>
      <p:bldP spid="36874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636972-9ED5-4899-8033-134FF44840D2}"/>
              </a:ext>
            </a:extLst>
          </p:cNvPr>
          <p:cNvSpPr txBox="1"/>
          <p:nvPr/>
        </p:nvSpPr>
        <p:spPr>
          <a:xfrm>
            <a:off x="294329" y="6585265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30FCEFD-28E4-4B92-B35B-563E3F3C71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863B1DA-6077-4A6A-B48F-BC42E5A3437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9ACBBE7-CB96-481C-8A3B-4C1609240F9D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1BE4A07-EA96-49B3-BE33-D74514758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843889" y="59592"/>
            <a:ext cx="342900" cy="369331"/>
            <a:chOff x="0" y="148425"/>
            <a:chExt cx="342900" cy="590715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898BC25-09B5-403E-A6E8-85EEC1CA347D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9249282-CE00-4300-9B5C-DB60C2A6814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71189CBB-2150-41C2-97A0-B026A0C72754}"/>
              </a:ext>
            </a:extLst>
          </p:cNvPr>
          <p:cNvSpPr txBox="1"/>
          <p:nvPr/>
        </p:nvSpPr>
        <p:spPr>
          <a:xfrm>
            <a:off x="436702" y="59591"/>
            <a:ext cx="7246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Make sense To Read Further, if you have following strategies: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59069D1F-AE10-41D3-863D-2876E34DBDA2}"/>
              </a:ext>
            </a:extLst>
          </p:cNvPr>
          <p:cNvGrpSpPr/>
          <p:nvPr/>
        </p:nvGrpSpPr>
        <p:grpSpPr>
          <a:xfrm>
            <a:off x="342900" y="1072467"/>
            <a:ext cx="2777761" cy="2254058"/>
            <a:chOff x="342900" y="1072467"/>
            <a:chExt cx="2777761" cy="2254058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BD4D7610-1AA5-471F-9912-F2584997AFAE}"/>
                </a:ext>
              </a:extLst>
            </p:cNvPr>
            <p:cNvGrpSpPr/>
            <p:nvPr/>
          </p:nvGrpSpPr>
          <p:grpSpPr>
            <a:xfrm>
              <a:off x="639924" y="1598738"/>
              <a:ext cx="2250637" cy="1409170"/>
              <a:chOff x="648071" y="1166677"/>
              <a:chExt cx="2250637" cy="140917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4FEE3E9-2E97-4FDB-B8A6-139A2C674BBF}"/>
                  </a:ext>
                </a:extLst>
              </p:cNvPr>
              <p:cNvGrpSpPr/>
              <p:nvPr/>
            </p:nvGrpSpPr>
            <p:grpSpPr>
              <a:xfrm>
                <a:off x="648071" y="1166677"/>
                <a:ext cx="2250637" cy="816989"/>
                <a:chOff x="683581" y="1065077"/>
                <a:chExt cx="1379736" cy="500849"/>
              </a:xfrm>
            </p:grpSpPr>
            <p:pic>
              <p:nvPicPr>
                <p:cNvPr id="4" name="Graphic 3">
                  <a:extLst>
                    <a:ext uri="{FF2B5EF4-FFF2-40B4-BE49-F238E27FC236}">
                      <a16:creationId xmlns:a16="http://schemas.microsoft.com/office/drawing/2014/main" id="{C1493289-C6ED-4E1B-8D13-34F2BB2847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83581" y="1074077"/>
                  <a:ext cx="429580" cy="429580"/>
                </a:xfrm>
                <a:prstGeom prst="rect">
                  <a:avLst/>
                </a:prstGeom>
              </p:spPr>
            </p:pic>
            <p:pic>
              <p:nvPicPr>
                <p:cNvPr id="7" name="Graphic 6">
                  <a:extLst>
                    <a:ext uri="{FF2B5EF4-FFF2-40B4-BE49-F238E27FC236}">
                      <a16:creationId xmlns:a16="http://schemas.microsoft.com/office/drawing/2014/main" id="{04C0A0B7-A938-4EAF-BC65-B51278A486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62468" y="1065077"/>
                  <a:ext cx="500849" cy="500849"/>
                </a:xfrm>
                <a:prstGeom prst="rect">
                  <a:avLst/>
                </a:prstGeom>
              </p:spPr>
            </p:pic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15F2192-9A65-4008-AA6D-12FC7E5776EF}"/>
                    </a:ext>
                  </a:extLst>
                </p:cNvPr>
                <p:cNvSpPr txBox="1"/>
                <p:nvPr/>
              </p:nvSpPr>
              <p:spPr>
                <a:xfrm>
                  <a:off x="1205337" y="1144240"/>
                  <a:ext cx="267132" cy="2264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Segoi ui"/>
                    </a:rPr>
                    <a:t>VS</a:t>
                  </a:r>
                </a:p>
              </p:txBody>
            </p:sp>
          </p:grp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AD8E0EA-F576-4757-908C-A966FEA9B6F5}"/>
                  </a:ext>
                </a:extLst>
              </p:cNvPr>
              <p:cNvSpPr txBox="1"/>
              <p:nvPr/>
            </p:nvSpPr>
            <p:spPr>
              <a:xfrm>
                <a:off x="1067138" y="2206515"/>
                <a:ext cx="14125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Segoi ui"/>
                  </a:rPr>
                  <a:t>Build Vs Buy </a:t>
                </a:r>
              </a:p>
            </p:txBody>
          </p:sp>
        </p:grp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F2713EA0-79FC-4A2E-A10C-BC83D53DF7D4}"/>
                </a:ext>
              </a:extLst>
            </p:cNvPr>
            <p:cNvSpPr/>
            <p:nvPr/>
          </p:nvSpPr>
          <p:spPr>
            <a:xfrm>
              <a:off x="342900" y="1072467"/>
              <a:ext cx="2777761" cy="2254058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9EC709A-A35C-4766-BDBB-80C6D17F3D2A}"/>
              </a:ext>
            </a:extLst>
          </p:cNvPr>
          <p:cNvGrpSpPr/>
          <p:nvPr/>
        </p:nvGrpSpPr>
        <p:grpSpPr>
          <a:xfrm>
            <a:off x="5482052" y="1067871"/>
            <a:ext cx="1944945" cy="2254058"/>
            <a:chOff x="5396476" y="1067871"/>
            <a:chExt cx="1944945" cy="2254058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E87C96AB-9B36-447C-9630-44C959AD7409}"/>
                </a:ext>
              </a:extLst>
            </p:cNvPr>
            <p:cNvGrpSpPr/>
            <p:nvPr/>
          </p:nvGrpSpPr>
          <p:grpSpPr>
            <a:xfrm>
              <a:off x="5407659" y="1348756"/>
              <a:ext cx="1923925" cy="1541599"/>
              <a:chOff x="5820865" y="1034248"/>
              <a:chExt cx="1923925" cy="1541599"/>
            </a:xfrm>
          </p:grpSpPr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4C366FA5-90FB-422D-8DE5-8BA8520D11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347107" y="1034248"/>
                <a:ext cx="871441" cy="871441"/>
              </a:xfrm>
              <a:prstGeom prst="rect">
                <a:avLst/>
              </a:prstGeom>
            </p:spPr>
          </p:pic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326DBFC-4A2F-412E-9CE3-5B8CB6D366F3}"/>
                  </a:ext>
                </a:extLst>
              </p:cNvPr>
              <p:cNvSpPr txBox="1"/>
              <p:nvPr/>
            </p:nvSpPr>
            <p:spPr>
              <a:xfrm>
                <a:off x="5820865" y="2206515"/>
                <a:ext cx="19239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 dirty="0">
                    <a:latin typeface="Segoi ui"/>
                  </a:rPr>
                  <a:t>Cloud Native First </a:t>
                </a:r>
              </a:p>
            </p:txBody>
          </p:sp>
        </p:grp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58477581-7332-4419-9AC1-0E66E1CD4414}"/>
                </a:ext>
              </a:extLst>
            </p:cNvPr>
            <p:cNvSpPr/>
            <p:nvPr/>
          </p:nvSpPr>
          <p:spPr>
            <a:xfrm>
              <a:off x="5396476" y="1067871"/>
              <a:ext cx="1944945" cy="2254058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808C0A3-DC8D-4CB2-9374-E1B4C540490F}"/>
              </a:ext>
            </a:extLst>
          </p:cNvPr>
          <p:cNvGrpSpPr/>
          <p:nvPr/>
        </p:nvGrpSpPr>
        <p:grpSpPr>
          <a:xfrm>
            <a:off x="7683393" y="1067871"/>
            <a:ext cx="1944945" cy="2254058"/>
            <a:chOff x="7693895" y="1067871"/>
            <a:chExt cx="1944945" cy="2254058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21AC964B-DBEF-481E-9ACD-1EEA576142CB}"/>
                </a:ext>
              </a:extLst>
            </p:cNvPr>
            <p:cNvGrpSpPr/>
            <p:nvPr/>
          </p:nvGrpSpPr>
          <p:grpSpPr>
            <a:xfrm>
              <a:off x="7770406" y="1328168"/>
              <a:ext cx="1853071" cy="1818597"/>
              <a:chOff x="7899638" y="1034249"/>
              <a:chExt cx="1853071" cy="1818597"/>
            </a:xfrm>
          </p:grpSpPr>
          <p:pic>
            <p:nvPicPr>
              <p:cNvPr id="15" name="Graphic 14">
                <a:extLst>
                  <a:ext uri="{FF2B5EF4-FFF2-40B4-BE49-F238E27FC236}">
                    <a16:creationId xmlns:a16="http://schemas.microsoft.com/office/drawing/2014/main" id="{CA623D93-7771-4250-8609-F34CDB79D9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8387908" y="1034249"/>
                <a:ext cx="876530" cy="876530"/>
              </a:xfrm>
              <a:prstGeom prst="rect">
                <a:avLst/>
              </a:prstGeom>
            </p:spPr>
          </p:pic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AA40541-9405-4CB8-893A-92C4BF4B98DE}"/>
                  </a:ext>
                </a:extLst>
              </p:cNvPr>
              <p:cNvSpPr txBox="1"/>
              <p:nvPr/>
            </p:nvSpPr>
            <p:spPr>
              <a:xfrm>
                <a:off x="7899638" y="2206515"/>
                <a:ext cx="185307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 dirty="0">
                    <a:latin typeface="Segoi ui"/>
                  </a:rPr>
                  <a:t>Everything </a:t>
                </a:r>
              </a:p>
              <a:p>
                <a:pPr algn="ctr"/>
                <a:r>
                  <a:rPr lang="en-US" b="1" dirty="0">
                    <a:latin typeface="Segoi ui"/>
                  </a:rPr>
                  <a:t>Software Defined</a:t>
                </a:r>
              </a:p>
            </p:txBody>
          </p:sp>
        </p:grp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4256874-9EB1-418D-B36B-051A96C97FBF}"/>
                </a:ext>
              </a:extLst>
            </p:cNvPr>
            <p:cNvSpPr/>
            <p:nvPr/>
          </p:nvSpPr>
          <p:spPr>
            <a:xfrm>
              <a:off x="7693895" y="1067871"/>
              <a:ext cx="1944945" cy="2254058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689F9CD-FF66-46E4-A5C5-63456F37B7CF}"/>
              </a:ext>
            </a:extLst>
          </p:cNvPr>
          <p:cNvGrpSpPr/>
          <p:nvPr/>
        </p:nvGrpSpPr>
        <p:grpSpPr>
          <a:xfrm>
            <a:off x="9884734" y="1072229"/>
            <a:ext cx="1944945" cy="2254058"/>
            <a:chOff x="9884734" y="1072229"/>
            <a:chExt cx="1944945" cy="2254058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827209A6-8347-4626-941E-B8DAED4B0DBD}"/>
                </a:ext>
              </a:extLst>
            </p:cNvPr>
            <p:cNvGrpSpPr/>
            <p:nvPr/>
          </p:nvGrpSpPr>
          <p:grpSpPr>
            <a:xfrm>
              <a:off x="10007871" y="1213001"/>
              <a:ext cx="1698671" cy="2018303"/>
              <a:chOff x="10007872" y="1213001"/>
              <a:chExt cx="1698671" cy="2018303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693906DF-B687-473B-955D-D7E39E3A1166}"/>
                  </a:ext>
                </a:extLst>
              </p:cNvPr>
              <p:cNvGrpSpPr/>
              <p:nvPr/>
            </p:nvGrpSpPr>
            <p:grpSpPr>
              <a:xfrm>
                <a:off x="10046246" y="1213001"/>
                <a:ext cx="1640323" cy="1300816"/>
                <a:chOff x="10150630" y="638599"/>
                <a:chExt cx="1640323" cy="1300816"/>
              </a:xfrm>
            </p:grpSpPr>
            <p:pic>
              <p:nvPicPr>
                <p:cNvPr id="18" name="Graphic 17">
                  <a:extLst>
                    <a:ext uri="{FF2B5EF4-FFF2-40B4-BE49-F238E27FC236}">
                      <a16:creationId xmlns:a16="http://schemas.microsoft.com/office/drawing/2014/main" id="{DA3CE571-E512-4DC6-8B62-6AFA4CCD78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606127" y="1167305"/>
                  <a:ext cx="772110" cy="772110"/>
                </a:xfrm>
                <a:prstGeom prst="rect">
                  <a:avLst/>
                </a:prstGeom>
              </p:spPr>
            </p:pic>
            <p:pic>
              <p:nvPicPr>
                <p:cNvPr id="20" name="Graphic 19">
                  <a:extLst>
                    <a:ext uri="{FF2B5EF4-FFF2-40B4-BE49-F238E27FC236}">
                      <a16:creationId xmlns:a16="http://schemas.microsoft.com/office/drawing/2014/main" id="{AEFFBEFE-C8A6-4CF4-B946-4D46BDC3CD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150630" y="1109023"/>
                  <a:ext cx="283168" cy="283168"/>
                </a:xfrm>
                <a:prstGeom prst="rect">
                  <a:avLst/>
                </a:prstGeom>
              </p:spPr>
            </p:pic>
            <p:pic>
              <p:nvPicPr>
                <p:cNvPr id="65" name="Graphic 64">
                  <a:extLst>
                    <a:ext uri="{FF2B5EF4-FFF2-40B4-BE49-F238E27FC236}">
                      <a16:creationId xmlns:a16="http://schemas.microsoft.com/office/drawing/2014/main" id="{AEC0D908-26A7-43CC-993F-1E16C6C2CE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784370" y="638599"/>
                  <a:ext cx="415624" cy="415624"/>
                </a:xfrm>
                <a:prstGeom prst="rect">
                  <a:avLst/>
                </a:prstGeom>
              </p:spPr>
            </p:pic>
            <p:pic>
              <p:nvPicPr>
                <p:cNvPr id="67" name="Graphic 66">
                  <a:extLst>
                    <a:ext uri="{FF2B5EF4-FFF2-40B4-BE49-F238E27FC236}">
                      <a16:creationId xmlns:a16="http://schemas.microsoft.com/office/drawing/2014/main" id="{161F9E6C-99AE-42EC-845A-E48A666C56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43929" y="1109023"/>
                  <a:ext cx="247024" cy="247024"/>
                </a:xfrm>
                <a:prstGeom prst="rect">
                  <a:avLst/>
                </a:prstGeom>
              </p:spPr>
            </p:pic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D9D7AB09-D9B1-436E-A0D2-31046B091316}"/>
                  </a:ext>
                </a:extLst>
              </p:cNvPr>
              <p:cNvSpPr txBox="1"/>
              <p:nvPr/>
            </p:nvSpPr>
            <p:spPr>
              <a:xfrm>
                <a:off x="10007872" y="2584973"/>
                <a:ext cx="169867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 dirty="0">
                    <a:latin typeface="Segoi ui"/>
                  </a:rPr>
                  <a:t>Complete SOA </a:t>
                </a:r>
              </a:p>
              <a:p>
                <a:pPr algn="ctr"/>
                <a:r>
                  <a:rPr lang="en-US" b="1" dirty="0">
                    <a:latin typeface="Segoi ui"/>
                  </a:rPr>
                  <a:t>Across Products</a:t>
                </a:r>
              </a:p>
            </p:txBody>
          </p:sp>
        </p:grp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B9DA04CD-F3DC-43CC-AAE6-F1E3518F2FAC}"/>
                </a:ext>
              </a:extLst>
            </p:cNvPr>
            <p:cNvSpPr/>
            <p:nvPr/>
          </p:nvSpPr>
          <p:spPr>
            <a:xfrm>
              <a:off x="9884734" y="1072229"/>
              <a:ext cx="1944945" cy="2254058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EF31FFD1-A712-409B-AC56-7D58F363ACEB}"/>
              </a:ext>
            </a:extLst>
          </p:cNvPr>
          <p:cNvGrpSpPr/>
          <p:nvPr/>
        </p:nvGrpSpPr>
        <p:grpSpPr>
          <a:xfrm>
            <a:off x="342900" y="3663269"/>
            <a:ext cx="2565383" cy="2254058"/>
            <a:chOff x="342900" y="3663269"/>
            <a:chExt cx="2565383" cy="2254058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4CA3C3AD-1F4E-4B70-A313-DB5B23E2F4BD}"/>
                </a:ext>
              </a:extLst>
            </p:cNvPr>
            <p:cNvGrpSpPr/>
            <p:nvPr/>
          </p:nvGrpSpPr>
          <p:grpSpPr>
            <a:xfrm>
              <a:off x="533913" y="3760263"/>
              <a:ext cx="2265107" cy="2095795"/>
              <a:chOff x="511740" y="3760263"/>
              <a:chExt cx="2265107" cy="2095795"/>
            </a:xfrm>
          </p:grpSpPr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1747123-48F5-4C30-B9B4-C90CAA747927}"/>
                  </a:ext>
                </a:extLst>
              </p:cNvPr>
              <p:cNvSpPr txBox="1"/>
              <p:nvPr/>
            </p:nvSpPr>
            <p:spPr>
              <a:xfrm>
                <a:off x="511740" y="4932728"/>
                <a:ext cx="226510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 dirty="0">
                    <a:latin typeface="Segoi ui"/>
                  </a:rPr>
                  <a:t>Prefer</a:t>
                </a:r>
              </a:p>
              <a:p>
                <a:pPr algn="ctr"/>
                <a:r>
                  <a:rPr lang="en-US" b="1" dirty="0">
                    <a:latin typeface="Segoi ui"/>
                  </a:rPr>
                  <a:t>Bottom Up Approach</a:t>
                </a:r>
              </a:p>
              <a:p>
                <a:pPr algn="ctr"/>
                <a:r>
                  <a:rPr lang="en-US" b="1" dirty="0">
                    <a:latin typeface="Segoi ui"/>
                  </a:rPr>
                  <a:t>In App Modernization</a:t>
                </a:r>
              </a:p>
            </p:txBody>
          </p: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C59C33A5-DF36-47F7-B0D8-0607070063C3}"/>
                  </a:ext>
                </a:extLst>
              </p:cNvPr>
              <p:cNvGrpSpPr/>
              <p:nvPr/>
            </p:nvGrpSpPr>
            <p:grpSpPr>
              <a:xfrm>
                <a:off x="652385" y="3760263"/>
                <a:ext cx="1591924" cy="1066800"/>
                <a:chOff x="533867" y="3912663"/>
                <a:chExt cx="1591924" cy="1066800"/>
              </a:xfrm>
            </p:grpSpPr>
            <p:pic>
              <p:nvPicPr>
                <p:cNvPr id="77" name="Graphic 76">
                  <a:extLst>
                    <a:ext uri="{FF2B5EF4-FFF2-40B4-BE49-F238E27FC236}">
                      <a16:creationId xmlns:a16="http://schemas.microsoft.com/office/drawing/2014/main" id="{5103F948-593A-40D7-9327-108C8385E9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58991" y="3912663"/>
                  <a:ext cx="1066800" cy="1066800"/>
                </a:xfrm>
                <a:prstGeom prst="rect">
                  <a:avLst/>
                </a:prstGeom>
              </p:spPr>
            </p:pic>
            <p:pic>
              <p:nvPicPr>
                <p:cNvPr id="79" name="Graphic 78">
                  <a:extLst>
                    <a:ext uri="{FF2B5EF4-FFF2-40B4-BE49-F238E27FC236}">
                      <a16:creationId xmlns:a16="http://schemas.microsoft.com/office/drawing/2014/main" id="{51181B3F-3340-4D45-A014-4AE1BF0901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3867" y="4208132"/>
                  <a:ext cx="475862" cy="475862"/>
                </a:xfrm>
                <a:prstGeom prst="rect">
                  <a:avLst/>
                </a:prstGeom>
              </p:spPr>
            </p:pic>
          </p:grpSp>
        </p:grp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91187621-186C-4954-BA42-E07B547E5FC1}"/>
                </a:ext>
              </a:extLst>
            </p:cNvPr>
            <p:cNvSpPr/>
            <p:nvPr/>
          </p:nvSpPr>
          <p:spPr>
            <a:xfrm>
              <a:off x="342900" y="3663269"/>
              <a:ext cx="2565383" cy="2254058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EF1E556-3D37-4EE5-AB68-730AF5AADBC2}"/>
              </a:ext>
            </a:extLst>
          </p:cNvPr>
          <p:cNvGrpSpPr/>
          <p:nvPr/>
        </p:nvGrpSpPr>
        <p:grpSpPr>
          <a:xfrm>
            <a:off x="3154174" y="3685037"/>
            <a:ext cx="1848597" cy="2254058"/>
            <a:chOff x="3352276" y="3685037"/>
            <a:chExt cx="1848597" cy="2254058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5FEF36DB-FC6D-453E-BDA5-331DEEFE72DB}"/>
                </a:ext>
              </a:extLst>
            </p:cNvPr>
            <p:cNvGrpSpPr/>
            <p:nvPr/>
          </p:nvGrpSpPr>
          <p:grpSpPr>
            <a:xfrm>
              <a:off x="3456061" y="3847351"/>
              <a:ext cx="1641026" cy="1541797"/>
              <a:chOff x="3381925" y="3912663"/>
              <a:chExt cx="1641026" cy="1541797"/>
            </a:xfrm>
          </p:grpSpPr>
          <p:pic>
            <p:nvPicPr>
              <p:cNvPr id="82" name="Graphic 81">
                <a:extLst>
                  <a:ext uri="{FF2B5EF4-FFF2-40B4-BE49-F238E27FC236}">
                    <a16:creationId xmlns:a16="http://schemas.microsoft.com/office/drawing/2014/main" id="{9FA972AF-05AD-4B97-BA9A-EDC45705E6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3678765" y="3912663"/>
                <a:ext cx="1047347" cy="1047347"/>
              </a:xfrm>
              <a:prstGeom prst="rect">
                <a:avLst/>
              </a:prstGeom>
            </p:spPr>
          </p:pic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778BDE8-9D0F-4CC1-AF66-F0A3E1327928}"/>
                  </a:ext>
                </a:extLst>
              </p:cNvPr>
              <p:cNvSpPr txBox="1"/>
              <p:nvPr/>
            </p:nvSpPr>
            <p:spPr>
              <a:xfrm>
                <a:off x="3381925" y="5085128"/>
                <a:ext cx="1641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 dirty="0">
                    <a:latin typeface="Segoi ui"/>
                  </a:rPr>
                  <a:t>Dev Only Focus</a:t>
                </a:r>
              </a:p>
            </p:txBody>
          </p:sp>
        </p:grp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3C28EF28-CB59-449B-A708-29093796D0E8}"/>
                </a:ext>
              </a:extLst>
            </p:cNvPr>
            <p:cNvSpPr/>
            <p:nvPr/>
          </p:nvSpPr>
          <p:spPr>
            <a:xfrm>
              <a:off x="3352276" y="3685037"/>
              <a:ext cx="1848597" cy="2254058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69EECAF1-EB20-47E1-9FB3-066FE46726A1}"/>
              </a:ext>
            </a:extLst>
          </p:cNvPr>
          <p:cNvGrpSpPr/>
          <p:nvPr/>
        </p:nvGrpSpPr>
        <p:grpSpPr>
          <a:xfrm>
            <a:off x="5207790" y="3685037"/>
            <a:ext cx="1848597" cy="2254058"/>
            <a:chOff x="5453219" y="3685037"/>
            <a:chExt cx="1848597" cy="2254058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39AE7B2F-1069-416D-867B-5E0C36D55A09}"/>
                </a:ext>
              </a:extLst>
            </p:cNvPr>
            <p:cNvGrpSpPr/>
            <p:nvPr/>
          </p:nvGrpSpPr>
          <p:grpSpPr>
            <a:xfrm>
              <a:off x="5501862" y="3771916"/>
              <a:ext cx="1798955" cy="2105914"/>
              <a:chOff x="5534528" y="3902544"/>
              <a:chExt cx="1798955" cy="2105914"/>
            </a:xfrm>
          </p:grpSpPr>
          <p:pic>
            <p:nvPicPr>
              <p:cNvPr id="85" name="Graphic 84">
                <a:extLst>
                  <a:ext uri="{FF2B5EF4-FFF2-40B4-BE49-F238E27FC236}">
                    <a16:creationId xmlns:a16="http://schemas.microsoft.com/office/drawing/2014/main" id="{45136CE7-167C-41F4-9C69-BFD6A9365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5905273" y="3902544"/>
                <a:ext cx="1057466" cy="1057466"/>
              </a:xfrm>
              <a:prstGeom prst="rect">
                <a:avLst/>
              </a:prstGeom>
            </p:spPr>
          </p:pic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4756BFF0-D448-40FE-907B-6DC491BAC8E9}"/>
                  </a:ext>
                </a:extLst>
              </p:cNvPr>
              <p:cNvSpPr txBox="1"/>
              <p:nvPr/>
            </p:nvSpPr>
            <p:spPr>
              <a:xfrm>
                <a:off x="5534528" y="5085128"/>
                <a:ext cx="179895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 dirty="0">
                    <a:latin typeface="Segoi ui"/>
                  </a:rPr>
                  <a:t>Single Control </a:t>
                </a:r>
              </a:p>
              <a:p>
                <a:pPr algn="ctr"/>
                <a:r>
                  <a:rPr lang="en-US" b="1" dirty="0">
                    <a:latin typeface="Segoi ui"/>
                  </a:rPr>
                  <a:t>Plane to Manage</a:t>
                </a:r>
              </a:p>
              <a:p>
                <a:pPr algn="ctr"/>
                <a:r>
                  <a:rPr lang="en-US" b="1" dirty="0">
                    <a:latin typeface="Segoi ui"/>
                  </a:rPr>
                  <a:t>all Products</a:t>
                </a:r>
              </a:p>
            </p:txBody>
          </p:sp>
        </p:grp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41B69565-7EF5-4EC0-ABF1-B739A901CD6F}"/>
                </a:ext>
              </a:extLst>
            </p:cNvPr>
            <p:cNvSpPr/>
            <p:nvPr/>
          </p:nvSpPr>
          <p:spPr>
            <a:xfrm>
              <a:off x="5453219" y="3685037"/>
              <a:ext cx="1848597" cy="2254058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31E6C8DB-D894-4F68-AB9B-B5159D1E5877}"/>
              </a:ext>
            </a:extLst>
          </p:cNvPr>
          <p:cNvGrpSpPr/>
          <p:nvPr/>
        </p:nvGrpSpPr>
        <p:grpSpPr>
          <a:xfrm>
            <a:off x="7294711" y="3685037"/>
            <a:ext cx="2376937" cy="2254058"/>
            <a:chOff x="7532387" y="3685037"/>
            <a:chExt cx="2376937" cy="2254058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E6877712-9724-42CB-B53B-FA55070A6A40}"/>
                </a:ext>
              </a:extLst>
            </p:cNvPr>
            <p:cNvGrpSpPr/>
            <p:nvPr/>
          </p:nvGrpSpPr>
          <p:grpSpPr>
            <a:xfrm>
              <a:off x="7552643" y="3820411"/>
              <a:ext cx="2312941" cy="1802192"/>
              <a:chOff x="7683277" y="3929267"/>
              <a:chExt cx="2312941" cy="1802192"/>
            </a:xfrm>
          </p:grpSpPr>
          <p:pic>
            <p:nvPicPr>
              <p:cNvPr id="88" name="Graphic 87">
                <a:extLst>
                  <a:ext uri="{FF2B5EF4-FFF2-40B4-BE49-F238E27FC236}">
                    <a16:creationId xmlns:a16="http://schemas.microsoft.com/office/drawing/2014/main" id="{D20342F4-2F09-4AD3-A353-7233A79990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8342783" y="3929267"/>
                <a:ext cx="993928" cy="993928"/>
              </a:xfrm>
              <a:prstGeom prst="rect">
                <a:avLst/>
              </a:prstGeom>
            </p:spPr>
          </p:pic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957AF6C5-EE34-43B7-B601-2CBE8BA3C6DB}"/>
                  </a:ext>
                </a:extLst>
              </p:cNvPr>
              <p:cNvSpPr txBox="1"/>
              <p:nvPr/>
            </p:nvSpPr>
            <p:spPr>
              <a:xfrm>
                <a:off x="7683277" y="5085128"/>
                <a:ext cx="231294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 dirty="0">
                    <a:latin typeface="Segoi ui"/>
                  </a:rPr>
                  <a:t>Shared Service Model </a:t>
                </a:r>
                <a:br>
                  <a:rPr lang="en-US" b="1" dirty="0">
                    <a:latin typeface="Segoi ui"/>
                  </a:rPr>
                </a:br>
                <a:r>
                  <a:rPr lang="en-US" b="1" dirty="0">
                    <a:latin typeface="Segoi ui"/>
                  </a:rPr>
                  <a:t>for DevOps</a:t>
                </a:r>
              </a:p>
            </p:txBody>
          </p:sp>
        </p:grp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5503822-4092-4B3D-848F-CDC84E2EB7EA}"/>
                </a:ext>
              </a:extLst>
            </p:cNvPr>
            <p:cNvSpPr/>
            <p:nvPr/>
          </p:nvSpPr>
          <p:spPr>
            <a:xfrm>
              <a:off x="7532387" y="3685037"/>
              <a:ext cx="2376937" cy="2254058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FF942E3-52C6-4919-A0B3-269E97D8ECE0}"/>
              </a:ext>
            </a:extLst>
          </p:cNvPr>
          <p:cNvGrpSpPr/>
          <p:nvPr/>
        </p:nvGrpSpPr>
        <p:grpSpPr>
          <a:xfrm>
            <a:off x="9863845" y="3685037"/>
            <a:ext cx="2066591" cy="2254058"/>
            <a:chOff x="10048900" y="3685037"/>
            <a:chExt cx="2066591" cy="2254058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B3F9B704-D06B-420E-B62C-76888ACEF359}"/>
                </a:ext>
              </a:extLst>
            </p:cNvPr>
            <p:cNvGrpSpPr/>
            <p:nvPr/>
          </p:nvGrpSpPr>
          <p:grpSpPr>
            <a:xfrm>
              <a:off x="10048900" y="3852053"/>
              <a:ext cx="2066591" cy="1944722"/>
              <a:chOff x="10157764" y="3939137"/>
              <a:chExt cx="2066591" cy="1944722"/>
            </a:xfrm>
          </p:grpSpPr>
          <p:pic>
            <p:nvPicPr>
              <p:cNvPr id="91" name="Graphic 90">
                <a:extLst>
                  <a:ext uri="{FF2B5EF4-FFF2-40B4-BE49-F238E27FC236}">
                    <a16:creationId xmlns:a16="http://schemas.microsoft.com/office/drawing/2014/main" id="{C90226E8-B434-46F1-908F-DB8AC50A36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10661171" y="3939137"/>
                <a:ext cx="1059776" cy="1059776"/>
              </a:xfrm>
              <a:prstGeom prst="rect">
                <a:avLst/>
              </a:prstGeom>
            </p:spPr>
          </p:pic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246FC91-78E0-4621-A8CB-29602A4E02B9}"/>
                  </a:ext>
                </a:extLst>
              </p:cNvPr>
              <p:cNvSpPr txBox="1"/>
              <p:nvPr/>
            </p:nvSpPr>
            <p:spPr>
              <a:xfrm>
                <a:off x="10157764" y="5237528"/>
                <a:ext cx="206659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 dirty="0">
                    <a:latin typeface="Segoi ui"/>
                  </a:rPr>
                  <a:t>Multi-Cloud Hybrid </a:t>
                </a:r>
              </a:p>
              <a:p>
                <a:pPr algn="ctr"/>
                <a:r>
                  <a:rPr lang="en-US" b="1" dirty="0">
                    <a:latin typeface="Segoi ui"/>
                  </a:rPr>
                  <a:t>is way to go</a:t>
                </a:r>
              </a:p>
            </p:txBody>
          </p:sp>
        </p:grp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CF2CCF00-7A3C-435D-A344-8536E31C970F}"/>
                </a:ext>
              </a:extLst>
            </p:cNvPr>
            <p:cNvSpPr/>
            <p:nvPr/>
          </p:nvSpPr>
          <p:spPr>
            <a:xfrm>
              <a:off x="10079644" y="3685037"/>
              <a:ext cx="1944945" cy="2254058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0283244-F373-4948-B448-B9239C2DE795}"/>
              </a:ext>
            </a:extLst>
          </p:cNvPr>
          <p:cNvGrpSpPr/>
          <p:nvPr/>
        </p:nvGrpSpPr>
        <p:grpSpPr>
          <a:xfrm>
            <a:off x="3377058" y="1072467"/>
            <a:ext cx="1848597" cy="2254058"/>
            <a:chOff x="3377058" y="1072467"/>
            <a:chExt cx="1848597" cy="2254058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E8924298-B1CF-4709-BFE3-879D1183DB35}"/>
                </a:ext>
              </a:extLst>
            </p:cNvPr>
            <p:cNvGrpSpPr/>
            <p:nvPr/>
          </p:nvGrpSpPr>
          <p:grpSpPr>
            <a:xfrm>
              <a:off x="3377058" y="1072467"/>
              <a:ext cx="1848597" cy="2254058"/>
              <a:chOff x="3377058" y="1072467"/>
              <a:chExt cx="1848597" cy="2254058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49427FCE-00DC-45D2-ABF3-B75AF425FE7C}"/>
                  </a:ext>
                </a:extLst>
              </p:cNvPr>
              <p:cNvGrpSpPr/>
              <p:nvPr/>
            </p:nvGrpSpPr>
            <p:grpSpPr>
              <a:xfrm>
                <a:off x="3413663" y="1348756"/>
                <a:ext cx="1802738" cy="1798623"/>
                <a:chOff x="3669434" y="1054223"/>
                <a:chExt cx="1802738" cy="1798623"/>
              </a:xfrm>
            </p:grpSpPr>
            <p:pic>
              <p:nvPicPr>
                <p:cNvPr id="11" name="Graphic 10">
                  <a:extLst>
                    <a:ext uri="{FF2B5EF4-FFF2-40B4-BE49-F238E27FC236}">
                      <a16:creationId xmlns:a16="http://schemas.microsoft.com/office/drawing/2014/main" id="{5D6CF064-6E28-4CE5-A2DB-AA4138F714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0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93303" y="1054223"/>
                  <a:ext cx="955001" cy="955001"/>
                </a:xfrm>
                <a:prstGeom prst="rect">
                  <a:avLst/>
                </a:prstGeom>
              </p:spPr>
            </p:pic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4CFBC6F6-D589-4B88-9A3E-626024DBAFF5}"/>
                    </a:ext>
                  </a:extLst>
                </p:cNvPr>
                <p:cNvSpPr txBox="1"/>
                <p:nvPr/>
              </p:nvSpPr>
              <p:spPr>
                <a:xfrm>
                  <a:off x="3669434" y="2206515"/>
                  <a:ext cx="180273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b="1" dirty="0">
                      <a:latin typeface="Segoi ui"/>
                    </a:rPr>
                    <a:t>License Agnostic </a:t>
                  </a:r>
                </a:p>
                <a:p>
                  <a:pPr algn="ctr"/>
                  <a:r>
                    <a:rPr lang="en-US" b="1" dirty="0">
                      <a:latin typeface="Segoi ui"/>
                    </a:rPr>
                    <a:t>Complete Open </a:t>
                  </a:r>
                </a:p>
              </p:txBody>
            </p:sp>
          </p:grp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A1E9D1F7-67F0-4F33-BAF1-5CC6B0AA332D}"/>
                  </a:ext>
                </a:extLst>
              </p:cNvPr>
              <p:cNvSpPr/>
              <p:nvPr/>
            </p:nvSpPr>
            <p:spPr>
              <a:xfrm>
                <a:off x="3377058" y="1072467"/>
                <a:ext cx="1848597" cy="2254058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1AC9F85-AC22-49C7-9496-AAC1B8526BDC}"/>
                </a:ext>
              </a:extLst>
            </p:cNvPr>
            <p:cNvSpPr txBox="1"/>
            <p:nvPr/>
          </p:nvSpPr>
          <p:spPr>
            <a:xfrm>
              <a:off x="4143368" y="1647843"/>
              <a:ext cx="346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594468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636972-9ED5-4899-8033-134FF44840D2}"/>
              </a:ext>
            </a:extLst>
          </p:cNvPr>
          <p:cNvSpPr txBox="1"/>
          <p:nvPr/>
        </p:nvSpPr>
        <p:spPr>
          <a:xfrm>
            <a:off x="294329" y="6585265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B89E8CF-1511-47D2-9548-39550353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428E69F-EB68-48F2-8234-817A53DB421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B6206D-F63A-4E7C-BD19-E9ED6BE6879B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BA9351D-1F8B-4D06-8853-CF016A7B8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843889" y="59592"/>
            <a:ext cx="342900" cy="369331"/>
            <a:chOff x="0" y="148425"/>
            <a:chExt cx="342900" cy="59071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91DB6A2-0054-4B52-B7E6-44071ACAA833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3CDD684-C1AE-4972-8578-D031FF3ED978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EA842B2-A1C4-4CB1-AC79-3B52F9F3CCC7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Answering Following Query!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0CAE9F-87D3-4DF2-8A9C-8EEFBCC30308}"/>
              </a:ext>
            </a:extLst>
          </p:cNvPr>
          <p:cNvSpPr txBox="1"/>
          <p:nvPr/>
        </p:nvSpPr>
        <p:spPr>
          <a:xfrm>
            <a:off x="342901" y="742950"/>
            <a:ext cx="3895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Select 1 Control Plane To Manage: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CF7276-A540-4683-A522-B93BEA29929C}"/>
              </a:ext>
            </a:extLst>
          </p:cNvPr>
          <p:cNvSpPr txBox="1"/>
          <p:nvPr/>
        </p:nvSpPr>
        <p:spPr>
          <a:xfrm>
            <a:off x="619127" y="1038225"/>
            <a:ext cx="5762624" cy="231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N – Products spread across M Clouds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Each Cloud Has P - no of App Enclaves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Each App Enclave has Q - no of App Clusters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Each App-Cluster has R – no of Apps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Each App has S - no of Environments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Each Env has T – no of Native Business Services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Each Business Services depends on U – no of Data Services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44DE6C-E5BE-4B74-B66A-C86758D2604C}"/>
              </a:ext>
            </a:extLst>
          </p:cNvPr>
          <p:cNvSpPr txBox="1"/>
          <p:nvPr/>
        </p:nvSpPr>
        <p:spPr>
          <a:xfrm>
            <a:off x="342901" y="3600450"/>
            <a:ext cx="3105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Where Control Plane has: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4A3F36-4CE9-46ED-8CCB-566E8722C8A6}"/>
              </a:ext>
            </a:extLst>
          </p:cNvPr>
          <p:cNvSpPr txBox="1"/>
          <p:nvPr/>
        </p:nvSpPr>
        <p:spPr>
          <a:xfrm>
            <a:off x="619127" y="3990975"/>
            <a:ext cx="8982073" cy="1991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Self Service portal for Provisioning / Deprovisioning across clouds</a:t>
            </a:r>
          </a:p>
          <a:p>
            <a:pPr marL="285750" indent="-285750">
              <a:lnSpc>
                <a:spcPct val="150000"/>
              </a:lnSpc>
              <a:buFont typeface="Raleway SemiBold" panose="020B0703030101060003" pitchFamily="34" charset="0"/>
              <a:buChar char="&amp;"/>
            </a:pPr>
            <a:r>
              <a:rPr lang="en-US" sz="1400" dirty="0"/>
              <a:t>Shared Services for Dev &amp; Ops are Flexible/Extensible/Templatized/Manifest driven</a:t>
            </a:r>
          </a:p>
          <a:p>
            <a:pPr marL="285750" indent="-285750">
              <a:lnSpc>
                <a:spcPct val="150000"/>
              </a:lnSpc>
              <a:buFont typeface="Raleway SemiBold" panose="020B0703030101060003" pitchFamily="34" charset="0"/>
              <a:buChar char="&amp;"/>
            </a:pPr>
            <a:r>
              <a:rPr lang="en-US" sz="1400" dirty="0"/>
              <a:t>One single Asset repo for all shared services</a:t>
            </a:r>
          </a:p>
          <a:p>
            <a:pPr marL="285750" indent="-285750">
              <a:lnSpc>
                <a:spcPct val="150000"/>
              </a:lnSpc>
              <a:buFont typeface="Raleway SemiBold" panose="020B0703030101060003" pitchFamily="34" charset="0"/>
              <a:buChar char="&amp;"/>
            </a:pPr>
            <a:r>
              <a:rPr lang="en-US" sz="1400" dirty="0"/>
              <a:t>Claim/ Reclaim resources(unused/copied) across organization</a:t>
            </a:r>
          </a:p>
          <a:p>
            <a:pPr marL="285750" indent="-285750">
              <a:lnSpc>
                <a:spcPct val="150000"/>
              </a:lnSpc>
              <a:buFont typeface="Raleway SemiBold" panose="020B0703030101060003" pitchFamily="34" charset="0"/>
              <a:buChar char="&amp;"/>
            </a:pPr>
            <a:r>
              <a:rPr lang="en-US" sz="1400" dirty="0"/>
              <a:t>Delivers real-time insights on Billing/Chargebacks</a:t>
            </a:r>
          </a:p>
          <a:p>
            <a:pPr marL="285750" indent="-285750">
              <a:lnSpc>
                <a:spcPct val="150000"/>
              </a:lnSpc>
              <a:buFont typeface="Raleway SemiBold" panose="020B0703030101060003" pitchFamily="34" charset="0"/>
              <a:buChar char="&amp;"/>
            </a:pPr>
            <a:r>
              <a:rPr lang="en-US" sz="1400" dirty="0"/>
              <a:t>Accelerated building block to do SOA transformation to plug products into this control plane.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794D43C-A1BF-4733-AB6F-D93E745DBEC9}"/>
              </a:ext>
            </a:extLst>
          </p:cNvPr>
          <p:cNvGrpSpPr/>
          <p:nvPr/>
        </p:nvGrpSpPr>
        <p:grpSpPr>
          <a:xfrm>
            <a:off x="6429375" y="752475"/>
            <a:ext cx="5219701" cy="2514600"/>
            <a:chOff x="6181725" y="742950"/>
            <a:chExt cx="5219701" cy="25146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0B4C014-FF64-4488-9432-C9276D3A7486}"/>
                </a:ext>
              </a:extLst>
            </p:cNvPr>
            <p:cNvSpPr/>
            <p:nvPr/>
          </p:nvSpPr>
          <p:spPr>
            <a:xfrm>
              <a:off x="6181725" y="742950"/>
              <a:ext cx="5124451" cy="2514600"/>
            </a:xfrm>
            <a:prstGeom prst="rect">
              <a:avLst/>
            </a:prstGeom>
            <a:solidFill>
              <a:srgbClr val="DA291C"/>
            </a:solidFill>
            <a:ln w="57150">
              <a:solidFill>
                <a:srgbClr val="919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310D702-60E2-424F-8487-77F8A11C6E31}"/>
                </a:ext>
              </a:extLst>
            </p:cNvPr>
            <p:cNvSpPr txBox="1"/>
            <p:nvPr/>
          </p:nvSpPr>
          <p:spPr>
            <a:xfrm>
              <a:off x="6276976" y="935947"/>
              <a:ext cx="51244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M </a:t>
              </a:r>
              <a:r>
                <a:rPr lang="en-US" sz="1000" dirty="0">
                  <a:solidFill>
                    <a:schemeClr val="bg1"/>
                  </a:solidFill>
                </a:rPr>
                <a:t>x</a:t>
              </a:r>
              <a:r>
                <a:rPr lang="en-US" sz="1400" dirty="0">
                  <a:solidFill>
                    <a:schemeClr val="bg1"/>
                  </a:solidFill>
                </a:rPr>
                <a:t> N </a:t>
              </a:r>
              <a:r>
                <a:rPr lang="en-US" sz="1000" dirty="0">
                  <a:solidFill>
                    <a:schemeClr val="bg1"/>
                  </a:solidFill>
                </a:rPr>
                <a:t>x</a:t>
              </a:r>
              <a:r>
                <a:rPr lang="en-US" sz="1400" dirty="0">
                  <a:solidFill>
                    <a:schemeClr val="bg1"/>
                  </a:solidFill>
                </a:rPr>
                <a:t> P </a:t>
              </a:r>
              <a:r>
                <a:rPr lang="en-US" sz="1000" dirty="0">
                  <a:solidFill>
                    <a:schemeClr val="bg1"/>
                  </a:solidFill>
                </a:rPr>
                <a:t>x</a:t>
              </a:r>
              <a:r>
                <a:rPr lang="en-US" sz="1400" dirty="0">
                  <a:solidFill>
                    <a:schemeClr val="bg1"/>
                  </a:solidFill>
                </a:rPr>
                <a:t> Q </a:t>
              </a:r>
              <a:r>
                <a:rPr lang="en-US" sz="1000" dirty="0">
                  <a:solidFill>
                    <a:schemeClr val="bg1"/>
                  </a:solidFill>
                </a:rPr>
                <a:t>x</a:t>
              </a:r>
              <a:r>
                <a:rPr lang="en-US" sz="1400" dirty="0">
                  <a:solidFill>
                    <a:schemeClr val="bg1"/>
                  </a:solidFill>
                </a:rPr>
                <a:t> R </a:t>
              </a:r>
              <a:r>
                <a:rPr lang="en-US" sz="1000" dirty="0">
                  <a:solidFill>
                    <a:schemeClr val="bg1"/>
                  </a:solidFill>
                </a:rPr>
                <a:t>x</a:t>
              </a:r>
              <a:r>
                <a:rPr lang="en-US" sz="1400" dirty="0">
                  <a:solidFill>
                    <a:schemeClr val="bg1"/>
                  </a:solidFill>
                </a:rPr>
                <a:t> S </a:t>
              </a:r>
              <a:r>
                <a:rPr lang="en-US" sz="1000" dirty="0">
                  <a:solidFill>
                    <a:schemeClr val="bg1"/>
                  </a:solidFill>
                </a:rPr>
                <a:t>x</a:t>
              </a:r>
              <a:r>
                <a:rPr lang="en-US" sz="1400" dirty="0">
                  <a:solidFill>
                    <a:schemeClr val="bg1"/>
                  </a:solidFill>
                </a:rPr>
                <a:t> T </a:t>
              </a:r>
              <a:r>
                <a:rPr lang="en-US" sz="1000" dirty="0">
                  <a:solidFill>
                    <a:schemeClr val="bg1"/>
                  </a:solidFill>
                </a:rPr>
                <a:t>x</a:t>
              </a:r>
              <a:r>
                <a:rPr lang="en-US" sz="1400" dirty="0">
                  <a:solidFill>
                    <a:schemeClr val="bg1"/>
                  </a:solidFill>
                </a:rPr>
                <a:t> U  complexity across following  dimension: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66F285A-169D-4341-8A6A-6488C2583192}"/>
                </a:ext>
              </a:extLst>
            </p:cNvPr>
            <p:cNvSpPr txBox="1"/>
            <p:nvPr/>
          </p:nvSpPr>
          <p:spPr>
            <a:xfrm>
              <a:off x="6276976" y="1516972"/>
              <a:ext cx="512445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Dev </a:t>
              </a:r>
              <a:r>
                <a:rPr lang="en-US" sz="1400" b="1" dirty="0">
                  <a:solidFill>
                    <a:schemeClr val="bg1"/>
                  </a:solidFill>
                </a:rPr>
                <a:t>– </a:t>
              </a:r>
              <a:r>
                <a:rPr lang="en-US" sz="1400" dirty="0">
                  <a:solidFill>
                    <a:schemeClr val="bg1"/>
                  </a:solidFill>
                </a:rPr>
                <a:t>Continuous (Integration/build/deployment/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                tests/code quality/</a:t>
              </a:r>
              <a:r>
                <a:rPr lang="en-US" sz="1400" dirty="0" err="1">
                  <a:solidFill>
                    <a:schemeClr val="bg1"/>
                  </a:solidFill>
                </a:rPr>
                <a:t>gitOps</a:t>
              </a:r>
              <a:r>
                <a:rPr lang="en-US" sz="1400" dirty="0">
                  <a:solidFill>
                    <a:schemeClr val="bg1"/>
                  </a:solidFill>
                </a:rPr>
                <a:t>..)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E08D729-DD70-4943-BEDC-84CE269FCDDE}"/>
                </a:ext>
              </a:extLst>
            </p:cNvPr>
            <p:cNvSpPr txBox="1"/>
            <p:nvPr/>
          </p:nvSpPr>
          <p:spPr>
            <a:xfrm>
              <a:off x="6276976" y="2478997"/>
              <a:ext cx="512445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Ops </a:t>
              </a:r>
              <a:r>
                <a:rPr lang="en-US" sz="1400" b="1" dirty="0">
                  <a:solidFill>
                    <a:schemeClr val="bg1"/>
                  </a:solidFill>
                </a:rPr>
                <a:t>- </a:t>
              </a:r>
              <a:r>
                <a:rPr lang="en-US" sz="1400" dirty="0">
                  <a:solidFill>
                    <a:schemeClr val="bg1"/>
                  </a:solidFill>
                </a:rPr>
                <a:t>Continuous (Provisioning/Monitoring/ 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               Compliance/Automation/…………)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CD222F6-15EE-4C0A-82A9-E52D47BB87D5}"/>
                </a:ext>
              </a:extLst>
            </p:cNvPr>
            <p:cNvSpPr txBox="1"/>
            <p:nvPr/>
          </p:nvSpPr>
          <p:spPr>
            <a:xfrm>
              <a:off x="8558213" y="2001326"/>
              <a:ext cx="37147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601881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iagram, timeline&#10;&#10;Description automatically generated">
            <a:extLst>
              <a:ext uri="{FF2B5EF4-FFF2-40B4-BE49-F238E27FC236}">
                <a16:creationId xmlns:a16="http://schemas.microsoft.com/office/drawing/2014/main" id="{D6BAFCA2-64A4-4E36-A6BA-37A5821B4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44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147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972E1D80-DAD4-4757-AE6A-0B3E14A20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4583"/>
            <a:ext cx="12192000" cy="504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788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79457"/>
            <a:ext cx="457200" cy="49244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731792" y="79457"/>
            <a:ext cx="457200" cy="49244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582270" y="79455"/>
            <a:ext cx="9206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 err="1">
                <a:solidFill>
                  <a:srgbClr val="DA291C"/>
                </a:solidFill>
                <a:latin typeface="Helvetica" panose="020B0604020202020204" pitchFamily="2" charset="0"/>
              </a:rPr>
              <a:t>Xformation</a:t>
            </a:r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@50% Time &amp; Cost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Picture 11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1F6B3063-9E76-4EEB-977B-5682ADACF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812801"/>
            <a:ext cx="11274592" cy="58521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3C074D-836A-4CB6-B42A-391F063CC1D5}"/>
              </a:ext>
            </a:extLst>
          </p:cNvPr>
          <p:cNvSpPr txBox="1"/>
          <p:nvPr/>
        </p:nvSpPr>
        <p:spPr>
          <a:xfrm>
            <a:off x="8237351" y="6585266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71164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79457"/>
            <a:ext cx="457200" cy="49244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731792" y="79457"/>
            <a:ext cx="457200" cy="49244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582270" y="79455"/>
            <a:ext cx="9206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Salient Features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9033C3F-CCAE-4F5F-986B-2F4CECE5DA72}"/>
              </a:ext>
            </a:extLst>
          </p:cNvPr>
          <p:cNvGrpSpPr/>
          <p:nvPr/>
        </p:nvGrpSpPr>
        <p:grpSpPr>
          <a:xfrm>
            <a:off x="829725" y="495954"/>
            <a:ext cx="10828593" cy="6414064"/>
            <a:chOff x="120686" y="599727"/>
            <a:chExt cx="10080375" cy="610230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E49E679-D472-485E-A794-F1CE93DAD260}"/>
                </a:ext>
              </a:extLst>
            </p:cNvPr>
            <p:cNvGrpSpPr/>
            <p:nvPr/>
          </p:nvGrpSpPr>
          <p:grpSpPr>
            <a:xfrm>
              <a:off x="120686" y="1256708"/>
              <a:ext cx="3873440" cy="5445328"/>
              <a:chOff x="120686" y="1256708"/>
              <a:chExt cx="3873440" cy="5445327"/>
            </a:xfrm>
          </p:grpSpPr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566CB943-9920-4992-87A2-700A9B56107B}"/>
                  </a:ext>
                </a:extLst>
              </p:cNvPr>
              <p:cNvGrpSpPr/>
              <p:nvPr/>
            </p:nvGrpSpPr>
            <p:grpSpPr>
              <a:xfrm>
                <a:off x="120686" y="5103798"/>
                <a:ext cx="3873440" cy="1598237"/>
                <a:chOff x="349608" y="4478399"/>
                <a:chExt cx="3873440" cy="1598237"/>
              </a:xfrm>
            </p:grpSpPr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F2ADA61D-CDAB-4FBF-B09E-801A18B1F21D}"/>
                    </a:ext>
                  </a:extLst>
                </p:cNvPr>
                <p:cNvGrpSpPr/>
                <p:nvPr/>
              </p:nvGrpSpPr>
              <p:grpSpPr>
                <a:xfrm>
                  <a:off x="526398" y="4478399"/>
                  <a:ext cx="3696650" cy="530307"/>
                  <a:chOff x="4395150" y="1602540"/>
                  <a:chExt cx="3696650" cy="530307"/>
                </a:xfrm>
              </p:grpSpPr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69063522-2ACF-4173-95FB-F59AFF5A9A2C}"/>
                      </a:ext>
                    </a:extLst>
                  </p:cNvPr>
                  <p:cNvCxnSpPr/>
                  <p:nvPr/>
                </p:nvCxnSpPr>
                <p:spPr>
                  <a:xfrm>
                    <a:off x="4395150" y="1867693"/>
                    <a:ext cx="3696650" cy="0"/>
                  </a:xfrm>
                  <a:prstGeom prst="line">
                    <a:avLst/>
                  </a:prstGeom>
                  <a:ln w="12700">
                    <a:solidFill>
                      <a:schemeClr val="tx1">
                        <a:lumMod val="50000"/>
                        <a:lumOff val="50000"/>
                      </a:schemeClr>
                    </a:solidFill>
                    <a:headEnd type="oval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21" name="Group 120">
                    <a:extLst>
                      <a:ext uri="{FF2B5EF4-FFF2-40B4-BE49-F238E27FC236}">
                        <a16:creationId xmlns:a16="http://schemas.microsoft.com/office/drawing/2014/main" id="{E3BC6121-F88C-41CF-ABEE-FE52F6E9B2B4}"/>
                      </a:ext>
                    </a:extLst>
                  </p:cNvPr>
                  <p:cNvGrpSpPr/>
                  <p:nvPr/>
                </p:nvGrpSpPr>
                <p:grpSpPr>
                  <a:xfrm>
                    <a:off x="4907237" y="1602540"/>
                    <a:ext cx="530307" cy="530307"/>
                    <a:chOff x="2362161" y="2205692"/>
                    <a:chExt cx="1216152" cy="1216152"/>
                  </a:xfrm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grpSpPr>
                <p:grpSp>
                  <p:nvGrpSpPr>
                    <p:cNvPr id="122" name="Group 121">
                      <a:extLst>
                        <a:ext uri="{FF2B5EF4-FFF2-40B4-BE49-F238E27FC236}">
                          <a16:creationId xmlns:a16="http://schemas.microsoft.com/office/drawing/2014/main" id="{01B7B956-6DAC-40C7-9D0E-D1FF17179FE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362161" y="2205692"/>
                      <a:ext cx="1216152" cy="1216152"/>
                      <a:chOff x="320722" y="634457"/>
                      <a:chExt cx="1444752" cy="1444752"/>
                    </a:xfrm>
                    <a:effectLst/>
                  </p:grpSpPr>
                  <p:sp>
                    <p:nvSpPr>
                      <p:cNvPr id="124" name="Oval 123">
                        <a:extLst>
                          <a:ext uri="{FF2B5EF4-FFF2-40B4-BE49-F238E27FC236}">
                            <a16:creationId xmlns:a16="http://schemas.microsoft.com/office/drawing/2014/main" id="{192C317C-1D88-483F-B296-11E4F86328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0722" y="634457"/>
                        <a:ext cx="1444752" cy="1444752"/>
                      </a:xfrm>
                      <a:prstGeom prst="ellipse">
                        <a:avLst/>
                      </a:prstGeom>
                      <a:solidFill>
                        <a:sysClr val="window" lastClr="FFFFFF"/>
                      </a:solidFill>
                      <a:ln w="12700" cap="flat" cmpd="sng" algn="ctr">
                        <a:noFill/>
                        <a:prstDash val="solid"/>
                        <a:miter lim="800000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algn="ctr" defTabSz="914377">
                          <a:defRPr/>
                        </a:pPr>
                        <a:endParaRPr lang="en-US" kern="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25" name="Oval 124">
                        <a:extLst>
                          <a:ext uri="{FF2B5EF4-FFF2-40B4-BE49-F238E27FC236}">
                            <a16:creationId xmlns:a16="http://schemas.microsoft.com/office/drawing/2014/main" id="{B3ABEA0D-E732-4EA2-9947-8453C702F4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4325" y="698060"/>
                        <a:ext cx="1317546" cy="1317546"/>
                      </a:xfrm>
                      <a:prstGeom prst="ellipse">
                        <a:avLst/>
                      </a:prstGeom>
                      <a:solidFill>
                        <a:schemeClr val="accent5"/>
                      </a:solidFill>
                      <a:ln w="12700" cap="flat" cmpd="sng" algn="ctr">
                        <a:noFill/>
                        <a:prstDash val="solid"/>
                        <a:miter lim="800000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algn="ctr" defTabSz="914377">
                          <a:defRPr/>
                        </a:pPr>
                        <a:endParaRPr lang="en-US" kern="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sp>
                  <p:nvSpPr>
                    <p:cNvPr id="123" name="Freeform 47">
                      <a:extLst>
                        <a:ext uri="{FF2B5EF4-FFF2-40B4-BE49-F238E27FC236}">
                          <a16:creationId xmlns:a16="http://schemas.microsoft.com/office/drawing/2014/main" id="{2124B846-65AE-4A28-A6B3-B5D7D450D6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21237" y="2479228"/>
                      <a:ext cx="498000" cy="66908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1367" h="666750">
                          <a:moveTo>
                            <a:pt x="205755" y="0"/>
                          </a:moveTo>
                          <a:lnTo>
                            <a:pt x="260077" y="0"/>
                          </a:lnTo>
                          <a:lnTo>
                            <a:pt x="260077" y="36835"/>
                          </a:lnTo>
                          <a:cubicBezTo>
                            <a:pt x="315640" y="40308"/>
                            <a:pt x="358118" y="53454"/>
                            <a:pt x="387511" y="76275"/>
                          </a:cubicBezTo>
                          <a:cubicBezTo>
                            <a:pt x="416905" y="99095"/>
                            <a:pt x="436066" y="130349"/>
                            <a:pt x="444996" y="170036"/>
                          </a:cubicBezTo>
                          <a:lnTo>
                            <a:pt x="306586" y="191988"/>
                          </a:lnTo>
                          <a:cubicBezTo>
                            <a:pt x="299641" y="174377"/>
                            <a:pt x="293377" y="162161"/>
                            <a:pt x="287796" y="155340"/>
                          </a:cubicBezTo>
                          <a:cubicBezTo>
                            <a:pt x="282215" y="148518"/>
                            <a:pt x="272976" y="141635"/>
                            <a:pt x="260077" y="134690"/>
                          </a:cubicBezTo>
                          <a:lnTo>
                            <a:pt x="260077" y="242328"/>
                          </a:lnTo>
                          <a:cubicBezTo>
                            <a:pt x="335483" y="262440"/>
                            <a:pt x="385837" y="283665"/>
                            <a:pt x="411138" y="306005"/>
                          </a:cubicBezTo>
                          <a:cubicBezTo>
                            <a:pt x="444624" y="336042"/>
                            <a:pt x="461367" y="374144"/>
                            <a:pt x="461367" y="420312"/>
                          </a:cubicBezTo>
                          <a:cubicBezTo>
                            <a:pt x="461367" y="447368"/>
                            <a:pt x="455352" y="472191"/>
                            <a:pt x="443322" y="494781"/>
                          </a:cubicBezTo>
                          <a:cubicBezTo>
                            <a:pt x="431291" y="517371"/>
                            <a:pt x="415913" y="536236"/>
                            <a:pt x="397185" y="551376"/>
                          </a:cubicBezTo>
                          <a:cubicBezTo>
                            <a:pt x="378458" y="566517"/>
                            <a:pt x="358552" y="577501"/>
                            <a:pt x="337468" y="584328"/>
                          </a:cubicBezTo>
                          <a:cubicBezTo>
                            <a:pt x="316384" y="591155"/>
                            <a:pt x="290587" y="595189"/>
                            <a:pt x="260077" y="596429"/>
                          </a:cubicBezTo>
                          <a:lnTo>
                            <a:pt x="260077" y="666750"/>
                          </a:lnTo>
                          <a:lnTo>
                            <a:pt x="205755" y="666750"/>
                          </a:lnTo>
                          <a:lnTo>
                            <a:pt x="205755" y="596429"/>
                          </a:lnTo>
                          <a:cubicBezTo>
                            <a:pt x="169292" y="593204"/>
                            <a:pt x="139712" y="587313"/>
                            <a:pt x="117016" y="578756"/>
                          </a:cubicBezTo>
                          <a:cubicBezTo>
                            <a:pt x="94320" y="570198"/>
                            <a:pt x="74724" y="558354"/>
                            <a:pt x="58229" y="543223"/>
                          </a:cubicBezTo>
                          <a:cubicBezTo>
                            <a:pt x="41734" y="528092"/>
                            <a:pt x="29022" y="511783"/>
                            <a:pt x="20092" y="494296"/>
                          </a:cubicBezTo>
                          <a:cubicBezTo>
                            <a:pt x="11162" y="476808"/>
                            <a:pt x="4465" y="455662"/>
                            <a:pt x="0" y="430858"/>
                          </a:cubicBezTo>
                          <a:lnTo>
                            <a:pt x="150316" y="413370"/>
                          </a:lnTo>
                          <a:cubicBezTo>
                            <a:pt x="154781" y="437927"/>
                            <a:pt x="160796" y="455662"/>
                            <a:pt x="168362" y="466576"/>
                          </a:cubicBezTo>
                          <a:cubicBezTo>
                            <a:pt x="175927" y="477490"/>
                            <a:pt x="188392" y="487164"/>
                            <a:pt x="205755" y="495598"/>
                          </a:cubicBezTo>
                          <a:lnTo>
                            <a:pt x="205755" y="364123"/>
                          </a:lnTo>
                          <a:cubicBezTo>
                            <a:pt x="155649" y="350217"/>
                            <a:pt x="120117" y="338175"/>
                            <a:pt x="99157" y="327998"/>
                          </a:cubicBezTo>
                          <a:cubicBezTo>
                            <a:pt x="78197" y="317820"/>
                            <a:pt x="60027" y="301499"/>
                            <a:pt x="44648" y="279035"/>
                          </a:cubicBezTo>
                          <a:cubicBezTo>
                            <a:pt x="29270" y="256572"/>
                            <a:pt x="21580" y="229205"/>
                            <a:pt x="21580" y="196936"/>
                          </a:cubicBezTo>
                          <a:cubicBezTo>
                            <a:pt x="21580" y="152752"/>
                            <a:pt x="37021" y="115830"/>
                            <a:pt x="67903" y="86169"/>
                          </a:cubicBezTo>
                          <a:cubicBezTo>
                            <a:pt x="98785" y="56508"/>
                            <a:pt x="144735" y="40064"/>
                            <a:pt x="205755" y="36835"/>
                          </a:cubicBezTo>
                          <a:lnTo>
                            <a:pt x="205755" y="0"/>
                          </a:lnTo>
                          <a:close/>
                          <a:moveTo>
                            <a:pt x="205755" y="132829"/>
                          </a:moveTo>
                          <a:cubicBezTo>
                            <a:pt x="189880" y="138065"/>
                            <a:pt x="178842" y="144547"/>
                            <a:pt x="172641" y="152273"/>
                          </a:cubicBezTo>
                          <a:cubicBezTo>
                            <a:pt x="166439" y="159999"/>
                            <a:pt x="163339" y="169096"/>
                            <a:pt x="163339" y="179565"/>
                          </a:cubicBezTo>
                          <a:cubicBezTo>
                            <a:pt x="163339" y="190533"/>
                            <a:pt x="166485" y="200067"/>
                            <a:pt x="172777" y="208168"/>
                          </a:cubicBezTo>
                          <a:cubicBezTo>
                            <a:pt x="179070" y="216268"/>
                            <a:pt x="190062" y="223047"/>
                            <a:pt x="205755" y="228504"/>
                          </a:cubicBezTo>
                          <a:lnTo>
                            <a:pt x="205755" y="132829"/>
                          </a:lnTo>
                          <a:close/>
                          <a:moveTo>
                            <a:pt x="260077" y="379913"/>
                          </a:moveTo>
                          <a:lnTo>
                            <a:pt x="260077" y="499319"/>
                          </a:lnTo>
                          <a:cubicBezTo>
                            <a:pt x="281161" y="494590"/>
                            <a:pt x="296602" y="486814"/>
                            <a:pt x="306400" y="475989"/>
                          </a:cubicBezTo>
                          <a:cubicBezTo>
                            <a:pt x="316198" y="465164"/>
                            <a:pt x="321097" y="453033"/>
                            <a:pt x="321097" y="439595"/>
                          </a:cubicBezTo>
                          <a:cubicBezTo>
                            <a:pt x="321097" y="427898"/>
                            <a:pt x="316953" y="417136"/>
                            <a:pt x="308664" y="407307"/>
                          </a:cubicBezTo>
                          <a:cubicBezTo>
                            <a:pt x="300376" y="397478"/>
                            <a:pt x="284180" y="388347"/>
                            <a:pt x="260077" y="379913"/>
                          </a:cubicBezTo>
                          <a:close/>
                        </a:path>
                      </a:pathLst>
                    </a:custGeom>
                    <a:solidFill>
                      <a:schemeClr val="bg2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914377">
                        <a:defRPr/>
                      </a:pPr>
                      <a:endParaRPr lang="en-US" kern="0">
                        <a:solidFill>
                          <a:prstClr val="white"/>
                        </a:solidFill>
                        <a:latin typeface="Calibri" panose="020F0502020204030204"/>
                      </a:endParaRPr>
                    </a:p>
                  </p:txBody>
                </p:sp>
              </p:grpSp>
            </p:grpSp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C84019C6-3001-4163-88D2-11DFFA18BFEB}"/>
                    </a:ext>
                  </a:extLst>
                </p:cNvPr>
                <p:cNvGrpSpPr/>
                <p:nvPr/>
              </p:nvGrpSpPr>
              <p:grpSpPr>
                <a:xfrm>
                  <a:off x="349608" y="4943479"/>
                  <a:ext cx="3254909" cy="1133157"/>
                  <a:chOff x="3527383" y="4760929"/>
                  <a:chExt cx="3133417" cy="1069353"/>
                </a:xfrm>
              </p:grpSpPr>
              <p:sp>
                <p:nvSpPr>
                  <p:cNvPr id="118" name="Rectangle 117">
                    <a:extLst>
                      <a:ext uri="{FF2B5EF4-FFF2-40B4-BE49-F238E27FC236}">
                        <a16:creationId xmlns:a16="http://schemas.microsoft.com/office/drawing/2014/main" id="{65311DB9-91AB-4688-B9B7-873F5E08A9EC}"/>
                      </a:ext>
                    </a:extLst>
                  </p:cNvPr>
                  <p:cNvSpPr/>
                  <p:nvPr/>
                </p:nvSpPr>
                <p:spPr>
                  <a:xfrm>
                    <a:off x="3527383" y="4760929"/>
                    <a:ext cx="2783849" cy="331595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b="1" u="sng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gency FB" panose="020B0503020202020204" pitchFamily="34" charset="0"/>
                        <a:cs typeface="Arial" pitchFamily="34" charset="0"/>
                      </a:rPr>
                      <a:t>Continuous </a:t>
                    </a:r>
                    <a:r>
                      <a:rPr lang="en-US" b="1" u="sng" dirty="0">
                        <a:solidFill>
                          <a:schemeClr val="accent5"/>
                        </a:solidFill>
                        <a:latin typeface="Agency FB" panose="020B0503020202020204" pitchFamily="34" charset="0"/>
                        <a:cs typeface="Arial" pitchFamily="34" charset="0"/>
                      </a:rPr>
                      <a:t>Automation Engine</a:t>
                    </a:r>
                    <a:endParaRPr lang="en-US" b="1" u="sng" dirty="0">
                      <a:solidFill>
                        <a:schemeClr val="accent5"/>
                      </a:solidFill>
                      <a:latin typeface="Agency FB" panose="020B0503020202020204" pitchFamily="34" charset="0"/>
                    </a:endParaRPr>
                  </a:p>
                </p:txBody>
              </p:sp>
              <p:sp>
                <p:nvSpPr>
                  <p:cNvPr id="119" name="Rectangle 118">
                    <a:extLst>
                      <a:ext uri="{FF2B5EF4-FFF2-40B4-BE49-F238E27FC236}">
                        <a16:creationId xmlns:a16="http://schemas.microsoft.com/office/drawing/2014/main" id="{E1D93816-BFB9-4E60-8042-B2205B08AE68}"/>
                      </a:ext>
                    </a:extLst>
                  </p:cNvPr>
                  <p:cNvSpPr/>
                  <p:nvPr/>
                </p:nvSpPr>
                <p:spPr>
                  <a:xfrm>
                    <a:off x="3567538" y="5167091"/>
                    <a:ext cx="3093262" cy="663191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400" dirty="0">
                        <a:latin typeface="Helvetica" panose="020B0604020202020204" pitchFamily="2" charset="0"/>
                      </a:rPr>
                      <a:t>Run jobs elastically and continuously audit on Infra and  App security /compliance</a:t>
                    </a:r>
                  </a:p>
                </p:txBody>
              </p:sp>
            </p:grpSp>
          </p:grp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0EF5F645-B635-4B55-9FAD-F9CCE1DAF694}"/>
                  </a:ext>
                </a:extLst>
              </p:cNvPr>
              <p:cNvGrpSpPr/>
              <p:nvPr/>
            </p:nvGrpSpPr>
            <p:grpSpPr>
              <a:xfrm>
                <a:off x="120687" y="1256708"/>
                <a:ext cx="3097146" cy="1808476"/>
                <a:chOff x="120687" y="1256708"/>
                <a:chExt cx="3097146" cy="1808476"/>
              </a:xfrm>
            </p:grpSpPr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A90B333E-4FE6-4511-B71A-D04334FC9123}"/>
                    </a:ext>
                  </a:extLst>
                </p:cNvPr>
                <p:cNvCxnSpPr/>
                <p:nvPr/>
              </p:nvCxnSpPr>
              <p:spPr>
                <a:xfrm>
                  <a:off x="297476" y="1527126"/>
                  <a:ext cx="2920357" cy="0"/>
                </a:xfrm>
                <a:prstGeom prst="line">
                  <a:avLst/>
                </a:prstGeom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80425A45-4FD4-4546-81FD-7B4A33194E85}"/>
                    </a:ext>
                  </a:extLst>
                </p:cNvPr>
                <p:cNvGrpSpPr/>
                <p:nvPr/>
              </p:nvGrpSpPr>
              <p:grpSpPr>
                <a:xfrm>
                  <a:off x="120687" y="1727056"/>
                  <a:ext cx="2182178" cy="1338128"/>
                  <a:chOff x="3527384" y="4760929"/>
                  <a:chExt cx="2100727" cy="1262782"/>
                </a:xfrm>
              </p:grpSpPr>
              <p:sp>
                <p:nvSpPr>
                  <p:cNvPr id="114" name="Rectangle 113">
                    <a:extLst>
                      <a:ext uri="{FF2B5EF4-FFF2-40B4-BE49-F238E27FC236}">
                        <a16:creationId xmlns:a16="http://schemas.microsoft.com/office/drawing/2014/main" id="{73894451-BC51-4FE1-8724-0C46215BC776}"/>
                      </a:ext>
                    </a:extLst>
                  </p:cNvPr>
                  <p:cNvSpPr/>
                  <p:nvPr/>
                </p:nvSpPr>
                <p:spPr>
                  <a:xfrm>
                    <a:off x="3527384" y="4760929"/>
                    <a:ext cx="2100727" cy="331595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b="1" u="sng" dirty="0">
                        <a:latin typeface="Agency FB" panose="020B0503020202020204" pitchFamily="34" charset="0"/>
                        <a:cs typeface="Arial" pitchFamily="34" charset="0"/>
                      </a:rPr>
                      <a:t>Service</a:t>
                    </a:r>
                    <a:r>
                      <a:rPr lang="en-US" b="1" u="sng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gency FB" panose="020B0503020202020204" pitchFamily="34" charset="0"/>
                        <a:cs typeface="Arial" pitchFamily="34" charset="0"/>
                      </a:rPr>
                      <a:t> </a:t>
                    </a:r>
                    <a:r>
                      <a:rPr lang="en-US" b="1" u="sng" dirty="0">
                        <a:solidFill>
                          <a:schemeClr val="accent4"/>
                        </a:solidFill>
                        <a:latin typeface="Agency FB" panose="020B0503020202020204" pitchFamily="34" charset="0"/>
                        <a:cs typeface="Arial" pitchFamily="34" charset="0"/>
                      </a:rPr>
                      <a:t>Definitions</a:t>
                    </a:r>
                    <a:endParaRPr lang="en-US" b="1" u="sng" dirty="0">
                      <a:solidFill>
                        <a:schemeClr val="accent4"/>
                      </a:solidFill>
                      <a:latin typeface="Agency FB" panose="020B0503020202020204" pitchFamily="34" charset="0"/>
                    </a:endParaRPr>
                  </a:p>
                </p:txBody>
              </p:sp>
              <p:sp>
                <p:nvSpPr>
                  <p:cNvPr id="115" name="Rectangle 114">
                    <a:extLst>
                      <a:ext uri="{FF2B5EF4-FFF2-40B4-BE49-F238E27FC236}">
                        <a16:creationId xmlns:a16="http://schemas.microsoft.com/office/drawing/2014/main" id="{400D117A-BE8D-48BD-A0EB-454FBBCF0165}"/>
                      </a:ext>
                    </a:extLst>
                  </p:cNvPr>
                  <p:cNvSpPr/>
                  <p:nvPr/>
                </p:nvSpPr>
                <p:spPr>
                  <a:xfrm>
                    <a:off x="3567540" y="5167090"/>
                    <a:ext cx="1837775" cy="856621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400" dirty="0">
                        <a:latin typeface="Helvetica" panose="020B0604020202020204" pitchFamily="2" charset="0"/>
                      </a:rPr>
                      <a:t>Rapidly develop microservices based app from existing base services templates.</a:t>
                    </a:r>
                  </a:p>
                </p:txBody>
              </p:sp>
            </p:grpSp>
            <p:grpSp>
              <p:nvGrpSpPr>
                <p:cNvPr id="109" name="Group 108">
                  <a:extLst>
                    <a:ext uri="{FF2B5EF4-FFF2-40B4-BE49-F238E27FC236}">
                      <a16:creationId xmlns:a16="http://schemas.microsoft.com/office/drawing/2014/main" id="{EAE55ADD-2DFE-45CB-B104-CCA1583FBBF3}"/>
                    </a:ext>
                  </a:extLst>
                </p:cNvPr>
                <p:cNvGrpSpPr/>
                <p:nvPr/>
              </p:nvGrpSpPr>
              <p:grpSpPr>
                <a:xfrm>
                  <a:off x="811516" y="1256708"/>
                  <a:ext cx="530307" cy="530307"/>
                  <a:chOff x="4632304" y="1156821"/>
                  <a:chExt cx="1216152" cy="1216152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grpSp>
                <p:nvGrpSpPr>
                  <p:cNvPr id="110" name="Group 109">
                    <a:extLst>
                      <a:ext uri="{FF2B5EF4-FFF2-40B4-BE49-F238E27FC236}">
                        <a16:creationId xmlns:a16="http://schemas.microsoft.com/office/drawing/2014/main" id="{B364EF32-9425-40D6-AF27-2A24C25A82E0}"/>
                      </a:ext>
                    </a:extLst>
                  </p:cNvPr>
                  <p:cNvGrpSpPr/>
                  <p:nvPr/>
                </p:nvGrpSpPr>
                <p:grpSpPr>
                  <a:xfrm>
                    <a:off x="4632304" y="1156821"/>
                    <a:ext cx="1216152" cy="1216152"/>
                    <a:chOff x="320722" y="634457"/>
                    <a:chExt cx="1444752" cy="1444752"/>
                  </a:xfrm>
                  <a:effectLst/>
                </p:grpSpPr>
                <p:sp>
                  <p:nvSpPr>
                    <p:cNvPr id="112" name="Oval 111">
                      <a:extLst>
                        <a:ext uri="{FF2B5EF4-FFF2-40B4-BE49-F238E27FC236}">
                          <a16:creationId xmlns:a16="http://schemas.microsoft.com/office/drawing/2014/main" id="{5219EE4B-E5EF-4574-BA77-2B2ACA8201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722" y="634457"/>
                      <a:ext cx="1444752" cy="1444752"/>
                    </a:xfrm>
                    <a:prstGeom prst="ellipse">
                      <a:avLst/>
                    </a:prstGeom>
                    <a:solidFill>
                      <a:sysClr val="window" lastClr="FFFFFF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914377">
                        <a:defRPr/>
                      </a:pPr>
                      <a:endParaRPr lang="en-US" kern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13" name="Oval 112">
                      <a:extLst>
                        <a:ext uri="{FF2B5EF4-FFF2-40B4-BE49-F238E27FC236}">
                          <a16:creationId xmlns:a16="http://schemas.microsoft.com/office/drawing/2014/main" id="{368ECE12-40BF-4C8D-9DCA-AF1A2BB623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325" y="698060"/>
                      <a:ext cx="1317546" cy="1317546"/>
                    </a:xfrm>
                    <a:prstGeom prst="ellipse">
                      <a:avLst/>
                    </a:prstGeom>
                    <a:solidFill>
                      <a:schemeClr val="accent4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914377">
                        <a:defRPr/>
                      </a:pPr>
                      <a:endParaRPr lang="en-US" kern="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sp>
                <p:nvSpPr>
                  <p:cNvPr id="111" name="Freeform 125">
                    <a:extLst>
                      <a:ext uri="{FF2B5EF4-FFF2-40B4-BE49-F238E27FC236}">
                        <a16:creationId xmlns:a16="http://schemas.microsoft.com/office/drawing/2014/main" id="{03CACDCC-0431-4630-9BD5-52BADFD392E9}"/>
                      </a:ext>
                    </a:extLst>
                  </p:cNvPr>
                  <p:cNvSpPr/>
                  <p:nvPr/>
                </p:nvSpPr>
                <p:spPr>
                  <a:xfrm>
                    <a:off x="5044467" y="1480977"/>
                    <a:ext cx="391826" cy="567840"/>
                  </a:xfrm>
                  <a:custGeom>
                    <a:avLst/>
                    <a:gdLst>
                      <a:gd name="connsiteX0" fmla="*/ 32162 w 631628"/>
                      <a:gd name="connsiteY0" fmla="*/ 0 h 915364"/>
                      <a:gd name="connsiteX1" fmla="*/ 599466 w 631628"/>
                      <a:gd name="connsiteY1" fmla="*/ 0 h 915364"/>
                      <a:gd name="connsiteX2" fmla="*/ 631628 w 631628"/>
                      <a:gd name="connsiteY2" fmla="*/ 32162 h 915364"/>
                      <a:gd name="connsiteX3" fmla="*/ 631628 w 631628"/>
                      <a:gd name="connsiteY3" fmla="*/ 883202 h 915364"/>
                      <a:gd name="connsiteX4" fmla="*/ 599466 w 631628"/>
                      <a:gd name="connsiteY4" fmla="*/ 915364 h 915364"/>
                      <a:gd name="connsiteX5" fmla="*/ 32162 w 631628"/>
                      <a:gd name="connsiteY5" fmla="*/ 915364 h 915364"/>
                      <a:gd name="connsiteX6" fmla="*/ 0 w 631628"/>
                      <a:gd name="connsiteY6" fmla="*/ 883202 h 915364"/>
                      <a:gd name="connsiteX7" fmla="*/ 0 w 631628"/>
                      <a:gd name="connsiteY7" fmla="*/ 32162 h 915364"/>
                      <a:gd name="connsiteX8" fmla="*/ 32162 w 631628"/>
                      <a:gd name="connsiteY8" fmla="*/ 0 h 915364"/>
                      <a:gd name="connsiteX9" fmla="*/ 80309 w 631628"/>
                      <a:gd name="connsiteY9" fmla="*/ 65369 h 915364"/>
                      <a:gd name="connsiteX10" fmla="*/ 51060 w 631628"/>
                      <a:gd name="connsiteY10" fmla="*/ 94618 h 915364"/>
                      <a:gd name="connsiteX11" fmla="*/ 51060 w 631628"/>
                      <a:gd name="connsiteY11" fmla="*/ 311353 h 915364"/>
                      <a:gd name="connsiteX12" fmla="*/ 80309 w 631628"/>
                      <a:gd name="connsiteY12" fmla="*/ 340602 h 915364"/>
                      <a:gd name="connsiteX13" fmla="*/ 550773 w 631628"/>
                      <a:gd name="connsiteY13" fmla="*/ 340602 h 915364"/>
                      <a:gd name="connsiteX14" fmla="*/ 580022 w 631628"/>
                      <a:gd name="connsiteY14" fmla="*/ 311353 h 915364"/>
                      <a:gd name="connsiteX15" fmla="*/ 580022 w 631628"/>
                      <a:gd name="connsiteY15" fmla="*/ 94618 h 915364"/>
                      <a:gd name="connsiteX16" fmla="*/ 550773 w 631628"/>
                      <a:gd name="connsiteY16" fmla="*/ 65369 h 915364"/>
                      <a:gd name="connsiteX17" fmla="*/ 80309 w 631628"/>
                      <a:gd name="connsiteY17" fmla="*/ 65369 h 915364"/>
                      <a:gd name="connsiteX18" fmla="*/ 57599 w 631628"/>
                      <a:gd name="connsiteY18" fmla="*/ 406453 h 915364"/>
                      <a:gd name="connsiteX19" fmla="*/ 52889 w 631628"/>
                      <a:gd name="connsiteY19" fmla="*/ 407404 h 915364"/>
                      <a:gd name="connsiteX20" fmla="*/ 52889 w 631628"/>
                      <a:gd name="connsiteY20" fmla="*/ 497598 h 915364"/>
                      <a:gd name="connsiteX21" fmla="*/ 57599 w 631628"/>
                      <a:gd name="connsiteY21" fmla="*/ 498549 h 915364"/>
                      <a:gd name="connsiteX22" fmla="*/ 140150 w 631628"/>
                      <a:gd name="connsiteY22" fmla="*/ 498549 h 915364"/>
                      <a:gd name="connsiteX23" fmla="*/ 153778 w 631628"/>
                      <a:gd name="connsiteY23" fmla="*/ 484921 h 915364"/>
                      <a:gd name="connsiteX24" fmla="*/ 153778 w 631628"/>
                      <a:gd name="connsiteY24" fmla="*/ 420082 h 915364"/>
                      <a:gd name="connsiteX25" fmla="*/ 140150 w 631628"/>
                      <a:gd name="connsiteY25" fmla="*/ 406453 h 915364"/>
                      <a:gd name="connsiteX26" fmla="*/ 57599 w 631628"/>
                      <a:gd name="connsiteY26" fmla="*/ 406453 h 915364"/>
                      <a:gd name="connsiteX27" fmla="*/ 347519 w 631628"/>
                      <a:gd name="connsiteY27" fmla="*/ 406453 h 915364"/>
                      <a:gd name="connsiteX28" fmla="*/ 333890 w 631628"/>
                      <a:gd name="connsiteY28" fmla="*/ 420082 h 915364"/>
                      <a:gd name="connsiteX29" fmla="*/ 333890 w 631628"/>
                      <a:gd name="connsiteY29" fmla="*/ 484921 h 915364"/>
                      <a:gd name="connsiteX30" fmla="*/ 347519 w 631628"/>
                      <a:gd name="connsiteY30" fmla="*/ 498549 h 915364"/>
                      <a:gd name="connsiteX31" fmla="*/ 430070 w 631628"/>
                      <a:gd name="connsiteY31" fmla="*/ 498549 h 915364"/>
                      <a:gd name="connsiteX32" fmla="*/ 434779 w 631628"/>
                      <a:gd name="connsiteY32" fmla="*/ 497598 h 915364"/>
                      <a:gd name="connsiteX33" fmla="*/ 434779 w 631628"/>
                      <a:gd name="connsiteY33" fmla="*/ 407404 h 915364"/>
                      <a:gd name="connsiteX34" fmla="*/ 430070 w 631628"/>
                      <a:gd name="connsiteY34" fmla="*/ 406453 h 915364"/>
                      <a:gd name="connsiteX35" fmla="*/ 347519 w 631628"/>
                      <a:gd name="connsiteY35" fmla="*/ 406453 h 915364"/>
                      <a:gd name="connsiteX36" fmla="*/ 474391 w 631628"/>
                      <a:gd name="connsiteY36" fmla="*/ 407266 h 915364"/>
                      <a:gd name="connsiteX37" fmla="*/ 474391 w 631628"/>
                      <a:gd name="connsiteY37" fmla="*/ 494486 h 915364"/>
                      <a:gd name="connsiteX38" fmla="*/ 578544 w 631628"/>
                      <a:gd name="connsiteY38" fmla="*/ 494486 h 915364"/>
                      <a:gd name="connsiteX39" fmla="*/ 578544 w 631628"/>
                      <a:gd name="connsiteY39" fmla="*/ 407266 h 915364"/>
                      <a:gd name="connsiteX40" fmla="*/ 474391 w 631628"/>
                      <a:gd name="connsiteY40" fmla="*/ 407266 h 915364"/>
                      <a:gd name="connsiteX41" fmla="*/ 198100 w 631628"/>
                      <a:gd name="connsiteY41" fmla="*/ 407265 h 915364"/>
                      <a:gd name="connsiteX42" fmla="*/ 193390 w 631628"/>
                      <a:gd name="connsiteY42" fmla="*/ 408216 h 915364"/>
                      <a:gd name="connsiteX43" fmla="*/ 193390 w 631628"/>
                      <a:gd name="connsiteY43" fmla="*/ 498410 h 915364"/>
                      <a:gd name="connsiteX44" fmla="*/ 198100 w 631628"/>
                      <a:gd name="connsiteY44" fmla="*/ 499361 h 915364"/>
                      <a:gd name="connsiteX45" fmla="*/ 280651 w 631628"/>
                      <a:gd name="connsiteY45" fmla="*/ 499361 h 915364"/>
                      <a:gd name="connsiteX46" fmla="*/ 294279 w 631628"/>
                      <a:gd name="connsiteY46" fmla="*/ 485733 h 915364"/>
                      <a:gd name="connsiteX47" fmla="*/ 294279 w 631628"/>
                      <a:gd name="connsiteY47" fmla="*/ 420894 h 915364"/>
                      <a:gd name="connsiteX48" fmla="*/ 280651 w 631628"/>
                      <a:gd name="connsiteY48" fmla="*/ 407265 h 915364"/>
                      <a:gd name="connsiteX49" fmla="*/ 198100 w 631628"/>
                      <a:gd name="connsiteY49" fmla="*/ 407265 h 915364"/>
                      <a:gd name="connsiteX50" fmla="*/ 348238 w 631628"/>
                      <a:gd name="connsiteY50" fmla="*/ 523366 h 915364"/>
                      <a:gd name="connsiteX51" fmla="*/ 334609 w 631628"/>
                      <a:gd name="connsiteY51" fmla="*/ 536995 h 915364"/>
                      <a:gd name="connsiteX52" fmla="*/ 334609 w 631628"/>
                      <a:gd name="connsiteY52" fmla="*/ 601834 h 915364"/>
                      <a:gd name="connsiteX53" fmla="*/ 348238 w 631628"/>
                      <a:gd name="connsiteY53" fmla="*/ 615462 h 915364"/>
                      <a:gd name="connsiteX54" fmla="*/ 430789 w 631628"/>
                      <a:gd name="connsiteY54" fmla="*/ 615462 h 915364"/>
                      <a:gd name="connsiteX55" fmla="*/ 435498 w 631628"/>
                      <a:gd name="connsiteY55" fmla="*/ 614511 h 915364"/>
                      <a:gd name="connsiteX56" fmla="*/ 435498 w 631628"/>
                      <a:gd name="connsiteY56" fmla="*/ 524317 h 915364"/>
                      <a:gd name="connsiteX57" fmla="*/ 430789 w 631628"/>
                      <a:gd name="connsiteY57" fmla="*/ 523366 h 915364"/>
                      <a:gd name="connsiteX58" fmla="*/ 348238 w 631628"/>
                      <a:gd name="connsiteY58" fmla="*/ 523366 h 915364"/>
                      <a:gd name="connsiteX59" fmla="*/ 474391 w 631628"/>
                      <a:gd name="connsiteY59" fmla="*/ 527430 h 915364"/>
                      <a:gd name="connsiteX60" fmla="*/ 474391 w 631628"/>
                      <a:gd name="connsiteY60" fmla="*/ 614650 h 915364"/>
                      <a:gd name="connsiteX61" fmla="*/ 578544 w 631628"/>
                      <a:gd name="connsiteY61" fmla="*/ 614650 h 915364"/>
                      <a:gd name="connsiteX62" fmla="*/ 578544 w 631628"/>
                      <a:gd name="connsiteY62" fmla="*/ 527430 h 915364"/>
                      <a:gd name="connsiteX63" fmla="*/ 474391 w 631628"/>
                      <a:gd name="connsiteY63" fmla="*/ 527430 h 915364"/>
                      <a:gd name="connsiteX64" fmla="*/ 199537 w 631628"/>
                      <a:gd name="connsiteY64" fmla="*/ 525804 h 915364"/>
                      <a:gd name="connsiteX65" fmla="*/ 194827 w 631628"/>
                      <a:gd name="connsiteY65" fmla="*/ 526755 h 915364"/>
                      <a:gd name="connsiteX66" fmla="*/ 194827 w 631628"/>
                      <a:gd name="connsiteY66" fmla="*/ 616949 h 915364"/>
                      <a:gd name="connsiteX67" fmla="*/ 199537 w 631628"/>
                      <a:gd name="connsiteY67" fmla="*/ 617900 h 915364"/>
                      <a:gd name="connsiteX68" fmla="*/ 282088 w 631628"/>
                      <a:gd name="connsiteY68" fmla="*/ 617900 h 915364"/>
                      <a:gd name="connsiteX69" fmla="*/ 295716 w 631628"/>
                      <a:gd name="connsiteY69" fmla="*/ 604272 h 915364"/>
                      <a:gd name="connsiteX70" fmla="*/ 295716 w 631628"/>
                      <a:gd name="connsiteY70" fmla="*/ 539433 h 915364"/>
                      <a:gd name="connsiteX71" fmla="*/ 282088 w 631628"/>
                      <a:gd name="connsiteY71" fmla="*/ 525804 h 915364"/>
                      <a:gd name="connsiteX72" fmla="*/ 199537 w 631628"/>
                      <a:gd name="connsiteY72" fmla="*/ 525804 h 915364"/>
                      <a:gd name="connsiteX73" fmla="*/ 59754 w 631628"/>
                      <a:gd name="connsiteY73" fmla="*/ 526617 h 915364"/>
                      <a:gd name="connsiteX74" fmla="*/ 55044 w 631628"/>
                      <a:gd name="connsiteY74" fmla="*/ 527568 h 915364"/>
                      <a:gd name="connsiteX75" fmla="*/ 55044 w 631628"/>
                      <a:gd name="connsiteY75" fmla="*/ 617762 h 915364"/>
                      <a:gd name="connsiteX76" fmla="*/ 59754 w 631628"/>
                      <a:gd name="connsiteY76" fmla="*/ 618713 h 915364"/>
                      <a:gd name="connsiteX77" fmla="*/ 142305 w 631628"/>
                      <a:gd name="connsiteY77" fmla="*/ 618713 h 915364"/>
                      <a:gd name="connsiteX78" fmla="*/ 155933 w 631628"/>
                      <a:gd name="connsiteY78" fmla="*/ 605085 h 915364"/>
                      <a:gd name="connsiteX79" fmla="*/ 155933 w 631628"/>
                      <a:gd name="connsiteY79" fmla="*/ 540246 h 915364"/>
                      <a:gd name="connsiteX80" fmla="*/ 142305 w 631628"/>
                      <a:gd name="connsiteY80" fmla="*/ 526617 h 915364"/>
                      <a:gd name="connsiteX81" fmla="*/ 59754 w 631628"/>
                      <a:gd name="connsiteY81" fmla="*/ 526617 h 915364"/>
                      <a:gd name="connsiteX82" fmla="*/ 475478 w 631628"/>
                      <a:gd name="connsiteY82" fmla="*/ 639441 h 915364"/>
                      <a:gd name="connsiteX83" fmla="*/ 474391 w 631628"/>
                      <a:gd name="connsiteY83" fmla="*/ 649236 h 915364"/>
                      <a:gd name="connsiteX84" fmla="*/ 474391 w 631628"/>
                      <a:gd name="connsiteY84" fmla="*/ 820920 h 915364"/>
                      <a:gd name="connsiteX85" fmla="*/ 489962 w 631628"/>
                      <a:gd name="connsiteY85" fmla="*/ 849263 h 915364"/>
                      <a:gd name="connsiteX86" fmla="*/ 564044 w 631628"/>
                      <a:gd name="connsiteY86" fmla="*/ 849263 h 915364"/>
                      <a:gd name="connsiteX87" fmla="*/ 579615 w 631628"/>
                      <a:gd name="connsiteY87" fmla="*/ 820920 h 915364"/>
                      <a:gd name="connsiteX88" fmla="*/ 579615 w 631628"/>
                      <a:gd name="connsiteY88" fmla="*/ 649236 h 915364"/>
                      <a:gd name="connsiteX89" fmla="*/ 578529 w 631628"/>
                      <a:gd name="connsiteY89" fmla="*/ 639441 h 915364"/>
                      <a:gd name="connsiteX90" fmla="*/ 475478 w 631628"/>
                      <a:gd name="connsiteY90" fmla="*/ 639441 h 915364"/>
                      <a:gd name="connsiteX91" fmla="*/ 59754 w 631628"/>
                      <a:gd name="connsiteY91" fmla="*/ 642545 h 915364"/>
                      <a:gd name="connsiteX92" fmla="*/ 55044 w 631628"/>
                      <a:gd name="connsiteY92" fmla="*/ 643496 h 915364"/>
                      <a:gd name="connsiteX93" fmla="*/ 55044 w 631628"/>
                      <a:gd name="connsiteY93" fmla="*/ 733690 h 915364"/>
                      <a:gd name="connsiteX94" fmla="*/ 59754 w 631628"/>
                      <a:gd name="connsiteY94" fmla="*/ 734641 h 915364"/>
                      <a:gd name="connsiteX95" fmla="*/ 142305 w 631628"/>
                      <a:gd name="connsiteY95" fmla="*/ 734641 h 915364"/>
                      <a:gd name="connsiteX96" fmla="*/ 155933 w 631628"/>
                      <a:gd name="connsiteY96" fmla="*/ 721013 h 915364"/>
                      <a:gd name="connsiteX97" fmla="*/ 155933 w 631628"/>
                      <a:gd name="connsiteY97" fmla="*/ 656174 h 915364"/>
                      <a:gd name="connsiteX98" fmla="*/ 142305 w 631628"/>
                      <a:gd name="connsiteY98" fmla="*/ 642545 h 915364"/>
                      <a:gd name="connsiteX99" fmla="*/ 59754 w 631628"/>
                      <a:gd name="connsiteY99" fmla="*/ 642545 h 915364"/>
                      <a:gd name="connsiteX100" fmla="*/ 199541 w 631628"/>
                      <a:gd name="connsiteY100" fmla="*/ 642545 h 915364"/>
                      <a:gd name="connsiteX101" fmla="*/ 194831 w 631628"/>
                      <a:gd name="connsiteY101" fmla="*/ 643496 h 915364"/>
                      <a:gd name="connsiteX102" fmla="*/ 194831 w 631628"/>
                      <a:gd name="connsiteY102" fmla="*/ 733690 h 915364"/>
                      <a:gd name="connsiteX103" fmla="*/ 199541 w 631628"/>
                      <a:gd name="connsiteY103" fmla="*/ 734641 h 915364"/>
                      <a:gd name="connsiteX104" fmla="*/ 282092 w 631628"/>
                      <a:gd name="connsiteY104" fmla="*/ 734641 h 915364"/>
                      <a:gd name="connsiteX105" fmla="*/ 295720 w 631628"/>
                      <a:gd name="connsiteY105" fmla="*/ 721013 h 915364"/>
                      <a:gd name="connsiteX106" fmla="*/ 295720 w 631628"/>
                      <a:gd name="connsiteY106" fmla="*/ 656174 h 915364"/>
                      <a:gd name="connsiteX107" fmla="*/ 282092 w 631628"/>
                      <a:gd name="connsiteY107" fmla="*/ 642545 h 915364"/>
                      <a:gd name="connsiteX108" fmla="*/ 199541 w 631628"/>
                      <a:gd name="connsiteY108" fmla="*/ 642545 h 915364"/>
                      <a:gd name="connsiteX109" fmla="*/ 348247 w 631628"/>
                      <a:gd name="connsiteY109" fmla="*/ 642545 h 915364"/>
                      <a:gd name="connsiteX110" fmla="*/ 334618 w 631628"/>
                      <a:gd name="connsiteY110" fmla="*/ 656174 h 915364"/>
                      <a:gd name="connsiteX111" fmla="*/ 334618 w 631628"/>
                      <a:gd name="connsiteY111" fmla="*/ 721013 h 915364"/>
                      <a:gd name="connsiteX112" fmla="*/ 348247 w 631628"/>
                      <a:gd name="connsiteY112" fmla="*/ 734641 h 915364"/>
                      <a:gd name="connsiteX113" fmla="*/ 430798 w 631628"/>
                      <a:gd name="connsiteY113" fmla="*/ 734641 h 915364"/>
                      <a:gd name="connsiteX114" fmla="*/ 435507 w 631628"/>
                      <a:gd name="connsiteY114" fmla="*/ 733690 h 915364"/>
                      <a:gd name="connsiteX115" fmla="*/ 435507 w 631628"/>
                      <a:gd name="connsiteY115" fmla="*/ 643496 h 915364"/>
                      <a:gd name="connsiteX116" fmla="*/ 430798 w 631628"/>
                      <a:gd name="connsiteY116" fmla="*/ 642545 h 915364"/>
                      <a:gd name="connsiteX117" fmla="*/ 348247 w 631628"/>
                      <a:gd name="connsiteY117" fmla="*/ 642545 h 915364"/>
                      <a:gd name="connsiteX118" fmla="*/ 62839 w 631628"/>
                      <a:gd name="connsiteY118" fmla="*/ 760270 h 915364"/>
                      <a:gd name="connsiteX119" fmla="*/ 51436 w 631628"/>
                      <a:gd name="connsiteY119" fmla="*/ 761221 h 915364"/>
                      <a:gd name="connsiteX120" fmla="*/ 51436 w 631628"/>
                      <a:gd name="connsiteY120" fmla="*/ 851415 h 915364"/>
                      <a:gd name="connsiteX121" fmla="*/ 62839 w 631628"/>
                      <a:gd name="connsiteY121" fmla="*/ 852366 h 915364"/>
                      <a:gd name="connsiteX122" fmla="*/ 262717 w 631628"/>
                      <a:gd name="connsiteY122" fmla="*/ 852366 h 915364"/>
                      <a:gd name="connsiteX123" fmla="*/ 295715 w 631628"/>
                      <a:gd name="connsiteY123" fmla="*/ 838738 h 915364"/>
                      <a:gd name="connsiteX124" fmla="*/ 295715 w 631628"/>
                      <a:gd name="connsiteY124" fmla="*/ 773899 h 915364"/>
                      <a:gd name="connsiteX125" fmla="*/ 262717 w 631628"/>
                      <a:gd name="connsiteY125" fmla="*/ 760270 h 915364"/>
                      <a:gd name="connsiteX126" fmla="*/ 62839 w 631628"/>
                      <a:gd name="connsiteY126" fmla="*/ 760270 h 915364"/>
                      <a:gd name="connsiteX127" fmla="*/ 348247 w 631628"/>
                      <a:gd name="connsiteY127" fmla="*/ 760270 h 915364"/>
                      <a:gd name="connsiteX128" fmla="*/ 334618 w 631628"/>
                      <a:gd name="connsiteY128" fmla="*/ 773899 h 915364"/>
                      <a:gd name="connsiteX129" fmla="*/ 334618 w 631628"/>
                      <a:gd name="connsiteY129" fmla="*/ 838738 h 915364"/>
                      <a:gd name="connsiteX130" fmla="*/ 348247 w 631628"/>
                      <a:gd name="connsiteY130" fmla="*/ 852366 h 915364"/>
                      <a:gd name="connsiteX131" fmla="*/ 430798 w 631628"/>
                      <a:gd name="connsiteY131" fmla="*/ 852366 h 915364"/>
                      <a:gd name="connsiteX132" fmla="*/ 435507 w 631628"/>
                      <a:gd name="connsiteY132" fmla="*/ 851415 h 915364"/>
                      <a:gd name="connsiteX133" fmla="*/ 435507 w 631628"/>
                      <a:gd name="connsiteY133" fmla="*/ 761221 h 915364"/>
                      <a:gd name="connsiteX134" fmla="*/ 430798 w 631628"/>
                      <a:gd name="connsiteY134" fmla="*/ 760270 h 915364"/>
                      <a:gd name="connsiteX135" fmla="*/ 348247 w 631628"/>
                      <a:gd name="connsiteY135" fmla="*/ 760270 h 9153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</a:cxnLst>
                    <a:rect l="l" t="t" r="r" b="b"/>
                    <a:pathLst>
                      <a:path w="631628" h="915364">
                        <a:moveTo>
                          <a:pt x="32162" y="0"/>
                        </a:moveTo>
                        <a:lnTo>
                          <a:pt x="599466" y="0"/>
                        </a:lnTo>
                        <a:cubicBezTo>
                          <a:pt x="617229" y="0"/>
                          <a:pt x="631628" y="14399"/>
                          <a:pt x="631628" y="32162"/>
                        </a:cubicBezTo>
                        <a:lnTo>
                          <a:pt x="631628" y="883202"/>
                        </a:lnTo>
                        <a:cubicBezTo>
                          <a:pt x="631628" y="900965"/>
                          <a:pt x="617229" y="915364"/>
                          <a:pt x="599466" y="915364"/>
                        </a:cubicBezTo>
                        <a:lnTo>
                          <a:pt x="32162" y="915364"/>
                        </a:lnTo>
                        <a:cubicBezTo>
                          <a:pt x="14399" y="915364"/>
                          <a:pt x="0" y="900965"/>
                          <a:pt x="0" y="883202"/>
                        </a:cubicBezTo>
                        <a:lnTo>
                          <a:pt x="0" y="32162"/>
                        </a:lnTo>
                        <a:cubicBezTo>
                          <a:pt x="0" y="14399"/>
                          <a:pt x="14399" y="0"/>
                          <a:pt x="32162" y="0"/>
                        </a:cubicBezTo>
                        <a:close/>
                        <a:moveTo>
                          <a:pt x="80309" y="65369"/>
                        </a:moveTo>
                        <a:cubicBezTo>
                          <a:pt x="64155" y="65369"/>
                          <a:pt x="51060" y="78464"/>
                          <a:pt x="51060" y="94618"/>
                        </a:cubicBezTo>
                        <a:lnTo>
                          <a:pt x="51060" y="311353"/>
                        </a:lnTo>
                        <a:cubicBezTo>
                          <a:pt x="51060" y="327507"/>
                          <a:pt x="64155" y="340602"/>
                          <a:pt x="80309" y="340602"/>
                        </a:cubicBezTo>
                        <a:lnTo>
                          <a:pt x="550773" y="340602"/>
                        </a:lnTo>
                        <a:cubicBezTo>
                          <a:pt x="566927" y="340602"/>
                          <a:pt x="580022" y="327507"/>
                          <a:pt x="580022" y="311353"/>
                        </a:cubicBezTo>
                        <a:lnTo>
                          <a:pt x="580022" y="94618"/>
                        </a:lnTo>
                        <a:cubicBezTo>
                          <a:pt x="580022" y="78464"/>
                          <a:pt x="566927" y="65369"/>
                          <a:pt x="550773" y="65369"/>
                        </a:cubicBezTo>
                        <a:lnTo>
                          <a:pt x="80309" y="65369"/>
                        </a:lnTo>
                        <a:close/>
                        <a:moveTo>
                          <a:pt x="57599" y="406453"/>
                        </a:moveTo>
                        <a:lnTo>
                          <a:pt x="52889" y="407404"/>
                        </a:lnTo>
                        <a:lnTo>
                          <a:pt x="52889" y="497598"/>
                        </a:lnTo>
                        <a:lnTo>
                          <a:pt x="57599" y="498549"/>
                        </a:lnTo>
                        <a:lnTo>
                          <a:pt x="140150" y="498549"/>
                        </a:lnTo>
                        <a:cubicBezTo>
                          <a:pt x="147677" y="498549"/>
                          <a:pt x="153778" y="492448"/>
                          <a:pt x="153778" y="484921"/>
                        </a:cubicBezTo>
                        <a:lnTo>
                          <a:pt x="153778" y="420082"/>
                        </a:lnTo>
                        <a:cubicBezTo>
                          <a:pt x="153778" y="412555"/>
                          <a:pt x="147677" y="406453"/>
                          <a:pt x="140150" y="406453"/>
                        </a:cubicBezTo>
                        <a:lnTo>
                          <a:pt x="57599" y="406453"/>
                        </a:lnTo>
                        <a:close/>
                        <a:moveTo>
                          <a:pt x="347519" y="406453"/>
                        </a:moveTo>
                        <a:cubicBezTo>
                          <a:pt x="339992" y="406453"/>
                          <a:pt x="333890" y="412555"/>
                          <a:pt x="333890" y="420082"/>
                        </a:cubicBezTo>
                        <a:lnTo>
                          <a:pt x="333890" y="484921"/>
                        </a:lnTo>
                        <a:cubicBezTo>
                          <a:pt x="333890" y="492448"/>
                          <a:pt x="339992" y="498549"/>
                          <a:pt x="347519" y="498549"/>
                        </a:cubicBezTo>
                        <a:lnTo>
                          <a:pt x="430070" y="498549"/>
                        </a:lnTo>
                        <a:lnTo>
                          <a:pt x="434779" y="497598"/>
                        </a:lnTo>
                        <a:lnTo>
                          <a:pt x="434779" y="407404"/>
                        </a:lnTo>
                        <a:lnTo>
                          <a:pt x="430070" y="406453"/>
                        </a:lnTo>
                        <a:lnTo>
                          <a:pt x="347519" y="406453"/>
                        </a:lnTo>
                        <a:close/>
                        <a:moveTo>
                          <a:pt x="474391" y="407266"/>
                        </a:moveTo>
                        <a:lnTo>
                          <a:pt x="474391" y="494486"/>
                        </a:lnTo>
                        <a:lnTo>
                          <a:pt x="578544" y="494486"/>
                        </a:lnTo>
                        <a:lnTo>
                          <a:pt x="578544" y="407266"/>
                        </a:lnTo>
                        <a:lnTo>
                          <a:pt x="474391" y="407266"/>
                        </a:lnTo>
                        <a:close/>
                        <a:moveTo>
                          <a:pt x="198100" y="407265"/>
                        </a:moveTo>
                        <a:lnTo>
                          <a:pt x="193390" y="408216"/>
                        </a:lnTo>
                        <a:lnTo>
                          <a:pt x="193390" y="498410"/>
                        </a:lnTo>
                        <a:lnTo>
                          <a:pt x="198100" y="499361"/>
                        </a:lnTo>
                        <a:lnTo>
                          <a:pt x="280651" y="499361"/>
                        </a:lnTo>
                        <a:cubicBezTo>
                          <a:pt x="288178" y="499361"/>
                          <a:pt x="294279" y="493260"/>
                          <a:pt x="294279" y="485733"/>
                        </a:cubicBezTo>
                        <a:lnTo>
                          <a:pt x="294279" y="420894"/>
                        </a:lnTo>
                        <a:cubicBezTo>
                          <a:pt x="294279" y="413367"/>
                          <a:pt x="288178" y="407265"/>
                          <a:pt x="280651" y="407265"/>
                        </a:cubicBezTo>
                        <a:lnTo>
                          <a:pt x="198100" y="407265"/>
                        </a:lnTo>
                        <a:close/>
                        <a:moveTo>
                          <a:pt x="348238" y="523366"/>
                        </a:moveTo>
                        <a:cubicBezTo>
                          <a:pt x="340711" y="523366"/>
                          <a:pt x="334609" y="529468"/>
                          <a:pt x="334609" y="536995"/>
                        </a:cubicBezTo>
                        <a:lnTo>
                          <a:pt x="334609" y="601834"/>
                        </a:lnTo>
                        <a:cubicBezTo>
                          <a:pt x="334609" y="609361"/>
                          <a:pt x="340711" y="615462"/>
                          <a:pt x="348238" y="615462"/>
                        </a:cubicBezTo>
                        <a:lnTo>
                          <a:pt x="430789" y="615462"/>
                        </a:lnTo>
                        <a:lnTo>
                          <a:pt x="435498" y="614511"/>
                        </a:lnTo>
                        <a:lnTo>
                          <a:pt x="435498" y="524317"/>
                        </a:lnTo>
                        <a:lnTo>
                          <a:pt x="430789" y="523366"/>
                        </a:lnTo>
                        <a:lnTo>
                          <a:pt x="348238" y="523366"/>
                        </a:lnTo>
                        <a:close/>
                        <a:moveTo>
                          <a:pt x="474391" y="527430"/>
                        </a:moveTo>
                        <a:lnTo>
                          <a:pt x="474391" y="614650"/>
                        </a:lnTo>
                        <a:lnTo>
                          <a:pt x="578544" y="614650"/>
                        </a:lnTo>
                        <a:lnTo>
                          <a:pt x="578544" y="527430"/>
                        </a:lnTo>
                        <a:lnTo>
                          <a:pt x="474391" y="527430"/>
                        </a:lnTo>
                        <a:close/>
                        <a:moveTo>
                          <a:pt x="199537" y="525804"/>
                        </a:moveTo>
                        <a:lnTo>
                          <a:pt x="194827" y="526755"/>
                        </a:lnTo>
                        <a:lnTo>
                          <a:pt x="194827" y="616949"/>
                        </a:lnTo>
                        <a:lnTo>
                          <a:pt x="199537" y="617900"/>
                        </a:lnTo>
                        <a:lnTo>
                          <a:pt x="282088" y="617900"/>
                        </a:lnTo>
                        <a:cubicBezTo>
                          <a:pt x="289615" y="617900"/>
                          <a:pt x="295716" y="611799"/>
                          <a:pt x="295716" y="604272"/>
                        </a:cubicBezTo>
                        <a:lnTo>
                          <a:pt x="295716" y="539433"/>
                        </a:lnTo>
                        <a:cubicBezTo>
                          <a:pt x="295716" y="531906"/>
                          <a:pt x="289615" y="525804"/>
                          <a:pt x="282088" y="525804"/>
                        </a:cubicBezTo>
                        <a:lnTo>
                          <a:pt x="199537" y="525804"/>
                        </a:lnTo>
                        <a:close/>
                        <a:moveTo>
                          <a:pt x="59754" y="526617"/>
                        </a:moveTo>
                        <a:lnTo>
                          <a:pt x="55044" y="527568"/>
                        </a:lnTo>
                        <a:lnTo>
                          <a:pt x="55044" y="617762"/>
                        </a:lnTo>
                        <a:lnTo>
                          <a:pt x="59754" y="618713"/>
                        </a:lnTo>
                        <a:lnTo>
                          <a:pt x="142305" y="618713"/>
                        </a:lnTo>
                        <a:cubicBezTo>
                          <a:pt x="149832" y="618713"/>
                          <a:pt x="155933" y="612612"/>
                          <a:pt x="155933" y="605085"/>
                        </a:cubicBezTo>
                        <a:lnTo>
                          <a:pt x="155933" y="540246"/>
                        </a:lnTo>
                        <a:cubicBezTo>
                          <a:pt x="155933" y="532719"/>
                          <a:pt x="149832" y="526617"/>
                          <a:pt x="142305" y="526617"/>
                        </a:cubicBezTo>
                        <a:lnTo>
                          <a:pt x="59754" y="526617"/>
                        </a:lnTo>
                        <a:close/>
                        <a:moveTo>
                          <a:pt x="475478" y="639441"/>
                        </a:moveTo>
                        <a:lnTo>
                          <a:pt x="474391" y="649236"/>
                        </a:lnTo>
                        <a:lnTo>
                          <a:pt x="474391" y="820920"/>
                        </a:lnTo>
                        <a:cubicBezTo>
                          <a:pt x="474391" y="836573"/>
                          <a:pt x="481363" y="849263"/>
                          <a:pt x="489962" y="849263"/>
                        </a:cubicBezTo>
                        <a:lnTo>
                          <a:pt x="564044" y="849263"/>
                        </a:lnTo>
                        <a:cubicBezTo>
                          <a:pt x="572644" y="849263"/>
                          <a:pt x="579615" y="836573"/>
                          <a:pt x="579615" y="820920"/>
                        </a:cubicBezTo>
                        <a:lnTo>
                          <a:pt x="579615" y="649236"/>
                        </a:lnTo>
                        <a:lnTo>
                          <a:pt x="578529" y="639441"/>
                        </a:lnTo>
                        <a:lnTo>
                          <a:pt x="475478" y="639441"/>
                        </a:lnTo>
                        <a:close/>
                        <a:moveTo>
                          <a:pt x="59754" y="642545"/>
                        </a:moveTo>
                        <a:lnTo>
                          <a:pt x="55044" y="643496"/>
                        </a:lnTo>
                        <a:lnTo>
                          <a:pt x="55044" y="733690"/>
                        </a:lnTo>
                        <a:lnTo>
                          <a:pt x="59754" y="734641"/>
                        </a:lnTo>
                        <a:lnTo>
                          <a:pt x="142305" y="734641"/>
                        </a:lnTo>
                        <a:cubicBezTo>
                          <a:pt x="149832" y="734641"/>
                          <a:pt x="155933" y="728540"/>
                          <a:pt x="155933" y="721013"/>
                        </a:cubicBezTo>
                        <a:lnTo>
                          <a:pt x="155933" y="656174"/>
                        </a:lnTo>
                        <a:cubicBezTo>
                          <a:pt x="155933" y="648647"/>
                          <a:pt x="149832" y="642545"/>
                          <a:pt x="142305" y="642545"/>
                        </a:cubicBezTo>
                        <a:lnTo>
                          <a:pt x="59754" y="642545"/>
                        </a:lnTo>
                        <a:close/>
                        <a:moveTo>
                          <a:pt x="199541" y="642545"/>
                        </a:moveTo>
                        <a:lnTo>
                          <a:pt x="194831" y="643496"/>
                        </a:lnTo>
                        <a:lnTo>
                          <a:pt x="194831" y="733690"/>
                        </a:lnTo>
                        <a:lnTo>
                          <a:pt x="199541" y="734641"/>
                        </a:lnTo>
                        <a:lnTo>
                          <a:pt x="282092" y="734641"/>
                        </a:lnTo>
                        <a:cubicBezTo>
                          <a:pt x="289619" y="734641"/>
                          <a:pt x="295720" y="728540"/>
                          <a:pt x="295720" y="721013"/>
                        </a:cubicBezTo>
                        <a:lnTo>
                          <a:pt x="295720" y="656174"/>
                        </a:lnTo>
                        <a:cubicBezTo>
                          <a:pt x="295720" y="648647"/>
                          <a:pt x="289619" y="642545"/>
                          <a:pt x="282092" y="642545"/>
                        </a:cubicBezTo>
                        <a:lnTo>
                          <a:pt x="199541" y="642545"/>
                        </a:lnTo>
                        <a:close/>
                        <a:moveTo>
                          <a:pt x="348247" y="642545"/>
                        </a:moveTo>
                        <a:cubicBezTo>
                          <a:pt x="340720" y="642545"/>
                          <a:pt x="334618" y="648647"/>
                          <a:pt x="334618" y="656174"/>
                        </a:cubicBezTo>
                        <a:lnTo>
                          <a:pt x="334618" y="721013"/>
                        </a:lnTo>
                        <a:cubicBezTo>
                          <a:pt x="334618" y="728540"/>
                          <a:pt x="340720" y="734641"/>
                          <a:pt x="348247" y="734641"/>
                        </a:cubicBezTo>
                        <a:lnTo>
                          <a:pt x="430798" y="734641"/>
                        </a:lnTo>
                        <a:lnTo>
                          <a:pt x="435507" y="733690"/>
                        </a:lnTo>
                        <a:lnTo>
                          <a:pt x="435507" y="643496"/>
                        </a:lnTo>
                        <a:lnTo>
                          <a:pt x="430798" y="642545"/>
                        </a:lnTo>
                        <a:lnTo>
                          <a:pt x="348247" y="642545"/>
                        </a:lnTo>
                        <a:close/>
                        <a:moveTo>
                          <a:pt x="62839" y="760270"/>
                        </a:moveTo>
                        <a:lnTo>
                          <a:pt x="51436" y="761221"/>
                        </a:lnTo>
                        <a:lnTo>
                          <a:pt x="51436" y="851415"/>
                        </a:lnTo>
                        <a:lnTo>
                          <a:pt x="62839" y="852366"/>
                        </a:lnTo>
                        <a:lnTo>
                          <a:pt x="262717" y="852366"/>
                        </a:lnTo>
                        <a:cubicBezTo>
                          <a:pt x="280942" y="852366"/>
                          <a:pt x="295715" y="846265"/>
                          <a:pt x="295715" y="838738"/>
                        </a:cubicBezTo>
                        <a:lnTo>
                          <a:pt x="295715" y="773899"/>
                        </a:lnTo>
                        <a:cubicBezTo>
                          <a:pt x="295715" y="766372"/>
                          <a:pt x="280942" y="760270"/>
                          <a:pt x="262717" y="760270"/>
                        </a:cubicBezTo>
                        <a:lnTo>
                          <a:pt x="62839" y="760270"/>
                        </a:lnTo>
                        <a:close/>
                        <a:moveTo>
                          <a:pt x="348247" y="760270"/>
                        </a:moveTo>
                        <a:cubicBezTo>
                          <a:pt x="340720" y="760270"/>
                          <a:pt x="334618" y="766372"/>
                          <a:pt x="334618" y="773899"/>
                        </a:cubicBezTo>
                        <a:lnTo>
                          <a:pt x="334618" y="838738"/>
                        </a:lnTo>
                        <a:cubicBezTo>
                          <a:pt x="334618" y="846265"/>
                          <a:pt x="340720" y="852366"/>
                          <a:pt x="348247" y="852366"/>
                        </a:cubicBezTo>
                        <a:lnTo>
                          <a:pt x="430798" y="852366"/>
                        </a:lnTo>
                        <a:lnTo>
                          <a:pt x="435507" y="851415"/>
                        </a:lnTo>
                        <a:lnTo>
                          <a:pt x="435507" y="761221"/>
                        </a:lnTo>
                        <a:lnTo>
                          <a:pt x="430798" y="760270"/>
                        </a:lnTo>
                        <a:lnTo>
                          <a:pt x="348247" y="760270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 defTabSz="914377">
                      <a:defRPr/>
                    </a:pPr>
                    <a:endParaRPr lang="en-US" kern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</p:grp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4FBE2EEC-4949-4FE6-8C82-D4F77B37CED2}"/>
                  </a:ext>
                </a:extLst>
              </p:cNvPr>
              <p:cNvGrpSpPr/>
              <p:nvPr/>
            </p:nvGrpSpPr>
            <p:grpSpPr>
              <a:xfrm>
                <a:off x="120686" y="3163866"/>
                <a:ext cx="2828550" cy="1822236"/>
                <a:chOff x="120686" y="3163866"/>
                <a:chExt cx="2828550" cy="1822236"/>
              </a:xfrm>
            </p:grpSpPr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BBCEFB40-6D8A-437F-8BE0-D762F7E652DC}"/>
                    </a:ext>
                  </a:extLst>
                </p:cNvPr>
                <p:cNvCxnSpPr/>
                <p:nvPr/>
              </p:nvCxnSpPr>
              <p:spPr>
                <a:xfrm>
                  <a:off x="297476" y="3448039"/>
                  <a:ext cx="2651760" cy="0"/>
                </a:xfrm>
                <a:prstGeom prst="line">
                  <a:avLst/>
                </a:prstGeom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C47404F8-BE68-40DD-B6E9-943AB6EA9986}"/>
                    </a:ext>
                  </a:extLst>
                </p:cNvPr>
                <p:cNvGrpSpPr/>
                <p:nvPr/>
              </p:nvGrpSpPr>
              <p:grpSpPr>
                <a:xfrm>
                  <a:off x="120686" y="3647971"/>
                  <a:ext cx="2122295" cy="1338131"/>
                  <a:chOff x="3527383" y="4760929"/>
                  <a:chExt cx="2043079" cy="1262784"/>
                </a:xfrm>
              </p:grpSpPr>
              <p:sp>
                <p:nvSpPr>
                  <p:cNvPr id="105" name="Rectangle 104">
                    <a:extLst>
                      <a:ext uri="{FF2B5EF4-FFF2-40B4-BE49-F238E27FC236}">
                        <a16:creationId xmlns:a16="http://schemas.microsoft.com/office/drawing/2014/main" id="{62A7712E-1C0A-4723-A634-861F3370A185}"/>
                      </a:ext>
                    </a:extLst>
                  </p:cNvPr>
                  <p:cNvSpPr/>
                  <p:nvPr/>
                </p:nvSpPr>
                <p:spPr>
                  <a:xfrm>
                    <a:off x="3527383" y="4760929"/>
                    <a:ext cx="2043079" cy="331595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b="1" u="sng" dirty="0">
                        <a:latin typeface="Agency FB" panose="020B0503020202020204" pitchFamily="34" charset="0"/>
                        <a:cs typeface="Arial" pitchFamily="34" charset="0"/>
                      </a:rPr>
                      <a:t>Proactive</a:t>
                    </a:r>
                    <a:r>
                      <a:rPr lang="en-US" b="1" u="sng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gency FB" panose="020B0503020202020204" pitchFamily="34" charset="0"/>
                        <a:cs typeface="Arial" pitchFamily="34" charset="0"/>
                      </a:rPr>
                      <a:t> </a:t>
                    </a:r>
                    <a:r>
                      <a:rPr lang="en-US" b="1" u="sng" dirty="0">
                        <a:solidFill>
                          <a:schemeClr val="accent6"/>
                        </a:solidFill>
                        <a:latin typeface="Agency FB" panose="020B0503020202020204" pitchFamily="34" charset="0"/>
                        <a:cs typeface="Arial" pitchFamily="34" charset="0"/>
                      </a:rPr>
                      <a:t>Control</a:t>
                    </a:r>
                    <a:endParaRPr lang="en-US" b="1" u="sng" dirty="0">
                      <a:solidFill>
                        <a:schemeClr val="accent6"/>
                      </a:solidFill>
                      <a:latin typeface="Agency FB" panose="020B0503020202020204" pitchFamily="34" charset="0"/>
                    </a:endParaRPr>
                  </a:p>
                </p:txBody>
              </p:sp>
              <p:sp>
                <p:nvSpPr>
                  <p:cNvPr id="106" name="Rectangle 105">
                    <a:extLst>
                      <a:ext uri="{FF2B5EF4-FFF2-40B4-BE49-F238E27FC236}">
                        <a16:creationId xmlns:a16="http://schemas.microsoft.com/office/drawing/2014/main" id="{0C184027-6AC5-4A12-9BCF-BC3EFB513878}"/>
                      </a:ext>
                    </a:extLst>
                  </p:cNvPr>
                  <p:cNvSpPr/>
                  <p:nvPr/>
                </p:nvSpPr>
                <p:spPr>
                  <a:xfrm>
                    <a:off x="3567540" y="5167092"/>
                    <a:ext cx="1936951" cy="856621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400" dirty="0">
                        <a:latin typeface="Helvetica" panose="020B0604020202020204" pitchFamily="2" charset="0"/>
                      </a:rPr>
                      <a:t>Monitor billing, security, configuration in real time and combat any threats before it happen. </a:t>
                    </a:r>
                  </a:p>
                </p:txBody>
              </p:sp>
            </p:grpSp>
            <p:grpSp>
              <p:nvGrpSpPr>
                <p:cNvPr id="100" name="Group 99">
                  <a:extLst>
                    <a:ext uri="{FF2B5EF4-FFF2-40B4-BE49-F238E27FC236}">
                      <a16:creationId xmlns:a16="http://schemas.microsoft.com/office/drawing/2014/main" id="{EFFDC92B-6F39-45A8-B32F-6E7770508CF6}"/>
                    </a:ext>
                  </a:extLst>
                </p:cNvPr>
                <p:cNvGrpSpPr/>
                <p:nvPr/>
              </p:nvGrpSpPr>
              <p:grpSpPr>
                <a:xfrm>
                  <a:off x="801169" y="3163866"/>
                  <a:ext cx="530813" cy="530813"/>
                  <a:chOff x="103032" y="1157828"/>
                  <a:chExt cx="1217312" cy="1217312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grpSp>
                <p:nvGrpSpPr>
                  <p:cNvPr id="101" name="Group 100">
                    <a:extLst>
                      <a:ext uri="{FF2B5EF4-FFF2-40B4-BE49-F238E27FC236}">
                        <a16:creationId xmlns:a16="http://schemas.microsoft.com/office/drawing/2014/main" id="{2BB1A006-C87D-4093-80E7-1E52A356F02C}"/>
                      </a:ext>
                    </a:extLst>
                  </p:cNvPr>
                  <p:cNvGrpSpPr/>
                  <p:nvPr/>
                </p:nvGrpSpPr>
                <p:grpSpPr>
                  <a:xfrm>
                    <a:off x="103032" y="1157828"/>
                    <a:ext cx="1217312" cy="1217312"/>
                    <a:chOff x="320722" y="634457"/>
                    <a:chExt cx="1444752" cy="1444752"/>
                  </a:xfrm>
                  <a:effectLst/>
                </p:grpSpPr>
                <p:sp>
                  <p:nvSpPr>
                    <p:cNvPr id="103" name="Oval 102">
                      <a:extLst>
                        <a:ext uri="{FF2B5EF4-FFF2-40B4-BE49-F238E27FC236}">
                          <a16:creationId xmlns:a16="http://schemas.microsoft.com/office/drawing/2014/main" id="{3CBAF51C-B0B0-4704-9D0A-095157C7EE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722" y="634457"/>
                      <a:ext cx="1444752" cy="1444752"/>
                    </a:xfrm>
                    <a:prstGeom prst="ellipse">
                      <a:avLst/>
                    </a:prstGeom>
                    <a:solidFill>
                      <a:sysClr val="window" lastClr="FFFFFF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914377">
                        <a:defRPr/>
                      </a:pPr>
                      <a:endParaRPr lang="en-US" kern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04" name="Oval 103">
                      <a:extLst>
                        <a:ext uri="{FF2B5EF4-FFF2-40B4-BE49-F238E27FC236}">
                          <a16:creationId xmlns:a16="http://schemas.microsoft.com/office/drawing/2014/main" id="{757B33A3-0B3B-4B0F-967A-42677CE2C0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325" y="698060"/>
                      <a:ext cx="1317546" cy="1317546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914377">
                        <a:defRPr/>
                      </a:pPr>
                      <a:endParaRPr lang="en-US" kern="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sp>
                <p:nvSpPr>
                  <p:cNvPr id="102" name="Freeform 130">
                    <a:extLst>
                      <a:ext uri="{FF2B5EF4-FFF2-40B4-BE49-F238E27FC236}">
                        <a16:creationId xmlns:a16="http://schemas.microsoft.com/office/drawing/2014/main" id="{FBBA9E43-A079-42AE-8BE3-9F555FC1984B}"/>
                      </a:ext>
                    </a:extLst>
                  </p:cNvPr>
                  <p:cNvSpPr/>
                  <p:nvPr/>
                </p:nvSpPr>
                <p:spPr>
                  <a:xfrm>
                    <a:off x="467198" y="1506435"/>
                    <a:ext cx="488980" cy="520098"/>
                  </a:xfrm>
                  <a:custGeom>
                    <a:avLst/>
                    <a:gdLst>
                      <a:gd name="connsiteX0" fmla="*/ 631264 w 2467260"/>
                      <a:gd name="connsiteY0" fmla="*/ 1180513 h 2624258"/>
                      <a:gd name="connsiteX1" fmla="*/ 603192 w 2467260"/>
                      <a:gd name="connsiteY1" fmla="*/ 1203582 h 2624258"/>
                      <a:gd name="connsiteX2" fmla="*/ 603192 w 2467260"/>
                      <a:gd name="connsiteY2" fmla="*/ 1790113 h 2624258"/>
                      <a:gd name="connsiteX3" fmla="*/ 940027 w 2467260"/>
                      <a:gd name="connsiteY3" fmla="*/ 1790113 h 2624258"/>
                      <a:gd name="connsiteX4" fmla="*/ 940027 w 2467260"/>
                      <a:gd name="connsiteY4" fmla="*/ 1203582 h 2624258"/>
                      <a:gd name="connsiteX5" fmla="*/ 911955 w 2467260"/>
                      <a:gd name="connsiteY5" fmla="*/ 1180513 h 2624258"/>
                      <a:gd name="connsiteX6" fmla="*/ 1139622 w 2467260"/>
                      <a:gd name="connsiteY6" fmla="*/ 990804 h 2624258"/>
                      <a:gd name="connsiteX7" fmla="*/ 1111550 w 2467260"/>
                      <a:gd name="connsiteY7" fmla="*/ 1018876 h 2624258"/>
                      <a:gd name="connsiteX8" fmla="*/ 1111550 w 2467260"/>
                      <a:gd name="connsiteY8" fmla="*/ 1759022 h 2624258"/>
                      <a:gd name="connsiteX9" fmla="*/ 1139622 w 2467260"/>
                      <a:gd name="connsiteY9" fmla="*/ 1787094 h 2624258"/>
                      <a:gd name="connsiteX10" fmla="*/ 1420313 w 2467260"/>
                      <a:gd name="connsiteY10" fmla="*/ 1787094 h 2624258"/>
                      <a:gd name="connsiteX11" fmla="*/ 1448385 w 2467260"/>
                      <a:gd name="connsiteY11" fmla="*/ 1759022 h 2624258"/>
                      <a:gd name="connsiteX12" fmla="*/ 1448385 w 2467260"/>
                      <a:gd name="connsiteY12" fmla="*/ 1018876 h 2624258"/>
                      <a:gd name="connsiteX13" fmla="*/ 1420313 w 2467260"/>
                      <a:gd name="connsiteY13" fmla="*/ 990804 h 2624258"/>
                      <a:gd name="connsiteX14" fmla="*/ 1635078 w 2467260"/>
                      <a:gd name="connsiteY14" fmla="*/ 796494 h 2624258"/>
                      <a:gd name="connsiteX15" fmla="*/ 1608406 w 2467260"/>
                      <a:gd name="connsiteY15" fmla="*/ 823166 h 2624258"/>
                      <a:gd name="connsiteX16" fmla="*/ 1608406 w 2467260"/>
                      <a:gd name="connsiteY16" fmla="*/ 1764232 h 2624258"/>
                      <a:gd name="connsiteX17" fmla="*/ 1635078 w 2467260"/>
                      <a:gd name="connsiteY17" fmla="*/ 1790904 h 2624258"/>
                      <a:gd name="connsiteX18" fmla="*/ 1901774 w 2467260"/>
                      <a:gd name="connsiteY18" fmla="*/ 1790904 h 2624258"/>
                      <a:gd name="connsiteX19" fmla="*/ 1928446 w 2467260"/>
                      <a:gd name="connsiteY19" fmla="*/ 1764232 h 2624258"/>
                      <a:gd name="connsiteX20" fmla="*/ 1928446 w 2467260"/>
                      <a:gd name="connsiteY20" fmla="*/ 823166 h 2624258"/>
                      <a:gd name="connsiteX21" fmla="*/ 1901774 w 2467260"/>
                      <a:gd name="connsiteY21" fmla="*/ 796494 h 2624258"/>
                      <a:gd name="connsiteX22" fmla="*/ 360801 w 2467260"/>
                      <a:gd name="connsiteY22" fmla="*/ 586944 h 2624258"/>
                      <a:gd name="connsiteX23" fmla="*/ 360801 w 2467260"/>
                      <a:gd name="connsiteY23" fmla="*/ 1960085 h 2624258"/>
                      <a:gd name="connsiteX24" fmla="*/ 360397 w 2467260"/>
                      <a:gd name="connsiteY24" fmla="*/ 1962086 h 2624258"/>
                      <a:gd name="connsiteX25" fmla="*/ 360801 w 2467260"/>
                      <a:gd name="connsiteY25" fmla="*/ 1964087 h 2624258"/>
                      <a:gd name="connsiteX26" fmla="*/ 360801 w 2467260"/>
                      <a:gd name="connsiteY26" fmla="*/ 1970105 h 2624258"/>
                      <a:gd name="connsiteX27" fmla="*/ 362016 w 2467260"/>
                      <a:gd name="connsiteY27" fmla="*/ 1970105 h 2624258"/>
                      <a:gd name="connsiteX28" fmla="*/ 366490 w 2467260"/>
                      <a:gd name="connsiteY28" fmla="*/ 1992267 h 2624258"/>
                      <a:gd name="connsiteX29" fmla="*/ 437934 w 2467260"/>
                      <a:gd name="connsiteY29" fmla="*/ 2039623 h 2624258"/>
                      <a:gd name="connsiteX30" fmla="*/ 1956586 w 2467260"/>
                      <a:gd name="connsiteY30" fmla="*/ 2039623 h 2624258"/>
                      <a:gd name="connsiteX31" fmla="*/ 2034123 w 2467260"/>
                      <a:gd name="connsiteY31" fmla="*/ 1962086 h 2624258"/>
                      <a:gd name="connsiteX32" fmla="*/ 1956586 w 2467260"/>
                      <a:gd name="connsiteY32" fmla="*/ 1884549 h 2624258"/>
                      <a:gd name="connsiteX33" fmla="*/ 467748 w 2467260"/>
                      <a:gd name="connsiteY33" fmla="*/ 1884549 h 2624258"/>
                      <a:gd name="connsiteX34" fmla="*/ 467748 w 2467260"/>
                      <a:gd name="connsiteY34" fmla="*/ 586944 h 2624258"/>
                      <a:gd name="connsiteX35" fmla="*/ 118428 w 2467260"/>
                      <a:gd name="connsiteY35" fmla="*/ 0 h 2624258"/>
                      <a:gd name="connsiteX36" fmla="*/ 2348832 w 2467260"/>
                      <a:gd name="connsiteY36" fmla="*/ 0 h 2624258"/>
                      <a:gd name="connsiteX37" fmla="*/ 2467260 w 2467260"/>
                      <a:gd name="connsiteY37" fmla="*/ 118428 h 2624258"/>
                      <a:gd name="connsiteX38" fmla="*/ 2467260 w 2467260"/>
                      <a:gd name="connsiteY38" fmla="*/ 2505830 h 2624258"/>
                      <a:gd name="connsiteX39" fmla="*/ 2348832 w 2467260"/>
                      <a:gd name="connsiteY39" fmla="*/ 2624258 h 2624258"/>
                      <a:gd name="connsiteX40" fmla="*/ 118428 w 2467260"/>
                      <a:gd name="connsiteY40" fmla="*/ 2624258 h 2624258"/>
                      <a:gd name="connsiteX41" fmla="*/ 0 w 2467260"/>
                      <a:gd name="connsiteY41" fmla="*/ 2505830 h 2624258"/>
                      <a:gd name="connsiteX42" fmla="*/ 0 w 2467260"/>
                      <a:gd name="connsiteY42" fmla="*/ 118428 h 2624258"/>
                      <a:gd name="connsiteX43" fmla="*/ 118428 w 2467260"/>
                      <a:gd name="connsiteY43" fmla="*/ 0 h 26242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</a:cxnLst>
                    <a:rect l="l" t="t" r="r" b="b"/>
                    <a:pathLst>
                      <a:path w="2467260" h="2624258">
                        <a:moveTo>
                          <a:pt x="631264" y="1180513"/>
                        </a:moveTo>
                        <a:cubicBezTo>
                          <a:pt x="615760" y="1180513"/>
                          <a:pt x="603192" y="1190841"/>
                          <a:pt x="603192" y="1203582"/>
                        </a:cubicBezTo>
                        <a:lnTo>
                          <a:pt x="603192" y="1790113"/>
                        </a:lnTo>
                        <a:lnTo>
                          <a:pt x="940027" y="1790113"/>
                        </a:lnTo>
                        <a:lnTo>
                          <a:pt x="940027" y="1203582"/>
                        </a:lnTo>
                        <a:cubicBezTo>
                          <a:pt x="940027" y="1190841"/>
                          <a:pt x="927459" y="1180513"/>
                          <a:pt x="911955" y="1180513"/>
                        </a:cubicBezTo>
                        <a:close/>
                        <a:moveTo>
                          <a:pt x="1139622" y="990804"/>
                        </a:moveTo>
                        <a:cubicBezTo>
                          <a:pt x="1124118" y="990804"/>
                          <a:pt x="1111550" y="1003372"/>
                          <a:pt x="1111550" y="1018876"/>
                        </a:cubicBezTo>
                        <a:lnTo>
                          <a:pt x="1111550" y="1759022"/>
                        </a:lnTo>
                        <a:cubicBezTo>
                          <a:pt x="1111550" y="1774526"/>
                          <a:pt x="1124118" y="1787094"/>
                          <a:pt x="1139622" y="1787094"/>
                        </a:cubicBezTo>
                        <a:lnTo>
                          <a:pt x="1420313" y="1787094"/>
                        </a:lnTo>
                        <a:cubicBezTo>
                          <a:pt x="1435817" y="1787094"/>
                          <a:pt x="1448385" y="1774526"/>
                          <a:pt x="1448385" y="1759022"/>
                        </a:cubicBezTo>
                        <a:lnTo>
                          <a:pt x="1448385" y="1018876"/>
                        </a:lnTo>
                        <a:cubicBezTo>
                          <a:pt x="1448385" y="1003372"/>
                          <a:pt x="1435817" y="990804"/>
                          <a:pt x="1420313" y="990804"/>
                        </a:cubicBezTo>
                        <a:close/>
                        <a:moveTo>
                          <a:pt x="1635078" y="796494"/>
                        </a:moveTo>
                        <a:cubicBezTo>
                          <a:pt x="1620347" y="796494"/>
                          <a:pt x="1608406" y="808435"/>
                          <a:pt x="1608406" y="823166"/>
                        </a:cubicBezTo>
                        <a:lnTo>
                          <a:pt x="1608406" y="1764232"/>
                        </a:lnTo>
                        <a:cubicBezTo>
                          <a:pt x="1608406" y="1778963"/>
                          <a:pt x="1620347" y="1790904"/>
                          <a:pt x="1635078" y="1790904"/>
                        </a:cubicBezTo>
                        <a:lnTo>
                          <a:pt x="1901774" y="1790904"/>
                        </a:lnTo>
                        <a:cubicBezTo>
                          <a:pt x="1916505" y="1790904"/>
                          <a:pt x="1928446" y="1778963"/>
                          <a:pt x="1928446" y="1764232"/>
                        </a:cubicBezTo>
                        <a:lnTo>
                          <a:pt x="1928446" y="823166"/>
                        </a:lnTo>
                        <a:cubicBezTo>
                          <a:pt x="1928446" y="808435"/>
                          <a:pt x="1916505" y="796494"/>
                          <a:pt x="1901774" y="796494"/>
                        </a:cubicBezTo>
                        <a:close/>
                        <a:moveTo>
                          <a:pt x="360801" y="586944"/>
                        </a:moveTo>
                        <a:lnTo>
                          <a:pt x="360801" y="1960085"/>
                        </a:lnTo>
                        <a:lnTo>
                          <a:pt x="360397" y="1962086"/>
                        </a:lnTo>
                        <a:lnTo>
                          <a:pt x="360801" y="1964087"/>
                        </a:lnTo>
                        <a:lnTo>
                          <a:pt x="360801" y="1970105"/>
                        </a:lnTo>
                        <a:lnTo>
                          <a:pt x="362016" y="1970105"/>
                        </a:lnTo>
                        <a:lnTo>
                          <a:pt x="366490" y="1992267"/>
                        </a:lnTo>
                        <a:cubicBezTo>
                          <a:pt x="378261" y="2020096"/>
                          <a:pt x="405817" y="2039623"/>
                          <a:pt x="437934" y="2039623"/>
                        </a:cubicBezTo>
                        <a:lnTo>
                          <a:pt x="1956586" y="2039623"/>
                        </a:lnTo>
                        <a:cubicBezTo>
                          <a:pt x="1999409" y="2039623"/>
                          <a:pt x="2034123" y="2004909"/>
                          <a:pt x="2034123" y="1962086"/>
                        </a:cubicBezTo>
                        <a:cubicBezTo>
                          <a:pt x="2034123" y="1919263"/>
                          <a:pt x="1999409" y="1884549"/>
                          <a:pt x="1956586" y="1884549"/>
                        </a:cubicBezTo>
                        <a:lnTo>
                          <a:pt x="467748" y="1884549"/>
                        </a:lnTo>
                        <a:lnTo>
                          <a:pt x="467748" y="586944"/>
                        </a:lnTo>
                        <a:close/>
                        <a:moveTo>
                          <a:pt x="118428" y="0"/>
                        </a:moveTo>
                        <a:lnTo>
                          <a:pt x="2348832" y="0"/>
                        </a:lnTo>
                        <a:cubicBezTo>
                          <a:pt x="2414238" y="0"/>
                          <a:pt x="2467260" y="53022"/>
                          <a:pt x="2467260" y="118428"/>
                        </a:cubicBezTo>
                        <a:lnTo>
                          <a:pt x="2467260" y="2505830"/>
                        </a:lnTo>
                        <a:cubicBezTo>
                          <a:pt x="2467260" y="2571236"/>
                          <a:pt x="2414238" y="2624258"/>
                          <a:pt x="2348832" y="2624258"/>
                        </a:cubicBezTo>
                        <a:lnTo>
                          <a:pt x="118428" y="2624258"/>
                        </a:lnTo>
                        <a:cubicBezTo>
                          <a:pt x="53022" y="2624258"/>
                          <a:pt x="0" y="2571236"/>
                          <a:pt x="0" y="2505830"/>
                        </a:cubicBezTo>
                        <a:lnTo>
                          <a:pt x="0" y="118428"/>
                        </a:lnTo>
                        <a:cubicBezTo>
                          <a:pt x="0" y="53022"/>
                          <a:pt x="53022" y="0"/>
                          <a:pt x="118428" y="0"/>
                        </a:cubicBezTo>
                        <a:close/>
                      </a:path>
                    </a:pathLst>
                  </a:custGeom>
                  <a:solidFill>
                    <a:schemeClr val="bg2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914377">
                      <a:defRPr/>
                    </a:pPr>
                    <a:endParaRPr lang="en-US" kern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</p:grpSp>
          </p:grp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6FC07B4-5D68-4305-A8C3-0268FE2C181E}"/>
                </a:ext>
              </a:extLst>
            </p:cNvPr>
            <p:cNvGrpSpPr/>
            <p:nvPr/>
          </p:nvGrpSpPr>
          <p:grpSpPr>
            <a:xfrm>
              <a:off x="5037699" y="599727"/>
              <a:ext cx="5163362" cy="5448215"/>
              <a:chOff x="5037698" y="599727"/>
              <a:chExt cx="5163362" cy="5448214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EFB77452-CE31-4D1F-B719-DF087A55F755}"/>
                  </a:ext>
                </a:extLst>
              </p:cNvPr>
              <p:cNvGrpSpPr/>
              <p:nvPr/>
            </p:nvGrpSpPr>
            <p:grpSpPr>
              <a:xfrm>
                <a:off x="6268026" y="2513686"/>
                <a:ext cx="3229727" cy="1801020"/>
                <a:chOff x="6268026" y="2513686"/>
                <a:chExt cx="3229727" cy="1801020"/>
              </a:xfrm>
            </p:grpSpPr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6F943259-6AEE-46E5-B603-ABDF2695FDF1}"/>
                    </a:ext>
                  </a:extLst>
                </p:cNvPr>
                <p:cNvCxnSpPr/>
                <p:nvPr/>
              </p:nvCxnSpPr>
              <p:spPr>
                <a:xfrm flipH="1">
                  <a:off x="6268026" y="2791058"/>
                  <a:ext cx="2651760" cy="0"/>
                </a:xfrm>
                <a:prstGeom prst="line">
                  <a:avLst/>
                </a:prstGeom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7" name="Group 86">
                  <a:extLst>
                    <a:ext uri="{FF2B5EF4-FFF2-40B4-BE49-F238E27FC236}">
                      <a16:creationId xmlns:a16="http://schemas.microsoft.com/office/drawing/2014/main" id="{4C682128-7E12-499F-841D-51B2D8B9E2A3}"/>
                    </a:ext>
                  </a:extLst>
                </p:cNvPr>
                <p:cNvGrpSpPr/>
                <p:nvPr/>
              </p:nvGrpSpPr>
              <p:grpSpPr>
                <a:xfrm flipH="1">
                  <a:off x="7130190" y="2990997"/>
                  <a:ext cx="2367563" cy="1323709"/>
                  <a:chOff x="3141176" y="4760929"/>
                  <a:chExt cx="2279191" cy="1249172"/>
                </a:xfrm>
              </p:grpSpPr>
              <p:sp>
                <p:nvSpPr>
                  <p:cNvPr id="93" name="Rectangle 92">
                    <a:extLst>
                      <a:ext uri="{FF2B5EF4-FFF2-40B4-BE49-F238E27FC236}">
                        <a16:creationId xmlns:a16="http://schemas.microsoft.com/office/drawing/2014/main" id="{12ED9301-1508-429E-A5A6-DDCFD7CCE01E}"/>
                      </a:ext>
                    </a:extLst>
                  </p:cNvPr>
                  <p:cNvSpPr/>
                  <p:nvPr/>
                </p:nvSpPr>
                <p:spPr>
                  <a:xfrm>
                    <a:off x="3141176" y="4760929"/>
                    <a:ext cx="2279191" cy="331595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b="1" u="sng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gency FB" panose="020B0503020202020204" pitchFamily="34" charset="0"/>
                        <a:cs typeface="Arial" pitchFamily="34" charset="0"/>
                      </a:rPr>
                      <a:t>App-Centric </a:t>
                    </a:r>
                    <a:r>
                      <a:rPr lang="en-US" b="1" u="sng" dirty="0">
                        <a:solidFill>
                          <a:schemeClr val="accent2"/>
                        </a:solidFill>
                        <a:latin typeface="Agency FB" panose="020B0503020202020204" pitchFamily="34" charset="0"/>
                        <a:cs typeface="Arial" pitchFamily="34" charset="0"/>
                      </a:rPr>
                      <a:t>View</a:t>
                    </a:r>
                    <a:endParaRPr lang="en-US" b="1" u="sng" dirty="0">
                      <a:solidFill>
                        <a:schemeClr val="accent2"/>
                      </a:solidFill>
                      <a:latin typeface="Agency FB" panose="020B0503020202020204" pitchFamily="34" charset="0"/>
                    </a:endParaRPr>
                  </a:p>
                </p:txBody>
              </p:sp>
              <p:sp>
                <p:nvSpPr>
                  <p:cNvPr id="94" name="Rectangle 93">
                    <a:extLst>
                      <a:ext uri="{FF2B5EF4-FFF2-40B4-BE49-F238E27FC236}">
                        <a16:creationId xmlns:a16="http://schemas.microsoft.com/office/drawing/2014/main" id="{4C106DEB-96E4-492D-8625-90EF1B1A093C}"/>
                      </a:ext>
                    </a:extLst>
                  </p:cNvPr>
                  <p:cNvSpPr/>
                  <p:nvPr/>
                </p:nvSpPr>
                <p:spPr>
                  <a:xfrm>
                    <a:off x="3506385" y="5153482"/>
                    <a:ext cx="1869844" cy="856619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400" dirty="0">
                        <a:latin typeface="Helvetica" panose="020B0604020202020204" pitchFamily="2" charset="0"/>
                      </a:rPr>
                      <a:t>Optimize Infrastructure and Operation based on production usage of application.</a:t>
                    </a:r>
                  </a:p>
                </p:txBody>
              </p:sp>
            </p:grpSp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355584D6-AF0E-4D66-9642-87E1988F2C0E}"/>
                    </a:ext>
                  </a:extLst>
                </p:cNvPr>
                <p:cNvGrpSpPr/>
                <p:nvPr/>
              </p:nvGrpSpPr>
              <p:grpSpPr>
                <a:xfrm>
                  <a:off x="7880817" y="2513686"/>
                  <a:ext cx="530307" cy="530307"/>
                  <a:chOff x="6880837" y="2193990"/>
                  <a:chExt cx="1216152" cy="1216152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grpSp>
                <p:nvGrpSpPr>
                  <p:cNvPr id="89" name="Group 88">
                    <a:extLst>
                      <a:ext uri="{FF2B5EF4-FFF2-40B4-BE49-F238E27FC236}">
                        <a16:creationId xmlns:a16="http://schemas.microsoft.com/office/drawing/2014/main" id="{361E2AD2-275D-4336-9699-E1B39BBD24D9}"/>
                      </a:ext>
                    </a:extLst>
                  </p:cNvPr>
                  <p:cNvGrpSpPr/>
                  <p:nvPr/>
                </p:nvGrpSpPr>
                <p:grpSpPr>
                  <a:xfrm>
                    <a:off x="6880837" y="2193990"/>
                    <a:ext cx="1216152" cy="1216152"/>
                    <a:chOff x="320722" y="634457"/>
                    <a:chExt cx="1444752" cy="1444752"/>
                  </a:xfrm>
                  <a:effectLst/>
                </p:grpSpPr>
                <p:sp>
                  <p:nvSpPr>
                    <p:cNvPr id="91" name="Oval 90">
                      <a:extLst>
                        <a:ext uri="{FF2B5EF4-FFF2-40B4-BE49-F238E27FC236}">
                          <a16:creationId xmlns:a16="http://schemas.microsoft.com/office/drawing/2014/main" id="{EDD43296-E72F-42AE-94F8-3501BAA2FD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722" y="634457"/>
                      <a:ext cx="1444752" cy="1444752"/>
                    </a:xfrm>
                    <a:prstGeom prst="ellipse">
                      <a:avLst/>
                    </a:prstGeom>
                    <a:solidFill>
                      <a:sysClr val="window" lastClr="FFFFFF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914377">
                        <a:defRPr/>
                      </a:pPr>
                      <a:endParaRPr lang="en-US" kern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F49E798E-A505-4933-98E7-DCB7BBF55B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325" y="698060"/>
                      <a:ext cx="1317546" cy="1317546"/>
                    </a:xfrm>
                    <a:prstGeom prst="ellipse">
                      <a:avLst/>
                    </a:prstGeom>
                    <a:solidFill>
                      <a:schemeClr val="accent2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914377">
                        <a:defRPr/>
                      </a:pPr>
                      <a:endParaRPr lang="en-US" kern="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sp>
                <p:nvSpPr>
                  <p:cNvPr id="90" name="Freeform 167">
                    <a:extLst>
                      <a:ext uri="{FF2B5EF4-FFF2-40B4-BE49-F238E27FC236}">
                        <a16:creationId xmlns:a16="http://schemas.microsoft.com/office/drawing/2014/main" id="{02629FA8-6B82-4D5D-A08E-E28CD55A5B8F}"/>
                      </a:ext>
                    </a:extLst>
                  </p:cNvPr>
                  <p:cNvSpPr/>
                  <p:nvPr/>
                </p:nvSpPr>
                <p:spPr>
                  <a:xfrm>
                    <a:off x="7102386" y="2523605"/>
                    <a:ext cx="773055" cy="556922"/>
                  </a:xfrm>
                  <a:custGeom>
                    <a:avLst/>
                    <a:gdLst>
                      <a:gd name="connsiteX0" fmla="*/ 296810 w 773055"/>
                      <a:gd name="connsiteY0" fmla="*/ 486733 h 556922"/>
                      <a:gd name="connsiteX1" fmla="*/ 296810 w 773055"/>
                      <a:gd name="connsiteY1" fmla="*/ 502106 h 556922"/>
                      <a:gd name="connsiteX2" fmla="*/ 474841 w 773055"/>
                      <a:gd name="connsiteY2" fmla="*/ 502106 h 556922"/>
                      <a:gd name="connsiteX3" fmla="*/ 474841 w 773055"/>
                      <a:gd name="connsiteY3" fmla="*/ 486733 h 556922"/>
                      <a:gd name="connsiteX4" fmla="*/ 164901 w 773055"/>
                      <a:gd name="connsiteY4" fmla="*/ 325113 h 556922"/>
                      <a:gd name="connsiteX5" fmla="*/ 253949 w 773055"/>
                      <a:gd name="connsiteY5" fmla="*/ 325113 h 556922"/>
                      <a:gd name="connsiteX6" fmla="*/ 253949 w 773055"/>
                      <a:gd name="connsiteY6" fmla="*/ 398521 h 556922"/>
                      <a:gd name="connsiteX7" fmla="*/ 164901 w 773055"/>
                      <a:gd name="connsiteY7" fmla="*/ 398521 h 556922"/>
                      <a:gd name="connsiteX8" fmla="*/ 288038 w 773055"/>
                      <a:gd name="connsiteY8" fmla="*/ 253476 h 556922"/>
                      <a:gd name="connsiteX9" fmla="*/ 375022 w 773055"/>
                      <a:gd name="connsiteY9" fmla="*/ 253476 h 556922"/>
                      <a:gd name="connsiteX10" fmla="*/ 375022 w 773055"/>
                      <a:gd name="connsiteY10" fmla="*/ 397947 h 556922"/>
                      <a:gd name="connsiteX11" fmla="*/ 288038 w 773055"/>
                      <a:gd name="connsiteY11" fmla="*/ 397947 h 556922"/>
                      <a:gd name="connsiteX12" fmla="*/ 408593 w 773055"/>
                      <a:gd name="connsiteY12" fmla="*/ 195406 h 556922"/>
                      <a:gd name="connsiteX13" fmla="*/ 495577 w 773055"/>
                      <a:gd name="connsiteY13" fmla="*/ 195406 h 556922"/>
                      <a:gd name="connsiteX14" fmla="*/ 495577 w 773055"/>
                      <a:gd name="connsiteY14" fmla="*/ 397883 h 556922"/>
                      <a:gd name="connsiteX15" fmla="*/ 408593 w 773055"/>
                      <a:gd name="connsiteY15" fmla="*/ 397883 h 556922"/>
                      <a:gd name="connsiteX16" fmla="*/ 529165 w 773055"/>
                      <a:gd name="connsiteY16" fmla="*/ 111180 h 556922"/>
                      <a:gd name="connsiteX17" fmla="*/ 616149 w 773055"/>
                      <a:gd name="connsiteY17" fmla="*/ 111180 h 556922"/>
                      <a:gd name="connsiteX18" fmla="*/ 616149 w 773055"/>
                      <a:gd name="connsiteY18" fmla="*/ 397672 h 556922"/>
                      <a:gd name="connsiteX19" fmla="*/ 529165 w 773055"/>
                      <a:gd name="connsiteY19" fmla="*/ 397672 h 556922"/>
                      <a:gd name="connsiteX20" fmla="*/ 92645 w 773055"/>
                      <a:gd name="connsiteY20" fmla="*/ 45642 h 556922"/>
                      <a:gd name="connsiteX21" fmla="*/ 92645 w 773055"/>
                      <a:gd name="connsiteY21" fmla="*/ 439521 h 556922"/>
                      <a:gd name="connsiteX22" fmla="*/ 682470 w 773055"/>
                      <a:gd name="connsiteY22" fmla="*/ 439521 h 556922"/>
                      <a:gd name="connsiteX23" fmla="*/ 682470 w 773055"/>
                      <a:gd name="connsiteY23" fmla="*/ 45642 h 556922"/>
                      <a:gd name="connsiteX24" fmla="*/ 78943 w 773055"/>
                      <a:gd name="connsiteY24" fmla="*/ 0 h 556922"/>
                      <a:gd name="connsiteX25" fmla="*/ 698605 w 773055"/>
                      <a:gd name="connsiteY25" fmla="*/ 0 h 556922"/>
                      <a:gd name="connsiteX26" fmla="*/ 731030 w 773055"/>
                      <a:gd name="connsiteY26" fmla="*/ 32425 h 556922"/>
                      <a:gd name="connsiteX27" fmla="*/ 731030 w 773055"/>
                      <a:gd name="connsiteY27" fmla="*/ 440522 h 556922"/>
                      <a:gd name="connsiteX28" fmla="*/ 773055 w 773055"/>
                      <a:gd name="connsiteY28" fmla="*/ 440522 h 556922"/>
                      <a:gd name="connsiteX29" fmla="*/ 773055 w 773055"/>
                      <a:gd name="connsiteY29" fmla="*/ 515809 h 556922"/>
                      <a:gd name="connsiteX30" fmla="*/ 731942 w 773055"/>
                      <a:gd name="connsiteY30" fmla="*/ 556922 h 556922"/>
                      <a:gd name="connsiteX31" fmla="*/ 41113 w 773055"/>
                      <a:gd name="connsiteY31" fmla="*/ 556922 h 556922"/>
                      <a:gd name="connsiteX32" fmla="*/ 0 w 773055"/>
                      <a:gd name="connsiteY32" fmla="*/ 515809 h 556922"/>
                      <a:gd name="connsiteX33" fmla="*/ 0 w 773055"/>
                      <a:gd name="connsiteY33" fmla="*/ 440522 h 556922"/>
                      <a:gd name="connsiteX34" fmla="*/ 46519 w 773055"/>
                      <a:gd name="connsiteY34" fmla="*/ 440522 h 556922"/>
                      <a:gd name="connsiteX35" fmla="*/ 46519 w 773055"/>
                      <a:gd name="connsiteY35" fmla="*/ 32425 h 556922"/>
                      <a:gd name="connsiteX36" fmla="*/ 78943 w 773055"/>
                      <a:gd name="connsiteY36" fmla="*/ 0 h 5569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</a:cxnLst>
                    <a:rect l="l" t="t" r="r" b="b"/>
                    <a:pathLst>
                      <a:path w="773055" h="556922">
                        <a:moveTo>
                          <a:pt x="296810" y="486733"/>
                        </a:moveTo>
                        <a:lnTo>
                          <a:pt x="296810" y="502106"/>
                        </a:lnTo>
                        <a:lnTo>
                          <a:pt x="474841" y="502106"/>
                        </a:lnTo>
                        <a:lnTo>
                          <a:pt x="474841" y="486733"/>
                        </a:lnTo>
                        <a:close/>
                        <a:moveTo>
                          <a:pt x="164901" y="325113"/>
                        </a:moveTo>
                        <a:lnTo>
                          <a:pt x="253949" y="325113"/>
                        </a:lnTo>
                        <a:lnTo>
                          <a:pt x="253949" y="398521"/>
                        </a:lnTo>
                        <a:lnTo>
                          <a:pt x="164901" y="398521"/>
                        </a:lnTo>
                        <a:close/>
                        <a:moveTo>
                          <a:pt x="288038" y="253476"/>
                        </a:moveTo>
                        <a:lnTo>
                          <a:pt x="375022" y="253476"/>
                        </a:lnTo>
                        <a:lnTo>
                          <a:pt x="375022" y="397947"/>
                        </a:lnTo>
                        <a:lnTo>
                          <a:pt x="288038" y="397947"/>
                        </a:lnTo>
                        <a:close/>
                        <a:moveTo>
                          <a:pt x="408593" y="195406"/>
                        </a:moveTo>
                        <a:lnTo>
                          <a:pt x="495577" y="195406"/>
                        </a:lnTo>
                        <a:lnTo>
                          <a:pt x="495577" y="397883"/>
                        </a:lnTo>
                        <a:lnTo>
                          <a:pt x="408593" y="397883"/>
                        </a:lnTo>
                        <a:close/>
                        <a:moveTo>
                          <a:pt x="529165" y="111180"/>
                        </a:moveTo>
                        <a:lnTo>
                          <a:pt x="616149" y="111180"/>
                        </a:lnTo>
                        <a:lnTo>
                          <a:pt x="616149" y="397672"/>
                        </a:lnTo>
                        <a:lnTo>
                          <a:pt x="529165" y="397672"/>
                        </a:lnTo>
                        <a:close/>
                        <a:moveTo>
                          <a:pt x="92645" y="45642"/>
                        </a:moveTo>
                        <a:lnTo>
                          <a:pt x="92645" y="439521"/>
                        </a:lnTo>
                        <a:lnTo>
                          <a:pt x="682470" y="439521"/>
                        </a:lnTo>
                        <a:lnTo>
                          <a:pt x="682470" y="45642"/>
                        </a:lnTo>
                        <a:close/>
                        <a:moveTo>
                          <a:pt x="78943" y="0"/>
                        </a:moveTo>
                        <a:lnTo>
                          <a:pt x="698605" y="0"/>
                        </a:lnTo>
                        <a:cubicBezTo>
                          <a:pt x="716513" y="0"/>
                          <a:pt x="731030" y="14517"/>
                          <a:pt x="731030" y="32425"/>
                        </a:cubicBezTo>
                        <a:lnTo>
                          <a:pt x="731030" y="440522"/>
                        </a:lnTo>
                        <a:lnTo>
                          <a:pt x="773055" y="440522"/>
                        </a:lnTo>
                        <a:lnTo>
                          <a:pt x="773055" y="515809"/>
                        </a:lnTo>
                        <a:cubicBezTo>
                          <a:pt x="773055" y="538515"/>
                          <a:pt x="754648" y="556922"/>
                          <a:pt x="731942" y="556922"/>
                        </a:cubicBezTo>
                        <a:lnTo>
                          <a:pt x="41113" y="556922"/>
                        </a:lnTo>
                        <a:cubicBezTo>
                          <a:pt x="18407" y="556922"/>
                          <a:pt x="0" y="538515"/>
                          <a:pt x="0" y="515809"/>
                        </a:cubicBezTo>
                        <a:lnTo>
                          <a:pt x="0" y="440522"/>
                        </a:lnTo>
                        <a:lnTo>
                          <a:pt x="46519" y="440522"/>
                        </a:lnTo>
                        <a:lnTo>
                          <a:pt x="46519" y="32425"/>
                        </a:lnTo>
                        <a:cubicBezTo>
                          <a:pt x="46519" y="14517"/>
                          <a:pt x="61036" y="0"/>
                          <a:pt x="78943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 defTabSz="914377">
                      <a:defRPr/>
                    </a:pPr>
                    <a:endParaRPr lang="en-US" kern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</p:grp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783CC8F6-1523-494A-B5ED-DB1E8C13FC98}"/>
                  </a:ext>
                </a:extLst>
              </p:cNvPr>
              <p:cNvGrpSpPr/>
              <p:nvPr/>
            </p:nvGrpSpPr>
            <p:grpSpPr>
              <a:xfrm>
                <a:off x="5037698" y="599727"/>
                <a:ext cx="4202348" cy="2013007"/>
                <a:chOff x="5037698" y="599727"/>
                <a:chExt cx="4202348" cy="2013007"/>
              </a:xfrm>
            </p:grpSpPr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6EB0620F-904C-464E-BDDA-FDFE586CB401}"/>
                    </a:ext>
                  </a:extLst>
                </p:cNvPr>
                <p:cNvCxnSpPr/>
                <p:nvPr/>
              </p:nvCxnSpPr>
              <p:spPr>
                <a:xfrm flipH="1">
                  <a:off x="5037698" y="870145"/>
                  <a:ext cx="3882088" cy="0"/>
                </a:xfrm>
                <a:prstGeom prst="line">
                  <a:avLst/>
                </a:prstGeom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317EB264-DB03-4369-88B1-27AD6914E3EB}"/>
                    </a:ext>
                  </a:extLst>
                </p:cNvPr>
                <p:cNvGrpSpPr/>
                <p:nvPr/>
              </p:nvGrpSpPr>
              <p:grpSpPr>
                <a:xfrm flipH="1">
                  <a:off x="7112508" y="1070071"/>
                  <a:ext cx="2127538" cy="1542663"/>
                  <a:chOff x="3389261" y="4760929"/>
                  <a:chExt cx="2048124" cy="1455801"/>
                </a:xfrm>
              </p:grpSpPr>
              <p:sp>
                <p:nvSpPr>
                  <p:cNvPr id="84" name="Rectangle 83">
                    <a:extLst>
                      <a:ext uri="{FF2B5EF4-FFF2-40B4-BE49-F238E27FC236}">
                        <a16:creationId xmlns:a16="http://schemas.microsoft.com/office/drawing/2014/main" id="{6CF356B8-B84D-4D8C-B353-07AF379F105C}"/>
                      </a:ext>
                    </a:extLst>
                  </p:cNvPr>
                  <p:cNvSpPr/>
                  <p:nvPr/>
                </p:nvSpPr>
                <p:spPr>
                  <a:xfrm>
                    <a:off x="3527385" y="4760929"/>
                    <a:ext cx="1910000" cy="331595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b="1" u="sng" dirty="0">
                        <a:latin typeface="Agency FB" panose="020B0503020202020204" pitchFamily="34" charset="0"/>
                        <a:cs typeface="Arial" pitchFamily="34" charset="0"/>
                      </a:rPr>
                      <a:t>Software</a:t>
                    </a:r>
                    <a:r>
                      <a:rPr lang="en-US" b="1" u="sng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gency FB" panose="020B0503020202020204" pitchFamily="34" charset="0"/>
                        <a:cs typeface="Arial" pitchFamily="34" charset="0"/>
                      </a:rPr>
                      <a:t> </a:t>
                    </a:r>
                    <a:r>
                      <a:rPr lang="en-US" b="1" u="sng" dirty="0">
                        <a:solidFill>
                          <a:schemeClr val="accent1"/>
                        </a:solidFill>
                        <a:latin typeface="Agency FB" panose="020B0503020202020204" pitchFamily="34" charset="0"/>
                        <a:cs typeface="Arial" pitchFamily="34" charset="0"/>
                      </a:rPr>
                      <a:t>Defined</a:t>
                    </a:r>
                    <a:endParaRPr lang="en-US" b="1" u="sng" dirty="0">
                      <a:solidFill>
                        <a:schemeClr val="accent1"/>
                      </a:solidFill>
                      <a:latin typeface="Agency FB" panose="020B0503020202020204" pitchFamily="34" charset="0"/>
                    </a:endParaRPr>
                  </a:p>
                </p:txBody>
              </p:sp>
              <p:sp>
                <p:nvSpPr>
                  <p:cNvPr id="85" name="Rectangle 84">
                    <a:extLst>
                      <a:ext uri="{FF2B5EF4-FFF2-40B4-BE49-F238E27FC236}">
                        <a16:creationId xmlns:a16="http://schemas.microsoft.com/office/drawing/2014/main" id="{0FABAF7E-4975-4537-AB10-CCAB098E54AF}"/>
                      </a:ext>
                    </a:extLst>
                  </p:cNvPr>
                  <p:cNvSpPr/>
                  <p:nvPr/>
                </p:nvSpPr>
                <p:spPr>
                  <a:xfrm>
                    <a:off x="3389261" y="5166678"/>
                    <a:ext cx="2014354" cy="105005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400" dirty="0">
                        <a:latin typeface="Helvetica" panose="020B0604020202020204" pitchFamily="2" charset="0"/>
                      </a:rPr>
                      <a:t>Infrastructure /Cloud provisioning through standard compliant templates, liquid elastic layer.</a:t>
                    </a:r>
                  </a:p>
                </p:txBody>
              </p:sp>
            </p:grpSp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E5A0C4D5-1CAF-491C-B075-DE77EBDBAA67}"/>
                    </a:ext>
                  </a:extLst>
                </p:cNvPr>
                <p:cNvGrpSpPr/>
                <p:nvPr/>
              </p:nvGrpSpPr>
              <p:grpSpPr>
                <a:xfrm>
                  <a:off x="7875439" y="599727"/>
                  <a:ext cx="530307" cy="530307"/>
                  <a:chOff x="7875439" y="599727"/>
                  <a:chExt cx="530307" cy="530307"/>
                </a:xfrm>
              </p:grpSpPr>
              <p:grpSp>
                <p:nvGrpSpPr>
                  <p:cNvPr id="71" name="Group 70">
                    <a:extLst>
                      <a:ext uri="{FF2B5EF4-FFF2-40B4-BE49-F238E27FC236}">
                        <a16:creationId xmlns:a16="http://schemas.microsoft.com/office/drawing/2014/main" id="{012BDF5A-28A7-4A7D-AE0A-3930D1C8EC22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7875439" y="599727"/>
                    <a:ext cx="530307" cy="530307"/>
                    <a:chOff x="320722" y="634457"/>
                    <a:chExt cx="1444752" cy="1444752"/>
                  </a:xfrm>
                  <a:effectLst/>
                </p:grpSpPr>
                <p:sp>
                  <p:nvSpPr>
                    <p:cNvPr id="82" name="Oval 81">
                      <a:extLst>
                        <a:ext uri="{FF2B5EF4-FFF2-40B4-BE49-F238E27FC236}">
                          <a16:creationId xmlns:a16="http://schemas.microsoft.com/office/drawing/2014/main" id="{EA2353C6-05A2-478F-8298-EA37376790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722" y="634457"/>
                      <a:ext cx="1444752" cy="1444752"/>
                    </a:xfrm>
                    <a:prstGeom prst="ellipse">
                      <a:avLst/>
                    </a:prstGeom>
                    <a:solidFill>
                      <a:sysClr val="window" lastClr="FFFFFF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914377">
                        <a:defRPr/>
                      </a:pPr>
                      <a:endParaRPr lang="en-US" kern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83" name="Oval 82">
                      <a:extLst>
                        <a:ext uri="{FF2B5EF4-FFF2-40B4-BE49-F238E27FC236}">
                          <a16:creationId xmlns:a16="http://schemas.microsoft.com/office/drawing/2014/main" id="{358F0188-BC55-4674-B2C4-32491741CA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325" y="698060"/>
                      <a:ext cx="1317546" cy="1317546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914377">
                        <a:defRPr/>
                      </a:pPr>
                      <a:endParaRPr lang="en-US" kern="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72" name="Group 71">
                    <a:extLst>
                      <a:ext uri="{FF2B5EF4-FFF2-40B4-BE49-F238E27FC236}">
                        <a16:creationId xmlns:a16="http://schemas.microsoft.com/office/drawing/2014/main" id="{CBE55CCC-B754-482F-8307-F2F64D0BFE08}"/>
                      </a:ext>
                    </a:extLst>
                  </p:cNvPr>
                  <p:cNvGrpSpPr/>
                  <p:nvPr/>
                </p:nvGrpSpPr>
                <p:grpSpPr>
                  <a:xfrm rot="1865565">
                    <a:off x="8066415" y="697770"/>
                    <a:ext cx="188572" cy="301460"/>
                    <a:chOff x="-4076461" y="339339"/>
                    <a:chExt cx="3949778" cy="6314304"/>
                  </a:xfrm>
                  <a:solidFill>
                    <a:schemeClr val="bg1"/>
                  </a:solidFill>
                </p:grpSpPr>
                <p:grpSp>
                  <p:nvGrpSpPr>
                    <p:cNvPr id="73" name="Group 72">
                      <a:extLst>
                        <a:ext uri="{FF2B5EF4-FFF2-40B4-BE49-F238E27FC236}">
                          <a16:creationId xmlns:a16="http://schemas.microsoft.com/office/drawing/2014/main" id="{32EC76B0-0CC9-41BC-9135-BE64FE0E225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512843" y="339339"/>
                      <a:ext cx="1088958" cy="4888781"/>
                      <a:chOff x="5047977" y="-95001"/>
                      <a:chExt cx="1088958" cy="4888781"/>
                    </a:xfrm>
                    <a:grpFill/>
                  </p:grpSpPr>
                  <p:sp>
                    <p:nvSpPr>
                      <p:cNvPr id="75" name="Rectangle 16">
                        <a:extLst>
                          <a:ext uri="{FF2B5EF4-FFF2-40B4-BE49-F238E27FC236}">
                            <a16:creationId xmlns:a16="http://schemas.microsoft.com/office/drawing/2014/main" id="{42C7A4F4-6EFA-4A48-B1BC-0EEE5B63FA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84117" y="-95001"/>
                        <a:ext cx="278344" cy="423612"/>
                      </a:xfrm>
                      <a:custGeom>
                        <a:avLst/>
                        <a:gdLst>
                          <a:gd name="connsiteX0" fmla="*/ 0 w 406400"/>
                          <a:gd name="connsiteY0" fmla="*/ 0 h 311943"/>
                          <a:gd name="connsiteX1" fmla="*/ 406400 w 406400"/>
                          <a:gd name="connsiteY1" fmla="*/ 0 h 311943"/>
                          <a:gd name="connsiteX2" fmla="*/ 406400 w 406400"/>
                          <a:gd name="connsiteY2" fmla="*/ 311943 h 311943"/>
                          <a:gd name="connsiteX3" fmla="*/ 0 w 406400"/>
                          <a:gd name="connsiteY3" fmla="*/ 311943 h 311943"/>
                          <a:gd name="connsiteX4" fmla="*/ 0 w 406400"/>
                          <a:gd name="connsiteY4" fmla="*/ 0 h 311943"/>
                          <a:gd name="connsiteX0" fmla="*/ 0 w 406400"/>
                          <a:gd name="connsiteY0" fmla="*/ 0 h 314324"/>
                          <a:gd name="connsiteX1" fmla="*/ 406400 w 406400"/>
                          <a:gd name="connsiteY1" fmla="*/ 0 h 314324"/>
                          <a:gd name="connsiteX2" fmla="*/ 406400 w 406400"/>
                          <a:gd name="connsiteY2" fmla="*/ 311943 h 314324"/>
                          <a:gd name="connsiteX3" fmla="*/ 57150 w 406400"/>
                          <a:gd name="connsiteY3" fmla="*/ 314324 h 314324"/>
                          <a:gd name="connsiteX4" fmla="*/ 0 w 406400"/>
                          <a:gd name="connsiteY4" fmla="*/ 0 h 314324"/>
                          <a:gd name="connsiteX0" fmla="*/ 0 w 406400"/>
                          <a:gd name="connsiteY0" fmla="*/ 0 h 314324"/>
                          <a:gd name="connsiteX1" fmla="*/ 406400 w 406400"/>
                          <a:gd name="connsiteY1" fmla="*/ 0 h 314324"/>
                          <a:gd name="connsiteX2" fmla="*/ 270668 w 406400"/>
                          <a:gd name="connsiteY2" fmla="*/ 259555 h 314324"/>
                          <a:gd name="connsiteX3" fmla="*/ 57150 w 406400"/>
                          <a:gd name="connsiteY3" fmla="*/ 314324 h 314324"/>
                          <a:gd name="connsiteX4" fmla="*/ 0 w 406400"/>
                          <a:gd name="connsiteY4" fmla="*/ 0 h 314324"/>
                          <a:gd name="connsiteX0" fmla="*/ 0 w 270668"/>
                          <a:gd name="connsiteY0" fmla="*/ 78581 h 392905"/>
                          <a:gd name="connsiteX1" fmla="*/ 201613 w 270668"/>
                          <a:gd name="connsiteY1" fmla="*/ 0 h 392905"/>
                          <a:gd name="connsiteX2" fmla="*/ 270668 w 270668"/>
                          <a:gd name="connsiteY2" fmla="*/ 338136 h 392905"/>
                          <a:gd name="connsiteX3" fmla="*/ 57150 w 270668"/>
                          <a:gd name="connsiteY3" fmla="*/ 392905 h 392905"/>
                          <a:gd name="connsiteX4" fmla="*/ 0 w 270668"/>
                          <a:gd name="connsiteY4" fmla="*/ 78581 h 392905"/>
                          <a:gd name="connsiteX0" fmla="*/ 0 w 277812"/>
                          <a:gd name="connsiteY0" fmla="*/ 76200 h 392905"/>
                          <a:gd name="connsiteX1" fmla="*/ 208757 w 277812"/>
                          <a:gd name="connsiteY1" fmla="*/ 0 h 392905"/>
                          <a:gd name="connsiteX2" fmla="*/ 277812 w 277812"/>
                          <a:gd name="connsiteY2" fmla="*/ 338136 h 392905"/>
                          <a:gd name="connsiteX3" fmla="*/ 64294 w 277812"/>
                          <a:gd name="connsiteY3" fmla="*/ 392905 h 392905"/>
                          <a:gd name="connsiteX4" fmla="*/ 0 w 277812"/>
                          <a:gd name="connsiteY4" fmla="*/ 76200 h 392905"/>
                          <a:gd name="connsiteX0" fmla="*/ 1866 w 279678"/>
                          <a:gd name="connsiteY0" fmla="*/ 76200 h 392905"/>
                          <a:gd name="connsiteX1" fmla="*/ 210623 w 279678"/>
                          <a:gd name="connsiteY1" fmla="*/ 0 h 392905"/>
                          <a:gd name="connsiteX2" fmla="*/ 279678 w 279678"/>
                          <a:gd name="connsiteY2" fmla="*/ 338136 h 392905"/>
                          <a:gd name="connsiteX3" fmla="*/ 66160 w 279678"/>
                          <a:gd name="connsiteY3" fmla="*/ 392905 h 392905"/>
                          <a:gd name="connsiteX4" fmla="*/ 1866 w 279678"/>
                          <a:gd name="connsiteY4" fmla="*/ 76200 h 392905"/>
                          <a:gd name="connsiteX0" fmla="*/ 1891 w 279703"/>
                          <a:gd name="connsiteY0" fmla="*/ 109176 h 425881"/>
                          <a:gd name="connsiteX1" fmla="*/ 210648 w 279703"/>
                          <a:gd name="connsiteY1" fmla="*/ 32976 h 425881"/>
                          <a:gd name="connsiteX2" fmla="*/ 279703 w 279703"/>
                          <a:gd name="connsiteY2" fmla="*/ 371112 h 425881"/>
                          <a:gd name="connsiteX3" fmla="*/ 66185 w 279703"/>
                          <a:gd name="connsiteY3" fmla="*/ 425881 h 425881"/>
                          <a:gd name="connsiteX4" fmla="*/ 1891 w 279703"/>
                          <a:gd name="connsiteY4" fmla="*/ 109176 h 425881"/>
                          <a:gd name="connsiteX0" fmla="*/ 1891 w 279703"/>
                          <a:gd name="connsiteY0" fmla="*/ 113395 h 430100"/>
                          <a:gd name="connsiteX1" fmla="*/ 210648 w 279703"/>
                          <a:gd name="connsiteY1" fmla="*/ 37195 h 430100"/>
                          <a:gd name="connsiteX2" fmla="*/ 279703 w 279703"/>
                          <a:gd name="connsiteY2" fmla="*/ 375331 h 430100"/>
                          <a:gd name="connsiteX3" fmla="*/ 66185 w 279703"/>
                          <a:gd name="connsiteY3" fmla="*/ 430100 h 430100"/>
                          <a:gd name="connsiteX4" fmla="*/ 1891 w 279703"/>
                          <a:gd name="connsiteY4" fmla="*/ 113395 h 430100"/>
                          <a:gd name="connsiteX0" fmla="*/ 1709 w 279521"/>
                          <a:gd name="connsiteY0" fmla="*/ 114450 h 431155"/>
                          <a:gd name="connsiteX1" fmla="*/ 210466 w 279521"/>
                          <a:gd name="connsiteY1" fmla="*/ 38250 h 431155"/>
                          <a:gd name="connsiteX2" fmla="*/ 279521 w 279521"/>
                          <a:gd name="connsiteY2" fmla="*/ 376386 h 431155"/>
                          <a:gd name="connsiteX3" fmla="*/ 66003 w 279521"/>
                          <a:gd name="connsiteY3" fmla="*/ 431155 h 431155"/>
                          <a:gd name="connsiteX4" fmla="*/ 1709 w 279521"/>
                          <a:gd name="connsiteY4" fmla="*/ 114450 h 431155"/>
                          <a:gd name="connsiteX0" fmla="*/ 554 w 278366"/>
                          <a:gd name="connsiteY0" fmla="*/ 114450 h 431155"/>
                          <a:gd name="connsiteX1" fmla="*/ 209311 w 278366"/>
                          <a:gd name="connsiteY1" fmla="*/ 38250 h 431155"/>
                          <a:gd name="connsiteX2" fmla="*/ 278366 w 278366"/>
                          <a:gd name="connsiteY2" fmla="*/ 376386 h 431155"/>
                          <a:gd name="connsiteX3" fmla="*/ 64848 w 278366"/>
                          <a:gd name="connsiteY3" fmla="*/ 431155 h 431155"/>
                          <a:gd name="connsiteX4" fmla="*/ 554 w 278366"/>
                          <a:gd name="connsiteY4" fmla="*/ 114450 h 431155"/>
                          <a:gd name="connsiteX0" fmla="*/ 539 w 278351"/>
                          <a:gd name="connsiteY0" fmla="*/ 103734 h 420439"/>
                          <a:gd name="connsiteX1" fmla="*/ 214058 w 278351"/>
                          <a:gd name="connsiteY1" fmla="*/ 41822 h 420439"/>
                          <a:gd name="connsiteX2" fmla="*/ 278351 w 278351"/>
                          <a:gd name="connsiteY2" fmla="*/ 365670 h 420439"/>
                          <a:gd name="connsiteX3" fmla="*/ 64833 w 278351"/>
                          <a:gd name="connsiteY3" fmla="*/ 420439 h 420439"/>
                          <a:gd name="connsiteX4" fmla="*/ 539 w 278351"/>
                          <a:gd name="connsiteY4" fmla="*/ 103734 h 420439"/>
                          <a:gd name="connsiteX0" fmla="*/ 532 w 278344"/>
                          <a:gd name="connsiteY0" fmla="*/ 106907 h 423612"/>
                          <a:gd name="connsiteX1" fmla="*/ 214051 w 278344"/>
                          <a:gd name="connsiteY1" fmla="*/ 44995 h 423612"/>
                          <a:gd name="connsiteX2" fmla="*/ 278344 w 278344"/>
                          <a:gd name="connsiteY2" fmla="*/ 368843 h 423612"/>
                          <a:gd name="connsiteX3" fmla="*/ 64826 w 278344"/>
                          <a:gd name="connsiteY3" fmla="*/ 423612 h 423612"/>
                          <a:gd name="connsiteX4" fmla="*/ 532 w 278344"/>
                          <a:gd name="connsiteY4" fmla="*/ 106907 h 42361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78344" h="423612">
                            <a:moveTo>
                              <a:pt x="532" y="106907"/>
                            </a:moveTo>
                            <a:cubicBezTo>
                              <a:pt x="-10845" y="19595"/>
                              <a:pt x="163515" y="-48667"/>
                              <a:pt x="214051" y="44995"/>
                            </a:cubicBezTo>
                            <a:lnTo>
                              <a:pt x="278344" y="368843"/>
                            </a:lnTo>
                            <a:lnTo>
                              <a:pt x="64826" y="423612"/>
                            </a:lnTo>
                            <a:lnTo>
                              <a:pt x="532" y="106907"/>
                            </a:ln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>
                          <a:solidFill>
                            <a:schemeClr val="accent1"/>
                          </a:solidFill>
                        </a:endParaRPr>
                      </a:p>
                    </p:txBody>
                  </p:sp>
                  <p:sp>
                    <p:nvSpPr>
                      <p:cNvPr id="76" name="Rectangle 17">
                        <a:extLst>
                          <a:ext uri="{FF2B5EF4-FFF2-40B4-BE49-F238E27FC236}">
                            <a16:creationId xmlns:a16="http://schemas.microsoft.com/office/drawing/2014/main" id="{339BAE75-6993-4E59-96F2-2984E2516B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84183" y="2178039"/>
                        <a:ext cx="496888" cy="422616"/>
                      </a:xfrm>
                      <a:custGeom>
                        <a:avLst/>
                        <a:gdLst>
                          <a:gd name="connsiteX0" fmla="*/ 0 w 406400"/>
                          <a:gd name="connsiteY0" fmla="*/ 0 h 682171"/>
                          <a:gd name="connsiteX1" fmla="*/ 406400 w 406400"/>
                          <a:gd name="connsiteY1" fmla="*/ 0 h 682171"/>
                          <a:gd name="connsiteX2" fmla="*/ 406400 w 406400"/>
                          <a:gd name="connsiteY2" fmla="*/ 682171 h 682171"/>
                          <a:gd name="connsiteX3" fmla="*/ 0 w 406400"/>
                          <a:gd name="connsiteY3" fmla="*/ 682171 h 682171"/>
                          <a:gd name="connsiteX4" fmla="*/ 0 w 406400"/>
                          <a:gd name="connsiteY4" fmla="*/ 0 h 682171"/>
                          <a:gd name="connsiteX0" fmla="*/ 0 w 437356"/>
                          <a:gd name="connsiteY0" fmla="*/ 76200 h 758371"/>
                          <a:gd name="connsiteX1" fmla="*/ 437356 w 437356"/>
                          <a:gd name="connsiteY1" fmla="*/ 0 h 758371"/>
                          <a:gd name="connsiteX2" fmla="*/ 406400 w 437356"/>
                          <a:gd name="connsiteY2" fmla="*/ 758371 h 758371"/>
                          <a:gd name="connsiteX3" fmla="*/ 0 w 437356"/>
                          <a:gd name="connsiteY3" fmla="*/ 758371 h 758371"/>
                          <a:gd name="connsiteX4" fmla="*/ 0 w 437356"/>
                          <a:gd name="connsiteY4" fmla="*/ 76200 h 758371"/>
                          <a:gd name="connsiteX0" fmla="*/ 0 w 496888"/>
                          <a:gd name="connsiteY0" fmla="*/ 76200 h 758371"/>
                          <a:gd name="connsiteX1" fmla="*/ 437356 w 496888"/>
                          <a:gd name="connsiteY1" fmla="*/ 0 h 758371"/>
                          <a:gd name="connsiteX2" fmla="*/ 496888 w 496888"/>
                          <a:gd name="connsiteY2" fmla="*/ 320221 h 758371"/>
                          <a:gd name="connsiteX3" fmla="*/ 0 w 496888"/>
                          <a:gd name="connsiteY3" fmla="*/ 758371 h 758371"/>
                          <a:gd name="connsiteX4" fmla="*/ 0 w 496888"/>
                          <a:gd name="connsiteY4" fmla="*/ 76200 h 758371"/>
                          <a:gd name="connsiteX0" fmla="*/ 0 w 496888"/>
                          <a:gd name="connsiteY0" fmla="*/ 76200 h 408328"/>
                          <a:gd name="connsiteX1" fmla="*/ 437356 w 496888"/>
                          <a:gd name="connsiteY1" fmla="*/ 0 h 408328"/>
                          <a:gd name="connsiteX2" fmla="*/ 496888 w 496888"/>
                          <a:gd name="connsiteY2" fmla="*/ 320221 h 408328"/>
                          <a:gd name="connsiteX3" fmla="*/ 76200 w 496888"/>
                          <a:gd name="connsiteY3" fmla="*/ 408328 h 408328"/>
                          <a:gd name="connsiteX4" fmla="*/ 0 w 496888"/>
                          <a:gd name="connsiteY4" fmla="*/ 76200 h 408328"/>
                          <a:gd name="connsiteX0" fmla="*/ 0 w 496888"/>
                          <a:gd name="connsiteY0" fmla="*/ 90488 h 422616"/>
                          <a:gd name="connsiteX1" fmla="*/ 454025 w 496888"/>
                          <a:gd name="connsiteY1" fmla="*/ 0 h 422616"/>
                          <a:gd name="connsiteX2" fmla="*/ 496888 w 496888"/>
                          <a:gd name="connsiteY2" fmla="*/ 334509 h 422616"/>
                          <a:gd name="connsiteX3" fmla="*/ 76200 w 496888"/>
                          <a:gd name="connsiteY3" fmla="*/ 422616 h 422616"/>
                          <a:gd name="connsiteX4" fmla="*/ 0 w 496888"/>
                          <a:gd name="connsiteY4" fmla="*/ 90488 h 422616"/>
                          <a:gd name="connsiteX0" fmla="*/ 0 w 496888"/>
                          <a:gd name="connsiteY0" fmla="*/ 90488 h 422616"/>
                          <a:gd name="connsiteX1" fmla="*/ 451644 w 496888"/>
                          <a:gd name="connsiteY1" fmla="*/ 0 h 422616"/>
                          <a:gd name="connsiteX2" fmla="*/ 496888 w 496888"/>
                          <a:gd name="connsiteY2" fmla="*/ 334509 h 422616"/>
                          <a:gd name="connsiteX3" fmla="*/ 76200 w 496888"/>
                          <a:gd name="connsiteY3" fmla="*/ 422616 h 422616"/>
                          <a:gd name="connsiteX4" fmla="*/ 0 w 496888"/>
                          <a:gd name="connsiteY4" fmla="*/ 90488 h 4226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496888" h="422616">
                            <a:moveTo>
                              <a:pt x="0" y="90488"/>
                            </a:moveTo>
                            <a:lnTo>
                              <a:pt x="451644" y="0"/>
                            </a:lnTo>
                            <a:lnTo>
                              <a:pt x="496888" y="334509"/>
                            </a:lnTo>
                            <a:lnTo>
                              <a:pt x="76200" y="422616"/>
                            </a:lnTo>
                            <a:lnTo>
                              <a:pt x="0" y="90488"/>
                            </a:ln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>
                          <a:solidFill>
                            <a:schemeClr val="accent1"/>
                          </a:solidFill>
                        </a:endParaRPr>
                      </a:p>
                    </p:txBody>
                  </p:sp>
                  <p:sp>
                    <p:nvSpPr>
                      <p:cNvPr id="77" name="Rounded Rectangle 18">
                        <a:extLst>
                          <a:ext uri="{FF2B5EF4-FFF2-40B4-BE49-F238E27FC236}">
                            <a16:creationId xmlns:a16="http://schemas.microsoft.com/office/drawing/2014/main" id="{05900AF8-8771-40E4-AC57-94D563024D87}"/>
                          </a:ext>
                        </a:extLst>
                      </p:cNvPr>
                      <p:cNvSpPr/>
                      <p:nvPr/>
                    </p:nvSpPr>
                    <p:spPr>
                      <a:xfrm rot="20940000">
                        <a:off x="5047977" y="324169"/>
                        <a:ext cx="449762" cy="139499"/>
                      </a:xfrm>
                      <a:custGeom>
                        <a:avLst/>
                        <a:gdLst>
                          <a:gd name="connsiteX0" fmla="*/ 0 w 448142"/>
                          <a:gd name="connsiteY0" fmla="*/ 36608 h 219641"/>
                          <a:gd name="connsiteX1" fmla="*/ 36608 w 448142"/>
                          <a:gd name="connsiteY1" fmla="*/ 0 h 219641"/>
                          <a:gd name="connsiteX2" fmla="*/ 411534 w 448142"/>
                          <a:gd name="connsiteY2" fmla="*/ 0 h 219641"/>
                          <a:gd name="connsiteX3" fmla="*/ 448142 w 448142"/>
                          <a:gd name="connsiteY3" fmla="*/ 36608 h 219641"/>
                          <a:gd name="connsiteX4" fmla="*/ 448142 w 448142"/>
                          <a:gd name="connsiteY4" fmla="*/ 183033 h 219641"/>
                          <a:gd name="connsiteX5" fmla="*/ 411534 w 448142"/>
                          <a:gd name="connsiteY5" fmla="*/ 219641 h 219641"/>
                          <a:gd name="connsiteX6" fmla="*/ 36608 w 448142"/>
                          <a:gd name="connsiteY6" fmla="*/ 219641 h 219641"/>
                          <a:gd name="connsiteX7" fmla="*/ 0 w 448142"/>
                          <a:gd name="connsiteY7" fmla="*/ 183033 h 219641"/>
                          <a:gd name="connsiteX8" fmla="*/ 0 w 448142"/>
                          <a:gd name="connsiteY8" fmla="*/ 36608 h 219641"/>
                          <a:gd name="connsiteX0" fmla="*/ 0 w 448142"/>
                          <a:gd name="connsiteY0" fmla="*/ 36608 h 219641"/>
                          <a:gd name="connsiteX1" fmla="*/ 36608 w 448142"/>
                          <a:gd name="connsiteY1" fmla="*/ 0 h 219641"/>
                          <a:gd name="connsiteX2" fmla="*/ 411534 w 448142"/>
                          <a:gd name="connsiteY2" fmla="*/ 0 h 219641"/>
                          <a:gd name="connsiteX3" fmla="*/ 448142 w 448142"/>
                          <a:gd name="connsiteY3" fmla="*/ 36608 h 219641"/>
                          <a:gd name="connsiteX4" fmla="*/ 448142 w 448142"/>
                          <a:gd name="connsiteY4" fmla="*/ 183033 h 219641"/>
                          <a:gd name="connsiteX5" fmla="*/ 411534 w 448142"/>
                          <a:gd name="connsiteY5" fmla="*/ 219641 h 219641"/>
                          <a:gd name="connsiteX6" fmla="*/ 0 w 448142"/>
                          <a:gd name="connsiteY6" fmla="*/ 183033 h 219641"/>
                          <a:gd name="connsiteX7" fmla="*/ 0 w 448142"/>
                          <a:gd name="connsiteY7" fmla="*/ 36608 h 219641"/>
                          <a:gd name="connsiteX0" fmla="*/ 0 w 448142"/>
                          <a:gd name="connsiteY0" fmla="*/ 36608 h 201336"/>
                          <a:gd name="connsiteX1" fmla="*/ 36608 w 448142"/>
                          <a:gd name="connsiteY1" fmla="*/ 0 h 201336"/>
                          <a:gd name="connsiteX2" fmla="*/ 411534 w 448142"/>
                          <a:gd name="connsiteY2" fmla="*/ 0 h 201336"/>
                          <a:gd name="connsiteX3" fmla="*/ 448142 w 448142"/>
                          <a:gd name="connsiteY3" fmla="*/ 36608 h 201336"/>
                          <a:gd name="connsiteX4" fmla="*/ 448142 w 448142"/>
                          <a:gd name="connsiteY4" fmla="*/ 183033 h 201336"/>
                          <a:gd name="connsiteX5" fmla="*/ 0 w 448142"/>
                          <a:gd name="connsiteY5" fmla="*/ 183033 h 201336"/>
                          <a:gd name="connsiteX6" fmla="*/ 0 w 448142"/>
                          <a:gd name="connsiteY6" fmla="*/ 36608 h 201336"/>
                          <a:gd name="connsiteX0" fmla="*/ 0 w 449762"/>
                          <a:gd name="connsiteY0" fmla="*/ 36608 h 189986"/>
                          <a:gd name="connsiteX1" fmla="*/ 36608 w 449762"/>
                          <a:gd name="connsiteY1" fmla="*/ 0 h 189986"/>
                          <a:gd name="connsiteX2" fmla="*/ 411534 w 449762"/>
                          <a:gd name="connsiteY2" fmla="*/ 0 h 189986"/>
                          <a:gd name="connsiteX3" fmla="*/ 448142 w 449762"/>
                          <a:gd name="connsiteY3" fmla="*/ 36608 h 189986"/>
                          <a:gd name="connsiteX4" fmla="*/ 449762 w 449762"/>
                          <a:gd name="connsiteY4" fmla="*/ 137257 h 189986"/>
                          <a:gd name="connsiteX5" fmla="*/ 0 w 449762"/>
                          <a:gd name="connsiteY5" fmla="*/ 183033 h 189986"/>
                          <a:gd name="connsiteX6" fmla="*/ 0 w 449762"/>
                          <a:gd name="connsiteY6" fmla="*/ 36608 h 189986"/>
                          <a:gd name="connsiteX0" fmla="*/ 0 w 449762"/>
                          <a:gd name="connsiteY0" fmla="*/ 36608 h 155080"/>
                          <a:gd name="connsiteX1" fmla="*/ 36608 w 449762"/>
                          <a:gd name="connsiteY1" fmla="*/ 0 h 155080"/>
                          <a:gd name="connsiteX2" fmla="*/ 411534 w 449762"/>
                          <a:gd name="connsiteY2" fmla="*/ 0 h 155080"/>
                          <a:gd name="connsiteX3" fmla="*/ 448142 w 449762"/>
                          <a:gd name="connsiteY3" fmla="*/ 36608 h 155080"/>
                          <a:gd name="connsiteX4" fmla="*/ 449762 w 449762"/>
                          <a:gd name="connsiteY4" fmla="*/ 137257 h 155080"/>
                          <a:gd name="connsiteX5" fmla="*/ 9087 w 449762"/>
                          <a:gd name="connsiteY5" fmla="*/ 136283 h 155080"/>
                          <a:gd name="connsiteX6" fmla="*/ 0 w 449762"/>
                          <a:gd name="connsiteY6" fmla="*/ 36608 h 155080"/>
                          <a:gd name="connsiteX0" fmla="*/ 0 w 449762"/>
                          <a:gd name="connsiteY0" fmla="*/ 36608 h 148371"/>
                          <a:gd name="connsiteX1" fmla="*/ 36608 w 449762"/>
                          <a:gd name="connsiteY1" fmla="*/ 0 h 148371"/>
                          <a:gd name="connsiteX2" fmla="*/ 411534 w 449762"/>
                          <a:gd name="connsiteY2" fmla="*/ 0 h 148371"/>
                          <a:gd name="connsiteX3" fmla="*/ 448142 w 449762"/>
                          <a:gd name="connsiteY3" fmla="*/ 36608 h 148371"/>
                          <a:gd name="connsiteX4" fmla="*/ 449762 w 449762"/>
                          <a:gd name="connsiteY4" fmla="*/ 137257 h 148371"/>
                          <a:gd name="connsiteX5" fmla="*/ 9087 w 449762"/>
                          <a:gd name="connsiteY5" fmla="*/ 136283 h 148371"/>
                          <a:gd name="connsiteX6" fmla="*/ 0 w 449762"/>
                          <a:gd name="connsiteY6" fmla="*/ 36608 h 148371"/>
                          <a:gd name="connsiteX0" fmla="*/ 0 w 449762"/>
                          <a:gd name="connsiteY0" fmla="*/ 36608 h 139499"/>
                          <a:gd name="connsiteX1" fmla="*/ 36608 w 449762"/>
                          <a:gd name="connsiteY1" fmla="*/ 0 h 139499"/>
                          <a:gd name="connsiteX2" fmla="*/ 411534 w 449762"/>
                          <a:gd name="connsiteY2" fmla="*/ 0 h 139499"/>
                          <a:gd name="connsiteX3" fmla="*/ 448142 w 449762"/>
                          <a:gd name="connsiteY3" fmla="*/ 36608 h 139499"/>
                          <a:gd name="connsiteX4" fmla="*/ 449762 w 449762"/>
                          <a:gd name="connsiteY4" fmla="*/ 137257 h 139499"/>
                          <a:gd name="connsiteX5" fmla="*/ 9087 w 449762"/>
                          <a:gd name="connsiteY5" fmla="*/ 136283 h 139499"/>
                          <a:gd name="connsiteX6" fmla="*/ 0 w 449762"/>
                          <a:gd name="connsiteY6" fmla="*/ 36608 h 139499"/>
                          <a:gd name="connsiteX0" fmla="*/ 0 w 449762"/>
                          <a:gd name="connsiteY0" fmla="*/ 36608 h 139499"/>
                          <a:gd name="connsiteX1" fmla="*/ 36608 w 449762"/>
                          <a:gd name="connsiteY1" fmla="*/ 0 h 139499"/>
                          <a:gd name="connsiteX2" fmla="*/ 411534 w 449762"/>
                          <a:gd name="connsiteY2" fmla="*/ 0 h 139499"/>
                          <a:gd name="connsiteX3" fmla="*/ 448142 w 449762"/>
                          <a:gd name="connsiteY3" fmla="*/ 36608 h 139499"/>
                          <a:gd name="connsiteX4" fmla="*/ 449762 w 449762"/>
                          <a:gd name="connsiteY4" fmla="*/ 137257 h 139499"/>
                          <a:gd name="connsiteX5" fmla="*/ 9087 w 449762"/>
                          <a:gd name="connsiteY5" fmla="*/ 136283 h 139499"/>
                          <a:gd name="connsiteX6" fmla="*/ 0 w 449762"/>
                          <a:gd name="connsiteY6" fmla="*/ 36608 h 13949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449762" h="139499">
                            <a:moveTo>
                              <a:pt x="0" y="36608"/>
                            </a:moveTo>
                            <a:cubicBezTo>
                              <a:pt x="0" y="16390"/>
                              <a:pt x="16390" y="0"/>
                              <a:pt x="36608" y="0"/>
                            </a:cubicBezTo>
                            <a:lnTo>
                              <a:pt x="411534" y="0"/>
                            </a:lnTo>
                            <a:cubicBezTo>
                              <a:pt x="431752" y="0"/>
                              <a:pt x="448142" y="16390"/>
                              <a:pt x="448142" y="36608"/>
                            </a:cubicBezTo>
                            <a:lnTo>
                              <a:pt x="449762" y="137257"/>
                            </a:lnTo>
                            <a:cubicBezTo>
                              <a:pt x="359553" y="141664"/>
                              <a:pt x="107475" y="138610"/>
                              <a:pt x="9087" y="136283"/>
                            </a:cubicBezTo>
                            <a:lnTo>
                              <a:pt x="0" y="36608"/>
                            </a:ln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>
                          <a:solidFill>
                            <a:schemeClr val="accent1"/>
                          </a:solidFill>
                        </a:endParaRPr>
                      </a:p>
                    </p:txBody>
                  </p:sp>
                  <p:sp>
                    <p:nvSpPr>
                      <p:cNvPr id="78" name="Freeform 176">
                        <a:extLst>
                          <a:ext uri="{FF2B5EF4-FFF2-40B4-BE49-F238E27FC236}">
                            <a16:creationId xmlns:a16="http://schemas.microsoft.com/office/drawing/2014/main" id="{5D13169C-BD34-4DE6-A630-409CEA33CE60}"/>
                          </a:ext>
                        </a:extLst>
                      </p:cNvPr>
                      <p:cNvSpPr/>
                      <p:nvPr/>
                    </p:nvSpPr>
                    <p:spPr>
                      <a:xfrm rot="20940000">
                        <a:off x="5201661" y="464650"/>
                        <a:ext cx="472671" cy="1702620"/>
                      </a:xfrm>
                      <a:custGeom>
                        <a:avLst/>
                        <a:gdLst>
                          <a:gd name="connsiteX0" fmla="*/ 326359 w 472671"/>
                          <a:gd name="connsiteY0" fmla="*/ 173336 h 1702620"/>
                          <a:gd name="connsiteX1" fmla="*/ 102574 w 472671"/>
                          <a:gd name="connsiteY1" fmla="*/ 236724 h 1702620"/>
                          <a:gd name="connsiteX2" fmla="*/ 114581 w 472671"/>
                          <a:gd name="connsiteY2" fmla="*/ 1547729 h 1702620"/>
                          <a:gd name="connsiteX3" fmla="*/ 347288 w 472671"/>
                          <a:gd name="connsiteY3" fmla="*/ 1544447 h 1702620"/>
                          <a:gd name="connsiteX4" fmla="*/ 382941 w 472671"/>
                          <a:gd name="connsiteY4" fmla="*/ 237854 h 1702620"/>
                          <a:gd name="connsiteX5" fmla="*/ 326359 w 472671"/>
                          <a:gd name="connsiteY5" fmla="*/ 173336 h 1702620"/>
                          <a:gd name="connsiteX6" fmla="*/ 472652 w 472671"/>
                          <a:gd name="connsiteY6" fmla="*/ 7013 h 1702620"/>
                          <a:gd name="connsiteX7" fmla="*/ 466125 w 472671"/>
                          <a:gd name="connsiteY7" fmla="*/ 1702620 h 1702620"/>
                          <a:gd name="connsiteX8" fmla="*/ 0 w 472671"/>
                          <a:gd name="connsiteY8" fmla="*/ 1699439 h 1702620"/>
                          <a:gd name="connsiteX9" fmla="*/ 24253 w 472671"/>
                          <a:gd name="connsiteY9" fmla="*/ 0 h 170262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472671" h="1702620">
                            <a:moveTo>
                              <a:pt x="326359" y="173336"/>
                            </a:moveTo>
                            <a:cubicBezTo>
                              <a:pt x="243944" y="132906"/>
                              <a:pt x="105361" y="162066"/>
                              <a:pt x="102574" y="236724"/>
                            </a:cubicBezTo>
                            <a:cubicBezTo>
                              <a:pt x="106577" y="673726"/>
                              <a:pt x="164997" y="1242596"/>
                              <a:pt x="114581" y="1547729"/>
                            </a:cubicBezTo>
                            <a:cubicBezTo>
                              <a:pt x="128462" y="1687082"/>
                              <a:pt x="365431" y="1627217"/>
                              <a:pt x="347288" y="1544447"/>
                            </a:cubicBezTo>
                            <a:lnTo>
                              <a:pt x="382941" y="237854"/>
                            </a:lnTo>
                            <a:cubicBezTo>
                              <a:pt x="375061" y="208021"/>
                              <a:pt x="353830" y="186812"/>
                              <a:pt x="326359" y="173336"/>
                            </a:cubicBezTo>
                            <a:close/>
                            <a:moveTo>
                              <a:pt x="472652" y="7013"/>
                            </a:moveTo>
                            <a:cubicBezTo>
                              <a:pt x="473106" y="51175"/>
                              <a:pt x="465671" y="1658458"/>
                              <a:pt x="466125" y="1702620"/>
                            </a:cubicBezTo>
                            <a:lnTo>
                              <a:pt x="0" y="1699439"/>
                            </a:lnTo>
                            <a:lnTo>
                              <a:pt x="24253" y="0"/>
                            </a:ln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rtlCol="0" anchor="ctr">
                        <a:noAutofit/>
                      </a:bodyPr>
                      <a:lstStyle/>
                      <a:p>
                        <a:pPr algn="ctr"/>
                        <a:endParaRPr lang="en-US">
                          <a:solidFill>
                            <a:schemeClr val="accent1"/>
                          </a:solidFill>
                        </a:endParaRPr>
                      </a:p>
                    </p:txBody>
                  </p:sp>
                  <p:sp>
                    <p:nvSpPr>
                      <p:cNvPr id="79" name="Rectangle 21">
                        <a:extLst>
                          <a:ext uri="{FF2B5EF4-FFF2-40B4-BE49-F238E27FC236}">
                            <a16:creationId xmlns:a16="http://schemas.microsoft.com/office/drawing/2014/main" id="{6A09ACB0-C3F1-4570-B185-8D3D350F1C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55622" y="2580469"/>
                        <a:ext cx="658812" cy="1275102"/>
                      </a:xfrm>
                      <a:custGeom>
                        <a:avLst/>
                        <a:gdLst>
                          <a:gd name="connsiteX0" fmla="*/ 0 w 406400"/>
                          <a:gd name="connsiteY0" fmla="*/ 0 h 682171"/>
                          <a:gd name="connsiteX1" fmla="*/ 406400 w 406400"/>
                          <a:gd name="connsiteY1" fmla="*/ 0 h 682171"/>
                          <a:gd name="connsiteX2" fmla="*/ 406400 w 406400"/>
                          <a:gd name="connsiteY2" fmla="*/ 682171 h 682171"/>
                          <a:gd name="connsiteX3" fmla="*/ 0 w 406400"/>
                          <a:gd name="connsiteY3" fmla="*/ 682171 h 682171"/>
                          <a:gd name="connsiteX4" fmla="*/ 0 w 406400"/>
                          <a:gd name="connsiteY4" fmla="*/ 0 h 682171"/>
                          <a:gd name="connsiteX0" fmla="*/ 0 w 442118"/>
                          <a:gd name="connsiteY0" fmla="*/ 80963 h 763134"/>
                          <a:gd name="connsiteX1" fmla="*/ 442118 w 442118"/>
                          <a:gd name="connsiteY1" fmla="*/ 0 h 763134"/>
                          <a:gd name="connsiteX2" fmla="*/ 406400 w 442118"/>
                          <a:gd name="connsiteY2" fmla="*/ 763134 h 763134"/>
                          <a:gd name="connsiteX3" fmla="*/ 0 w 442118"/>
                          <a:gd name="connsiteY3" fmla="*/ 763134 h 763134"/>
                          <a:gd name="connsiteX4" fmla="*/ 0 w 442118"/>
                          <a:gd name="connsiteY4" fmla="*/ 80963 h 763134"/>
                          <a:gd name="connsiteX0" fmla="*/ 0 w 656431"/>
                          <a:gd name="connsiteY0" fmla="*/ 80963 h 1186996"/>
                          <a:gd name="connsiteX1" fmla="*/ 442118 w 656431"/>
                          <a:gd name="connsiteY1" fmla="*/ 0 h 1186996"/>
                          <a:gd name="connsiteX2" fmla="*/ 656431 w 656431"/>
                          <a:gd name="connsiteY2" fmla="*/ 1186996 h 1186996"/>
                          <a:gd name="connsiteX3" fmla="*/ 0 w 656431"/>
                          <a:gd name="connsiteY3" fmla="*/ 763134 h 1186996"/>
                          <a:gd name="connsiteX4" fmla="*/ 0 w 656431"/>
                          <a:gd name="connsiteY4" fmla="*/ 80963 h 1186996"/>
                          <a:gd name="connsiteX0" fmla="*/ 0 w 656431"/>
                          <a:gd name="connsiteY0" fmla="*/ 80963 h 1275102"/>
                          <a:gd name="connsiteX1" fmla="*/ 442118 w 656431"/>
                          <a:gd name="connsiteY1" fmla="*/ 0 h 1275102"/>
                          <a:gd name="connsiteX2" fmla="*/ 656431 w 656431"/>
                          <a:gd name="connsiteY2" fmla="*/ 1186996 h 1275102"/>
                          <a:gd name="connsiteX3" fmla="*/ 219075 w 656431"/>
                          <a:gd name="connsiteY3" fmla="*/ 1275102 h 1275102"/>
                          <a:gd name="connsiteX4" fmla="*/ 0 w 656431"/>
                          <a:gd name="connsiteY4" fmla="*/ 80963 h 1275102"/>
                          <a:gd name="connsiteX0" fmla="*/ 0 w 658812"/>
                          <a:gd name="connsiteY0" fmla="*/ 80963 h 1275102"/>
                          <a:gd name="connsiteX1" fmla="*/ 442118 w 658812"/>
                          <a:gd name="connsiteY1" fmla="*/ 0 h 1275102"/>
                          <a:gd name="connsiteX2" fmla="*/ 658812 w 658812"/>
                          <a:gd name="connsiteY2" fmla="*/ 1191759 h 1275102"/>
                          <a:gd name="connsiteX3" fmla="*/ 219075 w 658812"/>
                          <a:gd name="connsiteY3" fmla="*/ 1275102 h 1275102"/>
                          <a:gd name="connsiteX4" fmla="*/ 0 w 658812"/>
                          <a:gd name="connsiteY4" fmla="*/ 80963 h 127510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58812" h="1275102">
                            <a:moveTo>
                              <a:pt x="0" y="80963"/>
                            </a:moveTo>
                            <a:lnTo>
                              <a:pt x="442118" y="0"/>
                            </a:lnTo>
                            <a:lnTo>
                              <a:pt x="658812" y="1191759"/>
                            </a:lnTo>
                            <a:lnTo>
                              <a:pt x="219075" y="1275102"/>
                            </a:lnTo>
                            <a:lnTo>
                              <a:pt x="0" y="80963"/>
                            </a:ln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>
                          <a:solidFill>
                            <a:schemeClr val="accent1"/>
                          </a:solidFill>
                        </a:endParaRPr>
                      </a:p>
                    </p:txBody>
                  </p:sp>
                  <p:sp>
                    <p:nvSpPr>
                      <p:cNvPr id="80" name="Rectangle 22">
                        <a:extLst>
                          <a:ext uri="{FF2B5EF4-FFF2-40B4-BE49-F238E27FC236}">
                            <a16:creationId xmlns:a16="http://schemas.microsoft.com/office/drawing/2014/main" id="{3A162E4A-6389-428F-9A4E-92E0DC48CA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692435" y="3836762"/>
                        <a:ext cx="444500" cy="794090"/>
                      </a:xfrm>
                      <a:custGeom>
                        <a:avLst/>
                        <a:gdLst>
                          <a:gd name="connsiteX0" fmla="*/ 0 w 406400"/>
                          <a:gd name="connsiteY0" fmla="*/ 0 h 682171"/>
                          <a:gd name="connsiteX1" fmla="*/ 406400 w 406400"/>
                          <a:gd name="connsiteY1" fmla="*/ 0 h 682171"/>
                          <a:gd name="connsiteX2" fmla="*/ 406400 w 406400"/>
                          <a:gd name="connsiteY2" fmla="*/ 682171 h 682171"/>
                          <a:gd name="connsiteX3" fmla="*/ 0 w 406400"/>
                          <a:gd name="connsiteY3" fmla="*/ 682171 h 682171"/>
                          <a:gd name="connsiteX4" fmla="*/ 0 w 406400"/>
                          <a:gd name="connsiteY4" fmla="*/ 0 h 682171"/>
                          <a:gd name="connsiteX0" fmla="*/ 0 w 444500"/>
                          <a:gd name="connsiteY0" fmla="*/ 95250 h 777421"/>
                          <a:gd name="connsiteX1" fmla="*/ 444500 w 444500"/>
                          <a:gd name="connsiteY1" fmla="*/ 0 h 777421"/>
                          <a:gd name="connsiteX2" fmla="*/ 406400 w 444500"/>
                          <a:gd name="connsiteY2" fmla="*/ 777421 h 777421"/>
                          <a:gd name="connsiteX3" fmla="*/ 0 w 444500"/>
                          <a:gd name="connsiteY3" fmla="*/ 777421 h 777421"/>
                          <a:gd name="connsiteX4" fmla="*/ 0 w 444500"/>
                          <a:gd name="connsiteY4" fmla="*/ 95250 h 777421"/>
                          <a:gd name="connsiteX0" fmla="*/ 0 w 444500"/>
                          <a:gd name="connsiteY0" fmla="*/ 95250 h 777421"/>
                          <a:gd name="connsiteX1" fmla="*/ 444500 w 444500"/>
                          <a:gd name="connsiteY1" fmla="*/ 0 h 777421"/>
                          <a:gd name="connsiteX2" fmla="*/ 408782 w 444500"/>
                          <a:gd name="connsiteY2" fmla="*/ 748846 h 777421"/>
                          <a:gd name="connsiteX3" fmla="*/ 0 w 444500"/>
                          <a:gd name="connsiteY3" fmla="*/ 777421 h 777421"/>
                          <a:gd name="connsiteX4" fmla="*/ 0 w 444500"/>
                          <a:gd name="connsiteY4" fmla="*/ 95250 h 777421"/>
                          <a:gd name="connsiteX0" fmla="*/ 0 w 444500"/>
                          <a:gd name="connsiteY0" fmla="*/ 95250 h 777421"/>
                          <a:gd name="connsiteX1" fmla="*/ 444500 w 444500"/>
                          <a:gd name="connsiteY1" fmla="*/ 0 h 777421"/>
                          <a:gd name="connsiteX2" fmla="*/ 408782 w 444500"/>
                          <a:gd name="connsiteY2" fmla="*/ 758371 h 777421"/>
                          <a:gd name="connsiteX3" fmla="*/ 0 w 444500"/>
                          <a:gd name="connsiteY3" fmla="*/ 777421 h 777421"/>
                          <a:gd name="connsiteX4" fmla="*/ 0 w 444500"/>
                          <a:gd name="connsiteY4" fmla="*/ 95250 h 777421"/>
                          <a:gd name="connsiteX0" fmla="*/ 0 w 444500"/>
                          <a:gd name="connsiteY0" fmla="*/ 95250 h 789328"/>
                          <a:gd name="connsiteX1" fmla="*/ 444500 w 444500"/>
                          <a:gd name="connsiteY1" fmla="*/ 0 h 789328"/>
                          <a:gd name="connsiteX2" fmla="*/ 408782 w 444500"/>
                          <a:gd name="connsiteY2" fmla="*/ 758371 h 789328"/>
                          <a:gd name="connsiteX3" fmla="*/ 290512 w 444500"/>
                          <a:gd name="connsiteY3" fmla="*/ 789328 h 789328"/>
                          <a:gd name="connsiteX4" fmla="*/ 0 w 444500"/>
                          <a:gd name="connsiteY4" fmla="*/ 95250 h 789328"/>
                          <a:gd name="connsiteX0" fmla="*/ 0 w 444500"/>
                          <a:gd name="connsiteY0" fmla="*/ 95250 h 794090"/>
                          <a:gd name="connsiteX1" fmla="*/ 444500 w 444500"/>
                          <a:gd name="connsiteY1" fmla="*/ 0 h 794090"/>
                          <a:gd name="connsiteX2" fmla="*/ 408782 w 444500"/>
                          <a:gd name="connsiteY2" fmla="*/ 758371 h 794090"/>
                          <a:gd name="connsiteX3" fmla="*/ 292894 w 444500"/>
                          <a:gd name="connsiteY3" fmla="*/ 794090 h 794090"/>
                          <a:gd name="connsiteX4" fmla="*/ 0 w 444500"/>
                          <a:gd name="connsiteY4" fmla="*/ 95250 h 79409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444500" h="794090">
                            <a:moveTo>
                              <a:pt x="0" y="95250"/>
                            </a:moveTo>
                            <a:lnTo>
                              <a:pt x="444500" y="0"/>
                            </a:lnTo>
                            <a:lnTo>
                              <a:pt x="408782" y="758371"/>
                            </a:lnTo>
                            <a:lnTo>
                              <a:pt x="292894" y="794090"/>
                            </a:lnTo>
                            <a:lnTo>
                              <a:pt x="0" y="95250"/>
                            </a:ln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>
                          <a:solidFill>
                            <a:schemeClr val="accent1"/>
                          </a:solidFill>
                        </a:endParaRPr>
                      </a:p>
                    </p:txBody>
                  </p:sp>
                  <p:sp>
                    <p:nvSpPr>
                      <p:cNvPr id="81" name="Rectangle 23">
                        <a:extLst>
                          <a:ext uri="{FF2B5EF4-FFF2-40B4-BE49-F238E27FC236}">
                            <a16:creationId xmlns:a16="http://schemas.microsoft.com/office/drawing/2014/main" id="{31C2BE64-736F-44BA-8715-2D56EE6E5F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025802" y="4650371"/>
                        <a:ext cx="64309" cy="143409"/>
                      </a:xfrm>
                      <a:custGeom>
                        <a:avLst/>
                        <a:gdLst>
                          <a:gd name="connsiteX0" fmla="*/ 0 w 90502"/>
                          <a:gd name="connsiteY0" fmla="*/ 0 h 119273"/>
                          <a:gd name="connsiteX1" fmla="*/ 90502 w 90502"/>
                          <a:gd name="connsiteY1" fmla="*/ 0 h 119273"/>
                          <a:gd name="connsiteX2" fmla="*/ 90502 w 90502"/>
                          <a:gd name="connsiteY2" fmla="*/ 119273 h 119273"/>
                          <a:gd name="connsiteX3" fmla="*/ 0 w 90502"/>
                          <a:gd name="connsiteY3" fmla="*/ 119273 h 119273"/>
                          <a:gd name="connsiteX4" fmla="*/ 0 w 90502"/>
                          <a:gd name="connsiteY4" fmla="*/ 0 h 119273"/>
                          <a:gd name="connsiteX0" fmla="*/ 0 w 90502"/>
                          <a:gd name="connsiteY0" fmla="*/ 21431 h 140704"/>
                          <a:gd name="connsiteX1" fmla="*/ 54783 w 90502"/>
                          <a:gd name="connsiteY1" fmla="*/ 0 h 140704"/>
                          <a:gd name="connsiteX2" fmla="*/ 90502 w 90502"/>
                          <a:gd name="connsiteY2" fmla="*/ 140704 h 140704"/>
                          <a:gd name="connsiteX3" fmla="*/ 0 w 90502"/>
                          <a:gd name="connsiteY3" fmla="*/ 140704 h 140704"/>
                          <a:gd name="connsiteX4" fmla="*/ 0 w 90502"/>
                          <a:gd name="connsiteY4" fmla="*/ 21431 h 140704"/>
                          <a:gd name="connsiteX0" fmla="*/ 0 w 64309"/>
                          <a:gd name="connsiteY0" fmla="*/ 21431 h 140704"/>
                          <a:gd name="connsiteX1" fmla="*/ 54783 w 64309"/>
                          <a:gd name="connsiteY1" fmla="*/ 0 h 140704"/>
                          <a:gd name="connsiteX2" fmla="*/ 64309 w 64309"/>
                          <a:gd name="connsiteY2" fmla="*/ 124035 h 140704"/>
                          <a:gd name="connsiteX3" fmla="*/ 0 w 64309"/>
                          <a:gd name="connsiteY3" fmla="*/ 140704 h 140704"/>
                          <a:gd name="connsiteX4" fmla="*/ 0 w 64309"/>
                          <a:gd name="connsiteY4" fmla="*/ 21431 h 140704"/>
                          <a:gd name="connsiteX0" fmla="*/ 0 w 64309"/>
                          <a:gd name="connsiteY0" fmla="*/ 21431 h 124035"/>
                          <a:gd name="connsiteX1" fmla="*/ 54783 w 64309"/>
                          <a:gd name="connsiteY1" fmla="*/ 0 h 124035"/>
                          <a:gd name="connsiteX2" fmla="*/ 64309 w 64309"/>
                          <a:gd name="connsiteY2" fmla="*/ 124035 h 124035"/>
                          <a:gd name="connsiteX3" fmla="*/ 14288 w 64309"/>
                          <a:gd name="connsiteY3" fmla="*/ 121654 h 124035"/>
                          <a:gd name="connsiteX4" fmla="*/ 0 w 64309"/>
                          <a:gd name="connsiteY4" fmla="*/ 21431 h 124035"/>
                          <a:gd name="connsiteX0" fmla="*/ 0 w 64309"/>
                          <a:gd name="connsiteY0" fmla="*/ 21431 h 135164"/>
                          <a:gd name="connsiteX1" fmla="*/ 54783 w 64309"/>
                          <a:gd name="connsiteY1" fmla="*/ 0 h 135164"/>
                          <a:gd name="connsiteX2" fmla="*/ 64309 w 64309"/>
                          <a:gd name="connsiteY2" fmla="*/ 124035 h 135164"/>
                          <a:gd name="connsiteX3" fmla="*/ 14288 w 64309"/>
                          <a:gd name="connsiteY3" fmla="*/ 121654 h 135164"/>
                          <a:gd name="connsiteX4" fmla="*/ 0 w 64309"/>
                          <a:gd name="connsiteY4" fmla="*/ 21431 h 135164"/>
                          <a:gd name="connsiteX0" fmla="*/ 0 w 64309"/>
                          <a:gd name="connsiteY0" fmla="*/ 21431 h 135164"/>
                          <a:gd name="connsiteX1" fmla="*/ 54783 w 64309"/>
                          <a:gd name="connsiteY1" fmla="*/ 0 h 135164"/>
                          <a:gd name="connsiteX2" fmla="*/ 64309 w 64309"/>
                          <a:gd name="connsiteY2" fmla="*/ 124035 h 135164"/>
                          <a:gd name="connsiteX3" fmla="*/ 14288 w 64309"/>
                          <a:gd name="connsiteY3" fmla="*/ 121654 h 135164"/>
                          <a:gd name="connsiteX4" fmla="*/ 0 w 64309"/>
                          <a:gd name="connsiteY4" fmla="*/ 21431 h 135164"/>
                          <a:gd name="connsiteX0" fmla="*/ 0 w 64309"/>
                          <a:gd name="connsiteY0" fmla="*/ 21431 h 141626"/>
                          <a:gd name="connsiteX1" fmla="*/ 54783 w 64309"/>
                          <a:gd name="connsiteY1" fmla="*/ 0 h 141626"/>
                          <a:gd name="connsiteX2" fmla="*/ 64309 w 64309"/>
                          <a:gd name="connsiteY2" fmla="*/ 124035 h 141626"/>
                          <a:gd name="connsiteX3" fmla="*/ 14288 w 64309"/>
                          <a:gd name="connsiteY3" fmla="*/ 121654 h 141626"/>
                          <a:gd name="connsiteX4" fmla="*/ 0 w 64309"/>
                          <a:gd name="connsiteY4" fmla="*/ 21431 h 141626"/>
                          <a:gd name="connsiteX0" fmla="*/ 0 w 64309"/>
                          <a:gd name="connsiteY0" fmla="*/ 21431 h 142561"/>
                          <a:gd name="connsiteX1" fmla="*/ 54783 w 64309"/>
                          <a:gd name="connsiteY1" fmla="*/ 0 h 142561"/>
                          <a:gd name="connsiteX2" fmla="*/ 64309 w 64309"/>
                          <a:gd name="connsiteY2" fmla="*/ 124035 h 142561"/>
                          <a:gd name="connsiteX3" fmla="*/ 14288 w 64309"/>
                          <a:gd name="connsiteY3" fmla="*/ 121654 h 142561"/>
                          <a:gd name="connsiteX4" fmla="*/ 0 w 64309"/>
                          <a:gd name="connsiteY4" fmla="*/ 21431 h 142561"/>
                          <a:gd name="connsiteX0" fmla="*/ 0 w 64309"/>
                          <a:gd name="connsiteY0" fmla="*/ 21431 h 143409"/>
                          <a:gd name="connsiteX1" fmla="*/ 54783 w 64309"/>
                          <a:gd name="connsiteY1" fmla="*/ 0 h 143409"/>
                          <a:gd name="connsiteX2" fmla="*/ 64309 w 64309"/>
                          <a:gd name="connsiteY2" fmla="*/ 124035 h 143409"/>
                          <a:gd name="connsiteX3" fmla="*/ 14288 w 64309"/>
                          <a:gd name="connsiteY3" fmla="*/ 121654 h 143409"/>
                          <a:gd name="connsiteX4" fmla="*/ 0 w 64309"/>
                          <a:gd name="connsiteY4" fmla="*/ 21431 h 143409"/>
                          <a:gd name="connsiteX0" fmla="*/ 0 w 64309"/>
                          <a:gd name="connsiteY0" fmla="*/ 21431 h 143409"/>
                          <a:gd name="connsiteX1" fmla="*/ 47640 w 64309"/>
                          <a:gd name="connsiteY1" fmla="*/ 0 h 143409"/>
                          <a:gd name="connsiteX2" fmla="*/ 64309 w 64309"/>
                          <a:gd name="connsiteY2" fmla="*/ 124035 h 143409"/>
                          <a:gd name="connsiteX3" fmla="*/ 14288 w 64309"/>
                          <a:gd name="connsiteY3" fmla="*/ 121654 h 143409"/>
                          <a:gd name="connsiteX4" fmla="*/ 0 w 64309"/>
                          <a:gd name="connsiteY4" fmla="*/ 21431 h 14340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4309" h="143409">
                            <a:moveTo>
                              <a:pt x="0" y="21431"/>
                            </a:moveTo>
                            <a:lnTo>
                              <a:pt x="47640" y="0"/>
                            </a:lnTo>
                            <a:lnTo>
                              <a:pt x="64309" y="124035"/>
                            </a:lnTo>
                            <a:cubicBezTo>
                              <a:pt x="57160" y="147053"/>
                              <a:pt x="14294" y="153404"/>
                              <a:pt x="14288" y="121654"/>
                            </a:cubicBezTo>
                            <a:lnTo>
                              <a:pt x="0" y="21431"/>
                            </a:ln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>
                          <a:solidFill>
                            <a:schemeClr val="accent1"/>
                          </a:solidFill>
                        </a:endParaRPr>
                      </a:p>
                    </p:txBody>
                  </p:sp>
                </p:grpSp>
                <p:sp>
                  <p:nvSpPr>
                    <p:cNvPr id="74" name="Freeform 172">
                      <a:extLst>
                        <a:ext uri="{FF2B5EF4-FFF2-40B4-BE49-F238E27FC236}">
                          <a16:creationId xmlns:a16="http://schemas.microsoft.com/office/drawing/2014/main" id="{0F32C60C-356D-4C8D-8322-D29ADD77B337}"/>
                        </a:ext>
                      </a:extLst>
                    </p:cNvPr>
                    <p:cNvSpPr/>
                    <p:nvPr/>
                  </p:nvSpPr>
                  <p:spPr>
                    <a:xfrm rot="19743168">
                      <a:off x="-4076461" y="1516391"/>
                      <a:ext cx="3949778" cy="5137252"/>
                    </a:xfrm>
                    <a:custGeom>
                      <a:avLst/>
                      <a:gdLst>
                        <a:gd name="connsiteX0" fmla="*/ 408823 w 3949778"/>
                        <a:gd name="connsiteY0" fmla="*/ 3231620 h 5137252"/>
                        <a:gd name="connsiteX1" fmla="*/ 341120 w 3949778"/>
                        <a:gd name="connsiteY1" fmla="*/ 3218017 h 5137252"/>
                        <a:gd name="connsiteX2" fmla="*/ 218202 w 3949778"/>
                        <a:gd name="connsiteY2" fmla="*/ 3269064 h 5137252"/>
                        <a:gd name="connsiteX3" fmla="*/ 213987 w 3949778"/>
                        <a:gd name="connsiteY3" fmla="*/ 3275327 h 5137252"/>
                        <a:gd name="connsiteX4" fmla="*/ 2216 w 3949778"/>
                        <a:gd name="connsiteY4" fmla="*/ 3276343 h 5137252"/>
                        <a:gd name="connsiteX5" fmla="*/ 1466 w 3949778"/>
                        <a:gd name="connsiteY5" fmla="*/ 3509122 h 5137252"/>
                        <a:gd name="connsiteX6" fmla="*/ 213223 w 3949778"/>
                        <a:gd name="connsiteY6" fmla="*/ 3507290 h 5137252"/>
                        <a:gd name="connsiteX7" fmla="*/ 218428 w 3949778"/>
                        <a:gd name="connsiteY7" fmla="*/ 3514996 h 5137252"/>
                        <a:gd name="connsiteX8" fmla="*/ 341441 w 3949778"/>
                        <a:gd name="connsiteY8" fmla="*/ 3565816 h 5137252"/>
                        <a:gd name="connsiteX9" fmla="*/ 515181 w 3949778"/>
                        <a:gd name="connsiteY9" fmla="*/ 3391757 h 5137252"/>
                        <a:gd name="connsiteX10" fmla="*/ 408823 w 3949778"/>
                        <a:gd name="connsiteY10" fmla="*/ 3231620 h 5137252"/>
                        <a:gd name="connsiteX11" fmla="*/ 1903445 w 3949778"/>
                        <a:gd name="connsiteY11" fmla="*/ 4012352 h 5137252"/>
                        <a:gd name="connsiteX12" fmla="*/ 1858290 w 3949778"/>
                        <a:gd name="connsiteY12" fmla="*/ 4003279 h 5137252"/>
                        <a:gd name="connsiteX13" fmla="*/ 959661 w 3949778"/>
                        <a:gd name="connsiteY13" fmla="*/ 4004107 h 5137252"/>
                        <a:gd name="connsiteX14" fmla="*/ 843788 w 3949778"/>
                        <a:gd name="connsiteY14" fmla="*/ 4120195 h 5137252"/>
                        <a:gd name="connsiteX15" fmla="*/ 959876 w 3949778"/>
                        <a:gd name="connsiteY15" fmla="*/ 4236069 h 5137252"/>
                        <a:gd name="connsiteX16" fmla="*/ 1858505 w 3949778"/>
                        <a:gd name="connsiteY16" fmla="*/ 4235241 h 5137252"/>
                        <a:gd name="connsiteX17" fmla="*/ 1974379 w 3949778"/>
                        <a:gd name="connsiteY17" fmla="*/ 4119154 h 5137252"/>
                        <a:gd name="connsiteX18" fmla="*/ 1903445 w 3949778"/>
                        <a:gd name="connsiteY18" fmla="*/ 4012352 h 5137252"/>
                        <a:gd name="connsiteX19" fmla="*/ 3479313 w 3949778"/>
                        <a:gd name="connsiteY19" fmla="*/ 918916 h 5137252"/>
                        <a:gd name="connsiteX20" fmla="*/ 3434158 w 3949778"/>
                        <a:gd name="connsiteY20" fmla="*/ 909842 h 5137252"/>
                        <a:gd name="connsiteX21" fmla="*/ 964487 w 3949778"/>
                        <a:gd name="connsiteY21" fmla="*/ 912118 h 5137252"/>
                        <a:gd name="connsiteX22" fmla="*/ 848613 w 3949778"/>
                        <a:gd name="connsiteY22" fmla="*/ 1028206 h 5137252"/>
                        <a:gd name="connsiteX23" fmla="*/ 964701 w 3949778"/>
                        <a:gd name="connsiteY23" fmla="*/ 1144080 h 5137252"/>
                        <a:gd name="connsiteX24" fmla="*/ 3434372 w 3949778"/>
                        <a:gd name="connsiteY24" fmla="*/ 1141804 h 5137252"/>
                        <a:gd name="connsiteX25" fmla="*/ 3550246 w 3949778"/>
                        <a:gd name="connsiteY25" fmla="*/ 1025717 h 5137252"/>
                        <a:gd name="connsiteX26" fmla="*/ 3479313 w 3949778"/>
                        <a:gd name="connsiteY26" fmla="*/ 918916 h 5137252"/>
                        <a:gd name="connsiteX27" fmla="*/ 3837597 w 3949778"/>
                        <a:gd name="connsiteY27" fmla="*/ 41763 h 5137252"/>
                        <a:gd name="connsiteX28" fmla="*/ 3945411 w 3949778"/>
                        <a:gd name="connsiteY28" fmla="*/ 244537 h 5137252"/>
                        <a:gd name="connsiteX29" fmla="*/ 3520923 w 3949778"/>
                        <a:gd name="connsiteY29" fmla="*/ 1396482 h 5137252"/>
                        <a:gd name="connsiteX30" fmla="*/ 3466178 w 3949778"/>
                        <a:gd name="connsiteY30" fmla="*/ 1540909 h 5137252"/>
                        <a:gd name="connsiteX31" fmla="*/ 3426988 w 3949778"/>
                        <a:gd name="connsiteY31" fmla="*/ 1533034 h 5137252"/>
                        <a:gd name="connsiteX32" fmla="*/ 957316 w 3949778"/>
                        <a:gd name="connsiteY32" fmla="*/ 1535310 h 5137252"/>
                        <a:gd name="connsiteX33" fmla="*/ 841442 w 3949778"/>
                        <a:gd name="connsiteY33" fmla="*/ 1651398 h 5137252"/>
                        <a:gd name="connsiteX34" fmla="*/ 957530 w 3949778"/>
                        <a:gd name="connsiteY34" fmla="*/ 1767272 h 5137252"/>
                        <a:gd name="connsiteX35" fmla="*/ 3381059 w 3949778"/>
                        <a:gd name="connsiteY35" fmla="*/ 1765039 h 5137252"/>
                        <a:gd name="connsiteX36" fmla="*/ 3335438 w 3949778"/>
                        <a:gd name="connsiteY36" fmla="*/ 1884985 h 5137252"/>
                        <a:gd name="connsiteX37" fmla="*/ 3234693 w 3949778"/>
                        <a:gd name="connsiteY37" fmla="*/ 2149055 h 5137252"/>
                        <a:gd name="connsiteX38" fmla="*/ 965662 w 3949778"/>
                        <a:gd name="connsiteY38" fmla="*/ 2151146 h 5137252"/>
                        <a:gd name="connsiteX39" fmla="*/ 849788 w 3949778"/>
                        <a:gd name="connsiteY39" fmla="*/ 2267234 h 5137252"/>
                        <a:gd name="connsiteX40" fmla="*/ 965876 w 3949778"/>
                        <a:gd name="connsiteY40" fmla="*/ 2383107 h 5137252"/>
                        <a:gd name="connsiteX41" fmla="*/ 3146162 w 3949778"/>
                        <a:gd name="connsiteY41" fmla="*/ 2381099 h 5137252"/>
                        <a:gd name="connsiteX42" fmla="*/ 3058829 w 3949778"/>
                        <a:gd name="connsiteY42" fmla="*/ 2609727 h 5137252"/>
                        <a:gd name="connsiteX43" fmla="*/ 2997318 w 3949778"/>
                        <a:gd name="connsiteY43" fmla="*/ 2770827 h 5137252"/>
                        <a:gd name="connsiteX44" fmla="*/ 965025 w 3949778"/>
                        <a:gd name="connsiteY44" fmla="*/ 2772700 h 5137252"/>
                        <a:gd name="connsiteX45" fmla="*/ 849151 w 3949778"/>
                        <a:gd name="connsiteY45" fmla="*/ 2888787 h 5137252"/>
                        <a:gd name="connsiteX46" fmla="*/ 965239 w 3949778"/>
                        <a:gd name="connsiteY46" fmla="*/ 3004661 h 5137252"/>
                        <a:gd name="connsiteX47" fmla="*/ 2908819 w 3949778"/>
                        <a:gd name="connsiteY47" fmla="*/ 3002870 h 5137252"/>
                        <a:gd name="connsiteX48" fmla="*/ 2893682 w 3949778"/>
                        <a:gd name="connsiteY48" fmla="*/ 3042577 h 5137252"/>
                        <a:gd name="connsiteX49" fmla="*/ 2821562 w 3949778"/>
                        <a:gd name="connsiteY49" fmla="*/ 3232345 h 5137252"/>
                        <a:gd name="connsiteX50" fmla="*/ 2762222 w 3949778"/>
                        <a:gd name="connsiteY50" fmla="*/ 3389325 h 5137252"/>
                        <a:gd name="connsiteX51" fmla="*/ 949683 w 3949778"/>
                        <a:gd name="connsiteY51" fmla="*/ 3390995 h 5137252"/>
                        <a:gd name="connsiteX52" fmla="*/ 833809 w 3949778"/>
                        <a:gd name="connsiteY52" fmla="*/ 3507083 h 5137252"/>
                        <a:gd name="connsiteX53" fmla="*/ 949897 w 3949778"/>
                        <a:gd name="connsiteY53" fmla="*/ 3622957 h 5137252"/>
                        <a:gd name="connsiteX54" fmla="*/ 2732014 w 3949778"/>
                        <a:gd name="connsiteY54" fmla="*/ 3621315 h 5137252"/>
                        <a:gd name="connsiteX55" fmla="*/ 2703042 w 3949778"/>
                        <a:gd name="connsiteY55" fmla="*/ 3568605 h 5137252"/>
                        <a:gd name="connsiteX56" fmla="*/ 2709514 w 3949778"/>
                        <a:gd name="connsiteY56" fmla="*/ 3551479 h 5137252"/>
                        <a:gd name="connsiteX57" fmla="*/ 2713161 w 3949778"/>
                        <a:gd name="connsiteY57" fmla="*/ 3564191 h 5137252"/>
                        <a:gd name="connsiteX58" fmla="*/ 2736830 w 3949778"/>
                        <a:gd name="connsiteY58" fmla="*/ 3605524 h 5137252"/>
                        <a:gd name="connsiteX59" fmla="*/ 2633061 w 3949778"/>
                        <a:gd name="connsiteY59" fmla="*/ 4312952 h 5137252"/>
                        <a:gd name="connsiteX60" fmla="*/ 2957180 w 3949778"/>
                        <a:gd name="connsiteY60" fmla="*/ 4409562 h 5137252"/>
                        <a:gd name="connsiteX61" fmla="*/ 3482402 w 3949778"/>
                        <a:gd name="connsiteY61" fmla="*/ 3613885 h 5137252"/>
                        <a:gd name="connsiteX62" fmla="*/ 3552044 w 3949778"/>
                        <a:gd name="connsiteY62" fmla="*/ 3429821 h 5137252"/>
                        <a:gd name="connsiteX63" fmla="*/ 3949778 w 3949778"/>
                        <a:gd name="connsiteY63" fmla="*/ 2383707 h 5137252"/>
                        <a:gd name="connsiteX64" fmla="*/ 3945411 w 3949778"/>
                        <a:gd name="connsiteY64" fmla="*/ 4892715 h 5137252"/>
                        <a:gd name="connsiteX65" fmla="*/ 3700874 w 3949778"/>
                        <a:gd name="connsiteY65" fmla="*/ 5137252 h 5137252"/>
                        <a:gd name="connsiteX66" fmla="*/ 244537 w 3949778"/>
                        <a:gd name="connsiteY66" fmla="*/ 5137252 h 5137252"/>
                        <a:gd name="connsiteX67" fmla="*/ 0 w 3949778"/>
                        <a:gd name="connsiteY67" fmla="*/ 4892715 h 5137252"/>
                        <a:gd name="connsiteX68" fmla="*/ 0 w 3949778"/>
                        <a:gd name="connsiteY68" fmla="*/ 4605616 h 5137252"/>
                        <a:gd name="connsiteX69" fmla="*/ 222310 w 3949778"/>
                        <a:gd name="connsiteY69" fmla="*/ 4605020 h 5137252"/>
                        <a:gd name="connsiteX70" fmla="*/ 223099 w 3949778"/>
                        <a:gd name="connsiteY70" fmla="*/ 4606189 h 5137252"/>
                        <a:gd name="connsiteX71" fmla="*/ 346112 w 3949778"/>
                        <a:gd name="connsiteY71" fmla="*/ 4657010 h 5137252"/>
                        <a:gd name="connsiteX72" fmla="*/ 519851 w 3949778"/>
                        <a:gd name="connsiteY72" fmla="*/ 4482950 h 5137252"/>
                        <a:gd name="connsiteX73" fmla="*/ 413494 w 3949778"/>
                        <a:gd name="connsiteY73" fmla="*/ 4322814 h 5137252"/>
                        <a:gd name="connsiteX74" fmla="*/ 345791 w 3949778"/>
                        <a:gd name="connsiteY74" fmla="*/ 4309210 h 5137252"/>
                        <a:gd name="connsiteX75" fmla="*/ 222872 w 3949778"/>
                        <a:gd name="connsiteY75" fmla="*/ 4360257 h 5137252"/>
                        <a:gd name="connsiteX76" fmla="*/ 214254 w 3949778"/>
                        <a:gd name="connsiteY76" fmla="*/ 4373065 h 5137252"/>
                        <a:gd name="connsiteX77" fmla="*/ 0 w 3949778"/>
                        <a:gd name="connsiteY77" fmla="*/ 4376088 h 5137252"/>
                        <a:gd name="connsiteX78" fmla="*/ 0 w 3949778"/>
                        <a:gd name="connsiteY78" fmla="*/ 4048176 h 5137252"/>
                        <a:gd name="connsiteX79" fmla="*/ 213279 w 3949778"/>
                        <a:gd name="connsiteY79" fmla="*/ 4047458 h 5137252"/>
                        <a:gd name="connsiteX80" fmla="*/ 227300 w 3949778"/>
                        <a:gd name="connsiteY80" fmla="*/ 4068214 h 5137252"/>
                        <a:gd name="connsiteX81" fmla="*/ 350312 w 3949778"/>
                        <a:gd name="connsiteY81" fmla="*/ 4119034 h 5137252"/>
                        <a:gd name="connsiteX82" fmla="*/ 524052 w 3949778"/>
                        <a:gd name="connsiteY82" fmla="*/ 3944974 h 5137252"/>
                        <a:gd name="connsiteX83" fmla="*/ 417694 w 3949778"/>
                        <a:gd name="connsiteY83" fmla="*/ 3784839 h 5137252"/>
                        <a:gd name="connsiteX84" fmla="*/ 349992 w 3949778"/>
                        <a:gd name="connsiteY84" fmla="*/ 3771235 h 5137252"/>
                        <a:gd name="connsiteX85" fmla="*/ 282315 w 3949778"/>
                        <a:gd name="connsiteY85" fmla="*/ 3784963 h 5137252"/>
                        <a:gd name="connsiteX86" fmla="*/ 237151 w 3949778"/>
                        <a:gd name="connsiteY86" fmla="*/ 3815474 h 5137252"/>
                        <a:gd name="connsiteX87" fmla="*/ 0 w 3949778"/>
                        <a:gd name="connsiteY87" fmla="*/ 3818662 h 5137252"/>
                        <a:gd name="connsiteX88" fmla="*/ 0 w 3949778"/>
                        <a:gd name="connsiteY88" fmla="*/ 2967160 h 5137252"/>
                        <a:gd name="connsiteX89" fmla="*/ 214473 w 3949778"/>
                        <a:gd name="connsiteY89" fmla="*/ 2964949 h 5137252"/>
                        <a:gd name="connsiteX90" fmla="*/ 222629 w 3949778"/>
                        <a:gd name="connsiteY90" fmla="*/ 2977021 h 5137252"/>
                        <a:gd name="connsiteX91" fmla="*/ 345641 w 3949778"/>
                        <a:gd name="connsiteY91" fmla="*/ 3027842 h 5137252"/>
                        <a:gd name="connsiteX92" fmla="*/ 519381 w 3949778"/>
                        <a:gd name="connsiteY92" fmla="*/ 2853781 h 5137252"/>
                        <a:gd name="connsiteX93" fmla="*/ 413023 w 3949778"/>
                        <a:gd name="connsiteY93" fmla="*/ 2693645 h 5137252"/>
                        <a:gd name="connsiteX94" fmla="*/ 345321 w 3949778"/>
                        <a:gd name="connsiteY94" fmla="*/ 2680041 h 5137252"/>
                        <a:gd name="connsiteX95" fmla="*/ 222402 w 3949778"/>
                        <a:gd name="connsiteY95" fmla="*/ 2731089 h 5137252"/>
                        <a:gd name="connsiteX96" fmla="*/ 221128 w 3949778"/>
                        <a:gd name="connsiteY96" fmla="*/ 2732981 h 5137252"/>
                        <a:gd name="connsiteX97" fmla="*/ 0 w 3949778"/>
                        <a:gd name="connsiteY97" fmla="*/ 2735633 h 5137252"/>
                        <a:gd name="connsiteX98" fmla="*/ 0 w 3949778"/>
                        <a:gd name="connsiteY98" fmla="*/ 2413015 h 5137252"/>
                        <a:gd name="connsiteX99" fmla="*/ 212094 w 3949778"/>
                        <a:gd name="connsiteY99" fmla="*/ 2411751 h 5137252"/>
                        <a:gd name="connsiteX100" fmla="*/ 224649 w 3949778"/>
                        <a:gd name="connsiteY100" fmla="*/ 2430336 h 5137252"/>
                        <a:gd name="connsiteX101" fmla="*/ 347662 w 3949778"/>
                        <a:gd name="connsiteY101" fmla="*/ 2481156 h 5137252"/>
                        <a:gd name="connsiteX102" fmla="*/ 521401 w 3949778"/>
                        <a:gd name="connsiteY102" fmla="*/ 2307096 h 5137252"/>
                        <a:gd name="connsiteX103" fmla="*/ 415044 w 3949778"/>
                        <a:gd name="connsiteY103" fmla="*/ 2146960 h 5137252"/>
                        <a:gd name="connsiteX104" fmla="*/ 347341 w 3949778"/>
                        <a:gd name="connsiteY104" fmla="*/ 2133357 h 5137252"/>
                        <a:gd name="connsiteX105" fmla="*/ 279664 w 3949778"/>
                        <a:gd name="connsiteY105" fmla="*/ 2147085 h 5137252"/>
                        <a:gd name="connsiteX106" fmla="*/ 231279 w 3949778"/>
                        <a:gd name="connsiteY106" fmla="*/ 2179773 h 5137252"/>
                        <a:gd name="connsiteX107" fmla="*/ 0 w 3949778"/>
                        <a:gd name="connsiteY107" fmla="*/ 2178209 h 5137252"/>
                        <a:gd name="connsiteX108" fmla="*/ 0 w 3949778"/>
                        <a:gd name="connsiteY108" fmla="*/ 1872741 h 5137252"/>
                        <a:gd name="connsiteX109" fmla="*/ 213783 w 3949778"/>
                        <a:gd name="connsiteY109" fmla="*/ 1874853 h 5137252"/>
                        <a:gd name="connsiteX110" fmla="*/ 223404 w 3949778"/>
                        <a:gd name="connsiteY110" fmla="*/ 1889096 h 5137252"/>
                        <a:gd name="connsiteX111" fmla="*/ 346417 w 3949778"/>
                        <a:gd name="connsiteY111" fmla="*/ 1939916 h 5137252"/>
                        <a:gd name="connsiteX112" fmla="*/ 520156 w 3949778"/>
                        <a:gd name="connsiteY112" fmla="*/ 1765856 h 5137252"/>
                        <a:gd name="connsiteX113" fmla="*/ 413799 w 3949778"/>
                        <a:gd name="connsiteY113" fmla="*/ 1605720 h 5137252"/>
                        <a:gd name="connsiteX114" fmla="*/ 346096 w 3949778"/>
                        <a:gd name="connsiteY114" fmla="*/ 1592117 h 5137252"/>
                        <a:gd name="connsiteX115" fmla="*/ 278419 w 3949778"/>
                        <a:gd name="connsiteY115" fmla="*/ 1605845 h 5137252"/>
                        <a:gd name="connsiteX116" fmla="*/ 223595 w 3949778"/>
                        <a:gd name="connsiteY116" fmla="*/ 1642881 h 5137252"/>
                        <a:gd name="connsiteX117" fmla="*/ 0 w 3949778"/>
                        <a:gd name="connsiteY117" fmla="*/ 1642007 h 5137252"/>
                        <a:gd name="connsiteX118" fmla="*/ 0 w 3949778"/>
                        <a:gd name="connsiteY118" fmla="*/ 1332051 h 5137252"/>
                        <a:gd name="connsiteX119" fmla="*/ 215067 w 3949778"/>
                        <a:gd name="connsiteY119" fmla="*/ 1332559 h 5137252"/>
                        <a:gd name="connsiteX120" fmla="*/ 227605 w 3949778"/>
                        <a:gd name="connsiteY120" fmla="*/ 1351120 h 5137252"/>
                        <a:gd name="connsiteX121" fmla="*/ 350618 w 3949778"/>
                        <a:gd name="connsiteY121" fmla="*/ 1401940 h 5137252"/>
                        <a:gd name="connsiteX122" fmla="*/ 524358 w 3949778"/>
                        <a:gd name="connsiteY122" fmla="*/ 1227880 h 5137252"/>
                        <a:gd name="connsiteX123" fmla="*/ 418000 w 3949778"/>
                        <a:gd name="connsiteY123" fmla="*/ 1067744 h 5137252"/>
                        <a:gd name="connsiteX124" fmla="*/ 350297 w 3949778"/>
                        <a:gd name="connsiteY124" fmla="*/ 1054140 h 5137252"/>
                        <a:gd name="connsiteX125" fmla="*/ 282620 w 3949778"/>
                        <a:gd name="connsiteY125" fmla="*/ 1067869 h 5137252"/>
                        <a:gd name="connsiteX126" fmla="*/ 234201 w 3949778"/>
                        <a:gd name="connsiteY126" fmla="*/ 1100579 h 5137252"/>
                        <a:gd name="connsiteX127" fmla="*/ 3221 w 3949778"/>
                        <a:gd name="connsiteY127" fmla="*/ 1102939 h 5137252"/>
                        <a:gd name="connsiteX128" fmla="*/ 0 w 3949778"/>
                        <a:gd name="connsiteY128" fmla="*/ 1210259 h 5137252"/>
                        <a:gd name="connsiteX129" fmla="*/ 0 w 3949778"/>
                        <a:gd name="connsiteY129" fmla="*/ 797050 h 5137252"/>
                        <a:gd name="connsiteX130" fmla="*/ 223677 w 3949778"/>
                        <a:gd name="connsiteY130" fmla="*/ 795631 h 5137252"/>
                        <a:gd name="connsiteX131" fmla="*/ 229623 w 3949778"/>
                        <a:gd name="connsiteY131" fmla="*/ 804432 h 5137252"/>
                        <a:gd name="connsiteX132" fmla="*/ 352636 w 3949778"/>
                        <a:gd name="connsiteY132" fmla="*/ 855253 h 5137252"/>
                        <a:gd name="connsiteX133" fmla="*/ 526376 w 3949778"/>
                        <a:gd name="connsiteY133" fmla="*/ 681193 h 5137252"/>
                        <a:gd name="connsiteX134" fmla="*/ 420018 w 3949778"/>
                        <a:gd name="connsiteY134" fmla="*/ 521057 h 5137252"/>
                        <a:gd name="connsiteX135" fmla="*/ 352316 w 3949778"/>
                        <a:gd name="connsiteY135" fmla="*/ 507453 h 5137252"/>
                        <a:gd name="connsiteX136" fmla="*/ 229397 w 3949778"/>
                        <a:gd name="connsiteY136" fmla="*/ 558500 h 5137252"/>
                        <a:gd name="connsiteX137" fmla="*/ 225922 w 3949778"/>
                        <a:gd name="connsiteY137" fmla="*/ 563667 h 5137252"/>
                        <a:gd name="connsiteX138" fmla="*/ 615 w 3949778"/>
                        <a:gd name="connsiteY138" fmla="*/ 565510 h 5137252"/>
                        <a:gd name="connsiteX139" fmla="*/ 0 w 3949778"/>
                        <a:gd name="connsiteY139" fmla="*/ 616517 h 5137252"/>
                        <a:gd name="connsiteX140" fmla="*/ 0 w 3949778"/>
                        <a:gd name="connsiteY140" fmla="*/ 244537 h 5137252"/>
                        <a:gd name="connsiteX141" fmla="*/ 244537 w 3949778"/>
                        <a:gd name="connsiteY141" fmla="*/ 0 h 5137252"/>
                        <a:gd name="connsiteX142" fmla="*/ 3700874 w 3949778"/>
                        <a:gd name="connsiteY142" fmla="*/ 0 h 5137252"/>
                        <a:gd name="connsiteX143" fmla="*/ 3837597 w 3949778"/>
                        <a:gd name="connsiteY143" fmla="*/ 41763 h 5137252"/>
                        <a:gd name="connsiteX0" fmla="*/ 408823 w 3949778"/>
                        <a:gd name="connsiteY0" fmla="*/ 3231620 h 5137252"/>
                        <a:gd name="connsiteX1" fmla="*/ 341120 w 3949778"/>
                        <a:gd name="connsiteY1" fmla="*/ 3218017 h 5137252"/>
                        <a:gd name="connsiteX2" fmla="*/ 218202 w 3949778"/>
                        <a:gd name="connsiteY2" fmla="*/ 3269064 h 5137252"/>
                        <a:gd name="connsiteX3" fmla="*/ 213987 w 3949778"/>
                        <a:gd name="connsiteY3" fmla="*/ 3275327 h 5137252"/>
                        <a:gd name="connsiteX4" fmla="*/ 2216 w 3949778"/>
                        <a:gd name="connsiteY4" fmla="*/ 3276343 h 5137252"/>
                        <a:gd name="connsiteX5" fmla="*/ 1466 w 3949778"/>
                        <a:gd name="connsiteY5" fmla="*/ 3509122 h 5137252"/>
                        <a:gd name="connsiteX6" fmla="*/ 213223 w 3949778"/>
                        <a:gd name="connsiteY6" fmla="*/ 3507290 h 5137252"/>
                        <a:gd name="connsiteX7" fmla="*/ 218428 w 3949778"/>
                        <a:gd name="connsiteY7" fmla="*/ 3514996 h 5137252"/>
                        <a:gd name="connsiteX8" fmla="*/ 341441 w 3949778"/>
                        <a:gd name="connsiteY8" fmla="*/ 3565816 h 5137252"/>
                        <a:gd name="connsiteX9" fmla="*/ 515181 w 3949778"/>
                        <a:gd name="connsiteY9" fmla="*/ 3391757 h 5137252"/>
                        <a:gd name="connsiteX10" fmla="*/ 408823 w 3949778"/>
                        <a:gd name="connsiteY10" fmla="*/ 3231620 h 5137252"/>
                        <a:gd name="connsiteX11" fmla="*/ 1903445 w 3949778"/>
                        <a:gd name="connsiteY11" fmla="*/ 4012352 h 5137252"/>
                        <a:gd name="connsiteX12" fmla="*/ 1858290 w 3949778"/>
                        <a:gd name="connsiteY12" fmla="*/ 4003279 h 5137252"/>
                        <a:gd name="connsiteX13" fmla="*/ 959661 w 3949778"/>
                        <a:gd name="connsiteY13" fmla="*/ 4004107 h 5137252"/>
                        <a:gd name="connsiteX14" fmla="*/ 843788 w 3949778"/>
                        <a:gd name="connsiteY14" fmla="*/ 4120195 h 5137252"/>
                        <a:gd name="connsiteX15" fmla="*/ 959876 w 3949778"/>
                        <a:gd name="connsiteY15" fmla="*/ 4236069 h 5137252"/>
                        <a:gd name="connsiteX16" fmla="*/ 1858505 w 3949778"/>
                        <a:gd name="connsiteY16" fmla="*/ 4235241 h 5137252"/>
                        <a:gd name="connsiteX17" fmla="*/ 1974379 w 3949778"/>
                        <a:gd name="connsiteY17" fmla="*/ 4119154 h 5137252"/>
                        <a:gd name="connsiteX18" fmla="*/ 1903445 w 3949778"/>
                        <a:gd name="connsiteY18" fmla="*/ 4012352 h 5137252"/>
                        <a:gd name="connsiteX19" fmla="*/ 3479313 w 3949778"/>
                        <a:gd name="connsiteY19" fmla="*/ 918916 h 5137252"/>
                        <a:gd name="connsiteX20" fmla="*/ 3434158 w 3949778"/>
                        <a:gd name="connsiteY20" fmla="*/ 909842 h 5137252"/>
                        <a:gd name="connsiteX21" fmla="*/ 964487 w 3949778"/>
                        <a:gd name="connsiteY21" fmla="*/ 912118 h 5137252"/>
                        <a:gd name="connsiteX22" fmla="*/ 848613 w 3949778"/>
                        <a:gd name="connsiteY22" fmla="*/ 1028206 h 5137252"/>
                        <a:gd name="connsiteX23" fmla="*/ 964701 w 3949778"/>
                        <a:gd name="connsiteY23" fmla="*/ 1144080 h 5137252"/>
                        <a:gd name="connsiteX24" fmla="*/ 3434372 w 3949778"/>
                        <a:gd name="connsiteY24" fmla="*/ 1141804 h 5137252"/>
                        <a:gd name="connsiteX25" fmla="*/ 3550246 w 3949778"/>
                        <a:gd name="connsiteY25" fmla="*/ 1025717 h 5137252"/>
                        <a:gd name="connsiteX26" fmla="*/ 3479313 w 3949778"/>
                        <a:gd name="connsiteY26" fmla="*/ 918916 h 5137252"/>
                        <a:gd name="connsiteX27" fmla="*/ 3837597 w 3949778"/>
                        <a:gd name="connsiteY27" fmla="*/ 41763 h 5137252"/>
                        <a:gd name="connsiteX28" fmla="*/ 3945411 w 3949778"/>
                        <a:gd name="connsiteY28" fmla="*/ 244537 h 5137252"/>
                        <a:gd name="connsiteX29" fmla="*/ 3520923 w 3949778"/>
                        <a:gd name="connsiteY29" fmla="*/ 1396482 h 5137252"/>
                        <a:gd name="connsiteX30" fmla="*/ 3466178 w 3949778"/>
                        <a:gd name="connsiteY30" fmla="*/ 1540909 h 5137252"/>
                        <a:gd name="connsiteX31" fmla="*/ 3426988 w 3949778"/>
                        <a:gd name="connsiteY31" fmla="*/ 1533034 h 5137252"/>
                        <a:gd name="connsiteX32" fmla="*/ 957316 w 3949778"/>
                        <a:gd name="connsiteY32" fmla="*/ 1535310 h 5137252"/>
                        <a:gd name="connsiteX33" fmla="*/ 841442 w 3949778"/>
                        <a:gd name="connsiteY33" fmla="*/ 1651398 h 5137252"/>
                        <a:gd name="connsiteX34" fmla="*/ 957530 w 3949778"/>
                        <a:gd name="connsiteY34" fmla="*/ 1767272 h 5137252"/>
                        <a:gd name="connsiteX35" fmla="*/ 3381059 w 3949778"/>
                        <a:gd name="connsiteY35" fmla="*/ 1765039 h 5137252"/>
                        <a:gd name="connsiteX36" fmla="*/ 3335438 w 3949778"/>
                        <a:gd name="connsiteY36" fmla="*/ 1884985 h 5137252"/>
                        <a:gd name="connsiteX37" fmla="*/ 3234693 w 3949778"/>
                        <a:gd name="connsiteY37" fmla="*/ 2149055 h 5137252"/>
                        <a:gd name="connsiteX38" fmla="*/ 965662 w 3949778"/>
                        <a:gd name="connsiteY38" fmla="*/ 2151146 h 5137252"/>
                        <a:gd name="connsiteX39" fmla="*/ 849788 w 3949778"/>
                        <a:gd name="connsiteY39" fmla="*/ 2267234 h 5137252"/>
                        <a:gd name="connsiteX40" fmla="*/ 965876 w 3949778"/>
                        <a:gd name="connsiteY40" fmla="*/ 2383107 h 5137252"/>
                        <a:gd name="connsiteX41" fmla="*/ 3146162 w 3949778"/>
                        <a:gd name="connsiteY41" fmla="*/ 2381099 h 5137252"/>
                        <a:gd name="connsiteX42" fmla="*/ 3058829 w 3949778"/>
                        <a:gd name="connsiteY42" fmla="*/ 2609727 h 5137252"/>
                        <a:gd name="connsiteX43" fmla="*/ 2997318 w 3949778"/>
                        <a:gd name="connsiteY43" fmla="*/ 2770827 h 5137252"/>
                        <a:gd name="connsiteX44" fmla="*/ 965025 w 3949778"/>
                        <a:gd name="connsiteY44" fmla="*/ 2772700 h 5137252"/>
                        <a:gd name="connsiteX45" fmla="*/ 849151 w 3949778"/>
                        <a:gd name="connsiteY45" fmla="*/ 2888787 h 5137252"/>
                        <a:gd name="connsiteX46" fmla="*/ 965239 w 3949778"/>
                        <a:gd name="connsiteY46" fmla="*/ 3004661 h 5137252"/>
                        <a:gd name="connsiteX47" fmla="*/ 2908819 w 3949778"/>
                        <a:gd name="connsiteY47" fmla="*/ 3002870 h 5137252"/>
                        <a:gd name="connsiteX48" fmla="*/ 2893682 w 3949778"/>
                        <a:gd name="connsiteY48" fmla="*/ 3042577 h 5137252"/>
                        <a:gd name="connsiteX49" fmla="*/ 2821562 w 3949778"/>
                        <a:gd name="connsiteY49" fmla="*/ 3232345 h 5137252"/>
                        <a:gd name="connsiteX50" fmla="*/ 2762222 w 3949778"/>
                        <a:gd name="connsiteY50" fmla="*/ 3389325 h 5137252"/>
                        <a:gd name="connsiteX51" fmla="*/ 949683 w 3949778"/>
                        <a:gd name="connsiteY51" fmla="*/ 3390995 h 5137252"/>
                        <a:gd name="connsiteX52" fmla="*/ 833809 w 3949778"/>
                        <a:gd name="connsiteY52" fmla="*/ 3507083 h 5137252"/>
                        <a:gd name="connsiteX53" fmla="*/ 949897 w 3949778"/>
                        <a:gd name="connsiteY53" fmla="*/ 3622957 h 5137252"/>
                        <a:gd name="connsiteX54" fmla="*/ 2732014 w 3949778"/>
                        <a:gd name="connsiteY54" fmla="*/ 3621315 h 5137252"/>
                        <a:gd name="connsiteX55" fmla="*/ 2703042 w 3949778"/>
                        <a:gd name="connsiteY55" fmla="*/ 3568605 h 5137252"/>
                        <a:gd name="connsiteX56" fmla="*/ 2709514 w 3949778"/>
                        <a:gd name="connsiteY56" fmla="*/ 3551479 h 5137252"/>
                        <a:gd name="connsiteX57" fmla="*/ 2736830 w 3949778"/>
                        <a:gd name="connsiteY57" fmla="*/ 3605524 h 5137252"/>
                        <a:gd name="connsiteX58" fmla="*/ 2633061 w 3949778"/>
                        <a:gd name="connsiteY58" fmla="*/ 4312952 h 5137252"/>
                        <a:gd name="connsiteX59" fmla="*/ 2957180 w 3949778"/>
                        <a:gd name="connsiteY59" fmla="*/ 4409562 h 5137252"/>
                        <a:gd name="connsiteX60" fmla="*/ 3482402 w 3949778"/>
                        <a:gd name="connsiteY60" fmla="*/ 3613885 h 5137252"/>
                        <a:gd name="connsiteX61" fmla="*/ 3552044 w 3949778"/>
                        <a:gd name="connsiteY61" fmla="*/ 3429821 h 5137252"/>
                        <a:gd name="connsiteX62" fmla="*/ 3949778 w 3949778"/>
                        <a:gd name="connsiteY62" fmla="*/ 2383707 h 5137252"/>
                        <a:gd name="connsiteX63" fmla="*/ 3945411 w 3949778"/>
                        <a:gd name="connsiteY63" fmla="*/ 4892715 h 5137252"/>
                        <a:gd name="connsiteX64" fmla="*/ 3700874 w 3949778"/>
                        <a:gd name="connsiteY64" fmla="*/ 5137252 h 5137252"/>
                        <a:gd name="connsiteX65" fmla="*/ 244537 w 3949778"/>
                        <a:gd name="connsiteY65" fmla="*/ 5137252 h 5137252"/>
                        <a:gd name="connsiteX66" fmla="*/ 0 w 3949778"/>
                        <a:gd name="connsiteY66" fmla="*/ 4892715 h 5137252"/>
                        <a:gd name="connsiteX67" fmla="*/ 0 w 3949778"/>
                        <a:gd name="connsiteY67" fmla="*/ 4605616 h 5137252"/>
                        <a:gd name="connsiteX68" fmla="*/ 222310 w 3949778"/>
                        <a:gd name="connsiteY68" fmla="*/ 4605020 h 5137252"/>
                        <a:gd name="connsiteX69" fmla="*/ 223099 w 3949778"/>
                        <a:gd name="connsiteY69" fmla="*/ 4606189 h 5137252"/>
                        <a:gd name="connsiteX70" fmla="*/ 346112 w 3949778"/>
                        <a:gd name="connsiteY70" fmla="*/ 4657010 h 5137252"/>
                        <a:gd name="connsiteX71" fmla="*/ 519851 w 3949778"/>
                        <a:gd name="connsiteY71" fmla="*/ 4482950 h 5137252"/>
                        <a:gd name="connsiteX72" fmla="*/ 413494 w 3949778"/>
                        <a:gd name="connsiteY72" fmla="*/ 4322814 h 5137252"/>
                        <a:gd name="connsiteX73" fmla="*/ 345791 w 3949778"/>
                        <a:gd name="connsiteY73" fmla="*/ 4309210 h 5137252"/>
                        <a:gd name="connsiteX74" fmla="*/ 222872 w 3949778"/>
                        <a:gd name="connsiteY74" fmla="*/ 4360257 h 5137252"/>
                        <a:gd name="connsiteX75" fmla="*/ 214254 w 3949778"/>
                        <a:gd name="connsiteY75" fmla="*/ 4373065 h 5137252"/>
                        <a:gd name="connsiteX76" fmla="*/ 0 w 3949778"/>
                        <a:gd name="connsiteY76" fmla="*/ 4376088 h 5137252"/>
                        <a:gd name="connsiteX77" fmla="*/ 0 w 3949778"/>
                        <a:gd name="connsiteY77" fmla="*/ 4048176 h 5137252"/>
                        <a:gd name="connsiteX78" fmla="*/ 213279 w 3949778"/>
                        <a:gd name="connsiteY78" fmla="*/ 4047458 h 5137252"/>
                        <a:gd name="connsiteX79" fmla="*/ 227300 w 3949778"/>
                        <a:gd name="connsiteY79" fmla="*/ 4068214 h 5137252"/>
                        <a:gd name="connsiteX80" fmla="*/ 350312 w 3949778"/>
                        <a:gd name="connsiteY80" fmla="*/ 4119034 h 5137252"/>
                        <a:gd name="connsiteX81" fmla="*/ 524052 w 3949778"/>
                        <a:gd name="connsiteY81" fmla="*/ 3944974 h 5137252"/>
                        <a:gd name="connsiteX82" fmla="*/ 417694 w 3949778"/>
                        <a:gd name="connsiteY82" fmla="*/ 3784839 h 5137252"/>
                        <a:gd name="connsiteX83" fmla="*/ 349992 w 3949778"/>
                        <a:gd name="connsiteY83" fmla="*/ 3771235 h 5137252"/>
                        <a:gd name="connsiteX84" fmla="*/ 282315 w 3949778"/>
                        <a:gd name="connsiteY84" fmla="*/ 3784963 h 5137252"/>
                        <a:gd name="connsiteX85" fmla="*/ 237151 w 3949778"/>
                        <a:gd name="connsiteY85" fmla="*/ 3815474 h 5137252"/>
                        <a:gd name="connsiteX86" fmla="*/ 0 w 3949778"/>
                        <a:gd name="connsiteY86" fmla="*/ 3818662 h 5137252"/>
                        <a:gd name="connsiteX87" fmla="*/ 0 w 3949778"/>
                        <a:gd name="connsiteY87" fmla="*/ 2967160 h 5137252"/>
                        <a:gd name="connsiteX88" fmla="*/ 214473 w 3949778"/>
                        <a:gd name="connsiteY88" fmla="*/ 2964949 h 5137252"/>
                        <a:gd name="connsiteX89" fmla="*/ 222629 w 3949778"/>
                        <a:gd name="connsiteY89" fmla="*/ 2977021 h 5137252"/>
                        <a:gd name="connsiteX90" fmla="*/ 345641 w 3949778"/>
                        <a:gd name="connsiteY90" fmla="*/ 3027842 h 5137252"/>
                        <a:gd name="connsiteX91" fmla="*/ 519381 w 3949778"/>
                        <a:gd name="connsiteY91" fmla="*/ 2853781 h 5137252"/>
                        <a:gd name="connsiteX92" fmla="*/ 413023 w 3949778"/>
                        <a:gd name="connsiteY92" fmla="*/ 2693645 h 5137252"/>
                        <a:gd name="connsiteX93" fmla="*/ 345321 w 3949778"/>
                        <a:gd name="connsiteY93" fmla="*/ 2680041 h 5137252"/>
                        <a:gd name="connsiteX94" fmla="*/ 222402 w 3949778"/>
                        <a:gd name="connsiteY94" fmla="*/ 2731089 h 5137252"/>
                        <a:gd name="connsiteX95" fmla="*/ 221128 w 3949778"/>
                        <a:gd name="connsiteY95" fmla="*/ 2732981 h 5137252"/>
                        <a:gd name="connsiteX96" fmla="*/ 0 w 3949778"/>
                        <a:gd name="connsiteY96" fmla="*/ 2735633 h 5137252"/>
                        <a:gd name="connsiteX97" fmla="*/ 0 w 3949778"/>
                        <a:gd name="connsiteY97" fmla="*/ 2413015 h 5137252"/>
                        <a:gd name="connsiteX98" fmla="*/ 212094 w 3949778"/>
                        <a:gd name="connsiteY98" fmla="*/ 2411751 h 5137252"/>
                        <a:gd name="connsiteX99" fmla="*/ 224649 w 3949778"/>
                        <a:gd name="connsiteY99" fmla="*/ 2430336 h 5137252"/>
                        <a:gd name="connsiteX100" fmla="*/ 347662 w 3949778"/>
                        <a:gd name="connsiteY100" fmla="*/ 2481156 h 5137252"/>
                        <a:gd name="connsiteX101" fmla="*/ 521401 w 3949778"/>
                        <a:gd name="connsiteY101" fmla="*/ 2307096 h 5137252"/>
                        <a:gd name="connsiteX102" fmla="*/ 415044 w 3949778"/>
                        <a:gd name="connsiteY102" fmla="*/ 2146960 h 5137252"/>
                        <a:gd name="connsiteX103" fmla="*/ 347341 w 3949778"/>
                        <a:gd name="connsiteY103" fmla="*/ 2133357 h 5137252"/>
                        <a:gd name="connsiteX104" fmla="*/ 279664 w 3949778"/>
                        <a:gd name="connsiteY104" fmla="*/ 2147085 h 5137252"/>
                        <a:gd name="connsiteX105" fmla="*/ 231279 w 3949778"/>
                        <a:gd name="connsiteY105" fmla="*/ 2179773 h 5137252"/>
                        <a:gd name="connsiteX106" fmla="*/ 0 w 3949778"/>
                        <a:gd name="connsiteY106" fmla="*/ 2178209 h 5137252"/>
                        <a:gd name="connsiteX107" fmla="*/ 0 w 3949778"/>
                        <a:gd name="connsiteY107" fmla="*/ 1872741 h 5137252"/>
                        <a:gd name="connsiteX108" fmla="*/ 213783 w 3949778"/>
                        <a:gd name="connsiteY108" fmla="*/ 1874853 h 5137252"/>
                        <a:gd name="connsiteX109" fmla="*/ 223404 w 3949778"/>
                        <a:gd name="connsiteY109" fmla="*/ 1889096 h 5137252"/>
                        <a:gd name="connsiteX110" fmla="*/ 346417 w 3949778"/>
                        <a:gd name="connsiteY110" fmla="*/ 1939916 h 5137252"/>
                        <a:gd name="connsiteX111" fmla="*/ 520156 w 3949778"/>
                        <a:gd name="connsiteY111" fmla="*/ 1765856 h 5137252"/>
                        <a:gd name="connsiteX112" fmla="*/ 413799 w 3949778"/>
                        <a:gd name="connsiteY112" fmla="*/ 1605720 h 5137252"/>
                        <a:gd name="connsiteX113" fmla="*/ 346096 w 3949778"/>
                        <a:gd name="connsiteY113" fmla="*/ 1592117 h 5137252"/>
                        <a:gd name="connsiteX114" fmla="*/ 278419 w 3949778"/>
                        <a:gd name="connsiteY114" fmla="*/ 1605845 h 5137252"/>
                        <a:gd name="connsiteX115" fmla="*/ 223595 w 3949778"/>
                        <a:gd name="connsiteY115" fmla="*/ 1642881 h 5137252"/>
                        <a:gd name="connsiteX116" fmla="*/ 0 w 3949778"/>
                        <a:gd name="connsiteY116" fmla="*/ 1642007 h 5137252"/>
                        <a:gd name="connsiteX117" fmla="*/ 0 w 3949778"/>
                        <a:gd name="connsiteY117" fmla="*/ 1332051 h 5137252"/>
                        <a:gd name="connsiteX118" fmla="*/ 215067 w 3949778"/>
                        <a:gd name="connsiteY118" fmla="*/ 1332559 h 5137252"/>
                        <a:gd name="connsiteX119" fmla="*/ 227605 w 3949778"/>
                        <a:gd name="connsiteY119" fmla="*/ 1351120 h 5137252"/>
                        <a:gd name="connsiteX120" fmla="*/ 350618 w 3949778"/>
                        <a:gd name="connsiteY120" fmla="*/ 1401940 h 5137252"/>
                        <a:gd name="connsiteX121" fmla="*/ 524358 w 3949778"/>
                        <a:gd name="connsiteY121" fmla="*/ 1227880 h 5137252"/>
                        <a:gd name="connsiteX122" fmla="*/ 418000 w 3949778"/>
                        <a:gd name="connsiteY122" fmla="*/ 1067744 h 5137252"/>
                        <a:gd name="connsiteX123" fmla="*/ 350297 w 3949778"/>
                        <a:gd name="connsiteY123" fmla="*/ 1054140 h 5137252"/>
                        <a:gd name="connsiteX124" fmla="*/ 282620 w 3949778"/>
                        <a:gd name="connsiteY124" fmla="*/ 1067869 h 5137252"/>
                        <a:gd name="connsiteX125" fmla="*/ 234201 w 3949778"/>
                        <a:gd name="connsiteY125" fmla="*/ 1100579 h 5137252"/>
                        <a:gd name="connsiteX126" fmla="*/ 3221 w 3949778"/>
                        <a:gd name="connsiteY126" fmla="*/ 1102939 h 5137252"/>
                        <a:gd name="connsiteX127" fmla="*/ 0 w 3949778"/>
                        <a:gd name="connsiteY127" fmla="*/ 1210259 h 5137252"/>
                        <a:gd name="connsiteX128" fmla="*/ 0 w 3949778"/>
                        <a:gd name="connsiteY128" fmla="*/ 797050 h 5137252"/>
                        <a:gd name="connsiteX129" fmla="*/ 223677 w 3949778"/>
                        <a:gd name="connsiteY129" fmla="*/ 795631 h 5137252"/>
                        <a:gd name="connsiteX130" fmla="*/ 229623 w 3949778"/>
                        <a:gd name="connsiteY130" fmla="*/ 804432 h 5137252"/>
                        <a:gd name="connsiteX131" fmla="*/ 352636 w 3949778"/>
                        <a:gd name="connsiteY131" fmla="*/ 855253 h 5137252"/>
                        <a:gd name="connsiteX132" fmla="*/ 526376 w 3949778"/>
                        <a:gd name="connsiteY132" fmla="*/ 681193 h 5137252"/>
                        <a:gd name="connsiteX133" fmla="*/ 420018 w 3949778"/>
                        <a:gd name="connsiteY133" fmla="*/ 521057 h 5137252"/>
                        <a:gd name="connsiteX134" fmla="*/ 352316 w 3949778"/>
                        <a:gd name="connsiteY134" fmla="*/ 507453 h 5137252"/>
                        <a:gd name="connsiteX135" fmla="*/ 229397 w 3949778"/>
                        <a:gd name="connsiteY135" fmla="*/ 558500 h 5137252"/>
                        <a:gd name="connsiteX136" fmla="*/ 225922 w 3949778"/>
                        <a:gd name="connsiteY136" fmla="*/ 563667 h 5137252"/>
                        <a:gd name="connsiteX137" fmla="*/ 615 w 3949778"/>
                        <a:gd name="connsiteY137" fmla="*/ 565510 h 5137252"/>
                        <a:gd name="connsiteX138" fmla="*/ 0 w 3949778"/>
                        <a:gd name="connsiteY138" fmla="*/ 616517 h 5137252"/>
                        <a:gd name="connsiteX139" fmla="*/ 0 w 3949778"/>
                        <a:gd name="connsiteY139" fmla="*/ 244537 h 5137252"/>
                        <a:gd name="connsiteX140" fmla="*/ 244537 w 3949778"/>
                        <a:gd name="connsiteY140" fmla="*/ 0 h 5137252"/>
                        <a:gd name="connsiteX141" fmla="*/ 3700874 w 3949778"/>
                        <a:gd name="connsiteY141" fmla="*/ 0 h 5137252"/>
                        <a:gd name="connsiteX142" fmla="*/ 3837597 w 3949778"/>
                        <a:gd name="connsiteY142" fmla="*/ 41763 h 5137252"/>
                        <a:gd name="connsiteX0" fmla="*/ 408823 w 3949778"/>
                        <a:gd name="connsiteY0" fmla="*/ 3231620 h 5137252"/>
                        <a:gd name="connsiteX1" fmla="*/ 341120 w 3949778"/>
                        <a:gd name="connsiteY1" fmla="*/ 3218017 h 5137252"/>
                        <a:gd name="connsiteX2" fmla="*/ 218202 w 3949778"/>
                        <a:gd name="connsiteY2" fmla="*/ 3269064 h 5137252"/>
                        <a:gd name="connsiteX3" fmla="*/ 213987 w 3949778"/>
                        <a:gd name="connsiteY3" fmla="*/ 3275327 h 5137252"/>
                        <a:gd name="connsiteX4" fmla="*/ 2216 w 3949778"/>
                        <a:gd name="connsiteY4" fmla="*/ 3276343 h 5137252"/>
                        <a:gd name="connsiteX5" fmla="*/ 1466 w 3949778"/>
                        <a:gd name="connsiteY5" fmla="*/ 3509122 h 5137252"/>
                        <a:gd name="connsiteX6" fmla="*/ 213223 w 3949778"/>
                        <a:gd name="connsiteY6" fmla="*/ 3507290 h 5137252"/>
                        <a:gd name="connsiteX7" fmla="*/ 218428 w 3949778"/>
                        <a:gd name="connsiteY7" fmla="*/ 3514996 h 5137252"/>
                        <a:gd name="connsiteX8" fmla="*/ 341441 w 3949778"/>
                        <a:gd name="connsiteY8" fmla="*/ 3565816 h 5137252"/>
                        <a:gd name="connsiteX9" fmla="*/ 515181 w 3949778"/>
                        <a:gd name="connsiteY9" fmla="*/ 3391757 h 5137252"/>
                        <a:gd name="connsiteX10" fmla="*/ 408823 w 3949778"/>
                        <a:gd name="connsiteY10" fmla="*/ 3231620 h 5137252"/>
                        <a:gd name="connsiteX11" fmla="*/ 1903445 w 3949778"/>
                        <a:gd name="connsiteY11" fmla="*/ 4012352 h 5137252"/>
                        <a:gd name="connsiteX12" fmla="*/ 1858290 w 3949778"/>
                        <a:gd name="connsiteY12" fmla="*/ 4003279 h 5137252"/>
                        <a:gd name="connsiteX13" fmla="*/ 959661 w 3949778"/>
                        <a:gd name="connsiteY13" fmla="*/ 4004107 h 5137252"/>
                        <a:gd name="connsiteX14" fmla="*/ 843788 w 3949778"/>
                        <a:gd name="connsiteY14" fmla="*/ 4120195 h 5137252"/>
                        <a:gd name="connsiteX15" fmla="*/ 959876 w 3949778"/>
                        <a:gd name="connsiteY15" fmla="*/ 4236069 h 5137252"/>
                        <a:gd name="connsiteX16" fmla="*/ 1858505 w 3949778"/>
                        <a:gd name="connsiteY16" fmla="*/ 4235241 h 5137252"/>
                        <a:gd name="connsiteX17" fmla="*/ 1974379 w 3949778"/>
                        <a:gd name="connsiteY17" fmla="*/ 4119154 h 5137252"/>
                        <a:gd name="connsiteX18" fmla="*/ 1903445 w 3949778"/>
                        <a:gd name="connsiteY18" fmla="*/ 4012352 h 5137252"/>
                        <a:gd name="connsiteX19" fmla="*/ 3479313 w 3949778"/>
                        <a:gd name="connsiteY19" fmla="*/ 918916 h 5137252"/>
                        <a:gd name="connsiteX20" fmla="*/ 3434158 w 3949778"/>
                        <a:gd name="connsiteY20" fmla="*/ 909842 h 5137252"/>
                        <a:gd name="connsiteX21" fmla="*/ 964487 w 3949778"/>
                        <a:gd name="connsiteY21" fmla="*/ 912118 h 5137252"/>
                        <a:gd name="connsiteX22" fmla="*/ 848613 w 3949778"/>
                        <a:gd name="connsiteY22" fmla="*/ 1028206 h 5137252"/>
                        <a:gd name="connsiteX23" fmla="*/ 964701 w 3949778"/>
                        <a:gd name="connsiteY23" fmla="*/ 1144080 h 5137252"/>
                        <a:gd name="connsiteX24" fmla="*/ 3434372 w 3949778"/>
                        <a:gd name="connsiteY24" fmla="*/ 1141804 h 5137252"/>
                        <a:gd name="connsiteX25" fmla="*/ 3550246 w 3949778"/>
                        <a:gd name="connsiteY25" fmla="*/ 1025717 h 5137252"/>
                        <a:gd name="connsiteX26" fmla="*/ 3479313 w 3949778"/>
                        <a:gd name="connsiteY26" fmla="*/ 918916 h 5137252"/>
                        <a:gd name="connsiteX27" fmla="*/ 3837597 w 3949778"/>
                        <a:gd name="connsiteY27" fmla="*/ 41763 h 5137252"/>
                        <a:gd name="connsiteX28" fmla="*/ 3945411 w 3949778"/>
                        <a:gd name="connsiteY28" fmla="*/ 244537 h 5137252"/>
                        <a:gd name="connsiteX29" fmla="*/ 3520923 w 3949778"/>
                        <a:gd name="connsiteY29" fmla="*/ 1396482 h 5137252"/>
                        <a:gd name="connsiteX30" fmla="*/ 3466178 w 3949778"/>
                        <a:gd name="connsiteY30" fmla="*/ 1540909 h 5137252"/>
                        <a:gd name="connsiteX31" fmla="*/ 3426988 w 3949778"/>
                        <a:gd name="connsiteY31" fmla="*/ 1533034 h 5137252"/>
                        <a:gd name="connsiteX32" fmla="*/ 957316 w 3949778"/>
                        <a:gd name="connsiteY32" fmla="*/ 1535310 h 5137252"/>
                        <a:gd name="connsiteX33" fmla="*/ 841442 w 3949778"/>
                        <a:gd name="connsiteY33" fmla="*/ 1651398 h 5137252"/>
                        <a:gd name="connsiteX34" fmla="*/ 957530 w 3949778"/>
                        <a:gd name="connsiteY34" fmla="*/ 1767272 h 5137252"/>
                        <a:gd name="connsiteX35" fmla="*/ 3381059 w 3949778"/>
                        <a:gd name="connsiteY35" fmla="*/ 1765039 h 5137252"/>
                        <a:gd name="connsiteX36" fmla="*/ 3335438 w 3949778"/>
                        <a:gd name="connsiteY36" fmla="*/ 1884985 h 5137252"/>
                        <a:gd name="connsiteX37" fmla="*/ 3234693 w 3949778"/>
                        <a:gd name="connsiteY37" fmla="*/ 2149055 h 5137252"/>
                        <a:gd name="connsiteX38" fmla="*/ 965662 w 3949778"/>
                        <a:gd name="connsiteY38" fmla="*/ 2151146 h 5137252"/>
                        <a:gd name="connsiteX39" fmla="*/ 849788 w 3949778"/>
                        <a:gd name="connsiteY39" fmla="*/ 2267234 h 5137252"/>
                        <a:gd name="connsiteX40" fmla="*/ 965876 w 3949778"/>
                        <a:gd name="connsiteY40" fmla="*/ 2383107 h 5137252"/>
                        <a:gd name="connsiteX41" fmla="*/ 3146162 w 3949778"/>
                        <a:gd name="connsiteY41" fmla="*/ 2381099 h 5137252"/>
                        <a:gd name="connsiteX42" fmla="*/ 3058829 w 3949778"/>
                        <a:gd name="connsiteY42" fmla="*/ 2609727 h 5137252"/>
                        <a:gd name="connsiteX43" fmla="*/ 2997318 w 3949778"/>
                        <a:gd name="connsiteY43" fmla="*/ 2770827 h 5137252"/>
                        <a:gd name="connsiteX44" fmla="*/ 965025 w 3949778"/>
                        <a:gd name="connsiteY44" fmla="*/ 2772700 h 5137252"/>
                        <a:gd name="connsiteX45" fmla="*/ 849151 w 3949778"/>
                        <a:gd name="connsiteY45" fmla="*/ 2888787 h 5137252"/>
                        <a:gd name="connsiteX46" fmla="*/ 965239 w 3949778"/>
                        <a:gd name="connsiteY46" fmla="*/ 3004661 h 5137252"/>
                        <a:gd name="connsiteX47" fmla="*/ 2908819 w 3949778"/>
                        <a:gd name="connsiteY47" fmla="*/ 3002870 h 5137252"/>
                        <a:gd name="connsiteX48" fmla="*/ 2893682 w 3949778"/>
                        <a:gd name="connsiteY48" fmla="*/ 3042577 h 5137252"/>
                        <a:gd name="connsiteX49" fmla="*/ 2821562 w 3949778"/>
                        <a:gd name="connsiteY49" fmla="*/ 3232345 h 5137252"/>
                        <a:gd name="connsiteX50" fmla="*/ 2762222 w 3949778"/>
                        <a:gd name="connsiteY50" fmla="*/ 3389325 h 5137252"/>
                        <a:gd name="connsiteX51" fmla="*/ 949683 w 3949778"/>
                        <a:gd name="connsiteY51" fmla="*/ 3390995 h 5137252"/>
                        <a:gd name="connsiteX52" fmla="*/ 833809 w 3949778"/>
                        <a:gd name="connsiteY52" fmla="*/ 3507083 h 5137252"/>
                        <a:gd name="connsiteX53" fmla="*/ 949897 w 3949778"/>
                        <a:gd name="connsiteY53" fmla="*/ 3622957 h 5137252"/>
                        <a:gd name="connsiteX54" fmla="*/ 2732014 w 3949778"/>
                        <a:gd name="connsiteY54" fmla="*/ 3621315 h 5137252"/>
                        <a:gd name="connsiteX55" fmla="*/ 2703042 w 3949778"/>
                        <a:gd name="connsiteY55" fmla="*/ 3568605 h 5137252"/>
                        <a:gd name="connsiteX56" fmla="*/ 2736830 w 3949778"/>
                        <a:gd name="connsiteY56" fmla="*/ 3605524 h 5137252"/>
                        <a:gd name="connsiteX57" fmla="*/ 2633061 w 3949778"/>
                        <a:gd name="connsiteY57" fmla="*/ 4312952 h 5137252"/>
                        <a:gd name="connsiteX58" fmla="*/ 2957180 w 3949778"/>
                        <a:gd name="connsiteY58" fmla="*/ 4409562 h 5137252"/>
                        <a:gd name="connsiteX59" fmla="*/ 3482402 w 3949778"/>
                        <a:gd name="connsiteY59" fmla="*/ 3613885 h 5137252"/>
                        <a:gd name="connsiteX60" fmla="*/ 3552044 w 3949778"/>
                        <a:gd name="connsiteY60" fmla="*/ 3429821 h 5137252"/>
                        <a:gd name="connsiteX61" fmla="*/ 3949778 w 3949778"/>
                        <a:gd name="connsiteY61" fmla="*/ 2383707 h 5137252"/>
                        <a:gd name="connsiteX62" fmla="*/ 3945411 w 3949778"/>
                        <a:gd name="connsiteY62" fmla="*/ 4892715 h 5137252"/>
                        <a:gd name="connsiteX63" fmla="*/ 3700874 w 3949778"/>
                        <a:gd name="connsiteY63" fmla="*/ 5137252 h 5137252"/>
                        <a:gd name="connsiteX64" fmla="*/ 244537 w 3949778"/>
                        <a:gd name="connsiteY64" fmla="*/ 5137252 h 5137252"/>
                        <a:gd name="connsiteX65" fmla="*/ 0 w 3949778"/>
                        <a:gd name="connsiteY65" fmla="*/ 4892715 h 5137252"/>
                        <a:gd name="connsiteX66" fmla="*/ 0 w 3949778"/>
                        <a:gd name="connsiteY66" fmla="*/ 4605616 h 5137252"/>
                        <a:gd name="connsiteX67" fmla="*/ 222310 w 3949778"/>
                        <a:gd name="connsiteY67" fmla="*/ 4605020 h 5137252"/>
                        <a:gd name="connsiteX68" fmla="*/ 223099 w 3949778"/>
                        <a:gd name="connsiteY68" fmla="*/ 4606189 h 5137252"/>
                        <a:gd name="connsiteX69" fmla="*/ 346112 w 3949778"/>
                        <a:gd name="connsiteY69" fmla="*/ 4657010 h 5137252"/>
                        <a:gd name="connsiteX70" fmla="*/ 519851 w 3949778"/>
                        <a:gd name="connsiteY70" fmla="*/ 4482950 h 5137252"/>
                        <a:gd name="connsiteX71" fmla="*/ 413494 w 3949778"/>
                        <a:gd name="connsiteY71" fmla="*/ 4322814 h 5137252"/>
                        <a:gd name="connsiteX72" fmla="*/ 345791 w 3949778"/>
                        <a:gd name="connsiteY72" fmla="*/ 4309210 h 5137252"/>
                        <a:gd name="connsiteX73" fmla="*/ 222872 w 3949778"/>
                        <a:gd name="connsiteY73" fmla="*/ 4360257 h 5137252"/>
                        <a:gd name="connsiteX74" fmla="*/ 214254 w 3949778"/>
                        <a:gd name="connsiteY74" fmla="*/ 4373065 h 5137252"/>
                        <a:gd name="connsiteX75" fmla="*/ 0 w 3949778"/>
                        <a:gd name="connsiteY75" fmla="*/ 4376088 h 5137252"/>
                        <a:gd name="connsiteX76" fmla="*/ 0 w 3949778"/>
                        <a:gd name="connsiteY76" fmla="*/ 4048176 h 5137252"/>
                        <a:gd name="connsiteX77" fmla="*/ 213279 w 3949778"/>
                        <a:gd name="connsiteY77" fmla="*/ 4047458 h 5137252"/>
                        <a:gd name="connsiteX78" fmla="*/ 227300 w 3949778"/>
                        <a:gd name="connsiteY78" fmla="*/ 4068214 h 5137252"/>
                        <a:gd name="connsiteX79" fmla="*/ 350312 w 3949778"/>
                        <a:gd name="connsiteY79" fmla="*/ 4119034 h 5137252"/>
                        <a:gd name="connsiteX80" fmla="*/ 524052 w 3949778"/>
                        <a:gd name="connsiteY80" fmla="*/ 3944974 h 5137252"/>
                        <a:gd name="connsiteX81" fmla="*/ 417694 w 3949778"/>
                        <a:gd name="connsiteY81" fmla="*/ 3784839 h 5137252"/>
                        <a:gd name="connsiteX82" fmla="*/ 349992 w 3949778"/>
                        <a:gd name="connsiteY82" fmla="*/ 3771235 h 5137252"/>
                        <a:gd name="connsiteX83" fmla="*/ 282315 w 3949778"/>
                        <a:gd name="connsiteY83" fmla="*/ 3784963 h 5137252"/>
                        <a:gd name="connsiteX84" fmla="*/ 237151 w 3949778"/>
                        <a:gd name="connsiteY84" fmla="*/ 3815474 h 5137252"/>
                        <a:gd name="connsiteX85" fmla="*/ 0 w 3949778"/>
                        <a:gd name="connsiteY85" fmla="*/ 3818662 h 5137252"/>
                        <a:gd name="connsiteX86" fmla="*/ 0 w 3949778"/>
                        <a:gd name="connsiteY86" fmla="*/ 2967160 h 5137252"/>
                        <a:gd name="connsiteX87" fmla="*/ 214473 w 3949778"/>
                        <a:gd name="connsiteY87" fmla="*/ 2964949 h 5137252"/>
                        <a:gd name="connsiteX88" fmla="*/ 222629 w 3949778"/>
                        <a:gd name="connsiteY88" fmla="*/ 2977021 h 5137252"/>
                        <a:gd name="connsiteX89" fmla="*/ 345641 w 3949778"/>
                        <a:gd name="connsiteY89" fmla="*/ 3027842 h 5137252"/>
                        <a:gd name="connsiteX90" fmla="*/ 519381 w 3949778"/>
                        <a:gd name="connsiteY90" fmla="*/ 2853781 h 5137252"/>
                        <a:gd name="connsiteX91" fmla="*/ 413023 w 3949778"/>
                        <a:gd name="connsiteY91" fmla="*/ 2693645 h 5137252"/>
                        <a:gd name="connsiteX92" fmla="*/ 345321 w 3949778"/>
                        <a:gd name="connsiteY92" fmla="*/ 2680041 h 5137252"/>
                        <a:gd name="connsiteX93" fmla="*/ 222402 w 3949778"/>
                        <a:gd name="connsiteY93" fmla="*/ 2731089 h 5137252"/>
                        <a:gd name="connsiteX94" fmla="*/ 221128 w 3949778"/>
                        <a:gd name="connsiteY94" fmla="*/ 2732981 h 5137252"/>
                        <a:gd name="connsiteX95" fmla="*/ 0 w 3949778"/>
                        <a:gd name="connsiteY95" fmla="*/ 2735633 h 5137252"/>
                        <a:gd name="connsiteX96" fmla="*/ 0 w 3949778"/>
                        <a:gd name="connsiteY96" fmla="*/ 2413015 h 5137252"/>
                        <a:gd name="connsiteX97" fmla="*/ 212094 w 3949778"/>
                        <a:gd name="connsiteY97" fmla="*/ 2411751 h 5137252"/>
                        <a:gd name="connsiteX98" fmla="*/ 224649 w 3949778"/>
                        <a:gd name="connsiteY98" fmla="*/ 2430336 h 5137252"/>
                        <a:gd name="connsiteX99" fmla="*/ 347662 w 3949778"/>
                        <a:gd name="connsiteY99" fmla="*/ 2481156 h 5137252"/>
                        <a:gd name="connsiteX100" fmla="*/ 521401 w 3949778"/>
                        <a:gd name="connsiteY100" fmla="*/ 2307096 h 5137252"/>
                        <a:gd name="connsiteX101" fmla="*/ 415044 w 3949778"/>
                        <a:gd name="connsiteY101" fmla="*/ 2146960 h 5137252"/>
                        <a:gd name="connsiteX102" fmla="*/ 347341 w 3949778"/>
                        <a:gd name="connsiteY102" fmla="*/ 2133357 h 5137252"/>
                        <a:gd name="connsiteX103" fmla="*/ 279664 w 3949778"/>
                        <a:gd name="connsiteY103" fmla="*/ 2147085 h 5137252"/>
                        <a:gd name="connsiteX104" fmla="*/ 231279 w 3949778"/>
                        <a:gd name="connsiteY104" fmla="*/ 2179773 h 5137252"/>
                        <a:gd name="connsiteX105" fmla="*/ 0 w 3949778"/>
                        <a:gd name="connsiteY105" fmla="*/ 2178209 h 5137252"/>
                        <a:gd name="connsiteX106" fmla="*/ 0 w 3949778"/>
                        <a:gd name="connsiteY106" fmla="*/ 1872741 h 5137252"/>
                        <a:gd name="connsiteX107" fmla="*/ 213783 w 3949778"/>
                        <a:gd name="connsiteY107" fmla="*/ 1874853 h 5137252"/>
                        <a:gd name="connsiteX108" fmla="*/ 223404 w 3949778"/>
                        <a:gd name="connsiteY108" fmla="*/ 1889096 h 5137252"/>
                        <a:gd name="connsiteX109" fmla="*/ 346417 w 3949778"/>
                        <a:gd name="connsiteY109" fmla="*/ 1939916 h 5137252"/>
                        <a:gd name="connsiteX110" fmla="*/ 520156 w 3949778"/>
                        <a:gd name="connsiteY110" fmla="*/ 1765856 h 5137252"/>
                        <a:gd name="connsiteX111" fmla="*/ 413799 w 3949778"/>
                        <a:gd name="connsiteY111" fmla="*/ 1605720 h 5137252"/>
                        <a:gd name="connsiteX112" fmla="*/ 346096 w 3949778"/>
                        <a:gd name="connsiteY112" fmla="*/ 1592117 h 5137252"/>
                        <a:gd name="connsiteX113" fmla="*/ 278419 w 3949778"/>
                        <a:gd name="connsiteY113" fmla="*/ 1605845 h 5137252"/>
                        <a:gd name="connsiteX114" fmla="*/ 223595 w 3949778"/>
                        <a:gd name="connsiteY114" fmla="*/ 1642881 h 5137252"/>
                        <a:gd name="connsiteX115" fmla="*/ 0 w 3949778"/>
                        <a:gd name="connsiteY115" fmla="*/ 1642007 h 5137252"/>
                        <a:gd name="connsiteX116" fmla="*/ 0 w 3949778"/>
                        <a:gd name="connsiteY116" fmla="*/ 1332051 h 5137252"/>
                        <a:gd name="connsiteX117" fmla="*/ 215067 w 3949778"/>
                        <a:gd name="connsiteY117" fmla="*/ 1332559 h 5137252"/>
                        <a:gd name="connsiteX118" fmla="*/ 227605 w 3949778"/>
                        <a:gd name="connsiteY118" fmla="*/ 1351120 h 5137252"/>
                        <a:gd name="connsiteX119" fmla="*/ 350618 w 3949778"/>
                        <a:gd name="connsiteY119" fmla="*/ 1401940 h 5137252"/>
                        <a:gd name="connsiteX120" fmla="*/ 524358 w 3949778"/>
                        <a:gd name="connsiteY120" fmla="*/ 1227880 h 5137252"/>
                        <a:gd name="connsiteX121" fmla="*/ 418000 w 3949778"/>
                        <a:gd name="connsiteY121" fmla="*/ 1067744 h 5137252"/>
                        <a:gd name="connsiteX122" fmla="*/ 350297 w 3949778"/>
                        <a:gd name="connsiteY122" fmla="*/ 1054140 h 5137252"/>
                        <a:gd name="connsiteX123" fmla="*/ 282620 w 3949778"/>
                        <a:gd name="connsiteY123" fmla="*/ 1067869 h 5137252"/>
                        <a:gd name="connsiteX124" fmla="*/ 234201 w 3949778"/>
                        <a:gd name="connsiteY124" fmla="*/ 1100579 h 5137252"/>
                        <a:gd name="connsiteX125" fmla="*/ 3221 w 3949778"/>
                        <a:gd name="connsiteY125" fmla="*/ 1102939 h 5137252"/>
                        <a:gd name="connsiteX126" fmla="*/ 0 w 3949778"/>
                        <a:gd name="connsiteY126" fmla="*/ 1210259 h 5137252"/>
                        <a:gd name="connsiteX127" fmla="*/ 0 w 3949778"/>
                        <a:gd name="connsiteY127" fmla="*/ 797050 h 5137252"/>
                        <a:gd name="connsiteX128" fmla="*/ 223677 w 3949778"/>
                        <a:gd name="connsiteY128" fmla="*/ 795631 h 5137252"/>
                        <a:gd name="connsiteX129" fmla="*/ 229623 w 3949778"/>
                        <a:gd name="connsiteY129" fmla="*/ 804432 h 5137252"/>
                        <a:gd name="connsiteX130" fmla="*/ 352636 w 3949778"/>
                        <a:gd name="connsiteY130" fmla="*/ 855253 h 5137252"/>
                        <a:gd name="connsiteX131" fmla="*/ 526376 w 3949778"/>
                        <a:gd name="connsiteY131" fmla="*/ 681193 h 5137252"/>
                        <a:gd name="connsiteX132" fmla="*/ 420018 w 3949778"/>
                        <a:gd name="connsiteY132" fmla="*/ 521057 h 5137252"/>
                        <a:gd name="connsiteX133" fmla="*/ 352316 w 3949778"/>
                        <a:gd name="connsiteY133" fmla="*/ 507453 h 5137252"/>
                        <a:gd name="connsiteX134" fmla="*/ 229397 w 3949778"/>
                        <a:gd name="connsiteY134" fmla="*/ 558500 h 5137252"/>
                        <a:gd name="connsiteX135" fmla="*/ 225922 w 3949778"/>
                        <a:gd name="connsiteY135" fmla="*/ 563667 h 5137252"/>
                        <a:gd name="connsiteX136" fmla="*/ 615 w 3949778"/>
                        <a:gd name="connsiteY136" fmla="*/ 565510 h 5137252"/>
                        <a:gd name="connsiteX137" fmla="*/ 0 w 3949778"/>
                        <a:gd name="connsiteY137" fmla="*/ 616517 h 5137252"/>
                        <a:gd name="connsiteX138" fmla="*/ 0 w 3949778"/>
                        <a:gd name="connsiteY138" fmla="*/ 244537 h 5137252"/>
                        <a:gd name="connsiteX139" fmla="*/ 244537 w 3949778"/>
                        <a:gd name="connsiteY139" fmla="*/ 0 h 5137252"/>
                        <a:gd name="connsiteX140" fmla="*/ 3700874 w 3949778"/>
                        <a:gd name="connsiteY140" fmla="*/ 0 h 5137252"/>
                        <a:gd name="connsiteX141" fmla="*/ 3837597 w 3949778"/>
                        <a:gd name="connsiteY141" fmla="*/ 41763 h 5137252"/>
                        <a:gd name="connsiteX0" fmla="*/ 408823 w 3949778"/>
                        <a:gd name="connsiteY0" fmla="*/ 3231620 h 5137252"/>
                        <a:gd name="connsiteX1" fmla="*/ 341120 w 3949778"/>
                        <a:gd name="connsiteY1" fmla="*/ 3218017 h 5137252"/>
                        <a:gd name="connsiteX2" fmla="*/ 218202 w 3949778"/>
                        <a:gd name="connsiteY2" fmla="*/ 3269064 h 5137252"/>
                        <a:gd name="connsiteX3" fmla="*/ 213987 w 3949778"/>
                        <a:gd name="connsiteY3" fmla="*/ 3275327 h 5137252"/>
                        <a:gd name="connsiteX4" fmla="*/ 2216 w 3949778"/>
                        <a:gd name="connsiteY4" fmla="*/ 3276343 h 5137252"/>
                        <a:gd name="connsiteX5" fmla="*/ 1466 w 3949778"/>
                        <a:gd name="connsiteY5" fmla="*/ 3509122 h 5137252"/>
                        <a:gd name="connsiteX6" fmla="*/ 213223 w 3949778"/>
                        <a:gd name="connsiteY6" fmla="*/ 3507290 h 5137252"/>
                        <a:gd name="connsiteX7" fmla="*/ 218428 w 3949778"/>
                        <a:gd name="connsiteY7" fmla="*/ 3514996 h 5137252"/>
                        <a:gd name="connsiteX8" fmla="*/ 341441 w 3949778"/>
                        <a:gd name="connsiteY8" fmla="*/ 3565816 h 5137252"/>
                        <a:gd name="connsiteX9" fmla="*/ 515181 w 3949778"/>
                        <a:gd name="connsiteY9" fmla="*/ 3391757 h 5137252"/>
                        <a:gd name="connsiteX10" fmla="*/ 408823 w 3949778"/>
                        <a:gd name="connsiteY10" fmla="*/ 3231620 h 5137252"/>
                        <a:gd name="connsiteX11" fmla="*/ 1903445 w 3949778"/>
                        <a:gd name="connsiteY11" fmla="*/ 4012352 h 5137252"/>
                        <a:gd name="connsiteX12" fmla="*/ 1858290 w 3949778"/>
                        <a:gd name="connsiteY12" fmla="*/ 4003279 h 5137252"/>
                        <a:gd name="connsiteX13" fmla="*/ 959661 w 3949778"/>
                        <a:gd name="connsiteY13" fmla="*/ 4004107 h 5137252"/>
                        <a:gd name="connsiteX14" fmla="*/ 843788 w 3949778"/>
                        <a:gd name="connsiteY14" fmla="*/ 4120195 h 5137252"/>
                        <a:gd name="connsiteX15" fmla="*/ 959876 w 3949778"/>
                        <a:gd name="connsiteY15" fmla="*/ 4236069 h 5137252"/>
                        <a:gd name="connsiteX16" fmla="*/ 1858505 w 3949778"/>
                        <a:gd name="connsiteY16" fmla="*/ 4235241 h 5137252"/>
                        <a:gd name="connsiteX17" fmla="*/ 1974379 w 3949778"/>
                        <a:gd name="connsiteY17" fmla="*/ 4119154 h 5137252"/>
                        <a:gd name="connsiteX18" fmla="*/ 1903445 w 3949778"/>
                        <a:gd name="connsiteY18" fmla="*/ 4012352 h 5137252"/>
                        <a:gd name="connsiteX19" fmla="*/ 3479313 w 3949778"/>
                        <a:gd name="connsiteY19" fmla="*/ 918916 h 5137252"/>
                        <a:gd name="connsiteX20" fmla="*/ 3434158 w 3949778"/>
                        <a:gd name="connsiteY20" fmla="*/ 909842 h 5137252"/>
                        <a:gd name="connsiteX21" fmla="*/ 964487 w 3949778"/>
                        <a:gd name="connsiteY21" fmla="*/ 912118 h 5137252"/>
                        <a:gd name="connsiteX22" fmla="*/ 848613 w 3949778"/>
                        <a:gd name="connsiteY22" fmla="*/ 1028206 h 5137252"/>
                        <a:gd name="connsiteX23" fmla="*/ 964701 w 3949778"/>
                        <a:gd name="connsiteY23" fmla="*/ 1144080 h 5137252"/>
                        <a:gd name="connsiteX24" fmla="*/ 3434372 w 3949778"/>
                        <a:gd name="connsiteY24" fmla="*/ 1141804 h 5137252"/>
                        <a:gd name="connsiteX25" fmla="*/ 3550246 w 3949778"/>
                        <a:gd name="connsiteY25" fmla="*/ 1025717 h 5137252"/>
                        <a:gd name="connsiteX26" fmla="*/ 3479313 w 3949778"/>
                        <a:gd name="connsiteY26" fmla="*/ 918916 h 5137252"/>
                        <a:gd name="connsiteX27" fmla="*/ 3837597 w 3949778"/>
                        <a:gd name="connsiteY27" fmla="*/ 41763 h 5137252"/>
                        <a:gd name="connsiteX28" fmla="*/ 3945411 w 3949778"/>
                        <a:gd name="connsiteY28" fmla="*/ 244537 h 5137252"/>
                        <a:gd name="connsiteX29" fmla="*/ 3520923 w 3949778"/>
                        <a:gd name="connsiteY29" fmla="*/ 1396482 h 5137252"/>
                        <a:gd name="connsiteX30" fmla="*/ 3466178 w 3949778"/>
                        <a:gd name="connsiteY30" fmla="*/ 1540909 h 5137252"/>
                        <a:gd name="connsiteX31" fmla="*/ 3426988 w 3949778"/>
                        <a:gd name="connsiteY31" fmla="*/ 1533034 h 5137252"/>
                        <a:gd name="connsiteX32" fmla="*/ 957316 w 3949778"/>
                        <a:gd name="connsiteY32" fmla="*/ 1535310 h 5137252"/>
                        <a:gd name="connsiteX33" fmla="*/ 841442 w 3949778"/>
                        <a:gd name="connsiteY33" fmla="*/ 1651398 h 5137252"/>
                        <a:gd name="connsiteX34" fmla="*/ 957530 w 3949778"/>
                        <a:gd name="connsiteY34" fmla="*/ 1767272 h 5137252"/>
                        <a:gd name="connsiteX35" fmla="*/ 3381059 w 3949778"/>
                        <a:gd name="connsiteY35" fmla="*/ 1765039 h 5137252"/>
                        <a:gd name="connsiteX36" fmla="*/ 3335438 w 3949778"/>
                        <a:gd name="connsiteY36" fmla="*/ 1884985 h 5137252"/>
                        <a:gd name="connsiteX37" fmla="*/ 3234693 w 3949778"/>
                        <a:gd name="connsiteY37" fmla="*/ 2149055 h 5137252"/>
                        <a:gd name="connsiteX38" fmla="*/ 965662 w 3949778"/>
                        <a:gd name="connsiteY38" fmla="*/ 2151146 h 5137252"/>
                        <a:gd name="connsiteX39" fmla="*/ 849788 w 3949778"/>
                        <a:gd name="connsiteY39" fmla="*/ 2267234 h 5137252"/>
                        <a:gd name="connsiteX40" fmla="*/ 965876 w 3949778"/>
                        <a:gd name="connsiteY40" fmla="*/ 2383107 h 5137252"/>
                        <a:gd name="connsiteX41" fmla="*/ 3146162 w 3949778"/>
                        <a:gd name="connsiteY41" fmla="*/ 2381099 h 5137252"/>
                        <a:gd name="connsiteX42" fmla="*/ 3058829 w 3949778"/>
                        <a:gd name="connsiteY42" fmla="*/ 2609727 h 5137252"/>
                        <a:gd name="connsiteX43" fmla="*/ 2997318 w 3949778"/>
                        <a:gd name="connsiteY43" fmla="*/ 2770827 h 5137252"/>
                        <a:gd name="connsiteX44" fmla="*/ 965025 w 3949778"/>
                        <a:gd name="connsiteY44" fmla="*/ 2772700 h 5137252"/>
                        <a:gd name="connsiteX45" fmla="*/ 849151 w 3949778"/>
                        <a:gd name="connsiteY45" fmla="*/ 2888787 h 5137252"/>
                        <a:gd name="connsiteX46" fmla="*/ 965239 w 3949778"/>
                        <a:gd name="connsiteY46" fmla="*/ 3004661 h 5137252"/>
                        <a:gd name="connsiteX47" fmla="*/ 2908819 w 3949778"/>
                        <a:gd name="connsiteY47" fmla="*/ 3002870 h 5137252"/>
                        <a:gd name="connsiteX48" fmla="*/ 2893682 w 3949778"/>
                        <a:gd name="connsiteY48" fmla="*/ 3042577 h 5137252"/>
                        <a:gd name="connsiteX49" fmla="*/ 2821562 w 3949778"/>
                        <a:gd name="connsiteY49" fmla="*/ 3232345 h 5137252"/>
                        <a:gd name="connsiteX50" fmla="*/ 2762222 w 3949778"/>
                        <a:gd name="connsiteY50" fmla="*/ 3389325 h 5137252"/>
                        <a:gd name="connsiteX51" fmla="*/ 949683 w 3949778"/>
                        <a:gd name="connsiteY51" fmla="*/ 3390995 h 5137252"/>
                        <a:gd name="connsiteX52" fmla="*/ 833809 w 3949778"/>
                        <a:gd name="connsiteY52" fmla="*/ 3507083 h 5137252"/>
                        <a:gd name="connsiteX53" fmla="*/ 949897 w 3949778"/>
                        <a:gd name="connsiteY53" fmla="*/ 3622957 h 5137252"/>
                        <a:gd name="connsiteX54" fmla="*/ 2732014 w 3949778"/>
                        <a:gd name="connsiteY54" fmla="*/ 3621315 h 5137252"/>
                        <a:gd name="connsiteX55" fmla="*/ 2736830 w 3949778"/>
                        <a:gd name="connsiteY55" fmla="*/ 3605524 h 5137252"/>
                        <a:gd name="connsiteX56" fmla="*/ 2633061 w 3949778"/>
                        <a:gd name="connsiteY56" fmla="*/ 4312952 h 5137252"/>
                        <a:gd name="connsiteX57" fmla="*/ 2957180 w 3949778"/>
                        <a:gd name="connsiteY57" fmla="*/ 4409562 h 5137252"/>
                        <a:gd name="connsiteX58" fmla="*/ 3482402 w 3949778"/>
                        <a:gd name="connsiteY58" fmla="*/ 3613885 h 5137252"/>
                        <a:gd name="connsiteX59" fmla="*/ 3552044 w 3949778"/>
                        <a:gd name="connsiteY59" fmla="*/ 3429821 h 5137252"/>
                        <a:gd name="connsiteX60" fmla="*/ 3949778 w 3949778"/>
                        <a:gd name="connsiteY60" fmla="*/ 2383707 h 5137252"/>
                        <a:gd name="connsiteX61" fmla="*/ 3945411 w 3949778"/>
                        <a:gd name="connsiteY61" fmla="*/ 4892715 h 5137252"/>
                        <a:gd name="connsiteX62" fmla="*/ 3700874 w 3949778"/>
                        <a:gd name="connsiteY62" fmla="*/ 5137252 h 5137252"/>
                        <a:gd name="connsiteX63" fmla="*/ 244537 w 3949778"/>
                        <a:gd name="connsiteY63" fmla="*/ 5137252 h 5137252"/>
                        <a:gd name="connsiteX64" fmla="*/ 0 w 3949778"/>
                        <a:gd name="connsiteY64" fmla="*/ 4892715 h 5137252"/>
                        <a:gd name="connsiteX65" fmla="*/ 0 w 3949778"/>
                        <a:gd name="connsiteY65" fmla="*/ 4605616 h 5137252"/>
                        <a:gd name="connsiteX66" fmla="*/ 222310 w 3949778"/>
                        <a:gd name="connsiteY66" fmla="*/ 4605020 h 5137252"/>
                        <a:gd name="connsiteX67" fmla="*/ 223099 w 3949778"/>
                        <a:gd name="connsiteY67" fmla="*/ 4606189 h 5137252"/>
                        <a:gd name="connsiteX68" fmla="*/ 346112 w 3949778"/>
                        <a:gd name="connsiteY68" fmla="*/ 4657010 h 5137252"/>
                        <a:gd name="connsiteX69" fmla="*/ 519851 w 3949778"/>
                        <a:gd name="connsiteY69" fmla="*/ 4482950 h 5137252"/>
                        <a:gd name="connsiteX70" fmla="*/ 413494 w 3949778"/>
                        <a:gd name="connsiteY70" fmla="*/ 4322814 h 5137252"/>
                        <a:gd name="connsiteX71" fmla="*/ 345791 w 3949778"/>
                        <a:gd name="connsiteY71" fmla="*/ 4309210 h 5137252"/>
                        <a:gd name="connsiteX72" fmla="*/ 222872 w 3949778"/>
                        <a:gd name="connsiteY72" fmla="*/ 4360257 h 5137252"/>
                        <a:gd name="connsiteX73" fmla="*/ 214254 w 3949778"/>
                        <a:gd name="connsiteY73" fmla="*/ 4373065 h 5137252"/>
                        <a:gd name="connsiteX74" fmla="*/ 0 w 3949778"/>
                        <a:gd name="connsiteY74" fmla="*/ 4376088 h 5137252"/>
                        <a:gd name="connsiteX75" fmla="*/ 0 w 3949778"/>
                        <a:gd name="connsiteY75" fmla="*/ 4048176 h 5137252"/>
                        <a:gd name="connsiteX76" fmla="*/ 213279 w 3949778"/>
                        <a:gd name="connsiteY76" fmla="*/ 4047458 h 5137252"/>
                        <a:gd name="connsiteX77" fmla="*/ 227300 w 3949778"/>
                        <a:gd name="connsiteY77" fmla="*/ 4068214 h 5137252"/>
                        <a:gd name="connsiteX78" fmla="*/ 350312 w 3949778"/>
                        <a:gd name="connsiteY78" fmla="*/ 4119034 h 5137252"/>
                        <a:gd name="connsiteX79" fmla="*/ 524052 w 3949778"/>
                        <a:gd name="connsiteY79" fmla="*/ 3944974 h 5137252"/>
                        <a:gd name="connsiteX80" fmla="*/ 417694 w 3949778"/>
                        <a:gd name="connsiteY80" fmla="*/ 3784839 h 5137252"/>
                        <a:gd name="connsiteX81" fmla="*/ 349992 w 3949778"/>
                        <a:gd name="connsiteY81" fmla="*/ 3771235 h 5137252"/>
                        <a:gd name="connsiteX82" fmla="*/ 282315 w 3949778"/>
                        <a:gd name="connsiteY82" fmla="*/ 3784963 h 5137252"/>
                        <a:gd name="connsiteX83" fmla="*/ 237151 w 3949778"/>
                        <a:gd name="connsiteY83" fmla="*/ 3815474 h 5137252"/>
                        <a:gd name="connsiteX84" fmla="*/ 0 w 3949778"/>
                        <a:gd name="connsiteY84" fmla="*/ 3818662 h 5137252"/>
                        <a:gd name="connsiteX85" fmla="*/ 0 w 3949778"/>
                        <a:gd name="connsiteY85" fmla="*/ 2967160 h 5137252"/>
                        <a:gd name="connsiteX86" fmla="*/ 214473 w 3949778"/>
                        <a:gd name="connsiteY86" fmla="*/ 2964949 h 5137252"/>
                        <a:gd name="connsiteX87" fmla="*/ 222629 w 3949778"/>
                        <a:gd name="connsiteY87" fmla="*/ 2977021 h 5137252"/>
                        <a:gd name="connsiteX88" fmla="*/ 345641 w 3949778"/>
                        <a:gd name="connsiteY88" fmla="*/ 3027842 h 5137252"/>
                        <a:gd name="connsiteX89" fmla="*/ 519381 w 3949778"/>
                        <a:gd name="connsiteY89" fmla="*/ 2853781 h 5137252"/>
                        <a:gd name="connsiteX90" fmla="*/ 413023 w 3949778"/>
                        <a:gd name="connsiteY90" fmla="*/ 2693645 h 5137252"/>
                        <a:gd name="connsiteX91" fmla="*/ 345321 w 3949778"/>
                        <a:gd name="connsiteY91" fmla="*/ 2680041 h 5137252"/>
                        <a:gd name="connsiteX92" fmla="*/ 222402 w 3949778"/>
                        <a:gd name="connsiteY92" fmla="*/ 2731089 h 5137252"/>
                        <a:gd name="connsiteX93" fmla="*/ 221128 w 3949778"/>
                        <a:gd name="connsiteY93" fmla="*/ 2732981 h 5137252"/>
                        <a:gd name="connsiteX94" fmla="*/ 0 w 3949778"/>
                        <a:gd name="connsiteY94" fmla="*/ 2735633 h 5137252"/>
                        <a:gd name="connsiteX95" fmla="*/ 0 w 3949778"/>
                        <a:gd name="connsiteY95" fmla="*/ 2413015 h 5137252"/>
                        <a:gd name="connsiteX96" fmla="*/ 212094 w 3949778"/>
                        <a:gd name="connsiteY96" fmla="*/ 2411751 h 5137252"/>
                        <a:gd name="connsiteX97" fmla="*/ 224649 w 3949778"/>
                        <a:gd name="connsiteY97" fmla="*/ 2430336 h 5137252"/>
                        <a:gd name="connsiteX98" fmla="*/ 347662 w 3949778"/>
                        <a:gd name="connsiteY98" fmla="*/ 2481156 h 5137252"/>
                        <a:gd name="connsiteX99" fmla="*/ 521401 w 3949778"/>
                        <a:gd name="connsiteY99" fmla="*/ 2307096 h 5137252"/>
                        <a:gd name="connsiteX100" fmla="*/ 415044 w 3949778"/>
                        <a:gd name="connsiteY100" fmla="*/ 2146960 h 5137252"/>
                        <a:gd name="connsiteX101" fmla="*/ 347341 w 3949778"/>
                        <a:gd name="connsiteY101" fmla="*/ 2133357 h 5137252"/>
                        <a:gd name="connsiteX102" fmla="*/ 279664 w 3949778"/>
                        <a:gd name="connsiteY102" fmla="*/ 2147085 h 5137252"/>
                        <a:gd name="connsiteX103" fmla="*/ 231279 w 3949778"/>
                        <a:gd name="connsiteY103" fmla="*/ 2179773 h 5137252"/>
                        <a:gd name="connsiteX104" fmla="*/ 0 w 3949778"/>
                        <a:gd name="connsiteY104" fmla="*/ 2178209 h 5137252"/>
                        <a:gd name="connsiteX105" fmla="*/ 0 w 3949778"/>
                        <a:gd name="connsiteY105" fmla="*/ 1872741 h 5137252"/>
                        <a:gd name="connsiteX106" fmla="*/ 213783 w 3949778"/>
                        <a:gd name="connsiteY106" fmla="*/ 1874853 h 5137252"/>
                        <a:gd name="connsiteX107" fmla="*/ 223404 w 3949778"/>
                        <a:gd name="connsiteY107" fmla="*/ 1889096 h 5137252"/>
                        <a:gd name="connsiteX108" fmla="*/ 346417 w 3949778"/>
                        <a:gd name="connsiteY108" fmla="*/ 1939916 h 5137252"/>
                        <a:gd name="connsiteX109" fmla="*/ 520156 w 3949778"/>
                        <a:gd name="connsiteY109" fmla="*/ 1765856 h 5137252"/>
                        <a:gd name="connsiteX110" fmla="*/ 413799 w 3949778"/>
                        <a:gd name="connsiteY110" fmla="*/ 1605720 h 5137252"/>
                        <a:gd name="connsiteX111" fmla="*/ 346096 w 3949778"/>
                        <a:gd name="connsiteY111" fmla="*/ 1592117 h 5137252"/>
                        <a:gd name="connsiteX112" fmla="*/ 278419 w 3949778"/>
                        <a:gd name="connsiteY112" fmla="*/ 1605845 h 5137252"/>
                        <a:gd name="connsiteX113" fmla="*/ 223595 w 3949778"/>
                        <a:gd name="connsiteY113" fmla="*/ 1642881 h 5137252"/>
                        <a:gd name="connsiteX114" fmla="*/ 0 w 3949778"/>
                        <a:gd name="connsiteY114" fmla="*/ 1642007 h 5137252"/>
                        <a:gd name="connsiteX115" fmla="*/ 0 w 3949778"/>
                        <a:gd name="connsiteY115" fmla="*/ 1332051 h 5137252"/>
                        <a:gd name="connsiteX116" fmla="*/ 215067 w 3949778"/>
                        <a:gd name="connsiteY116" fmla="*/ 1332559 h 5137252"/>
                        <a:gd name="connsiteX117" fmla="*/ 227605 w 3949778"/>
                        <a:gd name="connsiteY117" fmla="*/ 1351120 h 5137252"/>
                        <a:gd name="connsiteX118" fmla="*/ 350618 w 3949778"/>
                        <a:gd name="connsiteY118" fmla="*/ 1401940 h 5137252"/>
                        <a:gd name="connsiteX119" fmla="*/ 524358 w 3949778"/>
                        <a:gd name="connsiteY119" fmla="*/ 1227880 h 5137252"/>
                        <a:gd name="connsiteX120" fmla="*/ 418000 w 3949778"/>
                        <a:gd name="connsiteY120" fmla="*/ 1067744 h 5137252"/>
                        <a:gd name="connsiteX121" fmla="*/ 350297 w 3949778"/>
                        <a:gd name="connsiteY121" fmla="*/ 1054140 h 5137252"/>
                        <a:gd name="connsiteX122" fmla="*/ 282620 w 3949778"/>
                        <a:gd name="connsiteY122" fmla="*/ 1067869 h 5137252"/>
                        <a:gd name="connsiteX123" fmla="*/ 234201 w 3949778"/>
                        <a:gd name="connsiteY123" fmla="*/ 1100579 h 5137252"/>
                        <a:gd name="connsiteX124" fmla="*/ 3221 w 3949778"/>
                        <a:gd name="connsiteY124" fmla="*/ 1102939 h 5137252"/>
                        <a:gd name="connsiteX125" fmla="*/ 0 w 3949778"/>
                        <a:gd name="connsiteY125" fmla="*/ 1210259 h 5137252"/>
                        <a:gd name="connsiteX126" fmla="*/ 0 w 3949778"/>
                        <a:gd name="connsiteY126" fmla="*/ 797050 h 5137252"/>
                        <a:gd name="connsiteX127" fmla="*/ 223677 w 3949778"/>
                        <a:gd name="connsiteY127" fmla="*/ 795631 h 5137252"/>
                        <a:gd name="connsiteX128" fmla="*/ 229623 w 3949778"/>
                        <a:gd name="connsiteY128" fmla="*/ 804432 h 5137252"/>
                        <a:gd name="connsiteX129" fmla="*/ 352636 w 3949778"/>
                        <a:gd name="connsiteY129" fmla="*/ 855253 h 5137252"/>
                        <a:gd name="connsiteX130" fmla="*/ 526376 w 3949778"/>
                        <a:gd name="connsiteY130" fmla="*/ 681193 h 5137252"/>
                        <a:gd name="connsiteX131" fmla="*/ 420018 w 3949778"/>
                        <a:gd name="connsiteY131" fmla="*/ 521057 h 5137252"/>
                        <a:gd name="connsiteX132" fmla="*/ 352316 w 3949778"/>
                        <a:gd name="connsiteY132" fmla="*/ 507453 h 5137252"/>
                        <a:gd name="connsiteX133" fmla="*/ 229397 w 3949778"/>
                        <a:gd name="connsiteY133" fmla="*/ 558500 h 5137252"/>
                        <a:gd name="connsiteX134" fmla="*/ 225922 w 3949778"/>
                        <a:gd name="connsiteY134" fmla="*/ 563667 h 5137252"/>
                        <a:gd name="connsiteX135" fmla="*/ 615 w 3949778"/>
                        <a:gd name="connsiteY135" fmla="*/ 565510 h 5137252"/>
                        <a:gd name="connsiteX136" fmla="*/ 0 w 3949778"/>
                        <a:gd name="connsiteY136" fmla="*/ 616517 h 5137252"/>
                        <a:gd name="connsiteX137" fmla="*/ 0 w 3949778"/>
                        <a:gd name="connsiteY137" fmla="*/ 244537 h 5137252"/>
                        <a:gd name="connsiteX138" fmla="*/ 244537 w 3949778"/>
                        <a:gd name="connsiteY138" fmla="*/ 0 h 5137252"/>
                        <a:gd name="connsiteX139" fmla="*/ 3700874 w 3949778"/>
                        <a:gd name="connsiteY139" fmla="*/ 0 h 5137252"/>
                        <a:gd name="connsiteX140" fmla="*/ 3837597 w 3949778"/>
                        <a:gd name="connsiteY140" fmla="*/ 41763 h 5137252"/>
                        <a:gd name="connsiteX0" fmla="*/ 408823 w 3949778"/>
                        <a:gd name="connsiteY0" fmla="*/ 3231620 h 5137252"/>
                        <a:gd name="connsiteX1" fmla="*/ 341120 w 3949778"/>
                        <a:gd name="connsiteY1" fmla="*/ 3218017 h 5137252"/>
                        <a:gd name="connsiteX2" fmla="*/ 218202 w 3949778"/>
                        <a:gd name="connsiteY2" fmla="*/ 3269064 h 5137252"/>
                        <a:gd name="connsiteX3" fmla="*/ 213987 w 3949778"/>
                        <a:gd name="connsiteY3" fmla="*/ 3275327 h 5137252"/>
                        <a:gd name="connsiteX4" fmla="*/ 2216 w 3949778"/>
                        <a:gd name="connsiteY4" fmla="*/ 3276343 h 5137252"/>
                        <a:gd name="connsiteX5" fmla="*/ 1466 w 3949778"/>
                        <a:gd name="connsiteY5" fmla="*/ 3509122 h 5137252"/>
                        <a:gd name="connsiteX6" fmla="*/ 213223 w 3949778"/>
                        <a:gd name="connsiteY6" fmla="*/ 3507290 h 5137252"/>
                        <a:gd name="connsiteX7" fmla="*/ 218428 w 3949778"/>
                        <a:gd name="connsiteY7" fmla="*/ 3514996 h 5137252"/>
                        <a:gd name="connsiteX8" fmla="*/ 341441 w 3949778"/>
                        <a:gd name="connsiteY8" fmla="*/ 3565816 h 5137252"/>
                        <a:gd name="connsiteX9" fmla="*/ 515181 w 3949778"/>
                        <a:gd name="connsiteY9" fmla="*/ 3391757 h 5137252"/>
                        <a:gd name="connsiteX10" fmla="*/ 408823 w 3949778"/>
                        <a:gd name="connsiteY10" fmla="*/ 3231620 h 5137252"/>
                        <a:gd name="connsiteX11" fmla="*/ 1903445 w 3949778"/>
                        <a:gd name="connsiteY11" fmla="*/ 4012352 h 5137252"/>
                        <a:gd name="connsiteX12" fmla="*/ 1858290 w 3949778"/>
                        <a:gd name="connsiteY12" fmla="*/ 4003279 h 5137252"/>
                        <a:gd name="connsiteX13" fmla="*/ 959661 w 3949778"/>
                        <a:gd name="connsiteY13" fmla="*/ 4004107 h 5137252"/>
                        <a:gd name="connsiteX14" fmla="*/ 843788 w 3949778"/>
                        <a:gd name="connsiteY14" fmla="*/ 4120195 h 5137252"/>
                        <a:gd name="connsiteX15" fmla="*/ 959876 w 3949778"/>
                        <a:gd name="connsiteY15" fmla="*/ 4236069 h 5137252"/>
                        <a:gd name="connsiteX16" fmla="*/ 1858505 w 3949778"/>
                        <a:gd name="connsiteY16" fmla="*/ 4235241 h 5137252"/>
                        <a:gd name="connsiteX17" fmla="*/ 1974379 w 3949778"/>
                        <a:gd name="connsiteY17" fmla="*/ 4119154 h 5137252"/>
                        <a:gd name="connsiteX18" fmla="*/ 1903445 w 3949778"/>
                        <a:gd name="connsiteY18" fmla="*/ 4012352 h 5137252"/>
                        <a:gd name="connsiteX19" fmla="*/ 3479313 w 3949778"/>
                        <a:gd name="connsiteY19" fmla="*/ 918916 h 5137252"/>
                        <a:gd name="connsiteX20" fmla="*/ 3434158 w 3949778"/>
                        <a:gd name="connsiteY20" fmla="*/ 909842 h 5137252"/>
                        <a:gd name="connsiteX21" fmla="*/ 964487 w 3949778"/>
                        <a:gd name="connsiteY21" fmla="*/ 912118 h 5137252"/>
                        <a:gd name="connsiteX22" fmla="*/ 848613 w 3949778"/>
                        <a:gd name="connsiteY22" fmla="*/ 1028206 h 5137252"/>
                        <a:gd name="connsiteX23" fmla="*/ 964701 w 3949778"/>
                        <a:gd name="connsiteY23" fmla="*/ 1144080 h 5137252"/>
                        <a:gd name="connsiteX24" fmla="*/ 3434372 w 3949778"/>
                        <a:gd name="connsiteY24" fmla="*/ 1141804 h 5137252"/>
                        <a:gd name="connsiteX25" fmla="*/ 3550246 w 3949778"/>
                        <a:gd name="connsiteY25" fmla="*/ 1025717 h 5137252"/>
                        <a:gd name="connsiteX26" fmla="*/ 3479313 w 3949778"/>
                        <a:gd name="connsiteY26" fmla="*/ 918916 h 5137252"/>
                        <a:gd name="connsiteX27" fmla="*/ 3837597 w 3949778"/>
                        <a:gd name="connsiteY27" fmla="*/ 41763 h 5137252"/>
                        <a:gd name="connsiteX28" fmla="*/ 3945411 w 3949778"/>
                        <a:gd name="connsiteY28" fmla="*/ 244537 h 5137252"/>
                        <a:gd name="connsiteX29" fmla="*/ 3520923 w 3949778"/>
                        <a:gd name="connsiteY29" fmla="*/ 1396482 h 5137252"/>
                        <a:gd name="connsiteX30" fmla="*/ 3466178 w 3949778"/>
                        <a:gd name="connsiteY30" fmla="*/ 1540909 h 5137252"/>
                        <a:gd name="connsiteX31" fmla="*/ 3426988 w 3949778"/>
                        <a:gd name="connsiteY31" fmla="*/ 1533034 h 5137252"/>
                        <a:gd name="connsiteX32" fmla="*/ 957316 w 3949778"/>
                        <a:gd name="connsiteY32" fmla="*/ 1535310 h 5137252"/>
                        <a:gd name="connsiteX33" fmla="*/ 841442 w 3949778"/>
                        <a:gd name="connsiteY33" fmla="*/ 1651398 h 5137252"/>
                        <a:gd name="connsiteX34" fmla="*/ 957530 w 3949778"/>
                        <a:gd name="connsiteY34" fmla="*/ 1767272 h 5137252"/>
                        <a:gd name="connsiteX35" fmla="*/ 3381059 w 3949778"/>
                        <a:gd name="connsiteY35" fmla="*/ 1765039 h 5137252"/>
                        <a:gd name="connsiteX36" fmla="*/ 3335438 w 3949778"/>
                        <a:gd name="connsiteY36" fmla="*/ 1884985 h 5137252"/>
                        <a:gd name="connsiteX37" fmla="*/ 3234693 w 3949778"/>
                        <a:gd name="connsiteY37" fmla="*/ 2149055 h 5137252"/>
                        <a:gd name="connsiteX38" fmla="*/ 965662 w 3949778"/>
                        <a:gd name="connsiteY38" fmla="*/ 2151146 h 5137252"/>
                        <a:gd name="connsiteX39" fmla="*/ 849788 w 3949778"/>
                        <a:gd name="connsiteY39" fmla="*/ 2267234 h 5137252"/>
                        <a:gd name="connsiteX40" fmla="*/ 965876 w 3949778"/>
                        <a:gd name="connsiteY40" fmla="*/ 2383107 h 5137252"/>
                        <a:gd name="connsiteX41" fmla="*/ 3146162 w 3949778"/>
                        <a:gd name="connsiteY41" fmla="*/ 2381099 h 5137252"/>
                        <a:gd name="connsiteX42" fmla="*/ 3058829 w 3949778"/>
                        <a:gd name="connsiteY42" fmla="*/ 2609727 h 5137252"/>
                        <a:gd name="connsiteX43" fmla="*/ 2997318 w 3949778"/>
                        <a:gd name="connsiteY43" fmla="*/ 2770827 h 5137252"/>
                        <a:gd name="connsiteX44" fmla="*/ 965025 w 3949778"/>
                        <a:gd name="connsiteY44" fmla="*/ 2772700 h 5137252"/>
                        <a:gd name="connsiteX45" fmla="*/ 849151 w 3949778"/>
                        <a:gd name="connsiteY45" fmla="*/ 2888787 h 5137252"/>
                        <a:gd name="connsiteX46" fmla="*/ 965239 w 3949778"/>
                        <a:gd name="connsiteY46" fmla="*/ 3004661 h 5137252"/>
                        <a:gd name="connsiteX47" fmla="*/ 2908819 w 3949778"/>
                        <a:gd name="connsiteY47" fmla="*/ 3002870 h 5137252"/>
                        <a:gd name="connsiteX48" fmla="*/ 2893682 w 3949778"/>
                        <a:gd name="connsiteY48" fmla="*/ 3042577 h 5137252"/>
                        <a:gd name="connsiteX49" fmla="*/ 2821562 w 3949778"/>
                        <a:gd name="connsiteY49" fmla="*/ 3232345 h 5137252"/>
                        <a:gd name="connsiteX50" fmla="*/ 2762222 w 3949778"/>
                        <a:gd name="connsiteY50" fmla="*/ 3389325 h 5137252"/>
                        <a:gd name="connsiteX51" fmla="*/ 949683 w 3949778"/>
                        <a:gd name="connsiteY51" fmla="*/ 3390995 h 5137252"/>
                        <a:gd name="connsiteX52" fmla="*/ 833809 w 3949778"/>
                        <a:gd name="connsiteY52" fmla="*/ 3507083 h 5137252"/>
                        <a:gd name="connsiteX53" fmla="*/ 949897 w 3949778"/>
                        <a:gd name="connsiteY53" fmla="*/ 3622957 h 5137252"/>
                        <a:gd name="connsiteX54" fmla="*/ 2732014 w 3949778"/>
                        <a:gd name="connsiteY54" fmla="*/ 3621315 h 5137252"/>
                        <a:gd name="connsiteX55" fmla="*/ 2633061 w 3949778"/>
                        <a:gd name="connsiteY55" fmla="*/ 4312952 h 5137252"/>
                        <a:gd name="connsiteX56" fmla="*/ 2957180 w 3949778"/>
                        <a:gd name="connsiteY56" fmla="*/ 4409562 h 5137252"/>
                        <a:gd name="connsiteX57" fmla="*/ 3482402 w 3949778"/>
                        <a:gd name="connsiteY57" fmla="*/ 3613885 h 5137252"/>
                        <a:gd name="connsiteX58" fmla="*/ 3552044 w 3949778"/>
                        <a:gd name="connsiteY58" fmla="*/ 3429821 h 5137252"/>
                        <a:gd name="connsiteX59" fmla="*/ 3949778 w 3949778"/>
                        <a:gd name="connsiteY59" fmla="*/ 2383707 h 5137252"/>
                        <a:gd name="connsiteX60" fmla="*/ 3945411 w 3949778"/>
                        <a:gd name="connsiteY60" fmla="*/ 4892715 h 5137252"/>
                        <a:gd name="connsiteX61" fmla="*/ 3700874 w 3949778"/>
                        <a:gd name="connsiteY61" fmla="*/ 5137252 h 5137252"/>
                        <a:gd name="connsiteX62" fmla="*/ 244537 w 3949778"/>
                        <a:gd name="connsiteY62" fmla="*/ 5137252 h 5137252"/>
                        <a:gd name="connsiteX63" fmla="*/ 0 w 3949778"/>
                        <a:gd name="connsiteY63" fmla="*/ 4892715 h 5137252"/>
                        <a:gd name="connsiteX64" fmla="*/ 0 w 3949778"/>
                        <a:gd name="connsiteY64" fmla="*/ 4605616 h 5137252"/>
                        <a:gd name="connsiteX65" fmla="*/ 222310 w 3949778"/>
                        <a:gd name="connsiteY65" fmla="*/ 4605020 h 5137252"/>
                        <a:gd name="connsiteX66" fmla="*/ 223099 w 3949778"/>
                        <a:gd name="connsiteY66" fmla="*/ 4606189 h 5137252"/>
                        <a:gd name="connsiteX67" fmla="*/ 346112 w 3949778"/>
                        <a:gd name="connsiteY67" fmla="*/ 4657010 h 5137252"/>
                        <a:gd name="connsiteX68" fmla="*/ 519851 w 3949778"/>
                        <a:gd name="connsiteY68" fmla="*/ 4482950 h 5137252"/>
                        <a:gd name="connsiteX69" fmla="*/ 413494 w 3949778"/>
                        <a:gd name="connsiteY69" fmla="*/ 4322814 h 5137252"/>
                        <a:gd name="connsiteX70" fmla="*/ 345791 w 3949778"/>
                        <a:gd name="connsiteY70" fmla="*/ 4309210 h 5137252"/>
                        <a:gd name="connsiteX71" fmla="*/ 222872 w 3949778"/>
                        <a:gd name="connsiteY71" fmla="*/ 4360257 h 5137252"/>
                        <a:gd name="connsiteX72" fmla="*/ 214254 w 3949778"/>
                        <a:gd name="connsiteY72" fmla="*/ 4373065 h 5137252"/>
                        <a:gd name="connsiteX73" fmla="*/ 0 w 3949778"/>
                        <a:gd name="connsiteY73" fmla="*/ 4376088 h 5137252"/>
                        <a:gd name="connsiteX74" fmla="*/ 0 w 3949778"/>
                        <a:gd name="connsiteY74" fmla="*/ 4048176 h 5137252"/>
                        <a:gd name="connsiteX75" fmla="*/ 213279 w 3949778"/>
                        <a:gd name="connsiteY75" fmla="*/ 4047458 h 5137252"/>
                        <a:gd name="connsiteX76" fmla="*/ 227300 w 3949778"/>
                        <a:gd name="connsiteY76" fmla="*/ 4068214 h 5137252"/>
                        <a:gd name="connsiteX77" fmla="*/ 350312 w 3949778"/>
                        <a:gd name="connsiteY77" fmla="*/ 4119034 h 5137252"/>
                        <a:gd name="connsiteX78" fmla="*/ 524052 w 3949778"/>
                        <a:gd name="connsiteY78" fmla="*/ 3944974 h 5137252"/>
                        <a:gd name="connsiteX79" fmla="*/ 417694 w 3949778"/>
                        <a:gd name="connsiteY79" fmla="*/ 3784839 h 5137252"/>
                        <a:gd name="connsiteX80" fmla="*/ 349992 w 3949778"/>
                        <a:gd name="connsiteY80" fmla="*/ 3771235 h 5137252"/>
                        <a:gd name="connsiteX81" fmla="*/ 282315 w 3949778"/>
                        <a:gd name="connsiteY81" fmla="*/ 3784963 h 5137252"/>
                        <a:gd name="connsiteX82" fmla="*/ 237151 w 3949778"/>
                        <a:gd name="connsiteY82" fmla="*/ 3815474 h 5137252"/>
                        <a:gd name="connsiteX83" fmla="*/ 0 w 3949778"/>
                        <a:gd name="connsiteY83" fmla="*/ 3818662 h 5137252"/>
                        <a:gd name="connsiteX84" fmla="*/ 0 w 3949778"/>
                        <a:gd name="connsiteY84" fmla="*/ 2967160 h 5137252"/>
                        <a:gd name="connsiteX85" fmla="*/ 214473 w 3949778"/>
                        <a:gd name="connsiteY85" fmla="*/ 2964949 h 5137252"/>
                        <a:gd name="connsiteX86" fmla="*/ 222629 w 3949778"/>
                        <a:gd name="connsiteY86" fmla="*/ 2977021 h 5137252"/>
                        <a:gd name="connsiteX87" fmla="*/ 345641 w 3949778"/>
                        <a:gd name="connsiteY87" fmla="*/ 3027842 h 5137252"/>
                        <a:gd name="connsiteX88" fmla="*/ 519381 w 3949778"/>
                        <a:gd name="connsiteY88" fmla="*/ 2853781 h 5137252"/>
                        <a:gd name="connsiteX89" fmla="*/ 413023 w 3949778"/>
                        <a:gd name="connsiteY89" fmla="*/ 2693645 h 5137252"/>
                        <a:gd name="connsiteX90" fmla="*/ 345321 w 3949778"/>
                        <a:gd name="connsiteY90" fmla="*/ 2680041 h 5137252"/>
                        <a:gd name="connsiteX91" fmla="*/ 222402 w 3949778"/>
                        <a:gd name="connsiteY91" fmla="*/ 2731089 h 5137252"/>
                        <a:gd name="connsiteX92" fmla="*/ 221128 w 3949778"/>
                        <a:gd name="connsiteY92" fmla="*/ 2732981 h 5137252"/>
                        <a:gd name="connsiteX93" fmla="*/ 0 w 3949778"/>
                        <a:gd name="connsiteY93" fmla="*/ 2735633 h 5137252"/>
                        <a:gd name="connsiteX94" fmla="*/ 0 w 3949778"/>
                        <a:gd name="connsiteY94" fmla="*/ 2413015 h 5137252"/>
                        <a:gd name="connsiteX95" fmla="*/ 212094 w 3949778"/>
                        <a:gd name="connsiteY95" fmla="*/ 2411751 h 5137252"/>
                        <a:gd name="connsiteX96" fmla="*/ 224649 w 3949778"/>
                        <a:gd name="connsiteY96" fmla="*/ 2430336 h 5137252"/>
                        <a:gd name="connsiteX97" fmla="*/ 347662 w 3949778"/>
                        <a:gd name="connsiteY97" fmla="*/ 2481156 h 5137252"/>
                        <a:gd name="connsiteX98" fmla="*/ 521401 w 3949778"/>
                        <a:gd name="connsiteY98" fmla="*/ 2307096 h 5137252"/>
                        <a:gd name="connsiteX99" fmla="*/ 415044 w 3949778"/>
                        <a:gd name="connsiteY99" fmla="*/ 2146960 h 5137252"/>
                        <a:gd name="connsiteX100" fmla="*/ 347341 w 3949778"/>
                        <a:gd name="connsiteY100" fmla="*/ 2133357 h 5137252"/>
                        <a:gd name="connsiteX101" fmla="*/ 279664 w 3949778"/>
                        <a:gd name="connsiteY101" fmla="*/ 2147085 h 5137252"/>
                        <a:gd name="connsiteX102" fmla="*/ 231279 w 3949778"/>
                        <a:gd name="connsiteY102" fmla="*/ 2179773 h 5137252"/>
                        <a:gd name="connsiteX103" fmla="*/ 0 w 3949778"/>
                        <a:gd name="connsiteY103" fmla="*/ 2178209 h 5137252"/>
                        <a:gd name="connsiteX104" fmla="*/ 0 w 3949778"/>
                        <a:gd name="connsiteY104" fmla="*/ 1872741 h 5137252"/>
                        <a:gd name="connsiteX105" fmla="*/ 213783 w 3949778"/>
                        <a:gd name="connsiteY105" fmla="*/ 1874853 h 5137252"/>
                        <a:gd name="connsiteX106" fmla="*/ 223404 w 3949778"/>
                        <a:gd name="connsiteY106" fmla="*/ 1889096 h 5137252"/>
                        <a:gd name="connsiteX107" fmla="*/ 346417 w 3949778"/>
                        <a:gd name="connsiteY107" fmla="*/ 1939916 h 5137252"/>
                        <a:gd name="connsiteX108" fmla="*/ 520156 w 3949778"/>
                        <a:gd name="connsiteY108" fmla="*/ 1765856 h 5137252"/>
                        <a:gd name="connsiteX109" fmla="*/ 413799 w 3949778"/>
                        <a:gd name="connsiteY109" fmla="*/ 1605720 h 5137252"/>
                        <a:gd name="connsiteX110" fmla="*/ 346096 w 3949778"/>
                        <a:gd name="connsiteY110" fmla="*/ 1592117 h 5137252"/>
                        <a:gd name="connsiteX111" fmla="*/ 278419 w 3949778"/>
                        <a:gd name="connsiteY111" fmla="*/ 1605845 h 5137252"/>
                        <a:gd name="connsiteX112" fmla="*/ 223595 w 3949778"/>
                        <a:gd name="connsiteY112" fmla="*/ 1642881 h 5137252"/>
                        <a:gd name="connsiteX113" fmla="*/ 0 w 3949778"/>
                        <a:gd name="connsiteY113" fmla="*/ 1642007 h 5137252"/>
                        <a:gd name="connsiteX114" fmla="*/ 0 w 3949778"/>
                        <a:gd name="connsiteY114" fmla="*/ 1332051 h 5137252"/>
                        <a:gd name="connsiteX115" fmla="*/ 215067 w 3949778"/>
                        <a:gd name="connsiteY115" fmla="*/ 1332559 h 5137252"/>
                        <a:gd name="connsiteX116" fmla="*/ 227605 w 3949778"/>
                        <a:gd name="connsiteY116" fmla="*/ 1351120 h 5137252"/>
                        <a:gd name="connsiteX117" fmla="*/ 350618 w 3949778"/>
                        <a:gd name="connsiteY117" fmla="*/ 1401940 h 5137252"/>
                        <a:gd name="connsiteX118" fmla="*/ 524358 w 3949778"/>
                        <a:gd name="connsiteY118" fmla="*/ 1227880 h 5137252"/>
                        <a:gd name="connsiteX119" fmla="*/ 418000 w 3949778"/>
                        <a:gd name="connsiteY119" fmla="*/ 1067744 h 5137252"/>
                        <a:gd name="connsiteX120" fmla="*/ 350297 w 3949778"/>
                        <a:gd name="connsiteY120" fmla="*/ 1054140 h 5137252"/>
                        <a:gd name="connsiteX121" fmla="*/ 282620 w 3949778"/>
                        <a:gd name="connsiteY121" fmla="*/ 1067869 h 5137252"/>
                        <a:gd name="connsiteX122" fmla="*/ 234201 w 3949778"/>
                        <a:gd name="connsiteY122" fmla="*/ 1100579 h 5137252"/>
                        <a:gd name="connsiteX123" fmla="*/ 3221 w 3949778"/>
                        <a:gd name="connsiteY123" fmla="*/ 1102939 h 5137252"/>
                        <a:gd name="connsiteX124" fmla="*/ 0 w 3949778"/>
                        <a:gd name="connsiteY124" fmla="*/ 1210259 h 5137252"/>
                        <a:gd name="connsiteX125" fmla="*/ 0 w 3949778"/>
                        <a:gd name="connsiteY125" fmla="*/ 797050 h 5137252"/>
                        <a:gd name="connsiteX126" fmla="*/ 223677 w 3949778"/>
                        <a:gd name="connsiteY126" fmla="*/ 795631 h 5137252"/>
                        <a:gd name="connsiteX127" fmla="*/ 229623 w 3949778"/>
                        <a:gd name="connsiteY127" fmla="*/ 804432 h 5137252"/>
                        <a:gd name="connsiteX128" fmla="*/ 352636 w 3949778"/>
                        <a:gd name="connsiteY128" fmla="*/ 855253 h 5137252"/>
                        <a:gd name="connsiteX129" fmla="*/ 526376 w 3949778"/>
                        <a:gd name="connsiteY129" fmla="*/ 681193 h 5137252"/>
                        <a:gd name="connsiteX130" fmla="*/ 420018 w 3949778"/>
                        <a:gd name="connsiteY130" fmla="*/ 521057 h 5137252"/>
                        <a:gd name="connsiteX131" fmla="*/ 352316 w 3949778"/>
                        <a:gd name="connsiteY131" fmla="*/ 507453 h 5137252"/>
                        <a:gd name="connsiteX132" fmla="*/ 229397 w 3949778"/>
                        <a:gd name="connsiteY132" fmla="*/ 558500 h 5137252"/>
                        <a:gd name="connsiteX133" fmla="*/ 225922 w 3949778"/>
                        <a:gd name="connsiteY133" fmla="*/ 563667 h 5137252"/>
                        <a:gd name="connsiteX134" fmla="*/ 615 w 3949778"/>
                        <a:gd name="connsiteY134" fmla="*/ 565510 h 5137252"/>
                        <a:gd name="connsiteX135" fmla="*/ 0 w 3949778"/>
                        <a:gd name="connsiteY135" fmla="*/ 616517 h 5137252"/>
                        <a:gd name="connsiteX136" fmla="*/ 0 w 3949778"/>
                        <a:gd name="connsiteY136" fmla="*/ 244537 h 5137252"/>
                        <a:gd name="connsiteX137" fmla="*/ 244537 w 3949778"/>
                        <a:gd name="connsiteY137" fmla="*/ 0 h 5137252"/>
                        <a:gd name="connsiteX138" fmla="*/ 3700874 w 3949778"/>
                        <a:gd name="connsiteY138" fmla="*/ 0 h 5137252"/>
                        <a:gd name="connsiteX139" fmla="*/ 3837597 w 3949778"/>
                        <a:gd name="connsiteY139" fmla="*/ 41763 h 5137252"/>
                        <a:gd name="connsiteX0" fmla="*/ 408823 w 3949778"/>
                        <a:gd name="connsiteY0" fmla="*/ 3231620 h 5137252"/>
                        <a:gd name="connsiteX1" fmla="*/ 341120 w 3949778"/>
                        <a:gd name="connsiteY1" fmla="*/ 3218017 h 5137252"/>
                        <a:gd name="connsiteX2" fmla="*/ 218202 w 3949778"/>
                        <a:gd name="connsiteY2" fmla="*/ 3269064 h 5137252"/>
                        <a:gd name="connsiteX3" fmla="*/ 213987 w 3949778"/>
                        <a:gd name="connsiteY3" fmla="*/ 3275327 h 5137252"/>
                        <a:gd name="connsiteX4" fmla="*/ 2216 w 3949778"/>
                        <a:gd name="connsiteY4" fmla="*/ 3276343 h 5137252"/>
                        <a:gd name="connsiteX5" fmla="*/ 1466 w 3949778"/>
                        <a:gd name="connsiteY5" fmla="*/ 3509122 h 5137252"/>
                        <a:gd name="connsiteX6" fmla="*/ 213223 w 3949778"/>
                        <a:gd name="connsiteY6" fmla="*/ 3507290 h 5137252"/>
                        <a:gd name="connsiteX7" fmla="*/ 218428 w 3949778"/>
                        <a:gd name="connsiteY7" fmla="*/ 3514996 h 5137252"/>
                        <a:gd name="connsiteX8" fmla="*/ 341441 w 3949778"/>
                        <a:gd name="connsiteY8" fmla="*/ 3565816 h 5137252"/>
                        <a:gd name="connsiteX9" fmla="*/ 515181 w 3949778"/>
                        <a:gd name="connsiteY9" fmla="*/ 3391757 h 5137252"/>
                        <a:gd name="connsiteX10" fmla="*/ 408823 w 3949778"/>
                        <a:gd name="connsiteY10" fmla="*/ 3231620 h 5137252"/>
                        <a:gd name="connsiteX11" fmla="*/ 1903445 w 3949778"/>
                        <a:gd name="connsiteY11" fmla="*/ 4012352 h 5137252"/>
                        <a:gd name="connsiteX12" fmla="*/ 1858290 w 3949778"/>
                        <a:gd name="connsiteY12" fmla="*/ 4003279 h 5137252"/>
                        <a:gd name="connsiteX13" fmla="*/ 959661 w 3949778"/>
                        <a:gd name="connsiteY13" fmla="*/ 4004107 h 5137252"/>
                        <a:gd name="connsiteX14" fmla="*/ 843788 w 3949778"/>
                        <a:gd name="connsiteY14" fmla="*/ 4120195 h 5137252"/>
                        <a:gd name="connsiteX15" fmla="*/ 959876 w 3949778"/>
                        <a:gd name="connsiteY15" fmla="*/ 4236069 h 5137252"/>
                        <a:gd name="connsiteX16" fmla="*/ 1858505 w 3949778"/>
                        <a:gd name="connsiteY16" fmla="*/ 4235241 h 5137252"/>
                        <a:gd name="connsiteX17" fmla="*/ 1974379 w 3949778"/>
                        <a:gd name="connsiteY17" fmla="*/ 4119154 h 5137252"/>
                        <a:gd name="connsiteX18" fmla="*/ 1903445 w 3949778"/>
                        <a:gd name="connsiteY18" fmla="*/ 4012352 h 5137252"/>
                        <a:gd name="connsiteX19" fmla="*/ 3479313 w 3949778"/>
                        <a:gd name="connsiteY19" fmla="*/ 918916 h 5137252"/>
                        <a:gd name="connsiteX20" fmla="*/ 3434158 w 3949778"/>
                        <a:gd name="connsiteY20" fmla="*/ 909842 h 5137252"/>
                        <a:gd name="connsiteX21" fmla="*/ 964487 w 3949778"/>
                        <a:gd name="connsiteY21" fmla="*/ 912118 h 5137252"/>
                        <a:gd name="connsiteX22" fmla="*/ 848613 w 3949778"/>
                        <a:gd name="connsiteY22" fmla="*/ 1028206 h 5137252"/>
                        <a:gd name="connsiteX23" fmla="*/ 964701 w 3949778"/>
                        <a:gd name="connsiteY23" fmla="*/ 1144080 h 5137252"/>
                        <a:gd name="connsiteX24" fmla="*/ 3434372 w 3949778"/>
                        <a:gd name="connsiteY24" fmla="*/ 1141804 h 5137252"/>
                        <a:gd name="connsiteX25" fmla="*/ 3550246 w 3949778"/>
                        <a:gd name="connsiteY25" fmla="*/ 1025717 h 5137252"/>
                        <a:gd name="connsiteX26" fmla="*/ 3479313 w 3949778"/>
                        <a:gd name="connsiteY26" fmla="*/ 918916 h 5137252"/>
                        <a:gd name="connsiteX27" fmla="*/ 3837597 w 3949778"/>
                        <a:gd name="connsiteY27" fmla="*/ 41763 h 5137252"/>
                        <a:gd name="connsiteX28" fmla="*/ 3945411 w 3949778"/>
                        <a:gd name="connsiteY28" fmla="*/ 244537 h 5137252"/>
                        <a:gd name="connsiteX29" fmla="*/ 3520923 w 3949778"/>
                        <a:gd name="connsiteY29" fmla="*/ 1396482 h 5137252"/>
                        <a:gd name="connsiteX30" fmla="*/ 3466178 w 3949778"/>
                        <a:gd name="connsiteY30" fmla="*/ 1540909 h 5137252"/>
                        <a:gd name="connsiteX31" fmla="*/ 3426988 w 3949778"/>
                        <a:gd name="connsiteY31" fmla="*/ 1533034 h 5137252"/>
                        <a:gd name="connsiteX32" fmla="*/ 957316 w 3949778"/>
                        <a:gd name="connsiteY32" fmla="*/ 1535310 h 5137252"/>
                        <a:gd name="connsiteX33" fmla="*/ 841442 w 3949778"/>
                        <a:gd name="connsiteY33" fmla="*/ 1651398 h 5137252"/>
                        <a:gd name="connsiteX34" fmla="*/ 957530 w 3949778"/>
                        <a:gd name="connsiteY34" fmla="*/ 1767272 h 5137252"/>
                        <a:gd name="connsiteX35" fmla="*/ 3381059 w 3949778"/>
                        <a:gd name="connsiteY35" fmla="*/ 1765039 h 5137252"/>
                        <a:gd name="connsiteX36" fmla="*/ 3234693 w 3949778"/>
                        <a:gd name="connsiteY36" fmla="*/ 2149055 h 5137252"/>
                        <a:gd name="connsiteX37" fmla="*/ 965662 w 3949778"/>
                        <a:gd name="connsiteY37" fmla="*/ 2151146 h 5137252"/>
                        <a:gd name="connsiteX38" fmla="*/ 849788 w 3949778"/>
                        <a:gd name="connsiteY38" fmla="*/ 2267234 h 5137252"/>
                        <a:gd name="connsiteX39" fmla="*/ 965876 w 3949778"/>
                        <a:gd name="connsiteY39" fmla="*/ 2383107 h 5137252"/>
                        <a:gd name="connsiteX40" fmla="*/ 3146162 w 3949778"/>
                        <a:gd name="connsiteY40" fmla="*/ 2381099 h 5137252"/>
                        <a:gd name="connsiteX41" fmla="*/ 3058829 w 3949778"/>
                        <a:gd name="connsiteY41" fmla="*/ 2609727 h 5137252"/>
                        <a:gd name="connsiteX42" fmla="*/ 2997318 w 3949778"/>
                        <a:gd name="connsiteY42" fmla="*/ 2770827 h 5137252"/>
                        <a:gd name="connsiteX43" fmla="*/ 965025 w 3949778"/>
                        <a:gd name="connsiteY43" fmla="*/ 2772700 h 5137252"/>
                        <a:gd name="connsiteX44" fmla="*/ 849151 w 3949778"/>
                        <a:gd name="connsiteY44" fmla="*/ 2888787 h 5137252"/>
                        <a:gd name="connsiteX45" fmla="*/ 965239 w 3949778"/>
                        <a:gd name="connsiteY45" fmla="*/ 3004661 h 5137252"/>
                        <a:gd name="connsiteX46" fmla="*/ 2908819 w 3949778"/>
                        <a:gd name="connsiteY46" fmla="*/ 3002870 h 5137252"/>
                        <a:gd name="connsiteX47" fmla="*/ 2893682 w 3949778"/>
                        <a:gd name="connsiteY47" fmla="*/ 3042577 h 5137252"/>
                        <a:gd name="connsiteX48" fmla="*/ 2821562 w 3949778"/>
                        <a:gd name="connsiteY48" fmla="*/ 3232345 h 5137252"/>
                        <a:gd name="connsiteX49" fmla="*/ 2762222 w 3949778"/>
                        <a:gd name="connsiteY49" fmla="*/ 3389325 h 5137252"/>
                        <a:gd name="connsiteX50" fmla="*/ 949683 w 3949778"/>
                        <a:gd name="connsiteY50" fmla="*/ 3390995 h 5137252"/>
                        <a:gd name="connsiteX51" fmla="*/ 833809 w 3949778"/>
                        <a:gd name="connsiteY51" fmla="*/ 3507083 h 5137252"/>
                        <a:gd name="connsiteX52" fmla="*/ 949897 w 3949778"/>
                        <a:gd name="connsiteY52" fmla="*/ 3622957 h 5137252"/>
                        <a:gd name="connsiteX53" fmla="*/ 2732014 w 3949778"/>
                        <a:gd name="connsiteY53" fmla="*/ 3621315 h 5137252"/>
                        <a:gd name="connsiteX54" fmla="*/ 2633061 w 3949778"/>
                        <a:gd name="connsiteY54" fmla="*/ 4312952 h 5137252"/>
                        <a:gd name="connsiteX55" fmla="*/ 2957180 w 3949778"/>
                        <a:gd name="connsiteY55" fmla="*/ 4409562 h 5137252"/>
                        <a:gd name="connsiteX56" fmla="*/ 3482402 w 3949778"/>
                        <a:gd name="connsiteY56" fmla="*/ 3613885 h 5137252"/>
                        <a:gd name="connsiteX57" fmla="*/ 3552044 w 3949778"/>
                        <a:gd name="connsiteY57" fmla="*/ 3429821 h 5137252"/>
                        <a:gd name="connsiteX58" fmla="*/ 3949778 w 3949778"/>
                        <a:gd name="connsiteY58" fmla="*/ 2383707 h 5137252"/>
                        <a:gd name="connsiteX59" fmla="*/ 3945411 w 3949778"/>
                        <a:gd name="connsiteY59" fmla="*/ 4892715 h 5137252"/>
                        <a:gd name="connsiteX60" fmla="*/ 3700874 w 3949778"/>
                        <a:gd name="connsiteY60" fmla="*/ 5137252 h 5137252"/>
                        <a:gd name="connsiteX61" fmla="*/ 244537 w 3949778"/>
                        <a:gd name="connsiteY61" fmla="*/ 5137252 h 5137252"/>
                        <a:gd name="connsiteX62" fmla="*/ 0 w 3949778"/>
                        <a:gd name="connsiteY62" fmla="*/ 4892715 h 5137252"/>
                        <a:gd name="connsiteX63" fmla="*/ 0 w 3949778"/>
                        <a:gd name="connsiteY63" fmla="*/ 4605616 h 5137252"/>
                        <a:gd name="connsiteX64" fmla="*/ 222310 w 3949778"/>
                        <a:gd name="connsiteY64" fmla="*/ 4605020 h 5137252"/>
                        <a:gd name="connsiteX65" fmla="*/ 223099 w 3949778"/>
                        <a:gd name="connsiteY65" fmla="*/ 4606189 h 5137252"/>
                        <a:gd name="connsiteX66" fmla="*/ 346112 w 3949778"/>
                        <a:gd name="connsiteY66" fmla="*/ 4657010 h 5137252"/>
                        <a:gd name="connsiteX67" fmla="*/ 519851 w 3949778"/>
                        <a:gd name="connsiteY67" fmla="*/ 4482950 h 5137252"/>
                        <a:gd name="connsiteX68" fmla="*/ 413494 w 3949778"/>
                        <a:gd name="connsiteY68" fmla="*/ 4322814 h 5137252"/>
                        <a:gd name="connsiteX69" fmla="*/ 345791 w 3949778"/>
                        <a:gd name="connsiteY69" fmla="*/ 4309210 h 5137252"/>
                        <a:gd name="connsiteX70" fmla="*/ 222872 w 3949778"/>
                        <a:gd name="connsiteY70" fmla="*/ 4360257 h 5137252"/>
                        <a:gd name="connsiteX71" fmla="*/ 214254 w 3949778"/>
                        <a:gd name="connsiteY71" fmla="*/ 4373065 h 5137252"/>
                        <a:gd name="connsiteX72" fmla="*/ 0 w 3949778"/>
                        <a:gd name="connsiteY72" fmla="*/ 4376088 h 5137252"/>
                        <a:gd name="connsiteX73" fmla="*/ 0 w 3949778"/>
                        <a:gd name="connsiteY73" fmla="*/ 4048176 h 5137252"/>
                        <a:gd name="connsiteX74" fmla="*/ 213279 w 3949778"/>
                        <a:gd name="connsiteY74" fmla="*/ 4047458 h 5137252"/>
                        <a:gd name="connsiteX75" fmla="*/ 227300 w 3949778"/>
                        <a:gd name="connsiteY75" fmla="*/ 4068214 h 5137252"/>
                        <a:gd name="connsiteX76" fmla="*/ 350312 w 3949778"/>
                        <a:gd name="connsiteY76" fmla="*/ 4119034 h 5137252"/>
                        <a:gd name="connsiteX77" fmla="*/ 524052 w 3949778"/>
                        <a:gd name="connsiteY77" fmla="*/ 3944974 h 5137252"/>
                        <a:gd name="connsiteX78" fmla="*/ 417694 w 3949778"/>
                        <a:gd name="connsiteY78" fmla="*/ 3784839 h 5137252"/>
                        <a:gd name="connsiteX79" fmla="*/ 349992 w 3949778"/>
                        <a:gd name="connsiteY79" fmla="*/ 3771235 h 5137252"/>
                        <a:gd name="connsiteX80" fmla="*/ 282315 w 3949778"/>
                        <a:gd name="connsiteY80" fmla="*/ 3784963 h 5137252"/>
                        <a:gd name="connsiteX81" fmla="*/ 237151 w 3949778"/>
                        <a:gd name="connsiteY81" fmla="*/ 3815474 h 5137252"/>
                        <a:gd name="connsiteX82" fmla="*/ 0 w 3949778"/>
                        <a:gd name="connsiteY82" fmla="*/ 3818662 h 5137252"/>
                        <a:gd name="connsiteX83" fmla="*/ 0 w 3949778"/>
                        <a:gd name="connsiteY83" fmla="*/ 2967160 h 5137252"/>
                        <a:gd name="connsiteX84" fmla="*/ 214473 w 3949778"/>
                        <a:gd name="connsiteY84" fmla="*/ 2964949 h 5137252"/>
                        <a:gd name="connsiteX85" fmla="*/ 222629 w 3949778"/>
                        <a:gd name="connsiteY85" fmla="*/ 2977021 h 5137252"/>
                        <a:gd name="connsiteX86" fmla="*/ 345641 w 3949778"/>
                        <a:gd name="connsiteY86" fmla="*/ 3027842 h 5137252"/>
                        <a:gd name="connsiteX87" fmla="*/ 519381 w 3949778"/>
                        <a:gd name="connsiteY87" fmla="*/ 2853781 h 5137252"/>
                        <a:gd name="connsiteX88" fmla="*/ 413023 w 3949778"/>
                        <a:gd name="connsiteY88" fmla="*/ 2693645 h 5137252"/>
                        <a:gd name="connsiteX89" fmla="*/ 345321 w 3949778"/>
                        <a:gd name="connsiteY89" fmla="*/ 2680041 h 5137252"/>
                        <a:gd name="connsiteX90" fmla="*/ 222402 w 3949778"/>
                        <a:gd name="connsiteY90" fmla="*/ 2731089 h 5137252"/>
                        <a:gd name="connsiteX91" fmla="*/ 221128 w 3949778"/>
                        <a:gd name="connsiteY91" fmla="*/ 2732981 h 5137252"/>
                        <a:gd name="connsiteX92" fmla="*/ 0 w 3949778"/>
                        <a:gd name="connsiteY92" fmla="*/ 2735633 h 5137252"/>
                        <a:gd name="connsiteX93" fmla="*/ 0 w 3949778"/>
                        <a:gd name="connsiteY93" fmla="*/ 2413015 h 5137252"/>
                        <a:gd name="connsiteX94" fmla="*/ 212094 w 3949778"/>
                        <a:gd name="connsiteY94" fmla="*/ 2411751 h 5137252"/>
                        <a:gd name="connsiteX95" fmla="*/ 224649 w 3949778"/>
                        <a:gd name="connsiteY95" fmla="*/ 2430336 h 5137252"/>
                        <a:gd name="connsiteX96" fmla="*/ 347662 w 3949778"/>
                        <a:gd name="connsiteY96" fmla="*/ 2481156 h 5137252"/>
                        <a:gd name="connsiteX97" fmla="*/ 521401 w 3949778"/>
                        <a:gd name="connsiteY97" fmla="*/ 2307096 h 5137252"/>
                        <a:gd name="connsiteX98" fmla="*/ 415044 w 3949778"/>
                        <a:gd name="connsiteY98" fmla="*/ 2146960 h 5137252"/>
                        <a:gd name="connsiteX99" fmla="*/ 347341 w 3949778"/>
                        <a:gd name="connsiteY99" fmla="*/ 2133357 h 5137252"/>
                        <a:gd name="connsiteX100" fmla="*/ 279664 w 3949778"/>
                        <a:gd name="connsiteY100" fmla="*/ 2147085 h 5137252"/>
                        <a:gd name="connsiteX101" fmla="*/ 231279 w 3949778"/>
                        <a:gd name="connsiteY101" fmla="*/ 2179773 h 5137252"/>
                        <a:gd name="connsiteX102" fmla="*/ 0 w 3949778"/>
                        <a:gd name="connsiteY102" fmla="*/ 2178209 h 5137252"/>
                        <a:gd name="connsiteX103" fmla="*/ 0 w 3949778"/>
                        <a:gd name="connsiteY103" fmla="*/ 1872741 h 5137252"/>
                        <a:gd name="connsiteX104" fmla="*/ 213783 w 3949778"/>
                        <a:gd name="connsiteY104" fmla="*/ 1874853 h 5137252"/>
                        <a:gd name="connsiteX105" fmla="*/ 223404 w 3949778"/>
                        <a:gd name="connsiteY105" fmla="*/ 1889096 h 5137252"/>
                        <a:gd name="connsiteX106" fmla="*/ 346417 w 3949778"/>
                        <a:gd name="connsiteY106" fmla="*/ 1939916 h 5137252"/>
                        <a:gd name="connsiteX107" fmla="*/ 520156 w 3949778"/>
                        <a:gd name="connsiteY107" fmla="*/ 1765856 h 5137252"/>
                        <a:gd name="connsiteX108" fmla="*/ 413799 w 3949778"/>
                        <a:gd name="connsiteY108" fmla="*/ 1605720 h 5137252"/>
                        <a:gd name="connsiteX109" fmla="*/ 346096 w 3949778"/>
                        <a:gd name="connsiteY109" fmla="*/ 1592117 h 5137252"/>
                        <a:gd name="connsiteX110" fmla="*/ 278419 w 3949778"/>
                        <a:gd name="connsiteY110" fmla="*/ 1605845 h 5137252"/>
                        <a:gd name="connsiteX111" fmla="*/ 223595 w 3949778"/>
                        <a:gd name="connsiteY111" fmla="*/ 1642881 h 5137252"/>
                        <a:gd name="connsiteX112" fmla="*/ 0 w 3949778"/>
                        <a:gd name="connsiteY112" fmla="*/ 1642007 h 5137252"/>
                        <a:gd name="connsiteX113" fmla="*/ 0 w 3949778"/>
                        <a:gd name="connsiteY113" fmla="*/ 1332051 h 5137252"/>
                        <a:gd name="connsiteX114" fmla="*/ 215067 w 3949778"/>
                        <a:gd name="connsiteY114" fmla="*/ 1332559 h 5137252"/>
                        <a:gd name="connsiteX115" fmla="*/ 227605 w 3949778"/>
                        <a:gd name="connsiteY115" fmla="*/ 1351120 h 5137252"/>
                        <a:gd name="connsiteX116" fmla="*/ 350618 w 3949778"/>
                        <a:gd name="connsiteY116" fmla="*/ 1401940 h 5137252"/>
                        <a:gd name="connsiteX117" fmla="*/ 524358 w 3949778"/>
                        <a:gd name="connsiteY117" fmla="*/ 1227880 h 5137252"/>
                        <a:gd name="connsiteX118" fmla="*/ 418000 w 3949778"/>
                        <a:gd name="connsiteY118" fmla="*/ 1067744 h 5137252"/>
                        <a:gd name="connsiteX119" fmla="*/ 350297 w 3949778"/>
                        <a:gd name="connsiteY119" fmla="*/ 1054140 h 5137252"/>
                        <a:gd name="connsiteX120" fmla="*/ 282620 w 3949778"/>
                        <a:gd name="connsiteY120" fmla="*/ 1067869 h 5137252"/>
                        <a:gd name="connsiteX121" fmla="*/ 234201 w 3949778"/>
                        <a:gd name="connsiteY121" fmla="*/ 1100579 h 5137252"/>
                        <a:gd name="connsiteX122" fmla="*/ 3221 w 3949778"/>
                        <a:gd name="connsiteY122" fmla="*/ 1102939 h 5137252"/>
                        <a:gd name="connsiteX123" fmla="*/ 0 w 3949778"/>
                        <a:gd name="connsiteY123" fmla="*/ 1210259 h 5137252"/>
                        <a:gd name="connsiteX124" fmla="*/ 0 w 3949778"/>
                        <a:gd name="connsiteY124" fmla="*/ 797050 h 5137252"/>
                        <a:gd name="connsiteX125" fmla="*/ 223677 w 3949778"/>
                        <a:gd name="connsiteY125" fmla="*/ 795631 h 5137252"/>
                        <a:gd name="connsiteX126" fmla="*/ 229623 w 3949778"/>
                        <a:gd name="connsiteY126" fmla="*/ 804432 h 5137252"/>
                        <a:gd name="connsiteX127" fmla="*/ 352636 w 3949778"/>
                        <a:gd name="connsiteY127" fmla="*/ 855253 h 5137252"/>
                        <a:gd name="connsiteX128" fmla="*/ 526376 w 3949778"/>
                        <a:gd name="connsiteY128" fmla="*/ 681193 h 5137252"/>
                        <a:gd name="connsiteX129" fmla="*/ 420018 w 3949778"/>
                        <a:gd name="connsiteY129" fmla="*/ 521057 h 5137252"/>
                        <a:gd name="connsiteX130" fmla="*/ 352316 w 3949778"/>
                        <a:gd name="connsiteY130" fmla="*/ 507453 h 5137252"/>
                        <a:gd name="connsiteX131" fmla="*/ 229397 w 3949778"/>
                        <a:gd name="connsiteY131" fmla="*/ 558500 h 5137252"/>
                        <a:gd name="connsiteX132" fmla="*/ 225922 w 3949778"/>
                        <a:gd name="connsiteY132" fmla="*/ 563667 h 5137252"/>
                        <a:gd name="connsiteX133" fmla="*/ 615 w 3949778"/>
                        <a:gd name="connsiteY133" fmla="*/ 565510 h 5137252"/>
                        <a:gd name="connsiteX134" fmla="*/ 0 w 3949778"/>
                        <a:gd name="connsiteY134" fmla="*/ 616517 h 5137252"/>
                        <a:gd name="connsiteX135" fmla="*/ 0 w 3949778"/>
                        <a:gd name="connsiteY135" fmla="*/ 244537 h 5137252"/>
                        <a:gd name="connsiteX136" fmla="*/ 244537 w 3949778"/>
                        <a:gd name="connsiteY136" fmla="*/ 0 h 5137252"/>
                        <a:gd name="connsiteX137" fmla="*/ 3700874 w 3949778"/>
                        <a:gd name="connsiteY137" fmla="*/ 0 h 5137252"/>
                        <a:gd name="connsiteX138" fmla="*/ 3837597 w 3949778"/>
                        <a:gd name="connsiteY138" fmla="*/ 41763 h 5137252"/>
                        <a:gd name="connsiteX0" fmla="*/ 408823 w 3949778"/>
                        <a:gd name="connsiteY0" fmla="*/ 3231620 h 5137252"/>
                        <a:gd name="connsiteX1" fmla="*/ 341120 w 3949778"/>
                        <a:gd name="connsiteY1" fmla="*/ 3218017 h 5137252"/>
                        <a:gd name="connsiteX2" fmla="*/ 218202 w 3949778"/>
                        <a:gd name="connsiteY2" fmla="*/ 3269064 h 5137252"/>
                        <a:gd name="connsiteX3" fmla="*/ 213987 w 3949778"/>
                        <a:gd name="connsiteY3" fmla="*/ 3275327 h 5137252"/>
                        <a:gd name="connsiteX4" fmla="*/ 2216 w 3949778"/>
                        <a:gd name="connsiteY4" fmla="*/ 3276343 h 5137252"/>
                        <a:gd name="connsiteX5" fmla="*/ 1466 w 3949778"/>
                        <a:gd name="connsiteY5" fmla="*/ 3509122 h 5137252"/>
                        <a:gd name="connsiteX6" fmla="*/ 213223 w 3949778"/>
                        <a:gd name="connsiteY6" fmla="*/ 3507290 h 5137252"/>
                        <a:gd name="connsiteX7" fmla="*/ 218428 w 3949778"/>
                        <a:gd name="connsiteY7" fmla="*/ 3514996 h 5137252"/>
                        <a:gd name="connsiteX8" fmla="*/ 341441 w 3949778"/>
                        <a:gd name="connsiteY8" fmla="*/ 3565816 h 5137252"/>
                        <a:gd name="connsiteX9" fmla="*/ 515181 w 3949778"/>
                        <a:gd name="connsiteY9" fmla="*/ 3391757 h 5137252"/>
                        <a:gd name="connsiteX10" fmla="*/ 408823 w 3949778"/>
                        <a:gd name="connsiteY10" fmla="*/ 3231620 h 5137252"/>
                        <a:gd name="connsiteX11" fmla="*/ 1903445 w 3949778"/>
                        <a:gd name="connsiteY11" fmla="*/ 4012352 h 5137252"/>
                        <a:gd name="connsiteX12" fmla="*/ 1858290 w 3949778"/>
                        <a:gd name="connsiteY12" fmla="*/ 4003279 h 5137252"/>
                        <a:gd name="connsiteX13" fmla="*/ 959661 w 3949778"/>
                        <a:gd name="connsiteY13" fmla="*/ 4004107 h 5137252"/>
                        <a:gd name="connsiteX14" fmla="*/ 843788 w 3949778"/>
                        <a:gd name="connsiteY14" fmla="*/ 4120195 h 5137252"/>
                        <a:gd name="connsiteX15" fmla="*/ 959876 w 3949778"/>
                        <a:gd name="connsiteY15" fmla="*/ 4236069 h 5137252"/>
                        <a:gd name="connsiteX16" fmla="*/ 1858505 w 3949778"/>
                        <a:gd name="connsiteY16" fmla="*/ 4235241 h 5137252"/>
                        <a:gd name="connsiteX17" fmla="*/ 1974379 w 3949778"/>
                        <a:gd name="connsiteY17" fmla="*/ 4119154 h 5137252"/>
                        <a:gd name="connsiteX18" fmla="*/ 1903445 w 3949778"/>
                        <a:gd name="connsiteY18" fmla="*/ 4012352 h 5137252"/>
                        <a:gd name="connsiteX19" fmla="*/ 3479313 w 3949778"/>
                        <a:gd name="connsiteY19" fmla="*/ 918916 h 5137252"/>
                        <a:gd name="connsiteX20" fmla="*/ 3434158 w 3949778"/>
                        <a:gd name="connsiteY20" fmla="*/ 909842 h 5137252"/>
                        <a:gd name="connsiteX21" fmla="*/ 964487 w 3949778"/>
                        <a:gd name="connsiteY21" fmla="*/ 912118 h 5137252"/>
                        <a:gd name="connsiteX22" fmla="*/ 848613 w 3949778"/>
                        <a:gd name="connsiteY22" fmla="*/ 1028206 h 5137252"/>
                        <a:gd name="connsiteX23" fmla="*/ 964701 w 3949778"/>
                        <a:gd name="connsiteY23" fmla="*/ 1144080 h 5137252"/>
                        <a:gd name="connsiteX24" fmla="*/ 3434372 w 3949778"/>
                        <a:gd name="connsiteY24" fmla="*/ 1141804 h 5137252"/>
                        <a:gd name="connsiteX25" fmla="*/ 3550246 w 3949778"/>
                        <a:gd name="connsiteY25" fmla="*/ 1025717 h 5137252"/>
                        <a:gd name="connsiteX26" fmla="*/ 3479313 w 3949778"/>
                        <a:gd name="connsiteY26" fmla="*/ 918916 h 5137252"/>
                        <a:gd name="connsiteX27" fmla="*/ 3837597 w 3949778"/>
                        <a:gd name="connsiteY27" fmla="*/ 41763 h 5137252"/>
                        <a:gd name="connsiteX28" fmla="*/ 3945411 w 3949778"/>
                        <a:gd name="connsiteY28" fmla="*/ 244537 h 5137252"/>
                        <a:gd name="connsiteX29" fmla="*/ 3520923 w 3949778"/>
                        <a:gd name="connsiteY29" fmla="*/ 1396482 h 5137252"/>
                        <a:gd name="connsiteX30" fmla="*/ 3466178 w 3949778"/>
                        <a:gd name="connsiteY30" fmla="*/ 1540909 h 5137252"/>
                        <a:gd name="connsiteX31" fmla="*/ 3426988 w 3949778"/>
                        <a:gd name="connsiteY31" fmla="*/ 1533034 h 5137252"/>
                        <a:gd name="connsiteX32" fmla="*/ 957316 w 3949778"/>
                        <a:gd name="connsiteY32" fmla="*/ 1535310 h 5137252"/>
                        <a:gd name="connsiteX33" fmla="*/ 841442 w 3949778"/>
                        <a:gd name="connsiteY33" fmla="*/ 1651398 h 5137252"/>
                        <a:gd name="connsiteX34" fmla="*/ 957530 w 3949778"/>
                        <a:gd name="connsiteY34" fmla="*/ 1767272 h 5137252"/>
                        <a:gd name="connsiteX35" fmla="*/ 3365544 w 3949778"/>
                        <a:gd name="connsiteY35" fmla="*/ 1772395 h 5137252"/>
                        <a:gd name="connsiteX36" fmla="*/ 3234693 w 3949778"/>
                        <a:gd name="connsiteY36" fmla="*/ 2149055 h 5137252"/>
                        <a:gd name="connsiteX37" fmla="*/ 965662 w 3949778"/>
                        <a:gd name="connsiteY37" fmla="*/ 2151146 h 5137252"/>
                        <a:gd name="connsiteX38" fmla="*/ 849788 w 3949778"/>
                        <a:gd name="connsiteY38" fmla="*/ 2267234 h 5137252"/>
                        <a:gd name="connsiteX39" fmla="*/ 965876 w 3949778"/>
                        <a:gd name="connsiteY39" fmla="*/ 2383107 h 5137252"/>
                        <a:gd name="connsiteX40" fmla="*/ 3146162 w 3949778"/>
                        <a:gd name="connsiteY40" fmla="*/ 2381099 h 5137252"/>
                        <a:gd name="connsiteX41" fmla="*/ 3058829 w 3949778"/>
                        <a:gd name="connsiteY41" fmla="*/ 2609727 h 5137252"/>
                        <a:gd name="connsiteX42" fmla="*/ 2997318 w 3949778"/>
                        <a:gd name="connsiteY42" fmla="*/ 2770827 h 5137252"/>
                        <a:gd name="connsiteX43" fmla="*/ 965025 w 3949778"/>
                        <a:gd name="connsiteY43" fmla="*/ 2772700 h 5137252"/>
                        <a:gd name="connsiteX44" fmla="*/ 849151 w 3949778"/>
                        <a:gd name="connsiteY44" fmla="*/ 2888787 h 5137252"/>
                        <a:gd name="connsiteX45" fmla="*/ 965239 w 3949778"/>
                        <a:gd name="connsiteY45" fmla="*/ 3004661 h 5137252"/>
                        <a:gd name="connsiteX46" fmla="*/ 2908819 w 3949778"/>
                        <a:gd name="connsiteY46" fmla="*/ 3002870 h 5137252"/>
                        <a:gd name="connsiteX47" fmla="*/ 2893682 w 3949778"/>
                        <a:gd name="connsiteY47" fmla="*/ 3042577 h 5137252"/>
                        <a:gd name="connsiteX48" fmla="*/ 2821562 w 3949778"/>
                        <a:gd name="connsiteY48" fmla="*/ 3232345 h 5137252"/>
                        <a:gd name="connsiteX49" fmla="*/ 2762222 w 3949778"/>
                        <a:gd name="connsiteY49" fmla="*/ 3389325 h 5137252"/>
                        <a:gd name="connsiteX50" fmla="*/ 949683 w 3949778"/>
                        <a:gd name="connsiteY50" fmla="*/ 3390995 h 5137252"/>
                        <a:gd name="connsiteX51" fmla="*/ 833809 w 3949778"/>
                        <a:gd name="connsiteY51" fmla="*/ 3507083 h 5137252"/>
                        <a:gd name="connsiteX52" fmla="*/ 949897 w 3949778"/>
                        <a:gd name="connsiteY52" fmla="*/ 3622957 h 5137252"/>
                        <a:gd name="connsiteX53" fmla="*/ 2732014 w 3949778"/>
                        <a:gd name="connsiteY53" fmla="*/ 3621315 h 5137252"/>
                        <a:gd name="connsiteX54" fmla="*/ 2633061 w 3949778"/>
                        <a:gd name="connsiteY54" fmla="*/ 4312952 h 5137252"/>
                        <a:gd name="connsiteX55" fmla="*/ 2957180 w 3949778"/>
                        <a:gd name="connsiteY55" fmla="*/ 4409562 h 5137252"/>
                        <a:gd name="connsiteX56" fmla="*/ 3482402 w 3949778"/>
                        <a:gd name="connsiteY56" fmla="*/ 3613885 h 5137252"/>
                        <a:gd name="connsiteX57" fmla="*/ 3552044 w 3949778"/>
                        <a:gd name="connsiteY57" fmla="*/ 3429821 h 5137252"/>
                        <a:gd name="connsiteX58" fmla="*/ 3949778 w 3949778"/>
                        <a:gd name="connsiteY58" fmla="*/ 2383707 h 5137252"/>
                        <a:gd name="connsiteX59" fmla="*/ 3945411 w 3949778"/>
                        <a:gd name="connsiteY59" fmla="*/ 4892715 h 5137252"/>
                        <a:gd name="connsiteX60" fmla="*/ 3700874 w 3949778"/>
                        <a:gd name="connsiteY60" fmla="*/ 5137252 h 5137252"/>
                        <a:gd name="connsiteX61" fmla="*/ 244537 w 3949778"/>
                        <a:gd name="connsiteY61" fmla="*/ 5137252 h 5137252"/>
                        <a:gd name="connsiteX62" fmla="*/ 0 w 3949778"/>
                        <a:gd name="connsiteY62" fmla="*/ 4892715 h 5137252"/>
                        <a:gd name="connsiteX63" fmla="*/ 0 w 3949778"/>
                        <a:gd name="connsiteY63" fmla="*/ 4605616 h 5137252"/>
                        <a:gd name="connsiteX64" fmla="*/ 222310 w 3949778"/>
                        <a:gd name="connsiteY64" fmla="*/ 4605020 h 5137252"/>
                        <a:gd name="connsiteX65" fmla="*/ 223099 w 3949778"/>
                        <a:gd name="connsiteY65" fmla="*/ 4606189 h 5137252"/>
                        <a:gd name="connsiteX66" fmla="*/ 346112 w 3949778"/>
                        <a:gd name="connsiteY66" fmla="*/ 4657010 h 5137252"/>
                        <a:gd name="connsiteX67" fmla="*/ 519851 w 3949778"/>
                        <a:gd name="connsiteY67" fmla="*/ 4482950 h 5137252"/>
                        <a:gd name="connsiteX68" fmla="*/ 413494 w 3949778"/>
                        <a:gd name="connsiteY68" fmla="*/ 4322814 h 5137252"/>
                        <a:gd name="connsiteX69" fmla="*/ 345791 w 3949778"/>
                        <a:gd name="connsiteY69" fmla="*/ 4309210 h 5137252"/>
                        <a:gd name="connsiteX70" fmla="*/ 222872 w 3949778"/>
                        <a:gd name="connsiteY70" fmla="*/ 4360257 h 5137252"/>
                        <a:gd name="connsiteX71" fmla="*/ 214254 w 3949778"/>
                        <a:gd name="connsiteY71" fmla="*/ 4373065 h 5137252"/>
                        <a:gd name="connsiteX72" fmla="*/ 0 w 3949778"/>
                        <a:gd name="connsiteY72" fmla="*/ 4376088 h 5137252"/>
                        <a:gd name="connsiteX73" fmla="*/ 0 w 3949778"/>
                        <a:gd name="connsiteY73" fmla="*/ 4048176 h 5137252"/>
                        <a:gd name="connsiteX74" fmla="*/ 213279 w 3949778"/>
                        <a:gd name="connsiteY74" fmla="*/ 4047458 h 5137252"/>
                        <a:gd name="connsiteX75" fmla="*/ 227300 w 3949778"/>
                        <a:gd name="connsiteY75" fmla="*/ 4068214 h 5137252"/>
                        <a:gd name="connsiteX76" fmla="*/ 350312 w 3949778"/>
                        <a:gd name="connsiteY76" fmla="*/ 4119034 h 5137252"/>
                        <a:gd name="connsiteX77" fmla="*/ 524052 w 3949778"/>
                        <a:gd name="connsiteY77" fmla="*/ 3944974 h 5137252"/>
                        <a:gd name="connsiteX78" fmla="*/ 417694 w 3949778"/>
                        <a:gd name="connsiteY78" fmla="*/ 3784839 h 5137252"/>
                        <a:gd name="connsiteX79" fmla="*/ 349992 w 3949778"/>
                        <a:gd name="connsiteY79" fmla="*/ 3771235 h 5137252"/>
                        <a:gd name="connsiteX80" fmla="*/ 282315 w 3949778"/>
                        <a:gd name="connsiteY80" fmla="*/ 3784963 h 5137252"/>
                        <a:gd name="connsiteX81" fmla="*/ 237151 w 3949778"/>
                        <a:gd name="connsiteY81" fmla="*/ 3815474 h 5137252"/>
                        <a:gd name="connsiteX82" fmla="*/ 0 w 3949778"/>
                        <a:gd name="connsiteY82" fmla="*/ 3818662 h 5137252"/>
                        <a:gd name="connsiteX83" fmla="*/ 0 w 3949778"/>
                        <a:gd name="connsiteY83" fmla="*/ 2967160 h 5137252"/>
                        <a:gd name="connsiteX84" fmla="*/ 214473 w 3949778"/>
                        <a:gd name="connsiteY84" fmla="*/ 2964949 h 5137252"/>
                        <a:gd name="connsiteX85" fmla="*/ 222629 w 3949778"/>
                        <a:gd name="connsiteY85" fmla="*/ 2977021 h 5137252"/>
                        <a:gd name="connsiteX86" fmla="*/ 345641 w 3949778"/>
                        <a:gd name="connsiteY86" fmla="*/ 3027842 h 5137252"/>
                        <a:gd name="connsiteX87" fmla="*/ 519381 w 3949778"/>
                        <a:gd name="connsiteY87" fmla="*/ 2853781 h 5137252"/>
                        <a:gd name="connsiteX88" fmla="*/ 413023 w 3949778"/>
                        <a:gd name="connsiteY88" fmla="*/ 2693645 h 5137252"/>
                        <a:gd name="connsiteX89" fmla="*/ 345321 w 3949778"/>
                        <a:gd name="connsiteY89" fmla="*/ 2680041 h 5137252"/>
                        <a:gd name="connsiteX90" fmla="*/ 222402 w 3949778"/>
                        <a:gd name="connsiteY90" fmla="*/ 2731089 h 5137252"/>
                        <a:gd name="connsiteX91" fmla="*/ 221128 w 3949778"/>
                        <a:gd name="connsiteY91" fmla="*/ 2732981 h 5137252"/>
                        <a:gd name="connsiteX92" fmla="*/ 0 w 3949778"/>
                        <a:gd name="connsiteY92" fmla="*/ 2735633 h 5137252"/>
                        <a:gd name="connsiteX93" fmla="*/ 0 w 3949778"/>
                        <a:gd name="connsiteY93" fmla="*/ 2413015 h 5137252"/>
                        <a:gd name="connsiteX94" fmla="*/ 212094 w 3949778"/>
                        <a:gd name="connsiteY94" fmla="*/ 2411751 h 5137252"/>
                        <a:gd name="connsiteX95" fmla="*/ 224649 w 3949778"/>
                        <a:gd name="connsiteY95" fmla="*/ 2430336 h 5137252"/>
                        <a:gd name="connsiteX96" fmla="*/ 347662 w 3949778"/>
                        <a:gd name="connsiteY96" fmla="*/ 2481156 h 5137252"/>
                        <a:gd name="connsiteX97" fmla="*/ 521401 w 3949778"/>
                        <a:gd name="connsiteY97" fmla="*/ 2307096 h 5137252"/>
                        <a:gd name="connsiteX98" fmla="*/ 415044 w 3949778"/>
                        <a:gd name="connsiteY98" fmla="*/ 2146960 h 5137252"/>
                        <a:gd name="connsiteX99" fmla="*/ 347341 w 3949778"/>
                        <a:gd name="connsiteY99" fmla="*/ 2133357 h 5137252"/>
                        <a:gd name="connsiteX100" fmla="*/ 279664 w 3949778"/>
                        <a:gd name="connsiteY100" fmla="*/ 2147085 h 5137252"/>
                        <a:gd name="connsiteX101" fmla="*/ 231279 w 3949778"/>
                        <a:gd name="connsiteY101" fmla="*/ 2179773 h 5137252"/>
                        <a:gd name="connsiteX102" fmla="*/ 0 w 3949778"/>
                        <a:gd name="connsiteY102" fmla="*/ 2178209 h 5137252"/>
                        <a:gd name="connsiteX103" fmla="*/ 0 w 3949778"/>
                        <a:gd name="connsiteY103" fmla="*/ 1872741 h 5137252"/>
                        <a:gd name="connsiteX104" fmla="*/ 213783 w 3949778"/>
                        <a:gd name="connsiteY104" fmla="*/ 1874853 h 5137252"/>
                        <a:gd name="connsiteX105" fmla="*/ 223404 w 3949778"/>
                        <a:gd name="connsiteY105" fmla="*/ 1889096 h 5137252"/>
                        <a:gd name="connsiteX106" fmla="*/ 346417 w 3949778"/>
                        <a:gd name="connsiteY106" fmla="*/ 1939916 h 5137252"/>
                        <a:gd name="connsiteX107" fmla="*/ 520156 w 3949778"/>
                        <a:gd name="connsiteY107" fmla="*/ 1765856 h 5137252"/>
                        <a:gd name="connsiteX108" fmla="*/ 413799 w 3949778"/>
                        <a:gd name="connsiteY108" fmla="*/ 1605720 h 5137252"/>
                        <a:gd name="connsiteX109" fmla="*/ 346096 w 3949778"/>
                        <a:gd name="connsiteY109" fmla="*/ 1592117 h 5137252"/>
                        <a:gd name="connsiteX110" fmla="*/ 278419 w 3949778"/>
                        <a:gd name="connsiteY110" fmla="*/ 1605845 h 5137252"/>
                        <a:gd name="connsiteX111" fmla="*/ 223595 w 3949778"/>
                        <a:gd name="connsiteY111" fmla="*/ 1642881 h 5137252"/>
                        <a:gd name="connsiteX112" fmla="*/ 0 w 3949778"/>
                        <a:gd name="connsiteY112" fmla="*/ 1642007 h 5137252"/>
                        <a:gd name="connsiteX113" fmla="*/ 0 w 3949778"/>
                        <a:gd name="connsiteY113" fmla="*/ 1332051 h 5137252"/>
                        <a:gd name="connsiteX114" fmla="*/ 215067 w 3949778"/>
                        <a:gd name="connsiteY114" fmla="*/ 1332559 h 5137252"/>
                        <a:gd name="connsiteX115" fmla="*/ 227605 w 3949778"/>
                        <a:gd name="connsiteY115" fmla="*/ 1351120 h 5137252"/>
                        <a:gd name="connsiteX116" fmla="*/ 350618 w 3949778"/>
                        <a:gd name="connsiteY116" fmla="*/ 1401940 h 5137252"/>
                        <a:gd name="connsiteX117" fmla="*/ 524358 w 3949778"/>
                        <a:gd name="connsiteY117" fmla="*/ 1227880 h 5137252"/>
                        <a:gd name="connsiteX118" fmla="*/ 418000 w 3949778"/>
                        <a:gd name="connsiteY118" fmla="*/ 1067744 h 5137252"/>
                        <a:gd name="connsiteX119" fmla="*/ 350297 w 3949778"/>
                        <a:gd name="connsiteY119" fmla="*/ 1054140 h 5137252"/>
                        <a:gd name="connsiteX120" fmla="*/ 282620 w 3949778"/>
                        <a:gd name="connsiteY120" fmla="*/ 1067869 h 5137252"/>
                        <a:gd name="connsiteX121" fmla="*/ 234201 w 3949778"/>
                        <a:gd name="connsiteY121" fmla="*/ 1100579 h 5137252"/>
                        <a:gd name="connsiteX122" fmla="*/ 3221 w 3949778"/>
                        <a:gd name="connsiteY122" fmla="*/ 1102939 h 5137252"/>
                        <a:gd name="connsiteX123" fmla="*/ 0 w 3949778"/>
                        <a:gd name="connsiteY123" fmla="*/ 1210259 h 5137252"/>
                        <a:gd name="connsiteX124" fmla="*/ 0 w 3949778"/>
                        <a:gd name="connsiteY124" fmla="*/ 797050 h 5137252"/>
                        <a:gd name="connsiteX125" fmla="*/ 223677 w 3949778"/>
                        <a:gd name="connsiteY125" fmla="*/ 795631 h 5137252"/>
                        <a:gd name="connsiteX126" fmla="*/ 229623 w 3949778"/>
                        <a:gd name="connsiteY126" fmla="*/ 804432 h 5137252"/>
                        <a:gd name="connsiteX127" fmla="*/ 352636 w 3949778"/>
                        <a:gd name="connsiteY127" fmla="*/ 855253 h 5137252"/>
                        <a:gd name="connsiteX128" fmla="*/ 526376 w 3949778"/>
                        <a:gd name="connsiteY128" fmla="*/ 681193 h 5137252"/>
                        <a:gd name="connsiteX129" fmla="*/ 420018 w 3949778"/>
                        <a:gd name="connsiteY129" fmla="*/ 521057 h 5137252"/>
                        <a:gd name="connsiteX130" fmla="*/ 352316 w 3949778"/>
                        <a:gd name="connsiteY130" fmla="*/ 507453 h 5137252"/>
                        <a:gd name="connsiteX131" fmla="*/ 229397 w 3949778"/>
                        <a:gd name="connsiteY131" fmla="*/ 558500 h 5137252"/>
                        <a:gd name="connsiteX132" fmla="*/ 225922 w 3949778"/>
                        <a:gd name="connsiteY132" fmla="*/ 563667 h 5137252"/>
                        <a:gd name="connsiteX133" fmla="*/ 615 w 3949778"/>
                        <a:gd name="connsiteY133" fmla="*/ 565510 h 5137252"/>
                        <a:gd name="connsiteX134" fmla="*/ 0 w 3949778"/>
                        <a:gd name="connsiteY134" fmla="*/ 616517 h 5137252"/>
                        <a:gd name="connsiteX135" fmla="*/ 0 w 3949778"/>
                        <a:gd name="connsiteY135" fmla="*/ 244537 h 5137252"/>
                        <a:gd name="connsiteX136" fmla="*/ 244537 w 3949778"/>
                        <a:gd name="connsiteY136" fmla="*/ 0 h 5137252"/>
                        <a:gd name="connsiteX137" fmla="*/ 3700874 w 3949778"/>
                        <a:gd name="connsiteY137" fmla="*/ 0 h 5137252"/>
                        <a:gd name="connsiteX138" fmla="*/ 3837597 w 3949778"/>
                        <a:gd name="connsiteY138" fmla="*/ 41763 h 5137252"/>
                        <a:gd name="connsiteX0" fmla="*/ 408823 w 3949778"/>
                        <a:gd name="connsiteY0" fmla="*/ 3231620 h 5137252"/>
                        <a:gd name="connsiteX1" fmla="*/ 341120 w 3949778"/>
                        <a:gd name="connsiteY1" fmla="*/ 3218017 h 5137252"/>
                        <a:gd name="connsiteX2" fmla="*/ 218202 w 3949778"/>
                        <a:gd name="connsiteY2" fmla="*/ 3269064 h 5137252"/>
                        <a:gd name="connsiteX3" fmla="*/ 213987 w 3949778"/>
                        <a:gd name="connsiteY3" fmla="*/ 3275327 h 5137252"/>
                        <a:gd name="connsiteX4" fmla="*/ 2216 w 3949778"/>
                        <a:gd name="connsiteY4" fmla="*/ 3276343 h 5137252"/>
                        <a:gd name="connsiteX5" fmla="*/ 1466 w 3949778"/>
                        <a:gd name="connsiteY5" fmla="*/ 3509122 h 5137252"/>
                        <a:gd name="connsiteX6" fmla="*/ 213223 w 3949778"/>
                        <a:gd name="connsiteY6" fmla="*/ 3507290 h 5137252"/>
                        <a:gd name="connsiteX7" fmla="*/ 218428 w 3949778"/>
                        <a:gd name="connsiteY7" fmla="*/ 3514996 h 5137252"/>
                        <a:gd name="connsiteX8" fmla="*/ 341441 w 3949778"/>
                        <a:gd name="connsiteY8" fmla="*/ 3565816 h 5137252"/>
                        <a:gd name="connsiteX9" fmla="*/ 515181 w 3949778"/>
                        <a:gd name="connsiteY9" fmla="*/ 3391757 h 5137252"/>
                        <a:gd name="connsiteX10" fmla="*/ 408823 w 3949778"/>
                        <a:gd name="connsiteY10" fmla="*/ 3231620 h 5137252"/>
                        <a:gd name="connsiteX11" fmla="*/ 1903445 w 3949778"/>
                        <a:gd name="connsiteY11" fmla="*/ 4012352 h 5137252"/>
                        <a:gd name="connsiteX12" fmla="*/ 1858290 w 3949778"/>
                        <a:gd name="connsiteY12" fmla="*/ 4003279 h 5137252"/>
                        <a:gd name="connsiteX13" fmla="*/ 959661 w 3949778"/>
                        <a:gd name="connsiteY13" fmla="*/ 4004107 h 5137252"/>
                        <a:gd name="connsiteX14" fmla="*/ 843788 w 3949778"/>
                        <a:gd name="connsiteY14" fmla="*/ 4120195 h 5137252"/>
                        <a:gd name="connsiteX15" fmla="*/ 959876 w 3949778"/>
                        <a:gd name="connsiteY15" fmla="*/ 4236069 h 5137252"/>
                        <a:gd name="connsiteX16" fmla="*/ 1858505 w 3949778"/>
                        <a:gd name="connsiteY16" fmla="*/ 4235241 h 5137252"/>
                        <a:gd name="connsiteX17" fmla="*/ 1974379 w 3949778"/>
                        <a:gd name="connsiteY17" fmla="*/ 4119154 h 5137252"/>
                        <a:gd name="connsiteX18" fmla="*/ 1903445 w 3949778"/>
                        <a:gd name="connsiteY18" fmla="*/ 4012352 h 5137252"/>
                        <a:gd name="connsiteX19" fmla="*/ 3479313 w 3949778"/>
                        <a:gd name="connsiteY19" fmla="*/ 918916 h 5137252"/>
                        <a:gd name="connsiteX20" fmla="*/ 3434158 w 3949778"/>
                        <a:gd name="connsiteY20" fmla="*/ 909842 h 5137252"/>
                        <a:gd name="connsiteX21" fmla="*/ 964487 w 3949778"/>
                        <a:gd name="connsiteY21" fmla="*/ 912118 h 5137252"/>
                        <a:gd name="connsiteX22" fmla="*/ 848613 w 3949778"/>
                        <a:gd name="connsiteY22" fmla="*/ 1028206 h 5137252"/>
                        <a:gd name="connsiteX23" fmla="*/ 964701 w 3949778"/>
                        <a:gd name="connsiteY23" fmla="*/ 1144080 h 5137252"/>
                        <a:gd name="connsiteX24" fmla="*/ 3434372 w 3949778"/>
                        <a:gd name="connsiteY24" fmla="*/ 1141804 h 5137252"/>
                        <a:gd name="connsiteX25" fmla="*/ 3550246 w 3949778"/>
                        <a:gd name="connsiteY25" fmla="*/ 1025717 h 5137252"/>
                        <a:gd name="connsiteX26" fmla="*/ 3479313 w 3949778"/>
                        <a:gd name="connsiteY26" fmla="*/ 918916 h 5137252"/>
                        <a:gd name="connsiteX27" fmla="*/ 3837597 w 3949778"/>
                        <a:gd name="connsiteY27" fmla="*/ 41763 h 5137252"/>
                        <a:gd name="connsiteX28" fmla="*/ 3945411 w 3949778"/>
                        <a:gd name="connsiteY28" fmla="*/ 244537 h 5137252"/>
                        <a:gd name="connsiteX29" fmla="*/ 3520923 w 3949778"/>
                        <a:gd name="connsiteY29" fmla="*/ 1396482 h 5137252"/>
                        <a:gd name="connsiteX30" fmla="*/ 3466178 w 3949778"/>
                        <a:gd name="connsiteY30" fmla="*/ 1540909 h 5137252"/>
                        <a:gd name="connsiteX31" fmla="*/ 3426988 w 3949778"/>
                        <a:gd name="connsiteY31" fmla="*/ 1533034 h 5137252"/>
                        <a:gd name="connsiteX32" fmla="*/ 957316 w 3949778"/>
                        <a:gd name="connsiteY32" fmla="*/ 1535310 h 5137252"/>
                        <a:gd name="connsiteX33" fmla="*/ 841442 w 3949778"/>
                        <a:gd name="connsiteY33" fmla="*/ 1651398 h 5137252"/>
                        <a:gd name="connsiteX34" fmla="*/ 957530 w 3949778"/>
                        <a:gd name="connsiteY34" fmla="*/ 1767272 h 5137252"/>
                        <a:gd name="connsiteX35" fmla="*/ 3365544 w 3949778"/>
                        <a:gd name="connsiteY35" fmla="*/ 1772395 h 5137252"/>
                        <a:gd name="connsiteX36" fmla="*/ 3234693 w 3949778"/>
                        <a:gd name="connsiteY36" fmla="*/ 2149055 h 5137252"/>
                        <a:gd name="connsiteX37" fmla="*/ 965662 w 3949778"/>
                        <a:gd name="connsiteY37" fmla="*/ 2151146 h 5137252"/>
                        <a:gd name="connsiteX38" fmla="*/ 849788 w 3949778"/>
                        <a:gd name="connsiteY38" fmla="*/ 2267234 h 5137252"/>
                        <a:gd name="connsiteX39" fmla="*/ 965876 w 3949778"/>
                        <a:gd name="connsiteY39" fmla="*/ 2383107 h 5137252"/>
                        <a:gd name="connsiteX40" fmla="*/ 3146162 w 3949778"/>
                        <a:gd name="connsiteY40" fmla="*/ 2381099 h 5137252"/>
                        <a:gd name="connsiteX41" fmla="*/ 3058829 w 3949778"/>
                        <a:gd name="connsiteY41" fmla="*/ 2609727 h 5137252"/>
                        <a:gd name="connsiteX42" fmla="*/ 2997318 w 3949778"/>
                        <a:gd name="connsiteY42" fmla="*/ 2770827 h 5137252"/>
                        <a:gd name="connsiteX43" fmla="*/ 965025 w 3949778"/>
                        <a:gd name="connsiteY43" fmla="*/ 2772700 h 5137252"/>
                        <a:gd name="connsiteX44" fmla="*/ 849151 w 3949778"/>
                        <a:gd name="connsiteY44" fmla="*/ 2888787 h 5137252"/>
                        <a:gd name="connsiteX45" fmla="*/ 965239 w 3949778"/>
                        <a:gd name="connsiteY45" fmla="*/ 3004661 h 5137252"/>
                        <a:gd name="connsiteX46" fmla="*/ 2908819 w 3949778"/>
                        <a:gd name="connsiteY46" fmla="*/ 3002870 h 5137252"/>
                        <a:gd name="connsiteX47" fmla="*/ 2893682 w 3949778"/>
                        <a:gd name="connsiteY47" fmla="*/ 3042577 h 5137252"/>
                        <a:gd name="connsiteX48" fmla="*/ 2821562 w 3949778"/>
                        <a:gd name="connsiteY48" fmla="*/ 3232345 h 5137252"/>
                        <a:gd name="connsiteX49" fmla="*/ 2762222 w 3949778"/>
                        <a:gd name="connsiteY49" fmla="*/ 3389325 h 5137252"/>
                        <a:gd name="connsiteX50" fmla="*/ 949683 w 3949778"/>
                        <a:gd name="connsiteY50" fmla="*/ 3390995 h 5137252"/>
                        <a:gd name="connsiteX51" fmla="*/ 833809 w 3949778"/>
                        <a:gd name="connsiteY51" fmla="*/ 3507083 h 5137252"/>
                        <a:gd name="connsiteX52" fmla="*/ 949897 w 3949778"/>
                        <a:gd name="connsiteY52" fmla="*/ 3622957 h 5137252"/>
                        <a:gd name="connsiteX53" fmla="*/ 2732014 w 3949778"/>
                        <a:gd name="connsiteY53" fmla="*/ 3621315 h 5137252"/>
                        <a:gd name="connsiteX54" fmla="*/ 2633061 w 3949778"/>
                        <a:gd name="connsiteY54" fmla="*/ 4312952 h 5137252"/>
                        <a:gd name="connsiteX55" fmla="*/ 2957180 w 3949778"/>
                        <a:gd name="connsiteY55" fmla="*/ 4409562 h 5137252"/>
                        <a:gd name="connsiteX56" fmla="*/ 3482402 w 3949778"/>
                        <a:gd name="connsiteY56" fmla="*/ 3613885 h 5137252"/>
                        <a:gd name="connsiteX57" fmla="*/ 3552044 w 3949778"/>
                        <a:gd name="connsiteY57" fmla="*/ 3429821 h 5137252"/>
                        <a:gd name="connsiteX58" fmla="*/ 3949778 w 3949778"/>
                        <a:gd name="connsiteY58" fmla="*/ 2383707 h 5137252"/>
                        <a:gd name="connsiteX59" fmla="*/ 3945411 w 3949778"/>
                        <a:gd name="connsiteY59" fmla="*/ 4892715 h 5137252"/>
                        <a:gd name="connsiteX60" fmla="*/ 3700874 w 3949778"/>
                        <a:gd name="connsiteY60" fmla="*/ 5137252 h 5137252"/>
                        <a:gd name="connsiteX61" fmla="*/ 244537 w 3949778"/>
                        <a:gd name="connsiteY61" fmla="*/ 5137252 h 5137252"/>
                        <a:gd name="connsiteX62" fmla="*/ 0 w 3949778"/>
                        <a:gd name="connsiteY62" fmla="*/ 4892715 h 5137252"/>
                        <a:gd name="connsiteX63" fmla="*/ 0 w 3949778"/>
                        <a:gd name="connsiteY63" fmla="*/ 4605616 h 5137252"/>
                        <a:gd name="connsiteX64" fmla="*/ 222310 w 3949778"/>
                        <a:gd name="connsiteY64" fmla="*/ 4605020 h 5137252"/>
                        <a:gd name="connsiteX65" fmla="*/ 223099 w 3949778"/>
                        <a:gd name="connsiteY65" fmla="*/ 4606189 h 5137252"/>
                        <a:gd name="connsiteX66" fmla="*/ 346112 w 3949778"/>
                        <a:gd name="connsiteY66" fmla="*/ 4657010 h 5137252"/>
                        <a:gd name="connsiteX67" fmla="*/ 519851 w 3949778"/>
                        <a:gd name="connsiteY67" fmla="*/ 4482950 h 5137252"/>
                        <a:gd name="connsiteX68" fmla="*/ 413494 w 3949778"/>
                        <a:gd name="connsiteY68" fmla="*/ 4322814 h 5137252"/>
                        <a:gd name="connsiteX69" fmla="*/ 345791 w 3949778"/>
                        <a:gd name="connsiteY69" fmla="*/ 4309210 h 5137252"/>
                        <a:gd name="connsiteX70" fmla="*/ 222872 w 3949778"/>
                        <a:gd name="connsiteY70" fmla="*/ 4360257 h 5137252"/>
                        <a:gd name="connsiteX71" fmla="*/ 214254 w 3949778"/>
                        <a:gd name="connsiteY71" fmla="*/ 4373065 h 5137252"/>
                        <a:gd name="connsiteX72" fmla="*/ 0 w 3949778"/>
                        <a:gd name="connsiteY72" fmla="*/ 4376088 h 5137252"/>
                        <a:gd name="connsiteX73" fmla="*/ 0 w 3949778"/>
                        <a:gd name="connsiteY73" fmla="*/ 4048176 h 5137252"/>
                        <a:gd name="connsiteX74" fmla="*/ 213279 w 3949778"/>
                        <a:gd name="connsiteY74" fmla="*/ 4047458 h 5137252"/>
                        <a:gd name="connsiteX75" fmla="*/ 227300 w 3949778"/>
                        <a:gd name="connsiteY75" fmla="*/ 4068214 h 5137252"/>
                        <a:gd name="connsiteX76" fmla="*/ 350312 w 3949778"/>
                        <a:gd name="connsiteY76" fmla="*/ 4119034 h 5137252"/>
                        <a:gd name="connsiteX77" fmla="*/ 524052 w 3949778"/>
                        <a:gd name="connsiteY77" fmla="*/ 3944974 h 5137252"/>
                        <a:gd name="connsiteX78" fmla="*/ 417694 w 3949778"/>
                        <a:gd name="connsiteY78" fmla="*/ 3784839 h 5137252"/>
                        <a:gd name="connsiteX79" fmla="*/ 349992 w 3949778"/>
                        <a:gd name="connsiteY79" fmla="*/ 3771235 h 5137252"/>
                        <a:gd name="connsiteX80" fmla="*/ 282315 w 3949778"/>
                        <a:gd name="connsiteY80" fmla="*/ 3784963 h 5137252"/>
                        <a:gd name="connsiteX81" fmla="*/ 237151 w 3949778"/>
                        <a:gd name="connsiteY81" fmla="*/ 3815474 h 5137252"/>
                        <a:gd name="connsiteX82" fmla="*/ 0 w 3949778"/>
                        <a:gd name="connsiteY82" fmla="*/ 3818662 h 5137252"/>
                        <a:gd name="connsiteX83" fmla="*/ 0 w 3949778"/>
                        <a:gd name="connsiteY83" fmla="*/ 2967160 h 5137252"/>
                        <a:gd name="connsiteX84" fmla="*/ 214473 w 3949778"/>
                        <a:gd name="connsiteY84" fmla="*/ 2964949 h 5137252"/>
                        <a:gd name="connsiteX85" fmla="*/ 222629 w 3949778"/>
                        <a:gd name="connsiteY85" fmla="*/ 2977021 h 5137252"/>
                        <a:gd name="connsiteX86" fmla="*/ 345641 w 3949778"/>
                        <a:gd name="connsiteY86" fmla="*/ 3027842 h 5137252"/>
                        <a:gd name="connsiteX87" fmla="*/ 519381 w 3949778"/>
                        <a:gd name="connsiteY87" fmla="*/ 2853781 h 5137252"/>
                        <a:gd name="connsiteX88" fmla="*/ 413023 w 3949778"/>
                        <a:gd name="connsiteY88" fmla="*/ 2693645 h 5137252"/>
                        <a:gd name="connsiteX89" fmla="*/ 345321 w 3949778"/>
                        <a:gd name="connsiteY89" fmla="*/ 2680041 h 5137252"/>
                        <a:gd name="connsiteX90" fmla="*/ 222402 w 3949778"/>
                        <a:gd name="connsiteY90" fmla="*/ 2731089 h 5137252"/>
                        <a:gd name="connsiteX91" fmla="*/ 221128 w 3949778"/>
                        <a:gd name="connsiteY91" fmla="*/ 2732981 h 5137252"/>
                        <a:gd name="connsiteX92" fmla="*/ 0 w 3949778"/>
                        <a:gd name="connsiteY92" fmla="*/ 2735633 h 5137252"/>
                        <a:gd name="connsiteX93" fmla="*/ 0 w 3949778"/>
                        <a:gd name="connsiteY93" fmla="*/ 2413015 h 5137252"/>
                        <a:gd name="connsiteX94" fmla="*/ 212094 w 3949778"/>
                        <a:gd name="connsiteY94" fmla="*/ 2411751 h 5137252"/>
                        <a:gd name="connsiteX95" fmla="*/ 224649 w 3949778"/>
                        <a:gd name="connsiteY95" fmla="*/ 2430336 h 5137252"/>
                        <a:gd name="connsiteX96" fmla="*/ 347662 w 3949778"/>
                        <a:gd name="connsiteY96" fmla="*/ 2481156 h 5137252"/>
                        <a:gd name="connsiteX97" fmla="*/ 521401 w 3949778"/>
                        <a:gd name="connsiteY97" fmla="*/ 2307096 h 5137252"/>
                        <a:gd name="connsiteX98" fmla="*/ 415044 w 3949778"/>
                        <a:gd name="connsiteY98" fmla="*/ 2146960 h 5137252"/>
                        <a:gd name="connsiteX99" fmla="*/ 347341 w 3949778"/>
                        <a:gd name="connsiteY99" fmla="*/ 2133357 h 5137252"/>
                        <a:gd name="connsiteX100" fmla="*/ 279664 w 3949778"/>
                        <a:gd name="connsiteY100" fmla="*/ 2147085 h 5137252"/>
                        <a:gd name="connsiteX101" fmla="*/ 231279 w 3949778"/>
                        <a:gd name="connsiteY101" fmla="*/ 2179773 h 5137252"/>
                        <a:gd name="connsiteX102" fmla="*/ 0 w 3949778"/>
                        <a:gd name="connsiteY102" fmla="*/ 2178209 h 5137252"/>
                        <a:gd name="connsiteX103" fmla="*/ 0 w 3949778"/>
                        <a:gd name="connsiteY103" fmla="*/ 1872741 h 5137252"/>
                        <a:gd name="connsiteX104" fmla="*/ 213783 w 3949778"/>
                        <a:gd name="connsiteY104" fmla="*/ 1874853 h 5137252"/>
                        <a:gd name="connsiteX105" fmla="*/ 223404 w 3949778"/>
                        <a:gd name="connsiteY105" fmla="*/ 1889096 h 5137252"/>
                        <a:gd name="connsiteX106" fmla="*/ 346417 w 3949778"/>
                        <a:gd name="connsiteY106" fmla="*/ 1939916 h 5137252"/>
                        <a:gd name="connsiteX107" fmla="*/ 520156 w 3949778"/>
                        <a:gd name="connsiteY107" fmla="*/ 1765856 h 5137252"/>
                        <a:gd name="connsiteX108" fmla="*/ 413799 w 3949778"/>
                        <a:gd name="connsiteY108" fmla="*/ 1605720 h 5137252"/>
                        <a:gd name="connsiteX109" fmla="*/ 346096 w 3949778"/>
                        <a:gd name="connsiteY109" fmla="*/ 1592117 h 5137252"/>
                        <a:gd name="connsiteX110" fmla="*/ 278419 w 3949778"/>
                        <a:gd name="connsiteY110" fmla="*/ 1605845 h 5137252"/>
                        <a:gd name="connsiteX111" fmla="*/ 223595 w 3949778"/>
                        <a:gd name="connsiteY111" fmla="*/ 1642881 h 5137252"/>
                        <a:gd name="connsiteX112" fmla="*/ 0 w 3949778"/>
                        <a:gd name="connsiteY112" fmla="*/ 1642007 h 5137252"/>
                        <a:gd name="connsiteX113" fmla="*/ 0 w 3949778"/>
                        <a:gd name="connsiteY113" fmla="*/ 1332051 h 5137252"/>
                        <a:gd name="connsiteX114" fmla="*/ 215067 w 3949778"/>
                        <a:gd name="connsiteY114" fmla="*/ 1332559 h 5137252"/>
                        <a:gd name="connsiteX115" fmla="*/ 227605 w 3949778"/>
                        <a:gd name="connsiteY115" fmla="*/ 1351120 h 5137252"/>
                        <a:gd name="connsiteX116" fmla="*/ 350618 w 3949778"/>
                        <a:gd name="connsiteY116" fmla="*/ 1401940 h 5137252"/>
                        <a:gd name="connsiteX117" fmla="*/ 524358 w 3949778"/>
                        <a:gd name="connsiteY117" fmla="*/ 1227880 h 5137252"/>
                        <a:gd name="connsiteX118" fmla="*/ 418000 w 3949778"/>
                        <a:gd name="connsiteY118" fmla="*/ 1067744 h 5137252"/>
                        <a:gd name="connsiteX119" fmla="*/ 350297 w 3949778"/>
                        <a:gd name="connsiteY119" fmla="*/ 1054140 h 5137252"/>
                        <a:gd name="connsiteX120" fmla="*/ 282620 w 3949778"/>
                        <a:gd name="connsiteY120" fmla="*/ 1067869 h 5137252"/>
                        <a:gd name="connsiteX121" fmla="*/ 234201 w 3949778"/>
                        <a:gd name="connsiteY121" fmla="*/ 1100579 h 5137252"/>
                        <a:gd name="connsiteX122" fmla="*/ 3221 w 3949778"/>
                        <a:gd name="connsiteY122" fmla="*/ 1102939 h 5137252"/>
                        <a:gd name="connsiteX123" fmla="*/ 0 w 3949778"/>
                        <a:gd name="connsiteY123" fmla="*/ 1210259 h 5137252"/>
                        <a:gd name="connsiteX124" fmla="*/ 0 w 3949778"/>
                        <a:gd name="connsiteY124" fmla="*/ 797050 h 5137252"/>
                        <a:gd name="connsiteX125" fmla="*/ 223677 w 3949778"/>
                        <a:gd name="connsiteY125" fmla="*/ 795631 h 5137252"/>
                        <a:gd name="connsiteX126" fmla="*/ 229623 w 3949778"/>
                        <a:gd name="connsiteY126" fmla="*/ 804432 h 5137252"/>
                        <a:gd name="connsiteX127" fmla="*/ 352636 w 3949778"/>
                        <a:gd name="connsiteY127" fmla="*/ 855253 h 5137252"/>
                        <a:gd name="connsiteX128" fmla="*/ 526376 w 3949778"/>
                        <a:gd name="connsiteY128" fmla="*/ 681193 h 5137252"/>
                        <a:gd name="connsiteX129" fmla="*/ 420018 w 3949778"/>
                        <a:gd name="connsiteY129" fmla="*/ 521057 h 5137252"/>
                        <a:gd name="connsiteX130" fmla="*/ 352316 w 3949778"/>
                        <a:gd name="connsiteY130" fmla="*/ 507453 h 5137252"/>
                        <a:gd name="connsiteX131" fmla="*/ 229397 w 3949778"/>
                        <a:gd name="connsiteY131" fmla="*/ 558500 h 5137252"/>
                        <a:gd name="connsiteX132" fmla="*/ 225922 w 3949778"/>
                        <a:gd name="connsiteY132" fmla="*/ 563667 h 5137252"/>
                        <a:gd name="connsiteX133" fmla="*/ 615 w 3949778"/>
                        <a:gd name="connsiteY133" fmla="*/ 565510 h 5137252"/>
                        <a:gd name="connsiteX134" fmla="*/ 0 w 3949778"/>
                        <a:gd name="connsiteY134" fmla="*/ 616517 h 5137252"/>
                        <a:gd name="connsiteX135" fmla="*/ 0 w 3949778"/>
                        <a:gd name="connsiteY135" fmla="*/ 244537 h 5137252"/>
                        <a:gd name="connsiteX136" fmla="*/ 244537 w 3949778"/>
                        <a:gd name="connsiteY136" fmla="*/ 0 h 5137252"/>
                        <a:gd name="connsiteX137" fmla="*/ 3700874 w 3949778"/>
                        <a:gd name="connsiteY137" fmla="*/ 0 h 5137252"/>
                        <a:gd name="connsiteX138" fmla="*/ 3837597 w 3949778"/>
                        <a:gd name="connsiteY138" fmla="*/ 41763 h 51372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  <a:cxn ang="0">
                          <a:pos x="connsiteX133" y="connsiteY133"/>
                        </a:cxn>
                        <a:cxn ang="0">
                          <a:pos x="connsiteX134" y="connsiteY134"/>
                        </a:cxn>
                        <a:cxn ang="0">
                          <a:pos x="connsiteX135" y="connsiteY135"/>
                        </a:cxn>
                        <a:cxn ang="0">
                          <a:pos x="connsiteX136" y="connsiteY136"/>
                        </a:cxn>
                        <a:cxn ang="0">
                          <a:pos x="connsiteX137" y="connsiteY137"/>
                        </a:cxn>
                        <a:cxn ang="0">
                          <a:pos x="connsiteX138" y="connsiteY138"/>
                        </a:cxn>
                      </a:cxnLst>
                      <a:rect l="l" t="t" r="r" b="b"/>
                      <a:pathLst>
                        <a:path w="3949778" h="5137252">
                          <a:moveTo>
                            <a:pt x="408823" y="3231620"/>
                          </a:moveTo>
                          <a:cubicBezTo>
                            <a:pt x="388009" y="3222840"/>
                            <a:pt x="365131" y="3217995"/>
                            <a:pt x="341120" y="3218017"/>
                          </a:cubicBezTo>
                          <a:cubicBezTo>
                            <a:pt x="293100" y="3218061"/>
                            <a:pt x="249643" y="3237566"/>
                            <a:pt x="218202" y="3269064"/>
                          </a:cubicBezTo>
                          <a:lnTo>
                            <a:pt x="213987" y="3275327"/>
                          </a:lnTo>
                          <a:lnTo>
                            <a:pt x="2216" y="3276343"/>
                          </a:lnTo>
                          <a:lnTo>
                            <a:pt x="1466" y="3509122"/>
                          </a:lnTo>
                          <a:lnTo>
                            <a:pt x="213223" y="3507290"/>
                          </a:lnTo>
                          <a:lnTo>
                            <a:pt x="218428" y="3514996"/>
                          </a:lnTo>
                          <a:cubicBezTo>
                            <a:pt x="249927" y="3546437"/>
                            <a:pt x="293420" y="3565861"/>
                            <a:pt x="341441" y="3565816"/>
                          </a:cubicBezTo>
                          <a:cubicBezTo>
                            <a:pt x="437483" y="3565728"/>
                            <a:pt x="515269" y="3487799"/>
                            <a:pt x="515181" y="3391757"/>
                          </a:cubicBezTo>
                          <a:cubicBezTo>
                            <a:pt x="515114" y="3319725"/>
                            <a:pt x="471262" y="3257964"/>
                            <a:pt x="408823" y="3231620"/>
                          </a:cubicBezTo>
                          <a:close/>
                          <a:moveTo>
                            <a:pt x="1903445" y="4012352"/>
                          </a:moveTo>
                          <a:cubicBezTo>
                            <a:pt x="1889563" y="4006496"/>
                            <a:pt x="1874304" y="4003265"/>
                            <a:pt x="1858290" y="4003279"/>
                          </a:cubicBezTo>
                          <a:lnTo>
                            <a:pt x="959661" y="4004107"/>
                          </a:lnTo>
                          <a:cubicBezTo>
                            <a:pt x="895607" y="4004166"/>
                            <a:pt x="843729" y="4056141"/>
                            <a:pt x="843788" y="4120195"/>
                          </a:cubicBezTo>
                          <a:cubicBezTo>
                            <a:pt x="843847" y="4184250"/>
                            <a:pt x="895821" y="4236128"/>
                            <a:pt x="959876" y="4236069"/>
                          </a:cubicBezTo>
                          <a:lnTo>
                            <a:pt x="1858505" y="4235241"/>
                          </a:lnTo>
                          <a:cubicBezTo>
                            <a:pt x="1922559" y="4235182"/>
                            <a:pt x="1974438" y="4183208"/>
                            <a:pt x="1974379" y="4119154"/>
                          </a:cubicBezTo>
                          <a:cubicBezTo>
                            <a:pt x="1974334" y="4071112"/>
                            <a:pt x="1945088" y="4029920"/>
                            <a:pt x="1903445" y="4012352"/>
                          </a:cubicBezTo>
                          <a:close/>
                          <a:moveTo>
                            <a:pt x="3479313" y="918916"/>
                          </a:moveTo>
                          <a:cubicBezTo>
                            <a:pt x="3465431" y="913059"/>
                            <a:pt x="3450172" y="909827"/>
                            <a:pt x="3434158" y="909842"/>
                          </a:cubicBezTo>
                          <a:lnTo>
                            <a:pt x="964487" y="912118"/>
                          </a:lnTo>
                          <a:cubicBezTo>
                            <a:pt x="900432" y="912177"/>
                            <a:pt x="848554" y="964151"/>
                            <a:pt x="848613" y="1028206"/>
                          </a:cubicBezTo>
                          <a:cubicBezTo>
                            <a:pt x="848672" y="1092261"/>
                            <a:pt x="900646" y="1144139"/>
                            <a:pt x="964701" y="1144080"/>
                          </a:cubicBezTo>
                          <a:lnTo>
                            <a:pt x="3434372" y="1141804"/>
                          </a:lnTo>
                          <a:cubicBezTo>
                            <a:pt x="3498427" y="1141745"/>
                            <a:pt x="3550305" y="1089771"/>
                            <a:pt x="3550246" y="1025717"/>
                          </a:cubicBezTo>
                          <a:cubicBezTo>
                            <a:pt x="3550202" y="977675"/>
                            <a:pt x="3520956" y="936483"/>
                            <a:pt x="3479313" y="918916"/>
                          </a:cubicBezTo>
                          <a:close/>
                          <a:moveTo>
                            <a:pt x="3837597" y="41763"/>
                          </a:moveTo>
                          <a:cubicBezTo>
                            <a:pt x="3902644" y="85708"/>
                            <a:pt x="3945411" y="160128"/>
                            <a:pt x="3945411" y="244537"/>
                          </a:cubicBezTo>
                          <a:cubicBezTo>
                            <a:pt x="3861841" y="488455"/>
                            <a:pt x="3701644" y="918692"/>
                            <a:pt x="3520923" y="1396482"/>
                          </a:cubicBezTo>
                          <a:lnTo>
                            <a:pt x="3466178" y="1540909"/>
                          </a:lnTo>
                          <a:lnTo>
                            <a:pt x="3426988" y="1533034"/>
                          </a:lnTo>
                          <a:lnTo>
                            <a:pt x="957316" y="1535310"/>
                          </a:lnTo>
                          <a:cubicBezTo>
                            <a:pt x="893261" y="1535369"/>
                            <a:pt x="841383" y="1587343"/>
                            <a:pt x="841442" y="1651398"/>
                          </a:cubicBezTo>
                          <a:cubicBezTo>
                            <a:pt x="841501" y="1715453"/>
                            <a:pt x="893475" y="1767331"/>
                            <a:pt x="957530" y="1767272"/>
                          </a:cubicBezTo>
                          <a:lnTo>
                            <a:pt x="3365544" y="1772395"/>
                          </a:lnTo>
                          <a:lnTo>
                            <a:pt x="3234693" y="2149055"/>
                          </a:lnTo>
                          <a:lnTo>
                            <a:pt x="965662" y="2151146"/>
                          </a:lnTo>
                          <a:cubicBezTo>
                            <a:pt x="901607" y="2151205"/>
                            <a:pt x="849729" y="2203178"/>
                            <a:pt x="849788" y="2267234"/>
                          </a:cubicBezTo>
                          <a:cubicBezTo>
                            <a:pt x="849847" y="2331289"/>
                            <a:pt x="901821" y="2383167"/>
                            <a:pt x="965876" y="2383107"/>
                          </a:cubicBezTo>
                          <a:lnTo>
                            <a:pt x="3146162" y="2381099"/>
                          </a:lnTo>
                          <a:lnTo>
                            <a:pt x="3058829" y="2609727"/>
                          </a:lnTo>
                          <a:lnTo>
                            <a:pt x="2997318" y="2770827"/>
                          </a:lnTo>
                          <a:lnTo>
                            <a:pt x="965025" y="2772700"/>
                          </a:lnTo>
                          <a:cubicBezTo>
                            <a:pt x="900970" y="2772758"/>
                            <a:pt x="849092" y="2824733"/>
                            <a:pt x="849151" y="2888787"/>
                          </a:cubicBezTo>
                          <a:cubicBezTo>
                            <a:pt x="849210" y="2952842"/>
                            <a:pt x="901184" y="3004721"/>
                            <a:pt x="965239" y="3004661"/>
                          </a:cubicBezTo>
                          <a:lnTo>
                            <a:pt x="2908819" y="3002870"/>
                          </a:lnTo>
                          <a:lnTo>
                            <a:pt x="2893682" y="3042577"/>
                          </a:lnTo>
                          <a:lnTo>
                            <a:pt x="2821562" y="3232345"/>
                          </a:lnTo>
                          <a:lnTo>
                            <a:pt x="2762222" y="3389325"/>
                          </a:lnTo>
                          <a:lnTo>
                            <a:pt x="949683" y="3390995"/>
                          </a:lnTo>
                          <a:cubicBezTo>
                            <a:pt x="885628" y="3391054"/>
                            <a:pt x="833750" y="3443028"/>
                            <a:pt x="833809" y="3507083"/>
                          </a:cubicBezTo>
                          <a:cubicBezTo>
                            <a:pt x="833868" y="3571138"/>
                            <a:pt x="885842" y="3623016"/>
                            <a:pt x="949897" y="3622957"/>
                          </a:cubicBezTo>
                          <a:lnTo>
                            <a:pt x="2732014" y="3621315"/>
                          </a:lnTo>
                          <a:lnTo>
                            <a:pt x="2633061" y="4312952"/>
                          </a:lnTo>
                          <a:cubicBezTo>
                            <a:pt x="2614350" y="4495163"/>
                            <a:pt x="2846947" y="4575704"/>
                            <a:pt x="2957180" y="4409562"/>
                          </a:cubicBezTo>
                          <a:cubicBezTo>
                            <a:pt x="3061973" y="4258667"/>
                            <a:pt x="3375183" y="3783440"/>
                            <a:pt x="3482402" y="3613885"/>
                          </a:cubicBezTo>
                          <a:cubicBezTo>
                            <a:pt x="3573528" y="3588685"/>
                            <a:pt x="3578210" y="3534359"/>
                            <a:pt x="3552044" y="3429821"/>
                          </a:cubicBezTo>
                          <a:cubicBezTo>
                            <a:pt x="3649015" y="3219940"/>
                            <a:pt x="3852657" y="2523870"/>
                            <a:pt x="3949778" y="2383707"/>
                          </a:cubicBezTo>
                          <a:cubicBezTo>
                            <a:pt x="3948322" y="3220043"/>
                            <a:pt x="3946867" y="4056379"/>
                            <a:pt x="3945411" y="4892715"/>
                          </a:cubicBezTo>
                          <a:cubicBezTo>
                            <a:pt x="3945411" y="5027769"/>
                            <a:pt x="3835928" y="5137252"/>
                            <a:pt x="3700874" y="5137252"/>
                          </a:cubicBezTo>
                          <a:lnTo>
                            <a:pt x="244537" y="5137252"/>
                          </a:lnTo>
                          <a:cubicBezTo>
                            <a:pt x="109483" y="5137252"/>
                            <a:pt x="0" y="5027769"/>
                            <a:pt x="0" y="4892715"/>
                          </a:cubicBezTo>
                          <a:lnTo>
                            <a:pt x="0" y="4605616"/>
                          </a:lnTo>
                          <a:lnTo>
                            <a:pt x="222310" y="4605020"/>
                          </a:lnTo>
                          <a:lnTo>
                            <a:pt x="223099" y="4606189"/>
                          </a:lnTo>
                          <a:cubicBezTo>
                            <a:pt x="254598" y="4637630"/>
                            <a:pt x="298091" y="4657054"/>
                            <a:pt x="346112" y="4657010"/>
                          </a:cubicBezTo>
                          <a:cubicBezTo>
                            <a:pt x="442154" y="4656921"/>
                            <a:pt x="519940" y="4578992"/>
                            <a:pt x="519851" y="4482950"/>
                          </a:cubicBezTo>
                          <a:cubicBezTo>
                            <a:pt x="519785" y="4410919"/>
                            <a:pt x="475933" y="4349156"/>
                            <a:pt x="413494" y="4322814"/>
                          </a:cubicBezTo>
                          <a:cubicBezTo>
                            <a:pt x="392680" y="4314033"/>
                            <a:pt x="369801" y="4309188"/>
                            <a:pt x="345791" y="4309210"/>
                          </a:cubicBezTo>
                          <a:cubicBezTo>
                            <a:pt x="297770" y="4309254"/>
                            <a:pt x="254313" y="4328759"/>
                            <a:pt x="222872" y="4360257"/>
                          </a:cubicBezTo>
                          <a:lnTo>
                            <a:pt x="214254" y="4373065"/>
                          </a:lnTo>
                          <a:lnTo>
                            <a:pt x="0" y="4376088"/>
                          </a:lnTo>
                          <a:lnTo>
                            <a:pt x="0" y="4048176"/>
                          </a:lnTo>
                          <a:lnTo>
                            <a:pt x="213279" y="4047458"/>
                          </a:lnTo>
                          <a:lnTo>
                            <a:pt x="227300" y="4068214"/>
                          </a:lnTo>
                          <a:cubicBezTo>
                            <a:pt x="258799" y="4099655"/>
                            <a:pt x="302292" y="4119079"/>
                            <a:pt x="350312" y="4119034"/>
                          </a:cubicBezTo>
                          <a:cubicBezTo>
                            <a:pt x="446355" y="4118946"/>
                            <a:pt x="524140" y="4041017"/>
                            <a:pt x="524052" y="3944974"/>
                          </a:cubicBezTo>
                          <a:cubicBezTo>
                            <a:pt x="523985" y="3872944"/>
                            <a:pt x="480133" y="3811181"/>
                            <a:pt x="417694" y="3784839"/>
                          </a:cubicBezTo>
                          <a:cubicBezTo>
                            <a:pt x="396881" y="3776058"/>
                            <a:pt x="374003" y="3771213"/>
                            <a:pt x="349992" y="3771235"/>
                          </a:cubicBezTo>
                          <a:cubicBezTo>
                            <a:pt x="325982" y="3771257"/>
                            <a:pt x="303112" y="3776144"/>
                            <a:pt x="282315" y="3784963"/>
                          </a:cubicBezTo>
                          <a:lnTo>
                            <a:pt x="237151" y="3815474"/>
                          </a:lnTo>
                          <a:lnTo>
                            <a:pt x="0" y="3818662"/>
                          </a:lnTo>
                          <a:lnTo>
                            <a:pt x="0" y="2967160"/>
                          </a:lnTo>
                          <a:lnTo>
                            <a:pt x="214473" y="2964949"/>
                          </a:lnTo>
                          <a:lnTo>
                            <a:pt x="222629" y="2977021"/>
                          </a:lnTo>
                          <a:cubicBezTo>
                            <a:pt x="254127" y="3008462"/>
                            <a:pt x="297620" y="3027886"/>
                            <a:pt x="345641" y="3027842"/>
                          </a:cubicBezTo>
                          <a:cubicBezTo>
                            <a:pt x="441683" y="3027753"/>
                            <a:pt x="519469" y="2949823"/>
                            <a:pt x="519381" y="2853781"/>
                          </a:cubicBezTo>
                          <a:cubicBezTo>
                            <a:pt x="519314" y="2781750"/>
                            <a:pt x="475463" y="2719988"/>
                            <a:pt x="413023" y="2693645"/>
                          </a:cubicBezTo>
                          <a:cubicBezTo>
                            <a:pt x="392209" y="2684864"/>
                            <a:pt x="369331" y="2680019"/>
                            <a:pt x="345321" y="2680041"/>
                          </a:cubicBezTo>
                          <a:cubicBezTo>
                            <a:pt x="297300" y="2680086"/>
                            <a:pt x="253843" y="2699591"/>
                            <a:pt x="222402" y="2731089"/>
                          </a:cubicBezTo>
                          <a:lnTo>
                            <a:pt x="221128" y="2732981"/>
                          </a:lnTo>
                          <a:lnTo>
                            <a:pt x="0" y="2735633"/>
                          </a:lnTo>
                          <a:lnTo>
                            <a:pt x="0" y="2413015"/>
                          </a:lnTo>
                          <a:lnTo>
                            <a:pt x="212094" y="2411751"/>
                          </a:lnTo>
                          <a:lnTo>
                            <a:pt x="224649" y="2430336"/>
                          </a:lnTo>
                          <a:cubicBezTo>
                            <a:pt x="256148" y="2461776"/>
                            <a:pt x="299641" y="2481201"/>
                            <a:pt x="347662" y="2481156"/>
                          </a:cubicBezTo>
                          <a:cubicBezTo>
                            <a:pt x="443703" y="2481068"/>
                            <a:pt x="521490" y="2403138"/>
                            <a:pt x="521401" y="2307096"/>
                          </a:cubicBezTo>
                          <a:cubicBezTo>
                            <a:pt x="521335" y="2235064"/>
                            <a:pt x="477483" y="2173303"/>
                            <a:pt x="415044" y="2146960"/>
                          </a:cubicBezTo>
                          <a:cubicBezTo>
                            <a:pt x="394231" y="2138179"/>
                            <a:pt x="371352" y="2133334"/>
                            <a:pt x="347341" y="2133357"/>
                          </a:cubicBezTo>
                          <a:cubicBezTo>
                            <a:pt x="323331" y="2133379"/>
                            <a:pt x="300460" y="2138266"/>
                            <a:pt x="279664" y="2147085"/>
                          </a:cubicBezTo>
                          <a:lnTo>
                            <a:pt x="231279" y="2179773"/>
                          </a:lnTo>
                          <a:lnTo>
                            <a:pt x="0" y="2178209"/>
                          </a:lnTo>
                          <a:lnTo>
                            <a:pt x="0" y="1872741"/>
                          </a:lnTo>
                          <a:lnTo>
                            <a:pt x="213783" y="1874853"/>
                          </a:lnTo>
                          <a:lnTo>
                            <a:pt x="223404" y="1889096"/>
                          </a:lnTo>
                          <a:cubicBezTo>
                            <a:pt x="254903" y="1920536"/>
                            <a:pt x="298396" y="1939961"/>
                            <a:pt x="346417" y="1939916"/>
                          </a:cubicBezTo>
                          <a:cubicBezTo>
                            <a:pt x="442459" y="1939828"/>
                            <a:pt x="520245" y="1861898"/>
                            <a:pt x="520156" y="1765856"/>
                          </a:cubicBezTo>
                          <a:cubicBezTo>
                            <a:pt x="520090" y="1693824"/>
                            <a:pt x="476238" y="1632062"/>
                            <a:pt x="413799" y="1605720"/>
                          </a:cubicBezTo>
                          <a:cubicBezTo>
                            <a:pt x="392986" y="1596939"/>
                            <a:pt x="370107" y="1592095"/>
                            <a:pt x="346096" y="1592117"/>
                          </a:cubicBezTo>
                          <a:cubicBezTo>
                            <a:pt x="322086" y="1592138"/>
                            <a:pt x="299216" y="1597026"/>
                            <a:pt x="278419" y="1605845"/>
                          </a:cubicBezTo>
                          <a:lnTo>
                            <a:pt x="223595" y="1642881"/>
                          </a:lnTo>
                          <a:lnTo>
                            <a:pt x="0" y="1642007"/>
                          </a:lnTo>
                          <a:lnTo>
                            <a:pt x="0" y="1332051"/>
                          </a:lnTo>
                          <a:lnTo>
                            <a:pt x="215067" y="1332559"/>
                          </a:lnTo>
                          <a:lnTo>
                            <a:pt x="227605" y="1351120"/>
                          </a:lnTo>
                          <a:cubicBezTo>
                            <a:pt x="259104" y="1382560"/>
                            <a:pt x="302597" y="1401984"/>
                            <a:pt x="350618" y="1401940"/>
                          </a:cubicBezTo>
                          <a:cubicBezTo>
                            <a:pt x="446660" y="1401852"/>
                            <a:pt x="524446" y="1323922"/>
                            <a:pt x="524358" y="1227880"/>
                          </a:cubicBezTo>
                          <a:cubicBezTo>
                            <a:pt x="524291" y="1155848"/>
                            <a:pt x="480439" y="1094086"/>
                            <a:pt x="418000" y="1067744"/>
                          </a:cubicBezTo>
                          <a:cubicBezTo>
                            <a:pt x="397187" y="1058963"/>
                            <a:pt x="374308" y="1054118"/>
                            <a:pt x="350297" y="1054140"/>
                          </a:cubicBezTo>
                          <a:cubicBezTo>
                            <a:pt x="326287" y="1054162"/>
                            <a:pt x="303417" y="1059050"/>
                            <a:pt x="282620" y="1067869"/>
                          </a:cubicBezTo>
                          <a:lnTo>
                            <a:pt x="234201" y="1100579"/>
                          </a:lnTo>
                          <a:lnTo>
                            <a:pt x="3221" y="1102939"/>
                          </a:lnTo>
                          <a:cubicBezTo>
                            <a:pt x="2147" y="1138712"/>
                            <a:pt x="1074" y="1174486"/>
                            <a:pt x="0" y="1210259"/>
                          </a:cubicBezTo>
                          <a:lnTo>
                            <a:pt x="0" y="797050"/>
                          </a:lnTo>
                          <a:lnTo>
                            <a:pt x="223677" y="795631"/>
                          </a:lnTo>
                          <a:lnTo>
                            <a:pt x="229623" y="804432"/>
                          </a:lnTo>
                          <a:cubicBezTo>
                            <a:pt x="261122" y="835873"/>
                            <a:pt x="304615" y="855298"/>
                            <a:pt x="352636" y="855253"/>
                          </a:cubicBezTo>
                          <a:cubicBezTo>
                            <a:pt x="448678" y="855164"/>
                            <a:pt x="526464" y="777235"/>
                            <a:pt x="526376" y="681193"/>
                          </a:cubicBezTo>
                          <a:cubicBezTo>
                            <a:pt x="526309" y="609161"/>
                            <a:pt x="482458" y="547399"/>
                            <a:pt x="420018" y="521057"/>
                          </a:cubicBezTo>
                          <a:cubicBezTo>
                            <a:pt x="399205" y="512276"/>
                            <a:pt x="376327" y="507431"/>
                            <a:pt x="352316" y="507453"/>
                          </a:cubicBezTo>
                          <a:cubicBezTo>
                            <a:pt x="304295" y="507496"/>
                            <a:pt x="260838" y="527003"/>
                            <a:pt x="229397" y="558500"/>
                          </a:cubicBezTo>
                          <a:lnTo>
                            <a:pt x="225922" y="563667"/>
                          </a:lnTo>
                          <a:lnTo>
                            <a:pt x="615" y="565510"/>
                          </a:lnTo>
                          <a:lnTo>
                            <a:pt x="0" y="616517"/>
                          </a:lnTo>
                          <a:lnTo>
                            <a:pt x="0" y="244537"/>
                          </a:lnTo>
                          <a:cubicBezTo>
                            <a:pt x="0" y="109483"/>
                            <a:pt x="109483" y="0"/>
                            <a:pt x="244537" y="0"/>
                          </a:cubicBezTo>
                          <a:lnTo>
                            <a:pt x="3700874" y="0"/>
                          </a:lnTo>
                          <a:cubicBezTo>
                            <a:pt x="3751519" y="0"/>
                            <a:pt x="3798569" y="15396"/>
                            <a:pt x="3837597" y="4176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rtlCol="0" anchor="ctr">
                      <a:noAutofit/>
                    </a:bodyPr>
                    <a:lstStyle/>
                    <a:p>
                      <a:pPr algn="ctr"/>
                      <a:endParaRPr lang="en-US">
                        <a:solidFill>
                          <a:schemeClr val="accent1"/>
                        </a:solidFill>
                      </a:endParaRPr>
                    </a:p>
                  </p:txBody>
                </p:sp>
              </p:grpSp>
            </p:grp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4C71C9A2-9FCD-4B86-9134-4D9CADA3A7DF}"/>
                  </a:ext>
                </a:extLst>
              </p:cNvPr>
              <p:cNvGrpSpPr/>
              <p:nvPr/>
            </p:nvGrpSpPr>
            <p:grpSpPr>
              <a:xfrm>
                <a:off x="6329416" y="4446817"/>
                <a:ext cx="3871644" cy="1601124"/>
                <a:chOff x="6329416" y="4446817"/>
                <a:chExt cx="3871644" cy="1601124"/>
              </a:xfrm>
            </p:grpSpPr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92B7D95D-5D5F-46AC-9A3C-26AA63045C77}"/>
                    </a:ext>
                  </a:extLst>
                </p:cNvPr>
                <p:cNvCxnSpPr/>
                <p:nvPr/>
              </p:nvCxnSpPr>
              <p:spPr>
                <a:xfrm flipH="1">
                  <a:off x="6329416" y="4711970"/>
                  <a:ext cx="2590371" cy="14113"/>
                </a:xfrm>
                <a:prstGeom prst="line">
                  <a:avLst/>
                </a:prstGeom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6D73DDF0-F0D1-4BD2-B0DF-F3E6FC4D13D1}"/>
                    </a:ext>
                  </a:extLst>
                </p:cNvPr>
                <p:cNvGrpSpPr/>
                <p:nvPr/>
              </p:nvGrpSpPr>
              <p:grpSpPr>
                <a:xfrm flipH="1">
                  <a:off x="7091718" y="4911899"/>
                  <a:ext cx="3109342" cy="1136042"/>
                  <a:chOff x="2464134" y="4760929"/>
                  <a:chExt cx="2993282" cy="1072075"/>
                </a:xfrm>
              </p:grpSpPr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232C7480-FAFD-4121-97C5-72892BD64D45}"/>
                      </a:ext>
                    </a:extLst>
                  </p:cNvPr>
                  <p:cNvSpPr/>
                  <p:nvPr/>
                </p:nvSpPr>
                <p:spPr>
                  <a:xfrm>
                    <a:off x="3184917" y="4760929"/>
                    <a:ext cx="2272499" cy="331595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b="1" u="sng" dirty="0">
                        <a:latin typeface="Agency FB" panose="020B0503020202020204" pitchFamily="34" charset="0"/>
                        <a:cs typeface="Arial" pitchFamily="34" charset="0"/>
                      </a:rPr>
                      <a:t>Continuous</a:t>
                    </a:r>
                    <a:r>
                      <a:rPr lang="en-US" b="1" u="sng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gency FB" panose="020B0503020202020204" pitchFamily="34" charset="0"/>
                        <a:cs typeface="Arial" pitchFamily="34" charset="0"/>
                      </a:rPr>
                      <a:t> </a:t>
                    </a:r>
                    <a:r>
                      <a:rPr lang="en-US" b="1" u="sng" dirty="0">
                        <a:solidFill>
                          <a:schemeClr val="accent3"/>
                        </a:solidFill>
                        <a:latin typeface="Agency FB" panose="020B0503020202020204" pitchFamily="34" charset="0"/>
                        <a:cs typeface="Arial" pitchFamily="34" charset="0"/>
                      </a:rPr>
                      <a:t>Delivery</a:t>
                    </a:r>
                    <a:endParaRPr lang="en-US" b="1" u="sng" dirty="0">
                      <a:solidFill>
                        <a:schemeClr val="accent3"/>
                      </a:solidFill>
                      <a:latin typeface="Agency FB" panose="020B0503020202020204" pitchFamily="34" charset="0"/>
                    </a:endParaRPr>
                  </a:p>
                </p:txBody>
              </p:sp>
              <p:sp>
                <p:nvSpPr>
                  <p:cNvPr id="67" name="Rectangle 66">
                    <a:extLst>
                      <a:ext uri="{FF2B5EF4-FFF2-40B4-BE49-F238E27FC236}">
                        <a16:creationId xmlns:a16="http://schemas.microsoft.com/office/drawing/2014/main" id="{D2FA0EBD-6FFE-4AFF-8F7E-C765329B92F0}"/>
                      </a:ext>
                    </a:extLst>
                  </p:cNvPr>
                  <p:cNvSpPr/>
                  <p:nvPr/>
                </p:nvSpPr>
                <p:spPr>
                  <a:xfrm>
                    <a:off x="2464134" y="5169813"/>
                    <a:ext cx="2977491" cy="663191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400" dirty="0">
                        <a:latin typeface="Helvetica" panose="020B0604020202020204" pitchFamily="2" charset="0"/>
                      </a:rPr>
                      <a:t>Available standard compliant delivery templates catering best practices and highest level of quality checks.    </a:t>
                    </a: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34251F54-78B7-412B-B40F-83F818C98A7B}"/>
                    </a:ext>
                  </a:extLst>
                </p:cNvPr>
                <p:cNvGrpSpPr/>
                <p:nvPr/>
              </p:nvGrpSpPr>
              <p:grpSpPr>
                <a:xfrm>
                  <a:off x="7877392" y="4446817"/>
                  <a:ext cx="530307" cy="530307"/>
                  <a:chOff x="7877392" y="4446817"/>
                  <a:chExt cx="530307" cy="530307"/>
                </a:xfrm>
              </p:grpSpPr>
              <p:grpSp>
                <p:nvGrpSpPr>
                  <p:cNvPr id="60" name="Group 59">
                    <a:extLst>
                      <a:ext uri="{FF2B5EF4-FFF2-40B4-BE49-F238E27FC236}">
                        <a16:creationId xmlns:a16="http://schemas.microsoft.com/office/drawing/2014/main" id="{C85566C0-4B7A-449F-B9AA-B8A694EA96D8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7877392" y="4446817"/>
                    <a:ext cx="530307" cy="530307"/>
                    <a:chOff x="320722" y="634457"/>
                    <a:chExt cx="1444752" cy="1444752"/>
                  </a:xfrm>
                  <a:effectLst/>
                </p:grpSpPr>
                <p:sp>
                  <p:nvSpPr>
                    <p:cNvPr id="64" name="Oval 63">
                      <a:extLst>
                        <a:ext uri="{FF2B5EF4-FFF2-40B4-BE49-F238E27FC236}">
                          <a16:creationId xmlns:a16="http://schemas.microsoft.com/office/drawing/2014/main" id="{710CE9BB-F17F-48E9-8972-57B98E7173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722" y="634457"/>
                      <a:ext cx="1444752" cy="1444752"/>
                    </a:xfrm>
                    <a:prstGeom prst="ellipse">
                      <a:avLst/>
                    </a:prstGeom>
                    <a:solidFill>
                      <a:sysClr val="window" lastClr="FFFFFF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>
                      <a:outerShdw blurRad="635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rtlCol="0" anchor="ctr"/>
                    <a:lstStyle/>
                    <a:p>
                      <a:pPr algn="ctr" defTabSz="914377">
                        <a:defRPr/>
                      </a:pPr>
                      <a:endParaRPr lang="en-US" kern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65" name="Oval 64">
                      <a:extLst>
                        <a:ext uri="{FF2B5EF4-FFF2-40B4-BE49-F238E27FC236}">
                          <a16:creationId xmlns:a16="http://schemas.microsoft.com/office/drawing/2014/main" id="{8D4DA1FB-86B5-4EA1-AAE9-B5D62C5D7A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325" y="698060"/>
                      <a:ext cx="1317546" cy="1317546"/>
                    </a:xfrm>
                    <a:prstGeom prst="ellipse">
                      <a:avLst/>
                    </a:prstGeom>
                    <a:solidFill>
                      <a:schemeClr val="accent3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914377">
                        <a:defRPr/>
                      </a:pPr>
                      <a:endParaRPr lang="en-US" kern="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61" name="Group 60">
                    <a:extLst>
                      <a:ext uri="{FF2B5EF4-FFF2-40B4-BE49-F238E27FC236}">
                        <a16:creationId xmlns:a16="http://schemas.microsoft.com/office/drawing/2014/main" id="{E58F2D67-FCAB-484C-A01D-EAAE94CB9C12}"/>
                      </a:ext>
                    </a:extLst>
                  </p:cNvPr>
                  <p:cNvGrpSpPr/>
                  <p:nvPr/>
                </p:nvGrpSpPr>
                <p:grpSpPr>
                  <a:xfrm rot="1831714">
                    <a:off x="8018676" y="4590948"/>
                    <a:ext cx="278310" cy="221249"/>
                    <a:chOff x="-5707507" y="-2312184"/>
                    <a:chExt cx="8950465" cy="7115384"/>
                  </a:xfrm>
                  <a:solidFill>
                    <a:schemeClr val="bg1"/>
                  </a:solidFill>
                </p:grpSpPr>
                <p:sp>
                  <p:nvSpPr>
                    <p:cNvPr id="62" name="Freeform 181">
                      <a:extLst>
                        <a:ext uri="{FF2B5EF4-FFF2-40B4-BE49-F238E27FC236}">
                          <a16:creationId xmlns:a16="http://schemas.microsoft.com/office/drawing/2014/main" id="{D45ED3A2-5025-476F-9568-33600113E9CD}"/>
                        </a:ext>
                      </a:extLst>
                    </p:cNvPr>
                    <p:cNvSpPr/>
                    <p:nvPr/>
                  </p:nvSpPr>
                  <p:spPr>
                    <a:xfrm rot="19775298">
                      <a:off x="-5195392" y="-2312184"/>
                      <a:ext cx="4619099" cy="2636115"/>
                    </a:xfrm>
                    <a:custGeom>
                      <a:avLst/>
                      <a:gdLst>
                        <a:gd name="connsiteX0" fmla="*/ 3166529 w 4619103"/>
                        <a:gd name="connsiteY0" fmla="*/ 554243 h 2659576"/>
                        <a:gd name="connsiteX1" fmla="*/ 1481632 w 4619103"/>
                        <a:gd name="connsiteY1" fmla="*/ 542706 h 2659576"/>
                        <a:gd name="connsiteX2" fmla="*/ 1474817 w 4619103"/>
                        <a:gd name="connsiteY2" fmla="*/ 1178670 h 2659576"/>
                        <a:gd name="connsiteX3" fmla="*/ 3168913 w 4619103"/>
                        <a:gd name="connsiteY3" fmla="*/ 1189729 h 2659576"/>
                        <a:gd name="connsiteX4" fmla="*/ 3616817 w 4619103"/>
                        <a:gd name="connsiteY4" fmla="*/ 42433 h 2659576"/>
                        <a:gd name="connsiteX5" fmla="*/ 3726360 w 4619103"/>
                        <a:gd name="connsiteY5" fmla="*/ 248460 h 2659576"/>
                        <a:gd name="connsiteX6" fmla="*/ 3726360 w 4619103"/>
                        <a:gd name="connsiteY6" fmla="*/ 1187474 h 2659576"/>
                        <a:gd name="connsiteX7" fmla="*/ 3725766 w 4619103"/>
                        <a:gd name="connsiteY7" fmla="*/ 1193365 h 2659576"/>
                        <a:gd name="connsiteX8" fmla="*/ 4110203 w 4619103"/>
                        <a:gd name="connsiteY8" fmla="*/ 1195874 h 2659576"/>
                        <a:gd name="connsiteX9" fmla="*/ 4619092 w 4619103"/>
                        <a:gd name="connsiteY9" fmla="*/ 1711451 h 2659576"/>
                        <a:gd name="connsiteX10" fmla="*/ 4616224 w 4619103"/>
                        <a:gd name="connsiteY10" fmla="*/ 2150676 h 2659576"/>
                        <a:gd name="connsiteX11" fmla="*/ 4100647 w 4619103"/>
                        <a:gd name="connsiteY11" fmla="*/ 2659565 h 2659576"/>
                        <a:gd name="connsiteX12" fmla="*/ 508900 w 4619103"/>
                        <a:gd name="connsiteY12" fmla="*/ 2636118 h 2659576"/>
                        <a:gd name="connsiteX13" fmla="*/ 11 w 4619103"/>
                        <a:gd name="connsiteY13" fmla="*/ 2120540 h 2659576"/>
                        <a:gd name="connsiteX14" fmla="*/ 2878 w 4619103"/>
                        <a:gd name="connsiteY14" fmla="*/ 1681316 h 2659576"/>
                        <a:gd name="connsiteX15" fmla="*/ 518455 w 4619103"/>
                        <a:gd name="connsiteY15" fmla="*/ 1172427 h 2659576"/>
                        <a:gd name="connsiteX16" fmla="*/ 886506 w 4619103"/>
                        <a:gd name="connsiteY16" fmla="*/ 1174829 h 2659576"/>
                        <a:gd name="connsiteX17" fmla="*/ 886506 w 4619103"/>
                        <a:gd name="connsiteY17" fmla="*/ 248460 h 2659576"/>
                        <a:gd name="connsiteX18" fmla="*/ 1134966 w 4619103"/>
                        <a:gd name="connsiteY18" fmla="*/ 0 h 2659576"/>
                        <a:gd name="connsiteX19" fmla="*/ 3477900 w 4619103"/>
                        <a:gd name="connsiteY19" fmla="*/ 0 h 2659576"/>
                        <a:gd name="connsiteX20" fmla="*/ 3616817 w 4619103"/>
                        <a:gd name="connsiteY20" fmla="*/ 42433 h 2659576"/>
                        <a:gd name="connsiteX0" fmla="*/ 3166529 w 4619103"/>
                        <a:gd name="connsiteY0" fmla="*/ 554243 h 2636117"/>
                        <a:gd name="connsiteX1" fmla="*/ 1481632 w 4619103"/>
                        <a:gd name="connsiteY1" fmla="*/ 542706 h 2636117"/>
                        <a:gd name="connsiteX2" fmla="*/ 1474817 w 4619103"/>
                        <a:gd name="connsiteY2" fmla="*/ 1178670 h 2636117"/>
                        <a:gd name="connsiteX3" fmla="*/ 3168913 w 4619103"/>
                        <a:gd name="connsiteY3" fmla="*/ 1189729 h 2636117"/>
                        <a:gd name="connsiteX4" fmla="*/ 3166529 w 4619103"/>
                        <a:gd name="connsiteY4" fmla="*/ 554243 h 2636117"/>
                        <a:gd name="connsiteX5" fmla="*/ 3616817 w 4619103"/>
                        <a:gd name="connsiteY5" fmla="*/ 42433 h 2636117"/>
                        <a:gd name="connsiteX6" fmla="*/ 3726360 w 4619103"/>
                        <a:gd name="connsiteY6" fmla="*/ 248460 h 2636117"/>
                        <a:gd name="connsiteX7" fmla="*/ 3726360 w 4619103"/>
                        <a:gd name="connsiteY7" fmla="*/ 1187474 h 2636117"/>
                        <a:gd name="connsiteX8" fmla="*/ 3725766 w 4619103"/>
                        <a:gd name="connsiteY8" fmla="*/ 1193365 h 2636117"/>
                        <a:gd name="connsiteX9" fmla="*/ 4110203 w 4619103"/>
                        <a:gd name="connsiteY9" fmla="*/ 1195874 h 2636117"/>
                        <a:gd name="connsiteX10" fmla="*/ 4619092 w 4619103"/>
                        <a:gd name="connsiteY10" fmla="*/ 1711451 h 2636117"/>
                        <a:gd name="connsiteX11" fmla="*/ 4616224 w 4619103"/>
                        <a:gd name="connsiteY11" fmla="*/ 2150676 h 2636117"/>
                        <a:gd name="connsiteX12" fmla="*/ 4100597 w 4619103"/>
                        <a:gd name="connsiteY12" fmla="*/ 2634281 h 2636117"/>
                        <a:gd name="connsiteX13" fmla="*/ 508900 w 4619103"/>
                        <a:gd name="connsiteY13" fmla="*/ 2636118 h 2636117"/>
                        <a:gd name="connsiteX14" fmla="*/ 11 w 4619103"/>
                        <a:gd name="connsiteY14" fmla="*/ 2120540 h 2636117"/>
                        <a:gd name="connsiteX15" fmla="*/ 2878 w 4619103"/>
                        <a:gd name="connsiteY15" fmla="*/ 1681316 h 2636117"/>
                        <a:gd name="connsiteX16" fmla="*/ 518455 w 4619103"/>
                        <a:gd name="connsiteY16" fmla="*/ 1172427 h 2636117"/>
                        <a:gd name="connsiteX17" fmla="*/ 886506 w 4619103"/>
                        <a:gd name="connsiteY17" fmla="*/ 1174829 h 2636117"/>
                        <a:gd name="connsiteX18" fmla="*/ 886506 w 4619103"/>
                        <a:gd name="connsiteY18" fmla="*/ 248460 h 2636117"/>
                        <a:gd name="connsiteX19" fmla="*/ 1134966 w 4619103"/>
                        <a:gd name="connsiteY19" fmla="*/ 0 h 2636117"/>
                        <a:gd name="connsiteX20" fmla="*/ 3477900 w 4619103"/>
                        <a:gd name="connsiteY20" fmla="*/ 0 h 2636117"/>
                        <a:gd name="connsiteX21" fmla="*/ 3616817 w 4619103"/>
                        <a:gd name="connsiteY21" fmla="*/ 42433 h 2636117"/>
                        <a:gd name="connsiteX0" fmla="*/ 3166529 w 4619103"/>
                        <a:gd name="connsiteY0" fmla="*/ 554243 h 2636117"/>
                        <a:gd name="connsiteX1" fmla="*/ 1481632 w 4619103"/>
                        <a:gd name="connsiteY1" fmla="*/ 542706 h 2636117"/>
                        <a:gd name="connsiteX2" fmla="*/ 1474817 w 4619103"/>
                        <a:gd name="connsiteY2" fmla="*/ 1178670 h 2636117"/>
                        <a:gd name="connsiteX3" fmla="*/ 3168903 w 4619103"/>
                        <a:gd name="connsiteY3" fmla="*/ 1189731 h 2636117"/>
                        <a:gd name="connsiteX4" fmla="*/ 3166529 w 4619103"/>
                        <a:gd name="connsiteY4" fmla="*/ 554243 h 2636117"/>
                        <a:gd name="connsiteX5" fmla="*/ 3616817 w 4619103"/>
                        <a:gd name="connsiteY5" fmla="*/ 42433 h 2636117"/>
                        <a:gd name="connsiteX6" fmla="*/ 3726360 w 4619103"/>
                        <a:gd name="connsiteY6" fmla="*/ 248460 h 2636117"/>
                        <a:gd name="connsiteX7" fmla="*/ 3726360 w 4619103"/>
                        <a:gd name="connsiteY7" fmla="*/ 1187474 h 2636117"/>
                        <a:gd name="connsiteX8" fmla="*/ 3725766 w 4619103"/>
                        <a:gd name="connsiteY8" fmla="*/ 1193365 h 2636117"/>
                        <a:gd name="connsiteX9" fmla="*/ 4110203 w 4619103"/>
                        <a:gd name="connsiteY9" fmla="*/ 1195874 h 2636117"/>
                        <a:gd name="connsiteX10" fmla="*/ 4619092 w 4619103"/>
                        <a:gd name="connsiteY10" fmla="*/ 1711451 h 2636117"/>
                        <a:gd name="connsiteX11" fmla="*/ 4616224 w 4619103"/>
                        <a:gd name="connsiteY11" fmla="*/ 2150676 h 2636117"/>
                        <a:gd name="connsiteX12" fmla="*/ 4100597 w 4619103"/>
                        <a:gd name="connsiteY12" fmla="*/ 2634281 h 2636117"/>
                        <a:gd name="connsiteX13" fmla="*/ 508900 w 4619103"/>
                        <a:gd name="connsiteY13" fmla="*/ 2636118 h 2636117"/>
                        <a:gd name="connsiteX14" fmla="*/ 11 w 4619103"/>
                        <a:gd name="connsiteY14" fmla="*/ 2120540 h 2636117"/>
                        <a:gd name="connsiteX15" fmla="*/ 2878 w 4619103"/>
                        <a:gd name="connsiteY15" fmla="*/ 1681316 h 2636117"/>
                        <a:gd name="connsiteX16" fmla="*/ 518455 w 4619103"/>
                        <a:gd name="connsiteY16" fmla="*/ 1172427 h 2636117"/>
                        <a:gd name="connsiteX17" fmla="*/ 886506 w 4619103"/>
                        <a:gd name="connsiteY17" fmla="*/ 1174829 h 2636117"/>
                        <a:gd name="connsiteX18" fmla="*/ 886506 w 4619103"/>
                        <a:gd name="connsiteY18" fmla="*/ 248460 h 2636117"/>
                        <a:gd name="connsiteX19" fmla="*/ 1134966 w 4619103"/>
                        <a:gd name="connsiteY19" fmla="*/ 0 h 2636117"/>
                        <a:gd name="connsiteX20" fmla="*/ 3477900 w 4619103"/>
                        <a:gd name="connsiteY20" fmla="*/ 0 h 2636117"/>
                        <a:gd name="connsiteX21" fmla="*/ 3616817 w 4619103"/>
                        <a:gd name="connsiteY21" fmla="*/ 42433 h 2636117"/>
                        <a:gd name="connsiteX0" fmla="*/ 3166529 w 4619103"/>
                        <a:gd name="connsiteY0" fmla="*/ 554243 h 2636117"/>
                        <a:gd name="connsiteX1" fmla="*/ 1481632 w 4619103"/>
                        <a:gd name="connsiteY1" fmla="*/ 542706 h 2636117"/>
                        <a:gd name="connsiteX2" fmla="*/ 1474817 w 4619103"/>
                        <a:gd name="connsiteY2" fmla="*/ 1178670 h 2636117"/>
                        <a:gd name="connsiteX3" fmla="*/ 3168841 w 4619103"/>
                        <a:gd name="connsiteY3" fmla="*/ 1164456 h 2636117"/>
                        <a:gd name="connsiteX4" fmla="*/ 3166529 w 4619103"/>
                        <a:gd name="connsiteY4" fmla="*/ 554243 h 2636117"/>
                        <a:gd name="connsiteX5" fmla="*/ 3616817 w 4619103"/>
                        <a:gd name="connsiteY5" fmla="*/ 42433 h 2636117"/>
                        <a:gd name="connsiteX6" fmla="*/ 3726360 w 4619103"/>
                        <a:gd name="connsiteY6" fmla="*/ 248460 h 2636117"/>
                        <a:gd name="connsiteX7" fmla="*/ 3726360 w 4619103"/>
                        <a:gd name="connsiteY7" fmla="*/ 1187474 h 2636117"/>
                        <a:gd name="connsiteX8" fmla="*/ 3725766 w 4619103"/>
                        <a:gd name="connsiteY8" fmla="*/ 1193365 h 2636117"/>
                        <a:gd name="connsiteX9" fmla="*/ 4110203 w 4619103"/>
                        <a:gd name="connsiteY9" fmla="*/ 1195874 h 2636117"/>
                        <a:gd name="connsiteX10" fmla="*/ 4619092 w 4619103"/>
                        <a:gd name="connsiteY10" fmla="*/ 1711451 h 2636117"/>
                        <a:gd name="connsiteX11" fmla="*/ 4616224 w 4619103"/>
                        <a:gd name="connsiteY11" fmla="*/ 2150676 h 2636117"/>
                        <a:gd name="connsiteX12" fmla="*/ 4100597 w 4619103"/>
                        <a:gd name="connsiteY12" fmla="*/ 2634281 h 2636117"/>
                        <a:gd name="connsiteX13" fmla="*/ 508900 w 4619103"/>
                        <a:gd name="connsiteY13" fmla="*/ 2636118 h 2636117"/>
                        <a:gd name="connsiteX14" fmla="*/ 11 w 4619103"/>
                        <a:gd name="connsiteY14" fmla="*/ 2120540 h 2636117"/>
                        <a:gd name="connsiteX15" fmla="*/ 2878 w 4619103"/>
                        <a:gd name="connsiteY15" fmla="*/ 1681316 h 2636117"/>
                        <a:gd name="connsiteX16" fmla="*/ 518455 w 4619103"/>
                        <a:gd name="connsiteY16" fmla="*/ 1172427 h 2636117"/>
                        <a:gd name="connsiteX17" fmla="*/ 886506 w 4619103"/>
                        <a:gd name="connsiteY17" fmla="*/ 1174829 h 2636117"/>
                        <a:gd name="connsiteX18" fmla="*/ 886506 w 4619103"/>
                        <a:gd name="connsiteY18" fmla="*/ 248460 h 2636117"/>
                        <a:gd name="connsiteX19" fmla="*/ 1134966 w 4619103"/>
                        <a:gd name="connsiteY19" fmla="*/ 0 h 2636117"/>
                        <a:gd name="connsiteX20" fmla="*/ 3477900 w 4619103"/>
                        <a:gd name="connsiteY20" fmla="*/ 0 h 2636117"/>
                        <a:gd name="connsiteX21" fmla="*/ 3616817 w 4619103"/>
                        <a:gd name="connsiteY21" fmla="*/ 42433 h 2636117"/>
                        <a:gd name="connsiteX0" fmla="*/ 3166484 w 4619103"/>
                        <a:gd name="connsiteY0" fmla="*/ 528975 h 2636117"/>
                        <a:gd name="connsiteX1" fmla="*/ 1481632 w 4619103"/>
                        <a:gd name="connsiteY1" fmla="*/ 542706 h 2636117"/>
                        <a:gd name="connsiteX2" fmla="*/ 1474817 w 4619103"/>
                        <a:gd name="connsiteY2" fmla="*/ 1178670 h 2636117"/>
                        <a:gd name="connsiteX3" fmla="*/ 3168841 w 4619103"/>
                        <a:gd name="connsiteY3" fmla="*/ 1164456 h 2636117"/>
                        <a:gd name="connsiteX4" fmla="*/ 3166484 w 4619103"/>
                        <a:gd name="connsiteY4" fmla="*/ 528975 h 2636117"/>
                        <a:gd name="connsiteX5" fmla="*/ 3616817 w 4619103"/>
                        <a:gd name="connsiteY5" fmla="*/ 42433 h 2636117"/>
                        <a:gd name="connsiteX6" fmla="*/ 3726360 w 4619103"/>
                        <a:gd name="connsiteY6" fmla="*/ 248460 h 2636117"/>
                        <a:gd name="connsiteX7" fmla="*/ 3726360 w 4619103"/>
                        <a:gd name="connsiteY7" fmla="*/ 1187474 h 2636117"/>
                        <a:gd name="connsiteX8" fmla="*/ 3725766 w 4619103"/>
                        <a:gd name="connsiteY8" fmla="*/ 1193365 h 2636117"/>
                        <a:gd name="connsiteX9" fmla="*/ 4110203 w 4619103"/>
                        <a:gd name="connsiteY9" fmla="*/ 1195874 h 2636117"/>
                        <a:gd name="connsiteX10" fmla="*/ 4619092 w 4619103"/>
                        <a:gd name="connsiteY10" fmla="*/ 1711451 h 2636117"/>
                        <a:gd name="connsiteX11" fmla="*/ 4616224 w 4619103"/>
                        <a:gd name="connsiteY11" fmla="*/ 2150676 h 2636117"/>
                        <a:gd name="connsiteX12" fmla="*/ 4100597 w 4619103"/>
                        <a:gd name="connsiteY12" fmla="*/ 2634281 h 2636117"/>
                        <a:gd name="connsiteX13" fmla="*/ 508900 w 4619103"/>
                        <a:gd name="connsiteY13" fmla="*/ 2636118 h 2636117"/>
                        <a:gd name="connsiteX14" fmla="*/ 11 w 4619103"/>
                        <a:gd name="connsiteY14" fmla="*/ 2120540 h 2636117"/>
                        <a:gd name="connsiteX15" fmla="*/ 2878 w 4619103"/>
                        <a:gd name="connsiteY15" fmla="*/ 1681316 h 2636117"/>
                        <a:gd name="connsiteX16" fmla="*/ 518455 w 4619103"/>
                        <a:gd name="connsiteY16" fmla="*/ 1172427 h 2636117"/>
                        <a:gd name="connsiteX17" fmla="*/ 886506 w 4619103"/>
                        <a:gd name="connsiteY17" fmla="*/ 1174829 h 2636117"/>
                        <a:gd name="connsiteX18" fmla="*/ 886506 w 4619103"/>
                        <a:gd name="connsiteY18" fmla="*/ 248460 h 2636117"/>
                        <a:gd name="connsiteX19" fmla="*/ 1134966 w 4619103"/>
                        <a:gd name="connsiteY19" fmla="*/ 0 h 2636117"/>
                        <a:gd name="connsiteX20" fmla="*/ 3477900 w 4619103"/>
                        <a:gd name="connsiteY20" fmla="*/ 0 h 2636117"/>
                        <a:gd name="connsiteX21" fmla="*/ 3616817 w 4619103"/>
                        <a:gd name="connsiteY21" fmla="*/ 42433 h 263611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</a:cxnLst>
                      <a:rect l="l" t="t" r="r" b="b"/>
                      <a:pathLst>
                        <a:path w="4619103" h="2636117">
                          <a:moveTo>
                            <a:pt x="3166484" y="528975"/>
                          </a:moveTo>
                          <a:lnTo>
                            <a:pt x="1481632" y="542706"/>
                          </a:lnTo>
                          <a:cubicBezTo>
                            <a:pt x="1479360" y="754694"/>
                            <a:pt x="1477089" y="966682"/>
                            <a:pt x="1474817" y="1178670"/>
                          </a:cubicBezTo>
                          <a:lnTo>
                            <a:pt x="3168841" y="1164456"/>
                          </a:lnTo>
                          <a:cubicBezTo>
                            <a:pt x="3168046" y="952627"/>
                            <a:pt x="3167279" y="740804"/>
                            <a:pt x="3166484" y="528975"/>
                          </a:cubicBezTo>
                          <a:close/>
                          <a:moveTo>
                            <a:pt x="3616817" y="42433"/>
                          </a:moveTo>
                          <a:cubicBezTo>
                            <a:pt x="3682907" y="87083"/>
                            <a:pt x="3726360" y="162697"/>
                            <a:pt x="3726360" y="248460"/>
                          </a:cubicBezTo>
                          <a:lnTo>
                            <a:pt x="3726360" y="1187474"/>
                          </a:lnTo>
                          <a:lnTo>
                            <a:pt x="3725766" y="1193365"/>
                          </a:lnTo>
                          <a:lnTo>
                            <a:pt x="4110203" y="1195874"/>
                          </a:lnTo>
                          <a:cubicBezTo>
                            <a:pt x="4393101" y="1197721"/>
                            <a:pt x="4620938" y="1428552"/>
                            <a:pt x="4619092" y="1711451"/>
                          </a:cubicBezTo>
                          <a:lnTo>
                            <a:pt x="4616224" y="2150676"/>
                          </a:lnTo>
                          <a:cubicBezTo>
                            <a:pt x="4614377" y="2433575"/>
                            <a:pt x="4383496" y="2636128"/>
                            <a:pt x="4100597" y="2634281"/>
                          </a:cubicBezTo>
                          <a:lnTo>
                            <a:pt x="508900" y="2636118"/>
                          </a:lnTo>
                          <a:cubicBezTo>
                            <a:pt x="226001" y="2634271"/>
                            <a:pt x="-1836" y="2403440"/>
                            <a:pt x="11" y="2120540"/>
                          </a:cubicBezTo>
                          <a:cubicBezTo>
                            <a:pt x="967" y="1974132"/>
                            <a:pt x="1922" y="1827724"/>
                            <a:pt x="2878" y="1681316"/>
                          </a:cubicBezTo>
                          <a:cubicBezTo>
                            <a:pt x="4725" y="1398417"/>
                            <a:pt x="235556" y="1170580"/>
                            <a:pt x="518455" y="1172427"/>
                          </a:cubicBezTo>
                          <a:lnTo>
                            <a:pt x="886506" y="1174829"/>
                          </a:lnTo>
                          <a:lnTo>
                            <a:pt x="886506" y="248460"/>
                          </a:lnTo>
                          <a:cubicBezTo>
                            <a:pt x="886506" y="111239"/>
                            <a:pt x="997745" y="0"/>
                            <a:pt x="1134966" y="0"/>
                          </a:cubicBezTo>
                          <a:lnTo>
                            <a:pt x="3477900" y="0"/>
                          </a:lnTo>
                          <a:cubicBezTo>
                            <a:pt x="3529358" y="0"/>
                            <a:pt x="3577162" y="15643"/>
                            <a:pt x="3616817" y="4243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rtlCol="0" anchor="ctr">
                      <a:noAutofit/>
                    </a:bodyPr>
                    <a:lstStyle/>
                    <a:p>
                      <a:pPr algn="ctr"/>
                      <a:endParaRPr lang="en-US">
                        <a:solidFill>
                          <a:schemeClr val="accent1"/>
                        </a:solidFill>
                      </a:endParaRPr>
                    </a:p>
                  </p:txBody>
                </p:sp>
                <p:sp>
                  <p:nvSpPr>
                    <p:cNvPr id="63" name="Freeform 182">
                      <a:extLst>
                        <a:ext uri="{FF2B5EF4-FFF2-40B4-BE49-F238E27FC236}">
                          <a16:creationId xmlns:a16="http://schemas.microsoft.com/office/drawing/2014/main" id="{833EEA69-1D3F-4F35-8EF0-AAF9896ABFBE}"/>
                        </a:ext>
                      </a:extLst>
                    </p:cNvPr>
                    <p:cNvSpPr/>
                    <p:nvPr/>
                  </p:nvSpPr>
                  <p:spPr>
                    <a:xfrm rot="19797740">
                      <a:off x="-5707507" y="-1055519"/>
                      <a:ext cx="8950465" cy="5858719"/>
                    </a:xfrm>
                    <a:custGeom>
                      <a:avLst/>
                      <a:gdLst>
                        <a:gd name="connsiteX0" fmla="*/ 1850256 w 8925180"/>
                        <a:gd name="connsiteY0" fmla="*/ 4432622 h 5858728"/>
                        <a:gd name="connsiteX1" fmla="*/ 2354591 w 8925180"/>
                        <a:gd name="connsiteY1" fmla="*/ 4887349 h 5858728"/>
                        <a:gd name="connsiteX2" fmla="*/ 2235184 w 8925180"/>
                        <a:gd name="connsiteY2" fmla="*/ 4987528 h 5858728"/>
                        <a:gd name="connsiteX3" fmla="*/ 1798749 w 8925180"/>
                        <a:gd name="connsiteY3" fmla="*/ 4589127 h 5858728"/>
                        <a:gd name="connsiteX4" fmla="*/ 1947683 w 8925180"/>
                        <a:gd name="connsiteY4" fmla="*/ 4178550 h 5858728"/>
                        <a:gd name="connsiteX5" fmla="*/ 2549059 w 8925180"/>
                        <a:gd name="connsiteY5" fmla="*/ 4709227 h 5858728"/>
                        <a:gd name="connsiteX6" fmla="*/ 2435596 w 8925180"/>
                        <a:gd name="connsiteY6" fmla="*/ 4809499 h 5858728"/>
                        <a:gd name="connsiteX7" fmla="*/ 1897573 w 8925180"/>
                        <a:gd name="connsiteY7" fmla="*/ 4327451 h 5858728"/>
                        <a:gd name="connsiteX8" fmla="*/ 2046233 w 8925180"/>
                        <a:gd name="connsiteY8" fmla="*/ 3925127 h 5858728"/>
                        <a:gd name="connsiteX9" fmla="*/ 2457953 w 8925180"/>
                        <a:gd name="connsiteY9" fmla="*/ 4293656 h 5858728"/>
                        <a:gd name="connsiteX10" fmla="*/ 2568281 w 8925180"/>
                        <a:gd name="connsiteY10" fmla="*/ 4587809 h 5858728"/>
                        <a:gd name="connsiteX11" fmla="*/ 1989205 w 8925180"/>
                        <a:gd name="connsiteY11" fmla="*/ 4073026 h 5858728"/>
                        <a:gd name="connsiteX12" fmla="*/ 2259917 w 8925180"/>
                        <a:gd name="connsiteY12" fmla="*/ 3773334 h 5858728"/>
                        <a:gd name="connsiteX13" fmla="*/ 2260420 w 8925180"/>
                        <a:gd name="connsiteY13" fmla="*/ 3773641 h 5858728"/>
                        <a:gd name="connsiteX14" fmla="*/ 2259745 w 8925180"/>
                        <a:gd name="connsiteY14" fmla="*/ 3773354 h 5858728"/>
                        <a:gd name="connsiteX15" fmla="*/ 2315925 w 8925180"/>
                        <a:gd name="connsiteY15" fmla="*/ 3709127 h 5858728"/>
                        <a:gd name="connsiteX16" fmla="*/ 2248405 w 8925180"/>
                        <a:gd name="connsiteY16" fmla="*/ 3768327 h 5858728"/>
                        <a:gd name="connsiteX17" fmla="*/ 2256714 w 8925180"/>
                        <a:gd name="connsiteY17" fmla="*/ 3772067 h 5858728"/>
                        <a:gd name="connsiteX18" fmla="*/ 2259745 w 8925180"/>
                        <a:gd name="connsiteY18" fmla="*/ 3773354 h 5858728"/>
                        <a:gd name="connsiteX19" fmla="*/ 2258685 w 8925180"/>
                        <a:gd name="connsiteY19" fmla="*/ 3773482 h 5858728"/>
                        <a:gd name="connsiteX20" fmla="*/ 2268513 w 8925180"/>
                        <a:gd name="connsiteY20" fmla="*/ 3780164 h 5858728"/>
                        <a:gd name="connsiteX21" fmla="*/ 2379413 w 8925180"/>
                        <a:gd name="connsiteY21" fmla="*/ 4075583 h 5858728"/>
                        <a:gd name="connsiteX22" fmla="*/ 2090738 w 8925180"/>
                        <a:gd name="connsiteY22" fmla="*/ 3813339 h 5858728"/>
                        <a:gd name="connsiteX23" fmla="*/ 2054269 w 8925180"/>
                        <a:gd name="connsiteY23" fmla="*/ 3707627 h 5858728"/>
                        <a:gd name="connsiteX24" fmla="*/ 1693111 w 8925180"/>
                        <a:gd name="connsiteY24" fmla="*/ 4661938 h 5858728"/>
                        <a:gd name="connsiteX25" fmla="*/ 2184860 w 8925180"/>
                        <a:gd name="connsiteY25" fmla="*/ 5091104 h 5858728"/>
                        <a:gd name="connsiteX26" fmla="*/ 2667148 w 8925180"/>
                        <a:gd name="connsiteY26" fmla="*/ 4660009 h 5858728"/>
                        <a:gd name="connsiteX27" fmla="*/ 2482054 w 8925180"/>
                        <a:gd name="connsiteY27" fmla="*/ 3279357 h 5858728"/>
                        <a:gd name="connsiteX28" fmla="*/ 1878642 w 8925180"/>
                        <a:gd name="connsiteY28" fmla="*/ 3279929 h 5858728"/>
                        <a:gd name="connsiteX29" fmla="*/ 1841602 w 8925180"/>
                        <a:gd name="connsiteY29" fmla="*/ 3439228 h 5858728"/>
                        <a:gd name="connsiteX30" fmla="*/ 2120130 w 8925180"/>
                        <a:gd name="connsiteY30" fmla="*/ 3726569 h 5858728"/>
                        <a:gd name="connsiteX31" fmla="*/ 2232643 w 8925180"/>
                        <a:gd name="connsiteY31" fmla="*/ 3741824 h 5858728"/>
                        <a:gd name="connsiteX32" fmla="*/ 2537319 w 8925180"/>
                        <a:gd name="connsiteY32" fmla="*/ 3433968 h 5858728"/>
                        <a:gd name="connsiteX33" fmla="*/ 2482054 w 8925180"/>
                        <a:gd name="connsiteY33" fmla="*/ 3279357 h 5858728"/>
                        <a:gd name="connsiteX34" fmla="*/ 3410751 w 8925180"/>
                        <a:gd name="connsiteY34" fmla="*/ 3027962 h 5858728"/>
                        <a:gd name="connsiteX35" fmla="*/ 3333772 w 8925180"/>
                        <a:gd name="connsiteY35" fmla="*/ 2996318 h 5858728"/>
                        <a:gd name="connsiteX36" fmla="*/ 2979092 w 8925180"/>
                        <a:gd name="connsiteY36" fmla="*/ 2978709 h 5858728"/>
                        <a:gd name="connsiteX37" fmla="*/ 2563372 w 8925180"/>
                        <a:gd name="connsiteY37" fmla="*/ 3254338 h 5858728"/>
                        <a:gd name="connsiteX38" fmla="*/ 2382821 w 8925180"/>
                        <a:gd name="connsiteY38" fmla="*/ 3689332 h 5858728"/>
                        <a:gd name="connsiteX39" fmla="*/ 2746939 w 8925180"/>
                        <a:gd name="connsiteY39" fmla="*/ 4674898 h 5858728"/>
                        <a:gd name="connsiteX40" fmla="*/ 2184702 w 8925180"/>
                        <a:gd name="connsiteY40" fmla="*/ 5175921 h 5858728"/>
                        <a:gd name="connsiteX41" fmla="*/ 1614576 w 8925180"/>
                        <a:gd name="connsiteY41" fmla="*/ 4673723 h 5858728"/>
                        <a:gd name="connsiteX42" fmla="*/ 1993653 w 8925180"/>
                        <a:gd name="connsiteY42" fmla="*/ 3692376 h 5858728"/>
                        <a:gd name="connsiteX43" fmla="*/ 1805436 w 8925180"/>
                        <a:gd name="connsiteY43" fmla="*/ 3261869 h 5858728"/>
                        <a:gd name="connsiteX44" fmla="*/ 1395380 w 8925180"/>
                        <a:gd name="connsiteY44" fmla="*/ 2972526 h 5858728"/>
                        <a:gd name="connsiteX45" fmla="*/ 1032434 w 8925180"/>
                        <a:gd name="connsiteY45" fmla="*/ 2996354 h 5858728"/>
                        <a:gd name="connsiteX46" fmla="*/ 673640 w 8925180"/>
                        <a:gd name="connsiteY46" fmla="*/ 3478975 h 5858728"/>
                        <a:gd name="connsiteX47" fmla="*/ 665233 w 8925180"/>
                        <a:gd name="connsiteY47" fmla="*/ 5181466 h 5858728"/>
                        <a:gd name="connsiteX48" fmla="*/ 1228210 w 8925180"/>
                        <a:gd name="connsiteY48" fmla="*/ 5182572 h 5858728"/>
                        <a:gd name="connsiteX49" fmla="*/ 1230379 w 8925180"/>
                        <a:gd name="connsiteY49" fmla="*/ 3776157 h 5858728"/>
                        <a:gd name="connsiteX50" fmla="*/ 1376348 w 8925180"/>
                        <a:gd name="connsiteY50" fmla="*/ 3751556 h 5858728"/>
                        <a:gd name="connsiteX51" fmla="*/ 1372900 w 8925180"/>
                        <a:gd name="connsiteY51" fmla="*/ 5180612 h 5858728"/>
                        <a:gd name="connsiteX52" fmla="*/ 2990350 w 8925180"/>
                        <a:gd name="connsiteY52" fmla="*/ 5181867 h 5858728"/>
                        <a:gd name="connsiteX53" fmla="*/ 2996744 w 8925180"/>
                        <a:gd name="connsiteY53" fmla="*/ 3751912 h 5858728"/>
                        <a:gd name="connsiteX54" fmla="*/ 3133436 w 8925180"/>
                        <a:gd name="connsiteY54" fmla="*/ 3741510 h 5858728"/>
                        <a:gd name="connsiteX55" fmla="*/ 3121821 w 8925180"/>
                        <a:gd name="connsiteY55" fmla="*/ 5183179 h 5858728"/>
                        <a:gd name="connsiteX56" fmla="*/ 3686232 w 8925180"/>
                        <a:gd name="connsiteY56" fmla="*/ 5182347 h 5858728"/>
                        <a:gd name="connsiteX57" fmla="*/ 3691473 w 8925180"/>
                        <a:gd name="connsiteY57" fmla="*/ 3478402 h 5858728"/>
                        <a:gd name="connsiteX58" fmla="*/ 3410751 w 8925180"/>
                        <a:gd name="connsiteY58" fmla="*/ 3027962 h 5858728"/>
                        <a:gd name="connsiteX59" fmla="*/ 3136776 w 8925180"/>
                        <a:gd name="connsiteY59" fmla="*/ 1889907 h 5858728"/>
                        <a:gd name="connsiteX60" fmla="*/ 2203072 w 8925180"/>
                        <a:gd name="connsiteY60" fmla="*/ 1725263 h 5858728"/>
                        <a:gd name="connsiteX61" fmla="*/ 2300379 w 8925180"/>
                        <a:gd name="connsiteY61" fmla="*/ 1923326 h 5858728"/>
                        <a:gd name="connsiteX62" fmla="*/ 1188791 w 8925180"/>
                        <a:gd name="connsiteY62" fmla="*/ 2040152 h 5858728"/>
                        <a:gd name="connsiteX63" fmla="*/ 2271604 w 8925180"/>
                        <a:gd name="connsiteY63" fmla="*/ 3250645 h 5858728"/>
                        <a:gd name="connsiteX64" fmla="*/ 3136776 w 8925180"/>
                        <a:gd name="connsiteY64" fmla="*/ 1889907 h 5858728"/>
                        <a:gd name="connsiteX65" fmla="*/ 2717485 w 8925180"/>
                        <a:gd name="connsiteY65" fmla="*/ 1393444 h 5858728"/>
                        <a:gd name="connsiteX66" fmla="*/ 1883384 w 8925180"/>
                        <a:gd name="connsiteY66" fmla="*/ 1285665 h 5858728"/>
                        <a:gd name="connsiteX67" fmla="*/ 1222141 w 8925180"/>
                        <a:gd name="connsiteY67" fmla="*/ 1956867 h 5858728"/>
                        <a:gd name="connsiteX68" fmla="*/ 2190065 w 8925180"/>
                        <a:gd name="connsiteY68" fmla="*/ 1843866 h 5858728"/>
                        <a:gd name="connsiteX69" fmla="*/ 2106198 w 8925180"/>
                        <a:gd name="connsiteY69" fmla="*/ 1659192 h 5858728"/>
                        <a:gd name="connsiteX70" fmla="*/ 3105346 w 8925180"/>
                        <a:gd name="connsiteY70" fmla="*/ 1825795 h 5858728"/>
                        <a:gd name="connsiteX71" fmla="*/ 2717485 w 8925180"/>
                        <a:gd name="connsiteY71" fmla="*/ 1393444 h 5858728"/>
                        <a:gd name="connsiteX72" fmla="*/ 8150482 w 8925180"/>
                        <a:gd name="connsiteY72" fmla="*/ 4451277 h 5858728"/>
                        <a:gd name="connsiteX73" fmla="*/ 8107801 w 8925180"/>
                        <a:gd name="connsiteY73" fmla="*/ 4442632 h 5858728"/>
                        <a:gd name="connsiteX74" fmla="*/ 4582685 w 8925180"/>
                        <a:gd name="connsiteY74" fmla="*/ 4440312 h 5858728"/>
                        <a:gd name="connsiteX75" fmla="*/ 4472947 w 8925180"/>
                        <a:gd name="connsiteY75" fmla="*/ 4549907 h 5858728"/>
                        <a:gd name="connsiteX76" fmla="*/ 4472887 w 8925180"/>
                        <a:gd name="connsiteY76" fmla="*/ 4641332 h 5858728"/>
                        <a:gd name="connsiteX77" fmla="*/ 4582481 w 8925180"/>
                        <a:gd name="connsiteY77" fmla="*/ 4751069 h 5858728"/>
                        <a:gd name="connsiteX78" fmla="*/ 8107596 w 8925180"/>
                        <a:gd name="connsiteY78" fmla="*/ 4753388 h 5858728"/>
                        <a:gd name="connsiteX79" fmla="*/ 8217334 w 8925180"/>
                        <a:gd name="connsiteY79" fmla="*/ 4643794 h 5858728"/>
                        <a:gd name="connsiteX80" fmla="*/ 8217394 w 8925180"/>
                        <a:gd name="connsiteY80" fmla="*/ 4552369 h 5858728"/>
                        <a:gd name="connsiteX81" fmla="*/ 8150482 w 8925180"/>
                        <a:gd name="connsiteY81" fmla="*/ 4451277 h 5858728"/>
                        <a:gd name="connsiteX82" fmla="*/ 8148049 w 8925180"/>
                        <a:gd name="connsiteY82" fmla="*/ 3694350 h 5858728"/>
                        <a:gd name="connsiteX83" fmla="*/ 8105367 w 8925180"/>
                        <a:gd name="connsiteY83" fmla="*/ 3685704 h 5858728"/>
                        <a:gd name="connsiteX84" fmla="*/ 4580253 w 8925180"/>
                        <a:gd name="connsiteY84" fmla="*/ 3683387 h 5858728"/>
                        <a:gd name="connsiteX85" fmla="*/ 4470515 w 8925180"/>
                        <a:gd name="connsiteY85" fmla="*/ 3792981 h 5858728"/>
                        <a:gd name="connsiteX86" fmla="*/ 4470455 w 8925180"/>
                        <a:gd name="connsiteY86" fmla="*/ 3884406 h 5858728"/>
                        <a:gd name="connsiteX87" fmla="*/ 4580048 w 8925180"/>
                        <a:gd name="connsiteY87" fmla="*/ 3994144 h 5858728"/>
                        <a:gd name="connsiteX88" fmla="*/ 8105163 w 8925180"/>
                        <a:gd name="connsiteY88" fmla="*/ 3996461 h 5858728"/>
                        <a:gd name="connsiteX89" fmla="*/ 8214901 w 8925180"/>
                        <a:gd name="connsiteY89" fmla="*/ 3886867 h 5858728"/>
                        <a:gd name="connsiteX90" fmla="*/ 8214961 w 8925180"/>
                        <a:gd name="connsiteY90" fmla="*/ 3795443 h 5858728"/>
                        <a:gd name="connsiteX91" fmla="*/ 8148049 w 8925180"/>
                        <a:gd name="connsiteY91" fmla="*/ 3694350 h 5858728"/>
                        <a:gd name="connsiteX92" fmla="*/ 8152570 w 8925180"/>
                        <a:gd name="connsiteY92" fmla="*/ 2963452 h 5858728"/>
                        <a:gd name="connsiteX93" fmla="*/ 8109889 w 8925180"/>
                        <a:gd name="connsiteY93" fmla="*/ 2954806 h 5858728"/>
                        <a:gd name="connsiteX94" fmla="*/ 4584774 w 8925180"/>
                        <a:gd name="connsiteY94" fmla="*/ 2952488 h 5858728"/>
                        <a:gd name="connsiteX95" fmla="*/ 4475036 w 8925180"/>
                        <a:gd name="connsiteY95" fmla="*/ 3062082 h 5858728"/>
                        <a:gd name="connsiteX96" fmla="*/ 4474976 w 8925180"/>
                        <a:gd name="connsiteY96" fmla="*/ 3153507 h 5858728"/>
                        <a:gd name="connsiteX97" fmla="*/ 4584570 w 8925180"/>
                        <a:gd name="connsiteY97" fmla="*/ 3263245 h 5858728"/>
                        <a:gd name="connsiteX98" fmla="*/ 8109684 w 8925180"/>
                        <a:gd name="connsiteY98" fmla="*/ 3265563 h 5858728"/>
                        <a:gd name="connsiteX99" fmla="*/ 8219422 w 8925180"/>
                        <a:gd name="connsiteY99" fmla="*/ 3155969 h 5858728"/>
                        <a:gd name="connsiteX100" fmla="*/ 8219483 w 8925180"/>
                        <a:gd name="connsiteY100" fmla="*/ 3064544 h 5858728"/>
                        <a:gd name="connsiteX101" fmla="*/ 8152570 w 8925180"/>
                        <a:gd name="connsiteY101" fmla="*/ 2963452 h 5858728"/>
                        <a:gd name="connsiteX102" fmla="*/ 8145669 w 8925180"/>
                        <a:gd name="connsiteY102" fmla="*/ 2233284 h 5858728"/>
                        <a:gd name="connsiteX103" fmla="*/ 8102988 w 8925180"/>
                        <a:gd name="connsiteY103" fmla="*/ 2224637 h 5858728"/>
                        <a:gd name="connsiteX104" fmla="*/ 4577874 w 8925180"/>
                        <a:gd name="connsiteY104" fmla="*/ 2222320 h 5858728"/>
                        <a:gd name="connsiteX105" fmla="*/ 4468135 w 8925180"/>
                        <a:gd name="connsiteY105" fmla="*/ 2331915 h 5858728"/>
                        <a:gd name="connsiteX106" fmla="*/ 4468075 w 8925180"/>
                        <a:gd name="connsiteY106" fmla="*/ 2423339 h 5858728"/>
                        <a:gd name="connsiteX107" fmla="*/ 4577669 w 8925180"/>
                        <a:gd name="connsiteY107" fmla="*/ 2533077 h 5858728"/>
                        <a:gd name="connsiteX108" fmla="*/ 8102784 w 8925180"/>
                        <a:gd name="connsiteY108" fmla="*/ 2535394 h 5858728"/>
                        <a:gd name="connsiteX109" fmla="*/ 8212522 w 8925180"/>
                        <a:gd name="connsiteY109" fmla="*/ 2425800 h 5858728"/>
                        <a:gd name="connsiteX110" fmla="*/ 8212582 w 8925180"/>
                        <a:gd name="connsiteY110" fmla="*/ 2334375 h 5858728"/>
                        <a:gd name="connsiteX111" fmla="*/ 8145669 w 8925180"/>
                        <a:gd name="connsiteY111" fmla="*/ 2233284 h 5858728"/>
                        <a:gd name="connsiteX112" fmla="*/ 8449565 w 8925180"/>
                        <a:gd name="connsiteY112" fmla="*/ 109688 h 5858728"/>
                        <a:gd name="connsiteX113" fmla="*/ 8925180 w 8925180"/>
                        <a:gd name="connsiteY113" fmla="*/ 908806 h 5858728"/>
                        <a:gd name="connsiteX114" fmla="*/ 8925180 w 8925180"/>
                        <a:gd name="connsiteY114" fmla="*/ 4949923 h 5858728"/>
                        <a:gd name="connsiteX115" fmla="*/ 8016374 w 8925180"/>
                        <a:gd name="connsiteY115" fmla="*/ 5858728 h 5858728"/>
                        <a:gd name="connsiteX116" fmla="*/ 908806 w 8925180"/>
                        <a:gd name="connsiteY116" fmla="*/ 5858728 h 5858728"/>
                        <a:gd name="connsiteX117" fmla="*/ 0 w 8925180"/>
                        <a:gd name="connsiteY117" fmla="*/ 4949922 h 5858728"/>
                        <a:gd name="connsiteX118" fmla="*/ 0 w 8925180"/>
                        <a:gd name="connsiteY118" fmla="*/ 908806 h 5858728"/>
                        <a:gd name="connsiteX119" fmla="*/ 908806 w 8925180"/>
                        <a:gd name="connsiteY119" fmla="*/ 0 h 5858728"/>
                        <a:gd name="connsiteX120" fmla="*/ 2008600 w 8925180"/>
                        <a:gd name="connsiteY120" fmla="*/ 0 h 5858728"/>
                        <a:gd name="connsiteX121" fmla="*/ 2008600 w 8925180"/>
                        <a:gd name="connsiteY121" fmla="*/ 498540 h 5858728"/>
                        <a:gd name="connsiteX122" fmla="*/ 2620520 w 8925180"/>
                        <a:gd name="connsiteY122" fmla="*/ 1110460 h 5858728"/>
                        <a:gd name="connsiteX123" fmla="*/ 6296989 w 8925180"/>
                        <a:gd name="connsiteY123" fmla="*/ 1110460 h 5858728"/>
                        <a:gd name="connsiteX124" fmla="*/ 6908909 w 8925180"/>
                        <a:gd name="connsiteY124" fmla="*/ 498540 h 5858728"/>
                        <a:gd name="connsiteX125" fmla="*/ 6908909 w 8925180"/>
                        <a:gd name="connsiteY125" fmla="*/ 0 h 5858728"/>
                        <a:gd name="connsiteX126" fmla="*/ 8016374 w 8925180"/>
                        <a:gd name="connsiteY126" fmla="*/ 0 h 5858728"/>
                        <a:gd name="connsiteX127" fmla="*/ 8449565 w 8925180"/>
                        <a:gd name="connsiteY127" fmla="*/ 109688 h 5858728"/>
                        <a:gd name="connsiteX0" fmla="*/ 1850256 w 8925180"/>
                        <a:gd name="connsiteY0" fmla="*/ 4432622 h 5858728"/>
                        <a:gd name="connsiteX1" fmla="*/ 2354591 w 8925180"/>
                        <a:gd name="connsiteY1" fmla="*/ 4887349 h 5858728"/>
                        <a:gd name="connsiteX2" fmla="*/ 2235184 w 8925180"/>
                        <a:gd name="connsiteY2" fmla="*/ 4987528 h 5858728"/>
                        <a:gd name="connsiteX3" fmla="*/ 1798749 w 8925180"/>
                        <a:gd name="connsiteY3" fmla="*/ 4589127 h 5858728"/>
                        <a:gd name="connsiteX4" fmla="*/ 1850256 w 8925180"/>
                        <a:gd name="connsiteY4" fmla="*/ 4432622 h 5858728"/>
                        <a:gd name="connsiteX5" fmla="*/ 1947683 w 8925180"/>
                        <a:gd name="connsiteY5" fmla="*/ 4178550 h 5858728"/>
                        <a:gd name="connsiteX6" fmla="*/ 2549059 w 8925180"/>
                        <a:gd name="connsiteY6" fmla="*/ 4709227 h 5858728"/>
                        <a:gd name="connsiteX7" fmla="*/ 2435596 w 8925180"/>
                        <a:gd name="connsiteY7" fmla="*/ 4809499 h 5858728"/>
                        <a:gd name="connsiteX8" fmla="*/ 1897573 w 8925180"/>
                        <a:gd name="connsiteY8" fmla="*/ 4327451 h 5858728"/>
                        <a:gd name="connsiteX9" fmla="*/ 1947683 w 8925180"/>
                        <a:gd name="connsiteY9" fmla="*/ 4178550 h 5858728"/>
                        <a:gd name="connsiteX10" fmla="*/ 2046233 w 8925180"/>
                        <a:gd name="connsiteY10" fmla="*/ 3925127 h 5858728"/>
                        <a:gd name="connsiteX11" fmla="*/ 2457953 w 8925180"/>
                        <a:gd name="connsiteY11" fmla="*/ 4293656 h 5858728"/>
                        <a:gd name="connsiteX12" fmla="*/ 2568281 w 8925180"/>
                        <a:gd name="connsiteY12" fmla="*/ 4587809 h 5858728"/>
                        <a:gd name="connsiteX13" fmla="*/ 1989205 w 8925180"/>
                        <a:gd name="connsiteY13" fmla="*/ 4073026 h 5858728"/>
                        <a:gd name="connsiteX14" fmla="*/ 2046233 w 8925180"/>
                        <a:gd name="connsiteY14" fmla="*/ 3925127 h 5858728"/>
                        <a:gd name="connsiteX15" fmla="*/ 2259917 w 8925180"/>
                        <a:gd name="connsiteY15" fmla="*/ 3773334 h 5858728"/>
                        <a:gd name="connsiteX16" fmla="*/ 2260420 w 8925180"/>
                        <a:gd name="connsiteY16" fmla="*/ 3773641 h 5858728"/>
                        <a:gd name="connsiteX17" fmla="*/ 2259745 w 8925180"/>
                        <a:gd name="connsiteY17" fmla="*/ 3773354 h 5858728"/>
                        <a:gd name="connsiteX18" fmla="*/ 2259917 w 8925180"/>
                        <a:gd name="connsiteY18" fmla="*/ 3773334 h 5858728"/>
                        <a:gd name="connsiteX19" fmla="*/ 2315925 w 8925180"/>
                        <a:gd name="connsiteY19" fmla="*/ 3709127 h 5858728"/>
                        <a:gd name="connsiteX20" fmla="*/ 2248405 w 8925180"/>
                        <a:gd name="connsiteY20" fmla="*/ 3768327 h 5858728"/>
                        <a:gd name="connsiteX21" fmla="*/ 2256714 w 8925180"/>
                        <a:gd name="connsiteY21" fmla="*/ 3772067 h 5858728"/>
                        <a:gd name="connsiteX22" fmla="*/ 2259745 w 8925180"/>
                        <a:gd name="connsiteY22" fmla="*/ 3773354 h 5858728"/>
                        <a:gd name="connsiteX23" fmla="*/ 2258685 w 8925180"/>
                        <a:gd name="connsiteY23" fmla="*/ 3773482 h 5858728"/>
                        <a:gd name="connsiteX24" fmla="*/ 2268513 w 8925180"/>
                        <a:gd name="connsiteY24" fmla="*/ 3780164 h 5858728"/>
                        <a:gd name="connsiteX25" fmla="*/ 2379413 w 8925180"/>
                        <a:gd name="connsiteY25" fmla="*/ 4075583 h 5858728"/>
                        <a:gd name="connsiteX26" fmla="*/ 2090738 w 8925180"/>
                        <a:gd name="connsiteY26" fmla="*/ 3813339 h 5858728"/>
                        <a:gd name="connsiteX27" fmla="*/ 2054269 w 8925180"/>
                        <a:gd name="connsiteY27" fmla="*/ 3707627 h 5858728"/>
                        <a:gd name="connsiteX28" fmla="*/ 1693111 w 8925180"/>
                        <a:gd name="connsiteY28" fmla="*/ 4661938 h 5858728"/>
                        <a:gd name="connsiteX29" fmla="*/ 2184860 w 8925180"/>
                        <a:gd name="connsiteY29" fmla="*/ 5091104 h 5858728"/>
                        <a:gd name="connsiteX30" fmla="*/ 2667148 w 8925180"/>
                        <a:gd name="connsiteY30" fmla="*/ 4660009 h 5858728"/>
                        <a:gd name="connsiteX31" fmla="*/ 2315925 w 8925180"/>
                        <a:gd name="connsiteY31" fmla="*/ 3709127 h 5858728"/>
                        <a:gd name="connsiteX32" fmla="*/ 2482054 w 8925180"/>
                        <a:gd name="connsiteY32" fmla="*/ 3279357 h 5858728"/>
                        <a:gd name="connsiteX33" fmla="*/ 1878642 w 8925180"/>
                        <a:gd name="connsiteY33" fmla="*/ 3279929 h 5858728"/>
                        <a:gd name="connsiteX34" fmla="*/ 1841602 w 8925180"/>
                        <a:gd name="connsiteY34" fmla="*/ 3439228 h 5858728"/>
                        <a:gd name="connsiteX35" fmla="*/ 2120130 w 8925180"/>
                        <a:gd name="connsiteY35" fmla="*/ 3726569 h 5858728"/>
                        <a:gd name="connsiteX36" fmla="*/ 2232643 w 8925180"/>
                        <a:gd name="connsiteY36" fmla="*/ 3741824 h 5858728"/>
                        <a:gd name="connsiteX37" fmla="*/ 2537319 w 8925180"/>
                        <a:gd name="connsiteY37" fmla="*/ 3433968 h 5858728"/>
                        <a:gd name="connsiteX38" fmla="*/ 2482054 w 8925180"/>
                        <a:gd name="connsiteY38" fmla="*/ 3279357 h 5858728"/>
                        <a:gd name="connsiteX39" fmla="*/ 3410751 w 8925180"/>
                        <a:gd name="connsiteY39" fmla="*/ 3027962 h 5858728"/>
                        <a:gd name="connsiteX40" fmla="*/ 3333772 w 8925180"/>
                        <a:gd name="connsiteY40" fmla="*/ 2996318 h 5858728"/>
                        <a:gd name="connsiteX41" fmla="*/ 2979092 w 8925180"/>
                        <a:gd name="connsiteY41" fmla="*/ 2978709 h 5858728"/>
                        <a:gd name="connsiteX42" fmla="*/ 2563372 w 8925180"/>
                        <a:gd name="connsiteY42" fmla="*/ 3254338 h 5858728"/>
                        <a:gd name="connsiteX43" fmla="*/ 2382821 w 8925180"/>
                        <a:gd name="connsiteY43" fmla="*/ 3689332 h 5858728"/>
                        <a:gd name="connsiteX44" fmla="*/ 2746939 w 8925180"/>
                        <a:gd name="connsiteY44" fmla="*/ 4674898 h 5858728"/>
                        <a:gd name="connsiteX45" fmla="*/ 2184702 w 8925180"/>
                        <a:gd name="connsiteY45" fmla="*/ 5175921 h 5858728"/>
                        <a:gd name="connsiteX46" fmla="*/ 1614576 w 8925180"/>
                        <a:gd name="connsiteY46" fmla="*/ 4673723 h 5858728"/>
                        <a:gd name="connsiteX47" fmla="*/ 1993653 w 8925180"/>
                        <a:gd name="connsiteY47" fmla="*/ 3692376 h 5858728"/>
                        <a:gd name="connsiteX48" fmla="*/ 1805436 w 8925180"/>
                        <a:gd name="connsiteY48" fmla="*/ 3261869 h 5858728"/>
                        <a:gd name="connsiteX49" fmla="*/ 1395380 w 8925180"/>
                        <a:gd name="connsiteY49" fmla="*/ 2972526 h 5858728"/>
                        <a:gd name="connsiteX50" fmla="*/ 1032434 w 8925180"/>
                        <a:gd name="connsiteY50" fmla="*/ 2996354 h 5858728"/>
                        <a:gd name="connsiteX51" fmla="*/ 673640 w 8925180"/>
                        <a:gd name="connsiteY51" fmla="*/ 3478975 h 5858728"/>
                        <a:gd name="connsiteX52" fmla="*/ 665233 w 8925180"/>
                        <a:gd name="connsiteY52" fmla="*/ 5181466 h 5858728"/>
                        <a:gd name="connsiteX53" fmla="*/ 1228210 w 8925180"/>
                        <a:gd name="connsiteY53" fmla="*/ 5182572 h 5858728"/>
                        <a:gd name="connsiteX54" fmla="*/ 1230379 w 8925180"/>
                        <a:gd name="connsiteY54" fmla="*/ 3776157 h 5858728"/>
                        <a:gd name="connsiteX55" fmla="*/ 1376348 w 8925180"/>
                        <a:gd name="connsiteY55" fmla="*/ 3751556 h 5858728"/>
                        <a:gd name="connsiteX56" fmla="*/ 1372900 w 8925180"/>
                        <a:gd name="connsiteY56" fmla="*/ 5180612 h 5858728"/>
                        <a:gd name="connsiteX57" fmla="*/ 2990350 w 8925180"/>
                        <a:gd name="connsiteY57" fmla="*/ 5181867 h 5858728"/>
                        <a:gd name="connsiteX58" fmla="*/ 2996744 w 8925180"/>
                        <a:gd name="connsiteY58" fmla="*/ 3751912 h 5858728"/>
                        <a:gd name="connsiteX59" fmla="*/ 3133436 w 8925180"/>
                        <a:gd name="connsiteY59" fmla="*/ 3741510 h 5858728"/>
                        <a:gd name="connsiteX60" fmla="*/ 3121821 w 8925180"/>
                        <a:gd name="connsiteY60" fmla="*/ 5183179 h 5858728"/>
                        <a:gd name="connsiteX61" fmla="*/ 3686232 w 8925180"/>
                        <a:gd name="connsiteY61" fmla="*/ 5182347 h 5858728"/>
                        <a:gd name="connsiteX62" fmla="*/ 3691473 w 8925180"/>
                        <a:gd name="connsiteY62" fmla="*/ 3478402 h 5858728"/>
                        <a:gd name="connsiteX63" fmla="*/ 3410751 w 8925180"/>
                        <a:gd name="connsiteY63" fmla="*/ 3027962 h 5858728"/>
                        <a:gd name="connsiteX64" fmla="*/ 3136776 w 8925180"/>
                        <a:gd name="connsiteY64" fmla="*/ 1889907 h 5858728"/>
                        <a:gd name="connsiteX65" fmla="*/ 2203072 w 8925180"/>
                        <a:gd name="connsiteY65" fmla="*/ 1725263 h 5858728"/>
                        <a:gd name="connsiteX66" fmla="*/ 2300379 w 8925180"/>
                        <a:gd name="connsiteY66" fmla="*/ 1923326 h 5858728"/>
                        <a:gd name="connsiteX67" fmla="*/ 1188791 w 8925180"/>
                        <a:gd name="connsiteY67" fmla="*/ 2040152 h 5858728"/>
                        <a:gd name="connsiteX68" fmla="*/ 2271604 w 8925180"/>
                        <a:gd name="connsiteY68" fmla="*/ 3250645 h 5858728"/>
                        <a:gd name="connsiteX69" fmla="*/ 3136776 w 8925180"/>
                        <a:gd name="connsiteY69" fmla="*/ 1889907 h 5858728"/>
                        <a:gd name="connsiteX70" fmla="*/ 2717485 w 8925180"/>
                        <a:gd name="connsiteY70" fmla="*/ 1393444 h 5858728"/>
                        <a:gd name="connsiteX71" fmla="*/ 1883384 w 8925180"/>
                        <a:gd name="connsiteY71" fmla="*/ 1285665 h 5858728"/>
                        <a:gd name="connsiteX72" fmla="*/ 1222141 w 8925180"/>
                        <a:gd name="connsiteY72" fmla="*/ 1956867 h 5858728"/>
                        <a:gd name="connsiteX73" fmla="*/ 2190065 w 8925180"/>
                        <a:gd name="connsiteY73" fmla="*/ 1843866 h 5858728"/>
                        <a:gd name="connsiteX74" fmla="*/ 2106198 w 8925180"/>
                        <a:gd name="connsiteY74" fmla="*/ 1659192 h 5858728"/>
                        <a:gd name="connsiteX75" fmla="*/ 3105346 w 8925180"/>
                        <a:gd name="connsiteY75" fmla="*/ 1825795 h 5858728"/>
                        <a:gd name="connsiteX76" fmla="*/ 2717485 w 8925180"/>
                        <a:gd name="connsiteY76" fmla="*/ 1393444 h 5858728"/>
                        <a:gd name="connsiteX77" fmla="*/ 8150482 w 8925180"/>
                        <a:gd name="connsiteY77" fmla="*/ 4451277 h 5858728"/>
                        <a:gd name="connsiteX78" fmla="*/ 8107801 w 8925180"/>
                        <a:gd name="connsiteY78" fmla="*/ 4442632 h 5858728"/>
                        <a:gd name="connsiteX79" fmla="*/ 4582685 w 8925180"/>
                        <a:gd name="connsiteY79" fmla="*/ 4440312 h 5858728"/>
                        <a:gd name="connsiteX80" fmla="*/ 4472947 w 8925180"/>
                        <a:gd name="connsiteY80" fmla="*/ 4549907 h 5858728"/>
                        <a:gd name="connsiteX81" fmla="*/ 4472887 w 8925180"/>
                        <a:gd name="connsiteY81" fmla="*/ 4641332 h 5858728"/>
                        <a:gd name="connsiteX82" fmla="*/ 4582481 w 8925180"/>
                        <a:gd name="connsiteY82" fmla="*/ 4751069 h 5858728"/>
                        <a:gd name="connsiteX83" fmla="*/ 8107596 w 8925180"/>
                        <a:gd name="connsiteY83" fmla="*/ 4753388 h 5858728"/>
                        <a:gd name="connsiteX84" fmla="*/ 8217334 w 8925180"/>
                        <a:gd name="connsiteY84" fmla="*/ 4643794 h 5858728"/>
                        <a:gd name="connsiteX85" fmla="*/ 8217394 w 8925180"/>
                        <a:gd name="connsiteY85" fmla="*/ 4552369 h 5858728"/>
                        <a:gd name="connsiteX86" fmla="*/ 8150482 w 8925180"/>
                        <a:gd name="connsiteY86" fmla="*/ 4451277 h 5858728"/>
                        <a:gd name="connsiteX87" fmla="*/ 8148049 w 8925180"/>
                        <a:gd name="connsiteY87" fmla="*/ 3694350 h 5858728"/>
                        <a:gd name="connsiteX88" fmla="*/ 8105367 w 8925180"/>
                        <a:gd name="connsiteY88" fmla="*/ 3685704 h 5858728"/>
                        <a:gd name="connsiteX89" fmla="*/ 4580253 w 8925180"/>
                        <a:gd name="connsiteY89" fmla="*/ 3683387 h 5858728"/>
                        <a:gd name="connsiteX90" fmla="*/ 4470515 w 8925180"/>
                        <a:gd name="connsiteY90" fmla="*/ 3792981 h 5858728"/>
                        <a:gd name="connsiteX91" fmla="*/ 4470455 w 8925180"/>
                        <a:gd name="connsiteY91" fmla="*/ 3884406 h 5858728"/>
                        <a:gd name="connsiteX92" fmla="*/ 4580048 w 8925180"/>
                        <a:gd name="connsiteY92" fmla="*/ 3994144 h 5858728"/>
                        <a:gd name="connsiteX93" fmla="*/ 8105163 w 8925180"/>
                        <a:gd name="connsiteY93" fmla="*/ 3996461 h 5858728"/>
                        <a:gd name="connsiteX94" fmla="*/ 8214901 w 8925180"/>
                        <a:gd name="connsiteY94" fmla="*/ 3886867 h 5858728"/>
                        <a:gd name="connsiteX95" fmla="*/ 8214961 w 8925180"/>
                        <a:gd name="connsiteY95" fmla="*/ 3795443 h 5858728"/>
                        <a:gd name="connsiteX96" fmla="*/ 8148049 w 8925180"/>
                        <a:gd name="connsiteY96" fmla="*/ 3694350 h 5858728"/>
                        <a:gd name="connsiteX97" fmla="*/ 8152570 w 8925180"/>
                        <a:gd name="connsiteY97" fmla="*/ 2963452 h 5858728"/>
                        <a:gd name="connsiteX98" fmla="*/ 8109889 w 8925180"/>
                        <a:gd name="connsiteY98" fmla="*/ 2954806 h 5858728"/>
                        <a:gd name="connsiteX99" fmla="*/ 4584774 w 8925180"/>
                        <a:gd name="connsiteY99" fmla="*/ 2952488 h 5858728"/>
                        <a:gd name="connsiteX100" fmla="*/ 4475036 w 8925180"/>
                        <a:gd name="connsiteY100" fmla="*/ 3062082 h 5858728"/>
                        <a:gd name="connsiteX101" fmla="*/ 4474976 w 8925180"/>
                        <a:gd name="connsiteY101" fmla="*/ 3153507 h 5858728"/>
                        <a:gd name="connsiteX102" fmla="*/ 4584570 w 8925180"/>
                        <a:gd name="connsiteY102" fmla="*/ 3263245 h 5858728"/>
                        <a:gd name="connsiteX103" fmla="*/ 8109684 w 8925180"/>
                        <a:gd name="connsiteY103" fmla="*/ 3265563 h 5858728"/>
                        <a:gd name="connsiteX104" fmla="*/ 8219422 w 8925180"/>
                        <a:gd name="connsiteY104" fmla="*/ 3155969 h 5858728"/>
                        <a:gd name="connsiteX105" fmla="*/ 8219483 w 8925180"/>
                        <a:gd name="connsiteY105" fmla="*/ 3064544 h 5858728"/>
                        <a:gd name="connsiteX106" fmla="*/ 8152570 w 8925180"/>
                        <a:gd name="connsiteY106" fmla="*/ 2963452 h 5858728"/>
                        <a:gd name="connsiteX107" fmla="*/ 8145669 w 8925180"/>
                        <a:gd name="connsiteY107" fmla="*/ 2233284 h 5858728"/>
                        <a:gd name="connsiteX108" fmla="*/ 8102988 w 8925180"/>
                        <a:gd name="connsiteY108" fmla="*/ 2224637 h 5858728"/>
                        <a:gd name="connsiteX109" fmla="*/ 4577874 w 8925180"/>
                        <a:gd name="connsiteY109" fmla="*/ 2222320 h 5858728"/>
                        <a:gd name="connsiteX110" fmla="*/ 4468135 w 8925180"/>
                        <a:gd name="connsiteY110" fmla="*/ 2331915 h 5858728"/>
                        <a:gd name="connsiteX111" fmla="*/ 4468075 w 8925180"/>
                        <a:gd name="connsiteY111" fmla="*/ 2423339 h 5858728"/>
                        <a:gd name="connsiteX112" fmla="*/ 4577669 w 8925180"/>
                        <a:gd name="connsiteY112" fmla="*/ 2533077 h 5858728"/>
                        <a:gd name="connsiteX113" fmla="*/ 8102784 w 8925180"/>
                        <a:gd name="connsiteY113" fmla="*/ 2535394 h 5858728"/>
                        <a:gd name="connsiteX114" fmla="*/ 8212522 w 8925180"/>
                        <a:gd name="connsiteY114" fmla="*/ 2425800 h 5858728"/>
                        <a:gd name="connsiteX115" fmla="*/ 8212582 w 8925180"/>
                        <a:gd name="connsiteY115" fmla="*/ 2334375 h 5858728"/>
                        <a:gd name="connsiteX116" fmla="*/ 8145669 w 8925180"/>
                        <a:gd name="connsiteY116" fmla="*/ 2233284 h 5858728"/>
                        <a:gd name="connsiteX117" fmla="*/ 8449565 w 8925180"/>
                        <a:gd name="connsiteY117" fmla="*/ 109688 h 5858728"/>
                        <a:gd name="connsiteX118" fmla="*/ 8925180 w 8925180"/>
                        <a:gd name="connsiteY118" fmla="*/ 908806 h 5858728"/>
                        <a:gd name="connsiteX119" fmla="*/ 8925180 w 8925180"/>
                        <a:gd name="connsiteY119" fmla="*/ 4949923 h 5858728"/>
                        <a:gd name="connsiteX120" fmla="*/ 8016374 w 8925180"/>
                        <a:gd name="connsiteY120" fmla="*/ 5858728 h 5858728"/>
                        <a:gd name="connsiteX121" fmla="*/ 908806 w 8925180"/>
                        <a:gd name="connsiteY121" fmla="*/ 5858728 h 5858728"/>
                        <a:gd name="connsiteX122" fmla="*/ 0 w 8925180"/>
                        <a:gd name="connsiteY122" fmla="*/ 4949922 h 5858728"/>
                        <a:gd name="connsiteX123" fmla="*/ 0 w 8925180"/>
                        <a:gd name="connsiteY123" fmla="*/ 908806 h 5858728"/>
                        <a:gd name="connsiteX124" fmla="*/ 908806 w 8925180"/>
                        <a:gd name="connsiteY124" fmla="*/ 0 h 5858728"/>
                        <a:gd name="connsiteX125" fmla="*/ 2008600 w 8925180"/>
                        <a:gd name="connsiteY125" fmla="*/ 0 h 5858728"/>
                        <a:gd name="connsiteX126" fmla="*/ 2008600 w 8925180"/>
                        <a:gd name="connsiteY126" fmla="*/ 498540 h 5858728"/>
                        <a:gd name="connsiteX127" fmla="*/ 2620520 w 8925180"/>
                        <a:gd name="connsiteY127" fmla="*/ 1110460 h 5858728"/>
                        <a:gd name="connsiteX128" fmla="*/ 6296339 w 8925180"/>
                        <a:gd name="connsiteY128" fmla="*/ 1034638 h 5858728"/>
                        <a:gd name="connsiteX129" fmla="*/ 6908909 w 8925180"/>
                        <a:gd name="connsiteY129" fmla="*/ 498540 h 5858728"/>
                        <a:gd name="connsiteX130" fmla="*/ 6908909 w 8925180"/>
                        <a:gd name="connsiteY130" fmla="*/ 0 h 5858728"/>
                        <a:gd name="connsiteX131" fmla="*/ 8016374 w 8925180"/>
                        <a:gd name="connsiteY131" fmla="*/ 0 h 5858728"/>
                        <a:gd name="connsiteX132" fmla="*/ 8449565 w 8925180"/>
                        <a:gd name="connsiteY132" fmla="*/ 109688 h 5858728"/>
                        <a:gd name="connsiteX0" fmla="*/ 1850256 w 8925180"/>
                        <a:gd name="connsiteY0" fmla="*/ 4432622 h 5858728"/>
                        <a:gd name="connsiteX1" fmla="*/ 2354591 w 8925180"/>
                        <a:gd name="connsiteY1" fmla="*/ 4887349 h 5858728"/>
                        <a:gd name="connsiteX2" fmla="*/ 2235184 w 8925180"/>
                        <a:gd name="connsiteY2" fmla="*/ 4987528 h 5858728"/>
                        <a:gd name="connsiteX3" fmla="*/ 1798749 w 8925180"/>
                        <a:gd name="connsiteY3" fmla="*/ 4589127 h 5858728"/>
                        <a:gd name="connsiteX4" fmla="*/ 1850256 w 8925180"/>
                        <a:gd name="connsiteY4" fmla="*/ 4432622 h 5858728"/>
                        <a:gd name="connsiteX5" fmla="*/ 1947683 w 8925180"/>
                        <a:gd name="connsiteY5" fmla="*/ 4178550 h 5858728"/>
                        <a:gd name="connsiteX6" fmla="*/ 2549059 w 8925180"/>
                        <a:gd name="connsiteY6" fmla="*/ 4709227 h 5858728"/>
                        <a:gd name="connsiteX7" fmla="*/ 2435596 w 8925180"/>
                        <a:gd name="connsiteY7" fmla="*/ 4809499 h 5858728"/>
                        <a:gd name="connsiteX8" fmla="*/ 1897573 w 8925180"/>
                        <a:gd name="connsiteY8" fmla="*/ 4327451 h 5858728"/>
                        <a:gd name="connsiteX9" fmla="*/ 1947683 w 8925180"/>
                        <a:gd name="connsiteY9" fmla="*/ 4178550 h 5858728"/>
                        <a:gd name="connsiteX10" fmla="*/ 2046233 w 8925180"/>
                        <a:gd name="connsiteY10" fmla="*/ 3925127 h 5858728"/>
                        <a:gd name="connsiteX11" fmla="*/ 2457953 w 8925180"/>
                        <a:gd name="connsiteY11" fmla="*/ 4293656 h 5858728"/>
                        <a:gd name="connsiteX12" fmla="*/ 2568281 w 8925180"/>
                        <a:gd name="connsiteY12" fmla="*/ 4587809 h 5858728"/>
                        <a:gd name="connsiteX13" fmla="*/ 1989205 w 8925180"/>
                        <a:gd name="connsiteY13" fmla="*/ 4073026 h 5858728"/>
                        <a:gd name="connsiteX14" fmla="*/ 2046233 w 8925180"/>
                        <a:gd name="connsiteY14" fmla="*/ 3925127 h 5858728"/>
                        <a:gd name="connsiteX15" fmla="*/ 2259917 w 8925180"/>
                        <a:gd name="connsiteY15" fmla="*/ 3773334 h 5858728"/>
                        <a:gd name="connsiteX16" fmla="*/ 2260420 w 8925180"/>
                        <a:gd name="connsiteY16" fmla="*/ 3773641 h 5858728"/>
                        <a:gd name="connsiteX17" fmla="*/ 2259745 w 8925180"/>
                        <a:gd name="connsiteY17" fmla="*/ 3773354 h 5858728"/>
                        <a:gd name="connsiteX18" fmla="*/ 2259917 w 8925180"/>
                        <a:gd name="connsiteY18" fmla="*/ 3773334 h 5858728"/>
                        <a:gd name="connsiteX19" fmla="*/ 2315925 w 8925180"/>
                        <a:gd name="connsiteY19" fmla="*/ 3709127 h 5858728"/>
                        <a:gd name="connsiteX20" fmla="*/ 2248405 w 8925180"/>
                        <a:gd name="connsiteY20" fmla="*/ 3768327 h 5858728"/>
                        <a:gd name="connsiteX21" fmla="*/ 2256714 w 8925180"/>
                        <a:gd name="connsiteY21" fmla="*/ 3772067 h 5858728"/>
                        <a:gd name="connsiteX22" fmla="*/ 2259745 w 8925180"/>
                        <a:gd name="connsiteY22" fmla="*/ 3773354 h 5858728"/>
                        <a:gd name="connsiteX23" fmla="*/ 2258685 w 8925180"/>
                        <a:gd name="connsiteY23" fmla="*/ 3773482 h 5858728"/>
                        <a:gd name="connsiteX24" fmla="*/ 2268513 w 8925180"/>
                        <a:gd name="connsiteY24" fmla="*/ 3780164 h 5858728"/>
                        <a:gd name="connsiteX25" fmla="*/ 2379413 w 8925180"/>
                        <a:gd name="connsiteY25" fmla="*/ 4075583 h 5858728"/>
                        <a:gd name="connsiteX26" fmla="*/ 2090738 w 8925180"/>
                        <a:gd name="connsiteY26" fmla="*/ 3813339 h 5858728"/>
                        <a:gd name="connsiteX27" fmla="*/ 2054269 w 8925180"/>
                        <a:gd name="connsiteY27" fmla="*/ 3707627 h 5858728"/>
                        <a:gd name="connsiteX28" fmla="*/ 1693111 w 8925180"/>
                        <a:gd name="connsiteY28" fmla="*/ 4661938 h 5858728"/>
                        <a:gd name="connsiteX29" fmla="*/ 2184860 w 8925180"/>
                        <a:gd name="connsiteY29" fmla="*/ 5091104 h 5858728"/>
                        <a:gd name="connsiteX30" fmla="*/ 2667148 w 8925180"/>
                        <a:gd name="connsiteY30" fmla="*/ 4660009 h 5858728"/>
                        <a:gd name="connsiteX31" fmla="*/ 2315925 w 8925180"/>
                        <a:gd name="connsiteY31" fmla="*/ 3709127 h 5858728"/>
                        <a:gd name="connsiteX32" fmla="*/ 2482054 w 8925180"/>
                        <a:gd name="connsiteY32" fmla="*/ 3279357 h 5858728"/>
                        <a:gd name="connsiteX33" fmla="*/ 1878642 w 8925180"/>
                        <a:gd name="connsiteY33" fmla="*/ 3279929 h 5858728"/>
                        <a:gd name="connsiteX34" fmla="*/ 1841602 w 8925180"/>
                        <a:gd name="connsiteY34" fmla="*/ 3439228 h 5858728"/>
                        <a:gd name="connsiteX35" fmla="*/ 2120130 w 8925180"/>
                        <a:gd name="connsiteY35" fmla="*/ 3726569 h 5858728"/>
                        <a:gd name="connsiteX36" fmla="*/ 2232643 w 8925180"/>
                        <a:gd name="connsiteY36" fmla="*/ 3741824 h 5858728"/>
                        <a:gd name="connsiteX37" fmla="*/ 2537319 w 8925180"/>
                        <a:gd name="connsiteY37" fmla="*/ 3433968 h 5858728"/>
                        <a:gd name="connsiteX38" fmla="*/ 2482054 w 8925180"/>
                        <a:gd name="connsiteY38" fmla="*/ 3279357 h 5858728"/>
                        <a:gd name="connsiteX39" fmla="*/ 3410751 w 8925180"/>
                        <a:gd name="connsiteY39" fmla="*/ 3027962 h 5858728"/>
                        <a:gd name="connsiteX40" fmla="*/ 3333772 w 8925180"/>
                        <a:gd name="connsiteY40" fmla="*/ 2996318 h 5858728"/>
                        <a:gd name="connsiteX41" fmla="*/ 2979092 w 8925180"/>
                        <a:gd name="connsiteY41" fmla="*/ 2978709 h 5858728"/>
                        <a:gd name="connsiteX42" fmla="*/ 2563372 w 8925180"/>
                        <a:gd name="connsiteY42" fmla="*/ 3254338 h 5858728"/>
                        <a:gd name="connsiteX43" fmla="*/ 2382821 w 8925180"/>
                        <a:gd name="connsiteY43" fmla="*/ 3689332 h 5858728"/>
                        <a:gd name="connsiteX44" fmla="*/ 2746939 w 8925180"/>
                        <a:gd name="connsiteY44" fmla="*/ 4674898 h 5858728"/>
                        <a:gd name="connsiteX45" fmla="*/ 2184702 w 8925180"/>
                        <a:gd name="connsiteY45" fmla="*/ 5175921 h 5858728"/>
                        <a:gd name="connsiteX46" fmla="*/ 1614576 w 8925180"/>
                        <a:gd name="connsiteY46" fmla="*/ 4673723 h 5858728"/>
                        <a:gd name="connsiteX47" fmla="*/ 1993653 w 8925180"/>
                        <a:gd name="connsiteY47" fmla="*/ 3692376 h 5858728"/>
                        <a:gd name="connsiteX48" fmla="*/ 1805436 w 8925180"/>
                        <a:gd name="connsiteY48" fmla="*/ 3261869 h 5858728"/>
                        <a:gd name="connsiteX49" fmla="*/ 1395380 w 8925180"/>
                        <a:gd name="connsiteY49" fmla="*/ 2972526 h 5858728"/>
                        <a:gd name="connsiteX50" fmla="*/ 1032434 w 8925180"/>
                        <a:gd name="connsiteY50" fmla="*/ 2996354 h 5858728"/>
                        <a:gd name="connsiteX51" fmla="*/ 673640 w 8925180"/>
                        <a:gd name="connsiteY51" fmla="*/ 3478975 h 5858728"/>
                        <a:gd name="connsiteX52" fmla="*/ 665233 w 8925180"/>
                        <a:gd name="connsiteY52" fmla="*/ 5181466 h 5858728"/>
                        <a:gd name="connsiteX53" fmla="*/ 1228210 w 8925180"/>
                        <a:gd name="connsiteY53" fmla="*/ 5182572 h 5858728"/>
                        <a:gd name="connsiteX54" fmla="*/ 1230379 w 8925180"/>
                        <a:gd name="connsiteY54" fmla="*/ 3776157 h 5858728"/>
                        <a:gd name="connsiteX55" fmla="*/ 1376348 w 8925180"/>
                        <a:gd name="connsiteY55" fmla="*/ 3751556 h 5858728"/>
                        <a:gd name="connsiteX56" fmla="*/ 1372900 w 8925180"/>
                        <a:gd name="connsiteY56" fmla="*/ 5180612 h 5858728"/>
                        <a:gd name="connsiteX57" fmla="*/ 2990350 w 8925180"/>
                        <a:gd name="connsiteY57" fmla="*/ 5181867 h 5858728"/>
                        <a:gd name="connsiteX58" fmla="*/ 2996744 w 8925180"/>
                        <a:gd name="connsiteY58" fmla="*/ 3751912 h 5858728"/>
                        <a:gd name="connsiteX59" fmla="*/ 3133436 w 8925180"/>
                        <a:gd name="connsiteY59" fmla="*/ 3741510 h 5858728"/>
                        <a:gd name="connsiteX60" fmla="*/ 3121821 w 8925180"/>
                        <a:gd name="connsiteY60" fmla="*/ 5183179 h 5858728"/>
                        <a:gd name="connsiteX61" fmla="*/ 3686232 w 8925180"/>
                        <a:gd name="connsiteY61" fmla="*/ 5182347 h 5858728"/>
                        <a:gd name="connsiteX62" fmla="*/ 3691473 w 8925180"/>
                        <a:gd name="connsiteY62" fmla="*/ 3478402 h 5858728"/>
                        <a:gd name="connsiteX63" fmla="*/ 3410751 w 8925180"/>
                        <a:gd name="connsiteY63" fmla="*/ 3027962 h 5858728"/>
                        <a:gd name="connsiteX64" fmla="*/ 3136776 w 8925180"/>
                        <a:gd name="connsiteY64" fmla="*/ 1889907 h 5858728"/>
                        <a:gd name="connsiteX65" fmla="*/ 2203072 w 8925180"/>
                        <a:gd name="connsiteY65" fmla="*/ 1725263 h 5858728"/>
                        <a:gd name="connsiteX66" fmla="*/ 2300379 w 8925180"/>
                        <a:gd name="connsiteY66" fmla="*/ 1923326 h 5858728"/>
                        <a:gd name="connsiteX67" fmla="*/ 1188791 w 8925180"/>
                        <a:gd name="connsiteY67" fmla="*/ 2040152 h 5858728"/>
                        <a:gd name="connsiteX68" fmla="*/ 2271604 w 8925180"/>
                        <a:gd name="connsiteY68" fmla="*/ 3250645 h 5858728"/>
                        <a:gd name="connsiteX69" fmla="*/ 3136776 w 8925180"/>
                        <a:gd name="connsiteY69" fmla="*/ 1889907 h 5858728"/>
                        <a:gd name="connsiteX70" fmla="*/ 2717485 w 8925180"/>
                        <a:gd name="connsiteY70" fmla="*/ 1393444 h 5858728"/>
                        <a:gd name="connsiteX71" fmla="*/ 1883384 w 8925180"/>
                        <a:gd name="connsiteY71" fmla="*/ 1285665 h 5858728"/>
                        <a:gd name="connsiteX72" fmla="*/ 1222141 w 8925180"/>
                        <a:gd name="connsiteY72" fmla="*/ 1956867 h 5858728"/>
                        <a:gd name="connsiteX73" fmla="*/ 2190065 w 8925180"/>
                        <a:gd name="connsiteY73" fmla="*/ 1843866 h 5858728"/>
                        <a:gd name="connsiteX74" fmla="*/ 2106198 w 8925180"/>
                        <a:gd name="connsiteY74" fmla="*/ 1659192 h 5858728"/>
                        <a:gd name="connsiteX75" fmla="*/ 3105346 w 8925180"/>
                        <a:gd name="connsiteY75" fmla="*/ 1825795 h 5858728"/>
                        <a:gd name="connsiteX76" fmla="*/ 2717485 w 8925180"/>
                        <a:gd name="connsiteY76" fmla="*/ 1393444 h 5858728"/>
                        <a:gd name="connsiteX77" fmla="*/ 8150482 w 8925180"/>
                        <a:gd name="connsiteY77" fmla="*/ 4451277 h 5858728"/>
                        <a:gd name="connsiteX78" fmla="*/ 8107801 w 8925180"/>
                        <a:gd name="connsiteY78" fmla="*/ 4442632 h 5858728"/>
                        <a:gd name="connsiteX79" fmla="*/ 4582685 w 8925180"/>
                        <a:gd name="connsiteY79" fmla="*/ 4440312 h 5858728"/>
                        <a:gd name="connsiteX80" fmla="*/ 4472947 w 8925180"/>
                        <a:gd name="connsiteY80" fmla="*/ 4549907 h 5858728"/>
                        <a:gd name="connsiteX81" fmla="*/ 4472887 w 8925180"/>
                        <a:gd name="connsiteY81" fmla="*/ 4641332 h 5858728"/>
                        <a:gd name="connsiteX82" fmla="*/ 4582481 w 8925180"/>
                        <a:gd name="connsiteY82" fmla="*/ 4751069 h 5858728"/>
                        <a:gd name="connsiteX83" fmla="*/ 8107596 w 8925180"/>
                        <a:gd name="connsiteY83" fmla="*/ 4753388 h 5858728"/>
                        <a:gd name="connsiteX84" fmla="*/ 8217334 w 8925180"/>
                        <a:gd name="connsiteY84" fmla="*/ 4643794 h 5858728"/>
                        <a:gd name="connsiteX85" fmla="*/ 8217394 w 8925180"/>
                        <a:gd name="connsiteY85" fmla="*/ 4552369 h 5858728"/>
                        <a:gd name="connsiteX86" fmla="*/ 8150482 w 8925180"/>
                        <a:gd name="connsiteY86" fmla="*/ 4451277 h 5858728"/>
                        <a:gd name="connsiteX87" fmla="*/ 8148049 w 8925180"/>
                        <a:gd name="connsiteY87" fmla="*/ 3694350 h 5858728"/>
                        <a:gd name="connsiteX88" fmla="*/ 8105367 w 8925180"/>
                        <a:gd name="connsiteY88" fmla="*/ 3685704 h 5858728"/>
                        <a:gd name="connsiteX89" fmla="*/ 4580253 w 8925180"/>
                        <a:gd name="connsiteY89" fmla="*/ 3683387 h 5858728"/>
                        <a:gd name="connsiteX90" fmla="*/ 4470515 w 8925180"/>
                        <a:gd name="connsiteY90" fmla="*/ 3792981 h 5858728"/>
                        <a:gd name="connsiteX91" fmla="*/ 4470455 w 8925180"/>
                        <a:gd name="connsiteY91" fmla="*/ 3884406 h 5858728"/>
                        <a:gd name="connsiteX92" fmla="*/ 4580048 w 8925180"/>
                        <a:gd name="connsiteY92" fmla="*/ 3994144 h 5858728"/>
                        <a:gd name="connsiteX93" fmla="*/ 8105163 w 8925180"/>
                        <a:gd name="connsiteY93" fmla="*/ 3996461 h 5858728"/>
                        <a:gd name="connsiteX94" fmla="*/ 8214901 w 8925180"/>
                        <a:gd name="connsiteY94" fmla="*/ 3886867 h 5858728"/>
                        <a:gd name="connsiteX95" fmla="*/ 8214961 w 8925180"/>
                        <a:gd name="connsiteY95" fmla="*/ 3795443 h 5858728"/>
                        <a:gd name="connsiteX96" fmla="*/ 8148049 w 8925180"/>
                        <a:gd name="connsiteY96" fmla="*/ 3694350 h 5858728"/>
                        <a:gd name="connsiteX97" fmla="*/ 8152570 w 8925180"/>
                        <a:gd name="connsiteY97" fmla="*/ 2963452 h 5858728"/>
                        <a:gd name="connsiteX98" fmla="*/ 8109889 w 8925180"/>
                        <a:gd name="connsiteY98" fmla="*/ 2954806 h 5858728"/>
                        <a:gd name="connsiteX99" fmla="*/ 4584774 w 8925180"/>
                        <a:gd name="connsiteY99" fmla="*/ 2952488 h 5858728"/>
                        <a:gd name="connsiteX100" fmla="*/ 4475036 w 8925180"/>
                        <a:gd name="connsiteY100" fmla="*/ 3062082 h 5858728"/>
                        <a:gd name="connsiteX101" fmla="*/ 4474976 w 8925180"/>
                        <a:gd name="connsiteY101" fmla="*/ 3153507 h 5858728"/>
                        <a:gd name="connsiteX102" fmla="*/ 4584570 w 8925180"/>
                        <a:gd name="connsiteY102" fmla="*/ 3263245 h 5858728"/>
                        <a:gd name="connsiteX103" fmla="*/ 8109684 w 8925180"/>
                        <a:gd name="connsiteY103" fmla="*/ 3265563 h 5858728"/>
                        <a:gd name="connsiteX104" fmla="*/ 8219422 w 8925180"/>
                        <a:gd name="connsiteY104" fmla="*/ 3155969 h 5858728"/>
                        <a:gd name="connsiteX105" fmla="*/ 8219483 w 8925180"/>
                        <a:gd name="connsiteY105" fmla="*/ 3064544 h 5858728"/>
                        <a:gd name="connsiteX106" fmla="*/ 8152570 w 8925180"/>
                        <a:gd name="connsiteY106" fmla="*/ 2963452 h 5858728"/>
                        <a:gd name="connsiteX107" fmla="*/ 8145669 w 8925180"/>
                        <a:gd name="connsiteY107" fmla="*/ 2233284 h 5858728"/>
                        <a:gd name="connsiteX108" fmla="*/ 8102988 w 8925180"/>
                        <a:gd name="connsiteY108" fmla="*/ 2224637 h 5858728"/>
                        <a:gd name="connsiteX109" fmla="*/ 4577874 w 8925180"/>
                        <a:gd name="connsiteY109" fmla="*/ 2222320 h 5858728"/>
                        <a:gd name="connsiteX110" fmla="*/ 4468135 w 8925180"/>
                        <a:gd name="connsiteY110" fmla="*/ 2331915 h 5858728"/>
                        <a:gd name="connsiteX111" fmla="*/ 4468075 w 8925180"/>
                        <a:gd name="connsiteY111" fmla="*/ 2423339 h 5858728"/>
                        <a:gd name="connsiteX112" fmla="*/ 4577669 w 8925180"/>
                        <a:gd name="connsiteY112" fmla="*/ 2533077 h 5858728"/>
                        <a:gd name="connsiteX113" fmla="*/ 8102784 w 8925180"/>
                        <a:gd name="connsiteY113" fmla="*/ 2535394 h 5858728"/>
                        <a:gd name="connsiteX114" fmla="*/ 8212522 w 8925180"/>
                        <a:gd name="connsiteY114" fmla="*/ 2425800 h 5858728"/>
                        <a:gd name="connsiteX115" fmla="*/ 8212582 w 8925180"/>
                        <a:gd name="connsiteY115" fmla="*/ 2334375 h 5858728"/>
                        <a:gd name="connsiteX116" fmla="*/ 8145669 w 8925180"/>
                        <a:gd name="connsiteY116" fmla="*/ 2233284 h 5858728"/>
                        <a:gd name="connsiteX117" fmla="*/ 8449565 w 8925180"/>
                        <a:gd name="connsiteY117" fmla="*/ 109688 h 5858728"/>
                        <a:gd name="connsiteX118" fmla="*/ 8925180 w 8925180"/>
                        <a:gd name="connsiteY118" fmla="*/ 908806 h 5858728"/>
                        <a:gd name="connsiteX119" fmla="*/ 8925180 w 8925180"/>
                        <a:gd name="connsiteY119" fmla="*/ 4949923 h 5858728"/>
                        <a:gd name="connsiteX120" fmla="*/ 8016374 w 8925180"/>
                        <a:gd name="connsiteY120" fmla="*/ 5858728 h 5858728"/>
                        <a:gd name="connsiteX121" fmla="*/ 908806 w 8925180"/>
                        <a:gd name="connsiteY121" fmla="*/ 5858728 h 5858728"/>
                        <a:gd name="connsiteX122" fmla="*/ 0 w 8925180"/>
                        <a:gd name="connsiteY122" fmla="*/ 4949922 h 5858728"/>
                        <a:gd name="connsiteX123" fmla="*/ 0 w 8925180"/>
                        <a:gd name="connsiteY123" fmla="*/ 908806 h 5858728"/>
                        <a:gd name="connsiteX124" fmla="*/ 908806 w 8925180"/>
                        <a:gd name="connsiteY124" fmla="*/ 0 h 5858728"/>
                        <a:gd name="connsiteX125" fmla="*/ 2008600 w 8925180"/>
                        <a:gd name="connsiteY125" fmla="*/ 0 h 5858728"/>
                        <a:gd name="connsiteX126" fmla="*/ 2008600 w 8925180"/>
                        <a:gd name="connsiteY126" fmla="*/ 498540 h 5858728"/>
                        <a:gd name="connsiteX127" fmla="*/ 2620520 w 8925180"/>
                        <a:gd name="connsiteY127" fmla="*/ 1110460 h 5858728"/>
                        <a:gd name="connsiteX128" fmla="*/ 6296556 w 8925180"/>
                        <a:gd name="connsiteY128" fmla="*/ 1059923 h 5858728"/>
                        <a:gd name="connsiteX129" fmla="*/ 6908909 w 8925180"/>
                        <a:gd name="connsiteY129" fmla="*/ 498540 h 5858728"/>
                        <a:gd name="connsiteX130" fmla="*/ 6908909 w 8925180"/>
                        <a:gd name="connsiteY130" fmla="*/ 0 h 5858728"/>
                        <a:gd name="connsiteX131" fmla="*/ 8016374 w 8925180"/>
                        <a:gd name="connsiteY131" fmla="*/ 0 h 5858728"/>
                        <a:gd name="connsiteX132" fmla="*/ 8449565 w 8925180"/>
                        <a:gd name="connsiteY132" fmla="*/ 109688 h 5858728"/>
                        <a:gd name="connsiteX0" fmla="*/ 1850256 w 8925180"/>
                        <a:gd name="connsiteY0" fmla="*/ 4432622 h 5858728"/>
                        <a:gd name="connsiteX1" fmla="*/ 2354591 w 8925180"/>
                        <a:gd name="connsiteY1" fmla="*/ 4887349 h 5858728"/>
                        <a:gd name="connsiteX2" fmla="*/ 2235184 w 8925180"/>
                        <a:gd name="connsiteY2" fmla="*/ 4987528 h 5858728"/>
                        <a:gd name="connsiteX3" fmla="*/ 1798749 w 8925180"/>
                        <a:gd name="connsiteY3" fmla="*/ 4589127 h 5858728"/>
                        <a:gd name="connsiteX4" fmla="*/ 1850256 w 8925180"/>
                        <a:gd name="connsiteY4" fmla="*/ 4432622 h 5858728"/>
                        <a:gd name="connsiteX5" fmla="*/ 1947683 w 8925180"/>
                        <a:gd name="connsiteY5" fmla="*/ 4178550 h 5858728"/>
                        <a:gd name="connsiteX6" fmla="*/ 2549059 w 8925180"/>
                        <a:gd name="connsiteY6" fmla="*/ 4709227 h 5858728"/>
                        <a:gd name="connsiteX7" fmla="*/ 2435596 w 8925180"/>
                        <a:gd name="connsiteY7" fmla="*/ 4809499 h 5858728"/>
                        <a:gd name="connsiteX8" fmla="*/ 1897573 w 8925180"/>
                        <a:gd name="connsiteY8" fmla="*/ 4327451 h 5858728"/>
                        <a:gd name="connsiteX9" fmla="*/ 1947683 w 8925180"/>
                        <a:gd name="connsiteY9" fmla="*/ 4178550 h 5858728"/>
                        <a:gd name="connsiteX10" fmla="*/ 2046233 w 8925180"/>
                        <a:gd name="connsiteY10" fmla="*/ 3925127 h 5858728"/>
                        <a:gd name="connsiteX11" fmla="*/ 2457953 w 8925180"/>
                        <a:gd name="connsiteY11" fmla="*/ 4293656 h 5858728"/>
                        <a:gd name="connsiteX12" fmla="*/ 2568281 w 8925180"/>
                        <a:gd name="connsiteY12" fmla="*/ 4587809 h 5858728"/>
                        <a:gd name="connsiteX13" fmla="*/ 1989205 w 8925180"/>
                        <a:gd name="connsiteY13" fmla="*/ 4073026 h 5858728"/>
                        <a:gd name="connsiteX14" fmla="*/ 2046233 w 8925180"/>
                        <a:gd name="connsiteY14" fmla="*/ 3925127 h 5858728"/>
                        <a:gd name="connsiteX15" fmla="*/ 2259917 w 8925180"/>
                        <a:gd name="connsiteY15" fmla="*/ 3773334 h 5858728"/>
                        <a:gd name="connsiteX16" fmla="*/ 2260420 w 8925180"/>
                        <a:gd name="connsiteY16" fmla="*/ 3773641 h 5858728"/>
                        <a:gd name="connsiteX17" fmla="*/ 2259745 w 8925180"/>
                        <a:gd name="connsiteY17" fmla="*/ 3773354 h 5858728"/>
                        <a:gd name="connsiteX18" fmla="*/ 2259917 w 8925180"/>
                        <a:gd name="connsiteY18" fmla="*/ 3773334 h 5858728"/>
                        <a:gd name="connsiteX19" fmla="*/ 2315925 w 8925180"/>
                        <a:gd name="connsiteY19" fmla="*/ 3709127 h 5858728"/>
                        <a:gd name="connsiteX20" fmla="*/ 2248405 w 8925180"/>
                        <a:gd name="connsiteY20" fmla="*/ 3768327 h 5858728"/>
                        <a:gd name="connsiteX21" fmla="*/ 2256714 w 8925180"/>
                        <a:gd name="connsiteY21" fmla="*/ 3772067 h 5858728"/>
                        <a:gd name="connsiteX22" fmla="*/ 2259745 w 8925180"/>
                        <a:gd name="connsiteY22" fmla="*/ 3773354 h 5858728"/>
                        <a:gd name="connsiteX23" fmla="*/ 2258685 w 8925180"/>
                        <a:gd name="connsiteY23" fmla="*/ 3773482 h 5858728"/>
                        <a:gd name="connsiteX24" fmla="*/ 2268513 w 8925180"/>
                        <a:gd name="connsiteY24" fmla="*/ 3780164 h 5858728"/>
                        <a:gd name="connsiteX25" fmla="*/ 2379413 w 8925180"/>
                        <a:gd name="connsiteY25" fmla="*/ 4075583 h 5858728"/>
                        <a:gd name="connsiteX26" fmla="*/ 2090738 w 8925180"/>
                        <a:gd name="connsiteY26" fmla="*/ 3813339 h 5858728"/>
                        <a:gd name="connsiteX27" fmla="*/ 2054269 w 8925180"/>
                        <a:gd name="connsiteY27" fmla="*/ 3707627 h 5858728"/>
                        <a:gd name="connsiteX28" fmla="*/ 1693111 w 8925180"/>
                        <a:gd name="connsiteY28" fmla="*/ 4661938 h 5858728"/>
                        <a:gd name="connsiteX29" fmla="*/ 2184860 w 8925180"/>
                        <a:gd name="connsiteY29" fmla="*/ 5091104 h 5858728"/>
                        <a:gd name="connsiteX30" fmla="*/ 2667148 w 8925180"/>
                        <a:gd name="connsiteY30" fmla="*/ 4660009 h 5858728"/>
                        <a:gd name="connsiteX31" fmla="*/ 2315925 w 8925180"/>
                        <a:gd name="connsiteY31" fmla="*/ 3709127 h 5858728"/>
                        <a:gd name="connsiteX32" fmla="*/ 2482054 w 8925180"/>
                        <a:gd name="connsiteY32" fmla="*/ 3279357 h 5858728"/>
                        <a:gd name="connsiteX33" fmla="*/ 1878642 w 8925180"/>
                        <a:gd name="connsiteY33" fmla="*/ 3279929 h 5858728"/>
                        <a:gd name="connsiteX34" fmla="*/ 1841602 w 8925180"/>
                        <a:gd name="connsiteY34" fmla="*/ 3439228 h 5858728"/>
                        <a:gd name="connsiteX35" fmla="*/ 2120130 w 8925180"/>
                        <a:gd name="connsiteY35" fmla="*/ 3726569 h 5858728"/>
                        <a:gd name="connsiteX36" fmla="*/ 2232643 w 8925180"/>
                        <a:gd name="connsiteY36" fmla="*/ 3741824 h 5858728"/>
                        <a:gd name="connsiteX37" fmla="*/ 2537319 w 8925180"/>
                        <a:gd name="connsiteY37" fmla="*/ 3433968 h 5858728"/>
                        <a:gd name="connsiteX38" fmla="*/ 2482054 w 8925180"/>
                        <a:gd name="connsiteY38" fmla="*/ 3279357 h 5858728"/>
                        <a:gd name="connsiteX39" fmla="*/ 3410751 w 8925180"/>
                        <a:gd name="connsiteY39" fmla="*/ 3027962 h 5858728"/>
                        <a:gd name="connsiteX40" fmla="*/ 3333772 w 8925180"/>
                        <a:gd name="connsiteY40" fmla="*/ 2996318 h 5858728"/>
                        <a:gd name="connsiteX41" fmla="*/ 2979092 w 8925180"/>
                        <a:gd name="connsiteY41" fmla="*/ 2978709 h 5858728"/>
                        <a:gd name="connsiteX42" fmla="*/ 2563372 w 8925180"/>
                        <a:gd name="connsiteY42" fmla="*/ 3254338 h 5858728"/>
                        <a:gd name="connsiteX43" fmla="*/ 2382821 w 8925180"/>
                        <a:gd name="connsiteY43" fmla="*/ 3689332 h 5858728"/>
                        <a:gd name="connsiteX44" fmla="*/ 2746939 w 8925180"/>
                        <a:gd name="connsiteY44" fmla="*/ 4674898 h 5858728"/>
                        <a:gd name="connsiteX45" fmla="*/ 2184702 w 8925180"/>
                        <a:gd name="connsiteY45" fmla="*/ 5175921 h 5858728"/>
                        <a:gd name="connsiteX46" fmla="*/ 1614576 w 8925180"/>
                        <a:gd name="connsiteY46" fmla="*/ 4673723 h 5858728"/>
                        <a:gd name="connsiteX47" fmla="*/ 1993653 w 8925180"/>
                        <a:gd name="connsiteY47" fmla="*/ 3692376 h 5858728"/>
                        <a:gd name="connsiteX48" fmla="*/ 1805436 w 8925180"/>
                        <a:gd name="connsiteY48" fmla="*/ 3261869 h 5858728"/>
                        <a:gd name="connsiteX49" fmla="*/ 1395380 w 8925180"/>
                        <a:gd name="connsiteY49" fmla="*/ 2972526 h 5858728"/>
                        <a:gd name="connsiteX50" fmla="*/ 1032434 w 8925180"/>
                        <a:gd name="connsiteY50" fmla="*/ 2996354 h 5858728"/>
                        <a:gd name="connsiteX51" fmla="*/ 673640 w 8925180"/>
                        <a:gd name="connsiteY51" fmla="*/ 3478975 h 5858728"/>
                        <a:gd name="connsiteX52" fmla="*/ 665233 w 8925180"/>
                        <a:gd name="connsiteY52" fmla="*/ 5181466 h 5858728"/>
                        <a:gd name="connsiteX53" fmla="*/ 1228210 w 8925180"/>
                        <a:gd name="connsiteY53" fmla="*/ 5182572 h 5858728"/>
                        <a:gd name="connsiteX54" fmla="*/ 1230379 w 8925180"/>
                        <a:gd name="connsiteY54" fmla="*/ 3776157 h 5858728"/>
                        <a:gd name="connsiteX55" fmla="*/ 1376348 w 8925180"/>
                        <a:gd name="connsiteY55" fmla="*/ 3751556 h 5858728"/>
                        <a:gd name="connsiteX56" fmla="*/ 1372900 w 8925180"/>
                        <a:gd name="connsiteY56" fmla="*/ 5180612 h 5858728"/>
                        <a:gd name="connsiteX57" fmla="*/ 2990350 w 8925180"/>
                        <a:gd name="connsiteY57" fmla="*/ 5181867 h 5858728"/>
                        <a:gd name="connsiteX58" fmla="*/ 2996744 w 8925180"/>
                        <a:gd name="connsiteY58" fmla="*/ 3751912 h 5858728"/>
                        <a:gd name="connsiteX59" fmla="*/ 3133436 w 8925180"/>
                        <a:gd name="connsiteY59" fmla="*/ 3741510 h 5858728"/>
                        <a:gd name="connsiteX60" fmla="*/ 3121821 w 8925180"/>
                        <a:gd name="connsiteY60" fmla="*/ 5183179 h 5858728"/>
                        <a:gd name="connsiteX61" fmla="*/ 3686232 w 8925180"/>
                        <a:gd name="connsiteY61" fmla="*/ 5182347 h 5858728"/>
                        <a:gd name="connsiteX62" fmla="*/ 3691473 w 8925180"/>
                        <a:gd name="connsiteY62" fmla="*/ 3478402 h 5858728"/>
                        <a:gd name="connsiteX63" fmla="*/ 3410751 w 8925180"/>
                        <a:gd name="connsiteY63" fmla="*/ 3027962 h 5858728"/>
                        <a:gd name="connsiteX64" fmla="*/ 3136776 w 8925180"/>
                        <a:gd name="connsiteY64" fmla="*/ 1889907 h 5858728"/>
                        <a:gd name="connsiteX65" fmla="*/ 2203072 w 8925180"/>
                        <a:gd name="connsiteY65" fmla="*/ 1725263 h 5858728"/>
                        <a:gd name="connsiteX66" fmla="*/ 2300379 w 8925180"/>
                        <a:gd name="connsiteY66" fmla="*/ 1923326 h 5858728"/>
                        <a:gd name="connsiteX67" fmla="*/ 1188791 w 8925180"/>
                        <a:gd name="connsiteY67" fmla="*/ 2040152 h 5858728"/>
                        <a:gd name="connsiteX68" fmla="*/ 2271604 w 8925180"/>
                        <a:gd name="connsiteY68" fmla="*/ 3250645 h 5858728"/>
                        <a:gd name="connsiteX69" fmla="*/ 3136776 w 8925180"/>
                        <a:gd name="connsiteY69" fmla="*/ 1889907 h 5858728"/>
                        <a:gd name="connsiteX70" fmla="*/ 2717485 w 8925180"/>
                        <a:gd name="connsiteY70" fmla="*/ 1393444 h 5858728"/>
                        <a:gd name="connsiteX71" fmla="*/ 1883384 w 8925180"/>
                        <a:gd name="connsiteY71" fmla="*/ 1285665 h 5858728"/>
                        <a:gd name="connsiteX72" fmla="*/ 1222141 w 8925180"/>
                        <a:gd name="connsiteY72" fmla="*/ 1956867 h 5858728"/>
                        <a:gd name="connsiteX73" fmla="*/ 2190065 w 8925180"/>
                        <a:gd name="connsiteY73" fmla="*/ 1843866 h 5858728"/>
                        <a:gd name="connsiteX74" fmla="*/ 2106198 w 8925180"/>
                        <a:gd name="connsiteY74" fmla="*/ 1659192 h 5858728"/>
                        <a:gd name="connsiteX75" fmla="*/ 3105346 w 8925180"/>
                        <a:gd name="connsiteY75" fmla="*/ 1825795 h 5858728"/>
                        <a:gd name="connsiteX76" fmla="*/ 2717485 w 8925180"/>
                        <a:gd name="connsiteY76" fmla="*/ 1393444 h 5858728"/>
                        <a:gd name="connsiteX77" fmla="*/ 8150482 w 8925180"/>
                        <a:gd name="connsiteY77" fmla="*/ 4451277 h 5858728"/>
                        <a:gd name="connsiteX78" fmla="*/ 8107801 w 8925180"/>
                        <a:gd name="connsiteY78" fmla="*/ 4442632 h 5858728"/>
                        <a:gd name="connsiteX79" fmla="*/ 4582685 w 8925180"/>
                        <a:gd name="connsiteY79" fmla="*/ 4440312 h 5858728"/>
                        <a:gd name="connsiteX80" fmla="*/ 4472947 w 8925180"/>
                        <a:gd name="connsiteY80" fmla="*/ 4549907 h 5858728"/>
                        <a:gd name="connsiteX81" fmla="*/ 4472887 w 8925180"/>
                        <a:gd name="connsiteY81" fmla="*/ 4641332 h 5858728"/>
                        <a:gd name="connsiteX82" fmla="*/ 4582481 w 8925180"/>
                        <a:gd name="connsiteY82" fmla="*/ 4751069 h 5858728"/>
                        <a:gd name="connsiteX83" fmla="*/ 8107596 w 8925180"/>
                        <a:gd name="connsiteY83" fmla="*/ 4753388 h 5858728"/>
                        <a:gd name="connsiteX84" fmla="*/ 8217334 w 8925180"/>
                        <a:gd name="connsiteY84" fmla="*/ 4643794 h 5858728"/>
                        <a:gd name="connsiteX85" fmla="*/ 8217394 w 8925180"/>
                        <a:gd name="connsiteY85" fmla="*/ 4552369 h 5858728"/>
                        <a:gd name="connsiteX86" fmla="*/ 8150482 w 8925180"/>
                        <a:gd name="connsiteY86" fmla="*/ 4451277 h 5858728"/>
                        <a:gd name="connsiteX87" fmla="*/ 8148049 w 8925180"/>
                        <a:gd name="connsiteY87" fmla="*/ 3694350 h 5858728"/>
                        <a:gd name="connsiteX88" fmla="*/ 8105367 w 8925180"/>
                        <a:gd name="connsiteY88" fmla="*/ 3685704 h 5858728"/>
                        <a:gd name="connsiteX89" fmla="*/ 4580253 w 8925180"/>
                        <a:gd name="connsiteY89" fmla="*/ 3683387 h 5858728"/>
                        <a:gd name="connsiteX90" fmla="*/ 4470515 w 8925180"/>
                        <a:gd name="connsiteY90" fmla="*/ 3792981 h 5858728"/>
                        <a:gd name="connsiteX91" fmla="*/ 4470455 w 8925180"/>
                        <a:gd name="connsiteY91" fmla="*/ 3884406 h 5858728"/>
                        <a:gd name="connsiteX92" fmla="*/ 4580048 w 8925180"/>
                        <a:gd name="connsiteY92" fmla="*/ 3994144 h 5858728"/>
                        <a:gd name="connsiteX93" fmla="*/ 8105163 w 8925180"/>
                        <a:gd name="connsiteY93" fmla="*/ 3996461 h 5858728"/>
                        <a:gd name="connsiteX94" fmla="*/ 8214901 w 8925180"/>
                        <a:gd name="connsiteY94" fmla="*/ 3886867 h 5858728"/>
                        <a:gd name="connsiteX95" fmla="*/ 8214961 w 8925180"/>
                        <a:gd name="connsiteY95" fmla="*/ 3795443 h 5858728"/>
                        <a:gd name="connsiteX96" fmla="*/ 8148049 w 8925180"/>
                        <a:gd name="connsiteY96" fmla="*/ 3694350 h 5858728"/>
                        <a:gd name="connsiteX97" fmla="*/ 8152570 w 8925180"/>
                        <a:gd name="connsiteY97" fmla="*/ 2963452 h 5858728"/>
                        <a:gd name="connsiteX98" fmla="*/ 8109889 w 8925180"/>
                        <a:gd name="connsiteY98" fmla="*/ 2954806 h 5858728"/>
                        <a:gd name="connsiteX99" fmla="*/ 4584774 w 8925180"/>
                        <a:gd name="connsiteY99" fmla="*/ 2952488 h 5858728"/>
                        <a:gd name="connsiteX100" fmla="*/ 4475036 w 8925180"/>
                        <a:gd name="connsiteY100" fmla="*/ 3062082 h 5858728"/>
                        <a:gd name="connsiteX101" fmla="*/ 4474976 w 8925180"/>
                        <a:gd name="connsiteY101" fmla="*/ 3153507 h 5858728"/>
                        <a:gd name="connsiteX102" fmla="*/ 4584570 w 8925180"/>
                        <a:gd name="connsiteY102" fmla="*/ 3263245 h 5858728"/>
                        <a:gd name="connsiteX103" fmla="*/ 8109684 w 8925180"/>
                        <a:gd name="connsiteY103" fmla="*/ 3265563 h 5858728"/>
                        <a:gd name="connsiteX104" fmla="*/ 8219422 w 8925180"/>
                        <a:gd name="connsiteY104" fmla="*/ 3155969 h 5858728"/>
                        <a:gd name="connsiteX105" fmla="*/ 8219483 w 8925180"/>
                        <a:gd name="connsiteY105" fmla="*/ 3064544 h 5858728"/>
                        <a:gd name="connsiteX106" fmla="*/ 8152570 w 8925180"/>
                        <a:gd name="connsiteY106" fmla="*/ 2963452 h 5858728"/>
                        <a:gd name="connsiteX107" fmla="*/ 8145669 w 8925180"/>
                        <a:gd name="connsiteY107" fmla="*/ 2233284 h 5858728"/>
                        <a:gd name="connsiteX108" fmla="*/ 8102988 w 8925180"/>
                        <a:gd name="connsiteY108" fmla="*/ 2224637 h 5858728"/>
                        <a:gd name="connsiteX109" fmla="*/ 4577874 w 8925180"/>
                        <a:gd name="connsiteY109" fmla="*/ 2222320 h 5858728"/>
                        <a:gd name="connsiteX110" fmla="*/ 4468135 w 8925180"/>
                        <a:gd name="connsiteY110" fmla="*/ 2331915 h 5858728"/>
                        <a:gd name="connsiteX111" fmla="*/ 4468075 w 8925180"/>
                        <a:gd name="connsiteY111" fmla="*/ 2423339 h 5858728"/>
                        <a:gd name="connsiteX112" fmla="*/ 4577669 w 8925180"/>
                        <a:gd name="connsiteY112" fmla="*/ 2533077 h 5858728"/>
                        <a:gd name="connsiteX113" fmla="*/ 8102784 w 8925180"/>
                        <a:gd name="connsiteY113" fmla="*/ 2535394 h 5858728"/>
                        <a:gd name="connsiteX114" fmla="*/ 8212522 w 8925180"/>
                        <a:gd name="connsiteY114" fmla="*/ 2425800 h 5858728"/>
                        <a:gd name="connsiteX115" fmla="*/ 8212582 w 8925180"/>
                        <a:gd name="connsiteY115" fmla="*/ 2334375 h 5858728"/>
                        <a:gd name="connsiteX116" fmla="*/ 8145669 w 8925180"/>
                        <a:gd name="connsiteY116" fmla="*/ 2233284 h 5858728"/>
                        <a:gd name="connsiteX117" fmla="*/ 8449565 w 8925180"/>
                        <a:gd name="connsiteY117" fmla="*/ 109688 h 5858728"/>
                        <a:gd name="connsiteX118" fmla="*/ 8925180 w 8925180"/>
                        <a:gd name="connsiteY118" fmla="*/ 908806 h 5858728"/>
                        <a:gd name="connsiteX119" fmla="*/ 8925180 w 8925180"/>
                        <a:gd name="connsiteY119" fmla="*/ 4949923 h 5858728"/>
                        <a:gd name="connsiteX120" fmla="*/ 8016374 w 8925180"/>
                        <a:gd name="connsiteY120" fmla="*/ 5858728 h 5858728"/>
                        <a:gd name="connsiteX121" fmla="*/ 908806 w 8925180"/>
                        <a:gd name="connsiteY121" fmla="*/ 5858728 h 5858728"/>
                        <a:gd name="connsiteX122" fmla="*/ 0 w 8925180"/>
                        <a:gd name="connsiteY122" fmla="*/ 4949922 h 5858728"/>
                        <a:gd name="connsiteX123" fmla="*/ 0 w 8925180"/>
                        <a:gd name="connsiteY123" fmla="*/ 908806 h 5858728"/>
                        <a:gd name="connsiteX124" fmla="*/ 908806 w 8925180"/>
                        <a:gd name="connsiteY124" fmla="*/ 0 h 5858728"/>
                        <a:gd name="connsiteX125" fmla="*/ 2008600 w 8925180"/>
                        <a:gd name="connsiteY125" fmla="*/ 0 h 5858728"/>
                        <a:gd name="connsiteX126" fmla="*/ 2008600 w 8925180"/>
                        <a:gd name="connsiteY126" fmla="*/ 498540 h 5858728"/>
                        <a:gd name="connsiteX127" fmla="*/ 2620520 w 8925180"/>
                        <a:gd name="connsiteY127" fmla="*/ 1110460 h 5858728"/>
                        <a:gd name="connsiteX128" fmla="*/ 6296783 w 8925180"/>
                        <a:gd name="connsiteY128" fmla="*/ 1085186 h 5858728"/>
                        <a:gd name="connsiteX129" fmla="*/ 6908909 w 8925180"/>
                        <a:gd name="connsiteY129" fmla="*/ 498540 h 5858728"/>
                        <a:gd name="connsiteX130" fmla="*/ 6908909 w 8925180"/>
                        <a:gd name="connsiteY130" fmla="*/ 0 h 5858728"/>
                        <a:gd name="connsiteX131" fmla="*/ 8016374 w 8925180"/>
                        <a:gd name="connsiteY131" fmla="*/ 0 h 5858728"/>
                        <a:gd name="connsiteX132" fmla="*/ 8449565 w 8925180"/>
                        <a:gd name="connsiteY132" fmla="*/ 109688 h 5858728"/>
                        <a:gd name="connsiteX0" fmla="*/ 1850256 w 8925180"/>
                        <a:gd name="connsiteY0" fmla="*/ 4432622 h 5858728"/>
                        <a:gd name="connsiteX1" fmla="*/ 2354591 w 8925180"/>
                        <a:gd name="connsiteY1" fmla="*/ 4887349 h 5858728"/>
                        <a:gd name="connsiteX2" fmla="*/ 2235184 w 8925180"/>
                        <a:gd name="connsiteY2" fmla="*/ 4987528 h 5858728"/>
                        <a:gd name="connsiteX3" fmla="*/ 1798749 w 8925180"/>
                        <a:gd name="connsiteY3" fmla="*/ 4589127 h 5858728"/>
                        <a:gd name="connsiteX4" fmla="*/ 1850256 w 8925180"/>
                        <a:gd name="connsiteY4" fmla="*/ 4432622 h 5858728"/>
                        <a:gd name="connsiteX5" fmla="*/ 1947683 w 8925180"/>
                        <a:gd name="connsiteY5" fmla="*/ 4178550 h 5858728"/>
                        <a:gd name="connsiteX6" fmla="*/ 2549059 w 8925180"/>
                        <a:gd name="connsiteY6" fmla="*/ 4709227 h 5858728"/>
                        <a:gd name="connsiteX7" fmla="*/ 2435596 w 8925180"/>
                        <a:gd name="connsiteY7" fmla="*/ 4809499 h 5858728"/>
                        <a:gd name="connsiteX8" fmla="*/ 1897573 w 8925180"/>
                        <a:gd name="connsiteY8" fmla="*/ 4327451 h 5858728"/>
                        <a:gd name="connsiteX9" fmla="*/ 1947683 w 8925180"/>
                        <a:gd name="connsiteY9" fmla="*/ 4178550 h 5858728"/>
                        <a:gd name="connsiteX10" fmla="*/ 2046233 w 8925180"/>
                        <a:gd name="connsiteY10" fmla="*/ 3925127 h 5858728"/>
                        <a:gd name="connsiteX11" fmla="*/ 2457953 w 8925180"/>
                        <a:gd name="connsiteY11" fmla="*/ 4293656 h 5858728"/>
                        <a:gd name="connsiteX12" fmla="*/ 2568281 w 8925180"/>
                        <a:gd name="connsiteY12" fmla="*/ 4587809 h 5858728"/>
                        <a:gd name="connsiteX13" fmla="*/ 1989205 w 8925180"/>
                        <a:gd name="connsiteY13" fmla="*/ 4073026 h 5858728"/>
                        <a:gd name="connsiteX14" fmla="*/ 2046233 w 8925180"/>
                        <a:gd name="connsiteY14" fmla="*/ 3925127 h 5858728"/>
                        <a:gd name="connsiteX15" fmla="*/ 2259917 w 8925180"/>
                        <a:gd name="connsiteY15" fmla="*/ 3773334 h 5858728"/>
                        <a:gd name="connsiteX16" fmla="*/ 2260420 w 8925180"/>
                        <a:gd name="connsiteY16" fmla="*/ 3773641 h 5858728"/>
                        <a:gd name="connsiteX17" fmla="*/ 2259745 w 8925180"/>
                        <a:gd name="connsiteY17" fmla="*/ 3773354 h 5858728"/>
                        <a:gd name="connsiteX18" fmla="*/ 2259917 w 8925180"/>
                        <a:gd name="connsiteY18" fmla="*/ 3773334 h 5858728"/>
                        <a:gd name="connsiteX19" fmla="*/ 2315925 w 8925180"/>
                        <a:gd name="connsiteY19" fmla="*/ 3709127 h 5858728"/>
                        <a:gd name="connsiteX20" fmla="*/ 2248405 w 8925180"/>
                        <a:gd name="connsiteY20" fmla="*/ 3768327 h 5858728"/>
                        <a:gd name="connsiteX21" fmla="*/ 2256714 w 8925180"/>
                        <a:gd name="connsiteY21" fmla="*/ 3772067 h 5858728"/>
                        <a:gd name="connsiteX22" fmla="*/ 2259745 w 8925180"/>
                        <a:gd name="connsiteY22" fmla="*/ 3773354 h 5858728"/>
                        <a:gd name="connsiteX23" fmla="*/ 2258685 w 8925180"/>
                        <a:gd name="connsiteY23" fmla="*/ 3773482 h 5858728"/>
                        <a:gd name="connsiteX24" fmla="*/ 2268513 w 8925180"/>
                        <a:gd name="connsiteY24" fmla="*/ 3780164 h 5858728"/>
                        <a:gd name="connsiteX25" fmla="*/ 2379413 w 8925180"/>
                        <a:gd name="connsiteY25" fmla="*/ 4075583 h 5858728"/>
                        <a:gd name="connsiteX26" fmla="*/ 2090738 w 8925180"/>
                        <a:gd name="connsiteY26" fmla="*/ 3813339 h 5858728"/>
                        <a:gd name="connsiteX27" fmla="*/ 2054269 w 8925180"/>
                        <a:gd name="connsiteY27" fmla="*/ 3707627 h 5858728"/>
                        <a:gd name="connsiteX28" fmla="*/ 1693111 w 8925180"/>
                        <a:gd name="connsiteY28" fmla="*/ 4661938 h 5858728"/>
                        <a:gd name="connsiteX29" fmla="*/ 2184860 w 8925180"/>
                        <a:gd name="connsiteY29" fmla="*/ 5091104 h 5858728"/>
                        <a:gd name="connsiteX30" fmla="*/ 2667148 w 8925180"/>
                        <a:gd name="connsiteY30" fmla="*/ 4660009 h 5858728"/>
                        <a:gd name="connsiteX31" fmla="*/ 2315925 w 8925180"/>
                        <a:gd name="connsiteY31" fmla="*/ 3709127 h 5858728"/>
                        <a:gd name="connsiteX32" fmla="*/ 2482054 w 8925180"/>
                        <a:gd name="connsiteY32" fmla="*/ 3279357 h 5858728"/>
                        <a:gd name="connsiteX33" fmla="*/ 1878642 w 8925180"/>
                        <a:gd name="connsiteY33" fmla="*/ 3279929 h 5858728"/>
                        <a:gd name="connsiteX34" fmla="*/ 1841602 w 8925180"/>
                        <a:gd name="connsiteY34" fmla="*/ 3439228 h 5858728"/>
                        <a:gd name="connsiteX35" fmla="*/ 2120130 w 8925180"/>
                        <a:gd name="connsiteY35" fmla="*/ 3726569 h 5858728"/>
                        <a:gd name="connsiteX36" fmla="*/ 2232643 w 8925180"/>
                        <a:gd name="connsiteY36" fmla="*/ 3741824 h 5858728"/>
                        <a:gd name="connsiteX37" fmla="*/ 2537319 w 8925180"/>
                        <a:gd name="connsiteY37" fmla="*/ 3433968 h 5858728"/>
                        <a:gd name="connsiteX38" fmla="*/ 2482054 w 8925180"/>
                        <a:gd name="connsiteY38" fmla="*/ 3279357 h 5858728"/>
                        <a:gd name="connsiteX39" fmla="*/ 3410751 w 8925180"/>
                        <a:gd name="connsiteY39" fmla="*/ 3027962 h 5858728"/>
                        <a:gd name="connsiteX40" fmla="*/ 3333772 w 8925180"/>
                        <a:gd name="connsiteY40" fmla="*/ 2996318 h 5858728"/>
                        <a:gd name="connsiteX41" fmla="*/ 2979092 w 8925180"/>
                        <a:gd name="connsiteY41" fmla="*/ 2978709 h 5858728"/>
                        <a:gd name="connsiteX42" fmla="*/ 2563372 w 8925180"/>
                        <a:gd name="connsiteY42" fmla="*/ 3254338 h 5858728"/>
                        <a:gd name="connsiteX43" fmla="*/ 2382821 w 8925180"/>
                        <a:gd name="connsiteY43" fmla="*/ 3689332 h 5858728"/>
                        <a:gd name="connsiteX44" fmla="*/ 2746939 w 8925180"/>
                        <a:gd name="connsiteY44" fmla="*/ 4674898 h 5858728"/>
                        <a:gd name="connsiteX45" fmla="*/ 2184702 w 8925180"/>
                        <a:gd name="connsiteY45" fmla="*/ 5175921 h 5858728"/>
                        <a:gd name="connsiteX46" fmla="*/ 1614576 w 8925180"/>
                        <a:gd name="connsiteY46" fmla="*/ 4673723 h 5858728"/>
                        <a:gd name="connsiteX47" fmla="*/ 1993653 w 8925180"/>
                        <a:gd name="connsiteY47" fmla="*/ 3692376 h 5858728"/>
                        <a:gd name="connsiteX48" fmla="*/ 1805436 w 8925180"/>
                        <a:gd name="connsiteY48" fmla="*/ 3261869 h 5858728"/>
                        <a:gd name="connsiteX49" fmla="*/ 1395380 w 8925180"/>
                        <a:gd name="connsiteY49" fmla="*/ 2972526 h 5858728"/>
                        <a:gd name="connsiteX50" fmla="*/ 1032434 w 8925180"/>
                        <a:gd name="connsiteY50" fmla="*/ 2996354 h 5858728"/>
                        <a:gd name="connsiteX51" fmla="*/ 673640 w 8925180"/>
                        <a:gd name="connsiteY51" fmla="*/ 3478975 h 5858728"/>
                        <a:gd name="connsiteX52" fmla="*/ 665233 w 8925180"/>
                        <a:gd name="connsiteY52" fmla="*/ 5181466 h 5858728"/>
                        <a:gd name="connsiteX53" fmla="*/ 1228210 w 8925180"/>
                        <a:gd name="connsiteY53" fmla="*/ 5182572 h 5858728"/>
                        <a:gd name="connsiteX54" fmla="*/ 1230379 w 8925180"/>
                        <a:gd name="connsiteY54" fmla="*/ 3776157 h 5858728"/>
                        <a:gd name="connsiteX55" fmla="*/ 1376348 w 8925180"/>
                        <a:gd name="connsiteY55" fmla="*/ 3751556 h 5858728"/>
                        <a:gd name="connsiteX56" fmla="*/ 1372900 w 8925180"/>
                        <a:gd name="connsiteY56" fmla="*/ 5180612 h 5858728"/>
                        <a:gd name="connsiteX57" fmla="*/ 2990350 w 8925180"/>
                        <a:gd name="connsiteY57" fmla="*/ 5181867 h 5858728"/>
                        <a:gd name="connsiteX58" fmla="*/ 2996744 w 8925180"/>
                        <a:gd name="connsiteY58" fmla="*/ 3751912 h 5858728"/>
                        <a:gd name="connsiteX59" fmla="*/ 3133436 w 8925180"/>
                        <a:gd name="connsiteY59" fmla="*/ 3741510 h 5858728"/>
                        <a:gd name="connsiteX60" fmla="*/ 3121821 w 8925180"/>
                        <a:gd name="connsiteY60" fmla="*/ 5183179 h 5858728"/>
                        <a:gd name="connsiteX61" fmla="*/ 3686232 w 8925180"/>
                        <a:gd name="connsiteY61" fmla="*/ 5182347 h 5858728"/>
                        <a:gd name="connsiteX62" fmla="*/ 3691473 w 8925180"/>
                        <a:gd name="connsiteY62" fmla="*/ 3478402 h 5858728"/>
                        <a:gd name="connsiteX63" fmla="*/ 3410751 w 8925180"/>
                        <a:gd name="connsiteY63" fmla="*/ 3027962 h 5858728"/>
                        <a:gd name="connsiteX64" fmla="*/ 3136776 w 8925180"/>
                        <a:gd name="connsiteY64" fmla="*/ 1889907 h 5858728"/>
                        <a:gd name="connsiteX65" fmla="*/ 2203072 w 8925180"/>
                        <a:gd name="connsiteY65" fmla="*/ 1725263 h 5858728"/>
                        <a:gd name="connsiteX66" fmla="*/ 2300379 w 8925180"/>
                        <a:gd name="connsiteY66" fmla="*/ 1923326 h 5858728"/>
                        <a:gd name="connsiteX67" fmla="*/ 1188791 w 8925180"/>
                        <a:gd name="connsiteY67" fmla="*/ 2040152 h 5858728"/>
                        <a:gd name="connsiteX68" fmla="*/ 2271604 w 8925180"/>
                        <a:gd name="connsiteY68" fmla="*/ 3250645 h 5858728"/>
                        <a:gd name="connsiteX69" fmla="*/ 3136776 w 8925180"/>
                        <a:gd name="connsiteY69" fmla="*/ 1889907 h 5858728"/>
                        <a:gd name="connsiteX70" fmla="*/ 2717485 w 8925180"/>
                        <a:gd name="connsiteY70" fmla="*/ 1393444 h 5858728"/>
                        <a:gd name="connsiteX71" fmla="*/ 1883384 w 8925180"/>
                        <a:gd name="connsiteY71" fmla="*/ 1285665 h 5858728"/>
                        <a:gd name="connsiteX72" fmla="*/ 1222141 w 8925180"/>
                        <a:gd name="connsiteY72" fmla="*/ 1956867 h 5858728"/>
                        <a:gd name="connsiteX73" fmla="*/ 2190065 w 8925180"/>
                        <a:gd name="connsiteY73" fmla="*/ 1843866 h 5858728"/>
                        <a:gd name="connsiteX74" fmla="*/ 2106198 w 8925180"/>
                        <a:gd name="connsiteY74" fmla="*/ 1659192 h 5858728"/>
                        <a:gd name="connsiteX75" fmla="*/ 3105346 w 8925180"/>
                        <a:gd name="connsiteY75" fmla="*/ 1825795 h 5858728"/>
                        <a:gd name="connsiteX76" fmla="*/ 2717485 w 8925180"/>
                        <a:gd name="connsiteY76" fmla="*/ 1393444 h 5858728"/>
                        <a:gd name="connsiteX77" fmla="*/ 8150482 w 8925180"/>
                        <a:gd name="connsiteY77" fmla="*/ 4451277 h 5858728"/>
                        <a:gd name="connsiteX78" fmla="*/ 8107801 w 8925180"/>
                        <a:gd name="connsiteY78" fmla="*/ 4442632 h 5858728"/>
                        <a:gd name="connsiteX79" fmla="*/ 4582685 w 8925180"/>
                        <a:gd name="connsiteY79" fmla="*/ 4440312 h 5858728"/>
                        <a:gd name="connsiteX80" fmla="*/ 4472947 w 8925180"/>
                        <a:gd name="connsiteY80" fmla="*/ 4549907 h 5858728"/>
                        <a:gd name="connsiteX81" fmla="*/ 4472887 w 8925180"/>
                        <a:gd name="connsiteY81" fmla="*/ 4641332 h 5858728"/>
                        <a:gd name="connsiteX82" fmla="*/ 4582481 w 8925180"/>
                        <a:gd name="connsiteY82" fmla="*/ 4751069 h 5858728"/>
                        <a:gd name="connsiteX83" fmla="*/ 8107596 w 8925180"/>
                        <a:gd name="connsiteY83" fmla="*/ 4753388 h 5858728"/>
                        <a:gd name="connsiteX84" fmla="*/ 8217334 w 8925180"/>
                        <a:gd name="connsiteY84" fmla="*/ 4643794 h 5858728"/>
                        <a:gd name="connsiteX85" fmla="*/ 8217394 w 8925180"/>
                        <a:gd name="connsiteY85" fmla="*/ 4552369 h 5858728"/>
                        <a:gd name="connsiteX86" fmla="*/ 8150482 w 8925180"/>
                        <a:gd name="connsiteY86" fmla="*/ 4451277 h 5858728"/>
                        <a:gd name="connsiteX87" fmla="*/ 8148049 w 8925180"/>
                        <a:gd name="connsiteY87" fmla="*/ 3694350 h 5858728"/>
                        <a:gd name="connsiteX88" fmla="*/ 8105367 w 8925180"/>
                        <a:gd name="connsiteY88" fmla="*/ 3685704 h 5858728"/>
                        <a:gd name="connsiteX89" fmla="*/ 4580253 w 8925180"/>
                        <a:gd name="connsiteY89" fmla="*/ 3683387 h 5858728"/>
                        <a:gd name="connsiteX90" fmla="*/ 4470515 w 8925180"/>
                        <a:gd name="connsiteY90" fmla="*/ 3792981 h 5858728"/>
                        <a:gd name="connsiteX91" fmla="*/ 4470455 w 8925180"/>
                        <a:gd name="connsiteY91" fmla="*/ 3884406 h 5858728"/>
                        <a:gd name="connsiteX92" fmla="*/ 4580048 w 8925180"/>
                        <a:gd name="connsiteY92" fmla="*/ 3994144 h 5858728"/>
                        <a:gd name="connsiteX93" fmla="*/ 8105163 w 8925180"/>
                        <a:gd name="connsiteY93" fmla="*/ 3996461 h 5858728"/>
                        <a:gd name="connsiteX94" fmla="*/ 8214901 w 8925180"/>
                        <a:gd name="connsiteY94" fmla="*/ 3886867 h 5858728"/>
                        <a:gd name="connsiteX95" fmla="*/ 8214961 w 8925180"/>
                        <a:gd name="connsiteY95" fmla="*/ 3795443 h 5858728"/>
                        <a:gd name="connsiteX96" fmla="*/ 8148049 w 8925180"/>
                        <a:gd name="connsiteY96" fmla="*/ 3694350 h 5858728"/>
                        <a:gd name="connsiteX97" fmla="*/ 8152570 w 8925180"/>
                        <a:gd name="connsiteY97" fmla="*/ 2963452 h 5858728"/>
                        <a:gd name="connsiteX98" fmla="*/ 8109889 w 8925180"/>
                        <a:gd name="connsiteY98" fmla="*/ 2954806 h 5858728"/>
                        <a:gd name="connsiteX99" fmla="*/ 4584774 w 8925180"/>
                        <a:gd name="connsiteY99" fmla="*/ 2952488 h 5858728"/>
                        <a:gd name="connsiteX100" fmla="*/ 4475036 w 8925180"/>
                        <a:gd name="connsiteY100" fmla="*/ 3062082 h 5858728"/>
                        <a:gd name="connsiteX101" fmla="*/ 4474976 w 8925180"/>
                        <a:gd name="connsiteY101" fmla="*/ 3153507 h 5858728"/>
                        <a:gd name="connsiteX102" fmla="*/ 4584570 w 8925180"/>
                        <a:gd name="connsiteY102" fmla="*/ 3263245 h 5858728"/>
                        <a:gd name="connsiteX103" fmla="*/ 8109684 w 8925180"/>
                        <a:gd name="connsiteY103" fmla="*/ 3265563 h 5858728"/>
                        <a:gd name="connsiteX104" fmla="*/ 8219422 w 8925180"/>
                        <a:gd name="connsiteY104" fmla="*/ 3155969 h 5858728"/>
                        <a:gd name="connsiteX105" fmla="*/ 8219483 w 8925180"/>
                        <a:gd name="connsiteY105" fmla="*/ 3064544 h 5858728"/>
                        <a:gd name="connsiteX106" fmla="*/ 8152570 w 8925180"/>
                        <a:gd name="connsiteY106" fmla="*/ 2963452 h 5858728"/>
                        <a:gd name="connsiteX107" fmla="*/ 8145669 w 8925180"/>
                        <a:gd name="connsiteY107" fmla="*/ 2233284 h 5858728"/>
                        <a:gd name="connsiteX108" fmla="*/ 8102988 w 8925180"/>
                        <a:gd name="connsiteY108" fmla="*/ 2224637 h 5858728"/>
                        <a:gd name="connsiteX109" fmla="*/ 4577874 w 8925180"/>
                        <a:gd name="connsiteY109" fmla="*/ 2222320 h 5858728"/>
                        <a:gd name="connsiteX110" fmla="*/ 4468135 w 8925180"/>
                        <a:gd name="connsiteY110" fmla="*/ 2331915 h 5858728"/>
                        <a:gd name="connsiteX111" fmla="*/ 4468075 w 8925180"/>
                        <a:gd name="connsiteY111" fmla="*/ 2423339 h 5858728"/>
                        <a:gd name="connsiteX112" fmla="*/ 4577669 w 8925180"/>
                        <a:gd name="connsiteY112" fmla="*/ 2533077 h 5858728"/>
                        <a:gd name="connsiteX113" fmla="*/ 8102784 w 8925180"/>
                        <a:gd name="connsiteY113" fmla="*/ 2535394 h 5858728"/>
                        <a:gd name="connsiteX114" fmla="*/ 8212522 w 8925180"/>
                        <a:gd name="connsiteY114" fmla="*/ 2425800 h 5858728"/>
                        <a:gd name="connsiteX115" fmla="*/ 8212582 w 8925180"/>
                        <a:gd name="connsiteY115" fmla="*/ 2334375 h 5858728"/>
                        <a:gd name="connsiteX116" fmla="*/ 8145669 w 8925180"/>
                        <a:gd name="connsiteY116" fmla="*/ 2233284 h 5858728"/>
                        <a:gd name="connsiteX117" fmla="*/ 8449565 w 8925180"/>
                        <a:gd name="connsiteY117" fmla="*/ 109688 h 5858728"/>
                        <a:gd name="connsiteX118" fmla="*/ 8925180 w 8925180"/>
                        <a:gd name="connsiteY118" fmla="*/ 908806 h 5858728"/>
                        <a:gd name="connsiteX119" fmla="*/ 8925180 w 8925180"/>
                        <a:gd name="connsiteY119" fmla="*/ 4949923 h 5858728"/>
                        <a:gd name="connsiteX120" fmla="*/ 8016374 w 8925180"/>
                        <a:gd name="connsiteY120" fmla="*/ 5858728 h 5858728"/>
                        <a:gd name="connsiteX121" fmla="*/ 908806 w 8925180"/>
                        <a:gd name="connsiteY121" fmla="*/ 5858728 h 5858728"/>
                        <a:gd name="connsiteX122" fmla="*/ 0 w 8925180"/>
                        <a:gd name="connsiteY122" fmla="*/ 4949922 h 5858728"/>
                        <a:gd name="connsiteX123" fmla="*/ 0 w 8925180"/>
                        <a:gd name="connsiteY123" fmla="*/ 908806 h 5858728"/>
                        <a:gd name="connsiteX124" fmla="*/ 908806 w 8925180"/>
                        <a:gd name="connsiteY124" fmla="*/ 0 h 5858728"/>
                        <a:gd name="connsiteX125" fmla="*/ 2008600 w 8925180"/>
                        <a:gd name="connsiteY125" fmla="*/ 0 h 5858728"/>
                        <a:gd name="connsiteX126" fmla="*/ 2008600 w 8925180"/>
                        <a:gd name="connsiteY126" fmla="*/ 498540 h 5858728"/>
                        <a:gd name="connsiteX127" fmla="*/ 2620520 w 8925180"/>
                        <a:gd name="connsiteY127" fmla="*/ 1110460 h 5858728"/>
                        <a:gd name="connsiteX128" fmla="*/ 6296783 w 8925180"/>
                        <a:gd name="connsiteY128" fmla="*/ 1085186 h 5858728"/>
                        <a:gd name="connsiteX129" fmla="*/ 6908909 w 8925180"/>
                        <a:gd name="connsiteY129" fmla="*/ 498540 h 5858728"/>
                        <a:gd name="connsiteX130" fmla="*/ 6908909 w 8925180"/>
                        <a:gd name="connsiteY130" fmla="*/ 0 h 5858728"/>
                        <a:gd name="connsiteX131" fmla="*/ 8016374 w 8925180"/>
                        <a:gd name="connsiteY131" fmla="*/ 0 h 5858728"/>
                        <a:gd name="connsiteX132" fmla="*/ 8449565 w 8925180"/>
                        <a:gd name="connsiteY132" fmla="*/ 109688 h 5858728"/>
                        <a:gd name="connsiteX0" fmla="*/ 1850256 w 8925180"/>
                        <a:gd name="connsiteY0" fmla="*/ 4432622 h 5858728"/>
                        <a:gd name="connsiteX1" fmla="*/ 2354591 w 8925180"/>
                        <a:gd name="connsiteY1" fmla="*/ 4887349 h 5858728"/>
                        <a:gd name="connsiteX2" fmla="*/ 2235184 w 8925180"/>
                        <a:gd name="connsiteY2" fmla="*/ 4987528 h 5858728"/>
                        <a:gd name="connsiteX3" fmla="*/ 1798749 w 8925180"/>
                        <a:gd name="connsiteY3" fmla="*/ 4589127 h 5858728"/>
                        <a:gd name="connsiteX4" fmla="*/ 1850256 w 8925180"/>
                        <a:gd name="connsiteY4" fmla="*/ 4432622 h 5858728"/>
                        <a:gd name="connsiteX5" fmla="*/ 1947683 w 8925180"/>
                        <a:gd name="connsiteY5" fmla="*/ 4178550 h 5858728"/>
                        <a:gd name="connsiteX6" fmla="*/ 2549059 w 8925180"/>
                        <a:gd name="connsiteY6" fmla="*/ 4709227 h 5858728"/>
                        <a:gd name="connsiteX7" fmla="*/ 2435596 w 8925180"/>
                        <a:gd name="connsiteY7" fmla="*/ 4809499 h 5858728"/>
                        <a:gd name="connsiteX8" fmla="*/ 1897573 w 8925180"/>
                        <a:gd name="connsiteY8" fmla="*/ 4327451 h 5858728"/>
                        <a:gd name="connsiteX9" fmla="*/ 1947683 w 8925180"/>
                        <a:gd name="connsiteY9" fmla="*/ 4178550 h 5858728"/>
                        <a:gd name="connsiteX10" fmla="*/ 2046233 w 8925180"/>
                        <a:gd name="connsiteY10" fmla="*/ 3925127 h 5858728"/>
                        <a:gd name="connsiteX11" fmla="*/ 2457953 w 8925180"/>
                        <a:gd name="connsiteY11" fmla="*/ 4293656 h 5858728"/>
                        <a:gd name="connsiteX12" fmla="*/ 2568281 w 8925180"/>
                        <a:gd name="connsiteY12" fmla="*/ 4587809 h 5858728"/>
                        <a:gd name="connsiteX13" fmla="*/ 1989205 w 8925180"/>
                        <a:gd name="connsiteY13" fmla="*/ 4073026 h 5858728"/>
                        <a:gd name="connsiteX14" fmla="*/ 2046233 w 8925180"/>
                        <a:gd name="connsiteY14" fmla="*/ 3925127 h 5858728"/>
                        <a:gd name="connsiteX15" fmla="*/ 2259917 w 8925180"/>
                        <a:gd name="connsiteY15" fmla="*/ 3773334 h 5858728"/>
                        <a:gd name="connsiteX16" fmla="*/ 2260420 w 8925180"/>
                        <a:gd name="connsiteY16" fmla="*/ 3773641 h 5858728"/>
                        <a:gd name="connsiteX17" fmla="*/ 2259745 w 8925180"/>
                        <a:gd name="connsiteY17" fmla="*/ 3773354 h 5858728"/>
                        <a:gd name="connsiteX18" fmla="*/ 2259917 w 8925180"/>
                        <a:gd name="connsiteY18" fmla="*/ 3773334 h 5858728"/>
                        <a:gd name="connsiteX19" fmla="*/ 2315925 w 8925180"/>
                        <a:gd name="connsiteY19" fmla="*/ 3709127 h 5858728"/>
                        <a:gd name="connsiteX20" fmla="*/ 2248405 w 8925180"/>
                        <a:gd name="connsiteY20" fmla="*/ 3768327 h 5858728"/>
                        <a:gd name="connsiteX21" fmla="*/ 2256714 w 8925180"/>
                        <a:gd name="connsiteY21" fmla="*/ 3772067 h 5858728"/>
                        <a:gd name="connsiteX22" fmla="*/ 2259745 w 8925180"/>
                        <a:gd name="connsiteY22" fmla="*/ 3773354 h 5858728"/>
                        <a:gd name="connsiteX23" fmla="*/ 2258685 w 8925180"/>
                        <a:gd name="connsiteY23" fmla="*/ 3773482 h 5858728"/>
                        <a:gd name="connsiteX24" fmla="*/ 2268513 w 8925180"/>
                        <a:gd name="connsiteY24" fmla="*/ 3780164 h 5858728"/>
                        <a:gd name="connsiteX25" fmla="*/ 2379413 w 8925180"/>
                        <a:gd name="connsiteY25" fmla="*/ 4075583 h 5858728"/>
                        <a:gd name="connsiteX26" fmla="*/ 2090738 w 8925180"/>
                        <a:gd name="connsiteY26" fmla="*/ 3813339 h 5858728"/>
                        <a:gd name="connsiteX27" fmla="*/ 2054269 w 8925180"/>
                        <a:gd name="connsiteY27" fmla="*/ 3707627 h 5858728"/>
                        <a:gd name="connsiteX28" fmla="*/ 1693111 w 8925180"/>
                        <a:gd name="connsiteY28" fmla="*/ 4661938 h 5858728"/>
                        <a:gd name="connsiteX29" fmla="*/ 2184860 w 8925180"/>
                        <a:gd name="connsiteY29" fmla="*/ 5091104 h 5858728"/>
                        <a:gd name="connsiteX30" fmla="*/ 2667148 w 8925180"/>
                        <a:gd name="connsiteY30" fmla="*/ 4660009 h 5858728"/>
                        <a:gd name="connsiteX31" fmla="*/ 2315925 w 8925180"/>
                        <a:gd name="connsiteY31" fmla="*/ 3709127 h 5858728"/>
                        <a:gd name="connsiteX32" fmla="*/ 2482054 w 8925180"/>
                        <a:gd name="connsiteY32" fmla="*/ 3279357 h 5858728"/>
                        <a:gd name="connsiteX33" fmla="*/ 1878642 w 8925180"/>
                        <a:gd name="connsiteY33" fmla="*/ 3279929 h 5858728"/>
                        <a:gd name="connsiteX34" fmla="*/ 1841602 w 8925180"/>
                        <a:gd name="connsiteY34" fmla="*/ 3439228 h 5858728"/>
                        <a:gd name="connsiteX35" fmla="*/ 2120130 w 8925180"/>
                        <a:gd name="connsiteY35" fmla="*/ 3726569 h 5858728"/>
                        <a:gd name="connsiteX36" fmla="*/ 2232643 w 8925180"/>
                        <a:gd name="connsiteY36" fmla="*/ 3741824 h 5858728"/>
                        <a:gd name="connsiteX37" fmla="*/ 2537319 w 8925180"/>
                        <a:gd name="connsiteY37" fmla="*/ 3433968 h 5858728"/>
                        <a:gd name="connsiteX38" fmla="*/ 2482054 w 8925180"/>
                        <a:gd name="connsiteY38" fmla="*/ 3279357 h 5858728"/>
                        <a:gd name="connsiteX39" fmla="*/ 3410751 w 8925180"/>
                        <a:gd name="connsiteY39" fmla="*/ 3027962 h 5858728"/>
                        <a:gd name="connsiteX40" fmla="*/ 3333772 w 8925180"/>
                        <a:gd name="connsiteY40" fmla="*/ 2996318 h 5858728"/>
                        <a:gd name="connsiteX41" fmla="*/ 2979092 w 8925180"/>
                        <a:gd name="connsiteY41" fmla="*/ 2978709 h 5858728"/>
                        <a:gd name="connsiteX42" fmla="*/ 2563372 w 8925180"/>
                        <a:gd name="connsiteY42" fmla="*/ 3254338 h 5858728"/>
                        <a:gd name="connsiteX43" fmla="*/ 2382821 w 8925180"/>
                        <a:gd name="connsiteY43" fmla="*/ 3689332 h 5858728"/>
                        <a:gd name="connsiteX44" fmla="*/ 2746939 w 8925180"/>
                        <a:gd name="connsiteY44" fmla="*/ 4674898 h 5858728"/>
                        <a:gd name="connsiteX45" fmla="*/ 2184702 w 8925180"/>
                        <a:gd name="connsiteY45" fmla="*/ 5175921 h 5858728"/>
                        <a:gd name="connsiteX46" fmla="*/ 1614576 w 8925180"/>
                        <a:gd name="connsiteY46" fmla="*/ 4673723 h 5858728"/>
                        <a:gd name="connsiteX47" fmla="*/ 1993653 w 8925180"/>
                        <a:gd name="connsiteY47" fmla="*/ 3692376 h 5858728"/>
                        <a:gd name="connsiteX48" fmla="*/ 1805436 w 8925180"/>
                        <a:gd name="connsiteY48" fmla="*/ 3261869 h 5858728"/>
                        <a:gd name="connsiteX49" fmla="*/ 1395380 w 8925180"/>
                        <a:gd name="connsiteY49" fmla="*/ 2972526 h 5858728"/>
                        <a:gd name="connsiteX50" fmla="*/ 1032434 w 8925180"/>
                        <a:gd name="connsiteY50" fmla="*/ 2996354 h 5858728"/>
                        <a:gd name="connsiteX51" fmla="*/ 673640 w 8925180"/>
                        <a:gd name="connsiteY51" fmla="*/ 3478975 h 5858728"/>
                        <a:gd name="connsiteX52" fmla="*/ 665233 w 8925180"/>
                        <a:gd name="connsiteY52" fmla="*/ 5181466 h 5858728"/>
                        <a:gd name="connsiteX53" fmla="*/ 1228210 w 8925180"/>
                        <a:gd name="connsiteY53" fmla="*/ 5182572 h 5858728"/>
                        <a:gd name="connsiteX54" fmla="*/ 1230379 w 8925180"/>
                        <a:gd name="connsiteY54" fmla="*/ 3776157 h 5858728"/>
                        <a:gd name="connsiteX55" fmla="*/ 1376348 w 8925180"/>
                        <a:gd name="connsiteY55" fmla="*/ 3751556 h 5858728"/>
                        <a:gd name="connsiteX56" fmla="*/ 1372900 w 8925180"/>
                        <a:gd name="connsiteY56" fmla="*/ 5180612 h 5858728"/>
                        <a:gd name="connsiteX57" fmla="*/ 2990350 w 8925180"/>
                        <a:gd name="connsiteY57" fmla="*/ 5181867 h 5858728"/>
                        <a:gd name="connsiteX58" fmla="*/ 2996744 w 8925180"/>
                        <a:gd name="connsiteY58" fmla="*/ 3751912 h 5858728"/>
                        <a:gd name="connsiteX59" fmla="*/ 3133436 w 8925180"/>
                        <a:gd name="connsiteY59" fmla="*/ 3741510 h 5858728"/>
                        <a:gd name="connsiteX60" fmla="*/ 3121821 w 8925180"/>
                        <a:gd name="connsiteY60" fmla="*/ 5183179 h 5858728"/>
                        <a:gd name="connsiteX61" fmla="*/ 3686232 w 8925180"/>
                        <a:gd name="connsiteY61" fmla="*/ 5182347 h 5858728"/>
                        <a:gd name="connsiteX62" fmla="*/ 3691473 w 8925180"/>
                        <a:gd name="connsiteY62" fmla="*/ 3478402 h 5858728"/>
                        <a:gd name="connsiteX63" fmla="*/ 3410751 w 8925180"/>
                        <a:gd name="connsiteY63" fmla="*/ 3027962 h 5858728"/>
                        <a:gd name="connsiteX64" fmla="*/ 3136776 w 8925180"/>
                        <a:gd name="connsiteY64" fmla="*/ 1889907 h 5858728"/>
                        <a:gd name="connsiteX65" fmla="*/ 2203072 w 8925180"/>
                        <a:gd name="connsiteY65" fmla="*/ 1725263 h 5858728"/>
                        <a:gd name="connsiteX66" fmla="*/ 2300379 w 8925180"/>
                        <a:gd name="connsiteY66" fmla="*/ 1923326 h 5858728"/>
                        <a:gd name="connsiteX67" fmla="*/ 1188791 w 8925180"/>
                        <a:gd name="connsiteY67" fmla="*/ 2040152 h 5858728"/>
                        <a:gd name="connsiteX68" fmla="*/ 2271604 w 8925180"/>
                        <a:gd name="connsiteY68" fmla="*/ 3250645 h 5858728"/>
                        <a:gd name="connsiteX69" fmla="*/ 3136776 w 8925180"/>
                        <a:gd name="connsiteY69" fmla="*/ 1889907 h 5858728"/>
                        <a:gd name="connsiteX70" fmla="*/ 2717485 w 8925180"/>
                        <a:gd name="connsiteY70" fmla="*/ 1393444 h 5858728"/>
                        <a:gd name="connsiteX71" fmla="*/ 1883384 w 8925180"/>
                        <a:gd name="connsiteY71" fmla="*/ 1285665 h 5858728"/>
                        <a:gd name="connsiteX72" fmla="*/ 1222141 w 8925180"/>
                        <a:gd name="connsiteY72" fmla="*/ 1956867 h 5858728"/>
                        <a:gd name="connsiteX73" fmla="*/ 2190065 w 8925180"/>
                        <a:gd name="connsiteY73" fmla="*/ 1843866 h 5858728"/>
                        <a:gd name="connsiteX74" fmla="*/ 2106198 w 8925180"/>
                        <a:gd name="connsiteY74" fmla="*/ 1659192 h 5858728"/>
                        <a:gd name="connsiteX75" fmla="*/ 3105346 w 8925180"/>
                        <a:gd name="connsiteY75" fmla="*/ 1825795 h 5858728"/>
                        <a:gd name="connsiteX76" fmla="*/ 2717485 w 8925180"/>
                        <a:gd name="connsiteY76" fmla="*/ 1393444 h 5858728"/>
                        <a:gd name="connsiteX77" fmla="*/ 8150482 w 8925180"/>
                        <a:gd name="connsiteY77" fmla="*/ 4451277 h 5858728"/>
                        <a:gd name="connsiteX78" fmla="*/ 8107801 w 8925180"/>
                        <a:gd name="connsiteY78" fmla="*/ 4442632 h 5858728"/>
                        <a:gd name="connsiteX79" fmla="*/ 4582685 w 8925180"/>
                        <a:gd name="connsiteY79" fmla="*/ 4440312 h 5858728"/>
                        <a:gd name="connsiteX80" fmla="*/ 4472947 w 8925180"/>
                        <a:gd name="connsiteY80" fmla="*/ 4549907 h 5858728"/>
                        <a:gd name="connsiteX81" fmla="*/ 4472887 w 8925180"/>
                        <a:gd name="connsiteY81" fmla="*/ 4641332 h 5858728"/>
                        <a:gd name="connsiteX82" fmla="*/ 4582481 w 8925180"/>
                        <a:gd name="connsiteY82" fmla="*/ 4751069 h 5858728"/>
                        <a:gd name="connsiteX83" fmla="*/ 8107596 w 8925180"/>
                        <a:gd name="connsiteY83" fmla="*/ 4753388 h 5858728"/>
                        <a:gd name="connsiteX84" fmla="*/ 8217334 w 8925180"/>
                        <a:gd name="connsiteY84" fmla="*/ 4643794 h 5858728"/>
                        <a:gd name="connsiteX85" fmla="*/ 8217394 w 8925180"/>
                        <a:gd name="connsiteY85" fmla="*/ 4552369 h 5858728"/>
                        <a:gd name="connsiteX86" fmla="*/ 8150482 w 8925180"/>
                        <a:gd name="connsiteY86" fmla="*/ 4451277 h 5858728"/>
                        <a:gd name="connsiteX87" fmla="*/ 8148049 w 8925180"/>
                        <a:gd name="connsiteY87" fmla="*/ 3694350 h 5858728"/>
                        <a:gd name="connsiteX88" fmla="*/ 8105367 w 8925180"/>
                        <a:gd name="connsiteY88" fmla="*/ 3685704 h 5858728"/>
                        <a:gd name="connsiteX89" fmla="*/ 4580253 w 8925180"/>
                        <a:gd name="connsiteY89" fmla="*/ 3683387 h 5858728"/>
                        <a:gd name="connsiteX90" fmla="*/ 4470515 w 8925180"/>
                        <a:gd name="connsiteY90" fmla="*/ 3792981 h 5858728"/>
                        <a:gd name="connsiteX91" fmla="*/ 4470455 w 8925180"/>
                        <a:gd name="connsiteY91" fmla="*/ 3884406 h 5858728"/>
                        <a:gd name="connsiteX92" fmla="*/ 4580048 w 8925180"/>
                        <a:gd name="connsiteY92" fmla="*/ 3994144 h 5858728"/>
                        <a:gd name="connsiteX93" fmla="*/ 8105163 w 8925180"/>
                        <a:gd name="connsiteY93" fmla="*/ 3996461 h 5858728"/>
                        <a:gd name="connsiteX94" fmla="*/ 8214901 w 8925180"/>
                        <a:gd name="connsiteY94" fmla="*/ 3886867 h 5858728"/>
                        <a:gd name="connsiteX95" fmla="*/ 8214961 w 8925180"/>
                        <a:gd name="connsiteY95" fmla="*/ 3795443 h 5858728"/>
                        <a:gd name="connsiteX96" fmla="*/ 8148049 w 8925180"/>
                        <a:gd name="connsiteY96" fmla="*/ 3694350 h 5858728"/>
                        <a:gd name="connsiteX97" fmla="*/ 8152570 w 8925180"/>
                        <a:gd name="connsiteY97" fmla="*/ 2963452 h 5858728"/>
                        <a:gd name="connsiteX98" fmla="*/ 8109889 w 8925180"/>
                        <a:gd name="connsiteY98" fmla="*/ 2954806 h 5858728"/>
                        <a:gd name="connsiteX99" fmla="*/ 4584774 w 8925180"/>
                        <a:gd name="connsiteY99" fmla="*/ 2952488 h 5858728"/>
                        <a:gd name="connsiteX100" fmla="*/ 4475036 w 8925180"/>
                        <a:gd name="connsiteY100" fmla="*/ 3062082 h 5858728"/>
                        <a:gd name="connsiteX101" fmla="*/ 4474976 w 8925180"/>
                        <a:gd name="connsiteY101" fmla="*/ 3153507 h 5858728"/>
                        <a:gd name="connsiteX102" fmla="*/ 4584570 w 8925180"/>
                        <a:gd name="connsiteY102" fmla="*/ 3263245 h 5858728"/>
                        <a:gd name="connsiteX103" fmla="*/ 8109684 w 8925180"/>
                        <a:gd name="connsiteY103" fmla="*/ 3265563 h 5858728"/>
                        <a:gd name="connsiteX104" fmla="*/ 8219422 w 8925180"/>
                        <a:gd name="connsiteY104" fmla="*/ 3155969 h 5858728"/>
                        <a:gd name="connsiteX105" fmla="*/ 8219483 w 8925180"/>
                        <a:gd name="connsiteY105" fmla="*/ 3064544 h 5858728"/>
                        <a:gd name="connsiteX106" fmla="*/ 8152570 w 8925180"/>
                        <a:gd name="connsiteY106" fmla="*/ 2963452 h 5858728"/>
                        <a:gd name="connsiteX107" fmla="*/ 8145669 w 8925180"/>
                        <a:gd name="connsiteY107" fmla="*/ 2233284 h 5858728"/>
                        <a:gd name="connsiteX108" fmla="*/ 8102988 w 8925180"/>
                        <a:gd name="connsiteY108" fmla="*/ 2224637 h 5858728"/>
                        <a:gd name="connsiteX109" fmla="*/ 4577874 w 8925180"/>
                        <a:gd name="connsiteY109" fmla="*/ 2222320 h 5858728"/>
                        <a:gd name="connsiteX110" fmla="*/ 4468135 w 8925180"/>
                        <a:gd name="connsiteY110" fmla="*/ 2331915 h 5858728"/>
                        <a:gd name="connsiteX111" fmla="*/ 4468075 w 8925180"/>
                        <a:gd name="connsiteY111" fmla="*/ 2423339 h 5858728"/>
                        <a:gd name="connsiteX112" fmla="*/ 4577669 w 8925180"/>
                        <a:gd name="connsiteY112" fmla="*/ 2533077 h 5858728"/>
                        <a:gd name="connsiteX113" fmla="*/ 8102784 w 8925180"/>
                        <a:gd name="connsiteY113" fmla="*/ 2535394 h 5858728"/>
                        <a:gd name="connsiteX114" fmla="*/ 8212522 w 8925180"/>
                        <a:gd name="connsiteY114" fmla="*/ 2425800 h 5858728"/>
                        <a:gd name="connsiteX115" fmla="*/ 8212582 w 8925180"/>
                        <a:gd name="connsiteY115" fmla="*/ 2334375 h 5858728"/>
                        <a:gd name="connsiteX116" fmla="*/ 8145669 w 8925180"/>
                        <a:gd name="connsiteY116" fmla="*/ 2233284 h 5858728"/>
                        <a:gd name="connsiteX117" fmla="*/ 8449565 w 8925180"/>
                        <a:gd name="connsiteY117" fmla="*/ 109688 h 5858728"/>
                        <a:gd name="connsiteX118" fmla="*/ 8925180 w 8925180"/>
                        <a:gd name="connsiteY118" fmla="*/ 908806 h 5858728"/>
                        <a:gd name="connsiteX119" fmla="*/ 8925180 w 8925180"/>
                        <a:gd name="connsiteY119" fmla="*/ 4949923 h 5858728"/>
                        <a:gd name="connsiteX120" fmla="*/ 8016374 w 8925180"/>
                        <a:gd name="connsiteY120" fmla="*/ 5858728 h 5858728"/>
                        <a:gd name="connsiteX121" fmla="*/ 908806 w 8925180"/>
                        <a:gd name="connsiteY121" fmla="*/ 5858728 h 5858728"/>
                        <a:gd name="connsiteX122" fmla="*/ 25278 w 8925180"/>
                        <a:gd name="connsiteY122" fmla="*/ 4949707 h 5858728"/>
                        <a:gd name="connsiteX123" fmla="*/ 0 w 8925180"/>
                        <a:gd name="connsiteY123" fmla="*/ 908806 h 5858728"/>
                        <a:gd name="connsiteX124" fmla="*/ 908806 w 8925180"/>
                        <a:gd name="connsiteY124" fmla="*/ 0 h 5858728"/>
                        <a:gd name="connsiteX125" fmla="*/ 2008600 w 8925180"/>
                        <a:gd name="connsiteY125" fmla="*/ 0 h 5858728"/>
                        <a:gd name="connsiteX126" fmla="*/ 2008600 w 8925180"/>
                        <a:gd name="connsiteY126" fmla="*/ 498540 h 5858728"/>
                        <a:gd name="connsiteX127" fmla="*/ 2620520 w 8925180"/>
                        <a:gd name="connsiteY127" fmla="*/ 1110460 h 5858728"/>
                        <a:gd name="connsiteX128" fmla="*/ 6296783 w 8925180"/>
                        <a:gd name="connsiteY128" fmla="*/ 1085186 h 5858728"/>
                        <a:gd name="connsiteX129" fmla="*/ 6908909 w 8925180"/>
                        <a:gd name="connsiteY129" fmla="*/ 498540 h 5858728"/>
                        <a:gd name="connsiteX130" fmla="*/ 6908909 w 8925180"/>
                        <a:gd name="connsiteY130" fmla="*/ 0 h 5858728"/>
                        <a:gd name="connsiteX131" fmla="*/ 8016374 w 8925180"/>
                        <a:gd name="connsiteY131" fmla="*/ 0 h 5858728"/>
                        <a:gd name="connsiteX132" fmla="*/ 8449565 w 8925180"/>
                        <a:gd name="connsiteY132" fmla="*/ 109688 h 5858728"/>
                        <a:gd name="connsiteX0" fmla="*/ 1850256 w 8925180"/>
                        <a:gd name="connsiteY0" fmla="*/ 4432622 h 5858728"/>
                        <a:gd name="connsiteX1" fmla="*/ 2354591 w 8925180"/>
                        <a:gd name="connsiteY1" fmla="*/ 4887349 h 5858728"/>
                        <a:gd name="connsiteX2" fmla="*/ 2235184 w 8925180"/>
                        <a:gd name="connsiteY2" fmla="*/ 4987528 h 5858728"/>
                        <a:gd name="connsiteX3" fmla="*/ 1798749 w 8925180"/>
                        <a:gd name="connsiteY3" fmla="*/ 4589127 h 5858728"/>
                        <a:gd name="connsiteX4" fmla="*/ 1850256 w 8925180"/>
                        <a:gd name="connsiteY4" fmla="*/ 4432622 h 5858728"/>
                        <a:gd name="connsiteX5" fmla="*/ 1947683 w 8925180"/>
                        <a:gd name="connsiteY5" fmla="*/ 4178550 h 5858728"/>
                        <a:gd name="connsiteX6" fmla="*/ 2549059 w 8925180"/>
                        <a:gd name="connsiteY6" fmla="*/ 4709227 h 5858728"/>
                        <a:gd name="connsiteX7" fmla="*/ 2435596 w 8925180"/>
                        <a:gd name="connsiteY7" fmla="*/ 4809499 h 5858728"/>
                        <a:gd name="connsiteX8" fmla="*/ 1897573 w 8925180"/>
                        <a:gd name="connsiteY8" fmla="*/ 4327451 h 5858728"/>
                        <a:gd name="connsiteX9" fmla="*/ 1947683 w 8925180"/>
                        <a:gd name="connsiteY9" fmla="*/ 4178550 h 5858728"/>
                        <a:gd name="connsiteX10" fmla="*/ 2046233 w 8925180"/>
                        <a:gd name="connsiteY10" fmla="*/ 3925127 h 5858728"/>
                        <a:gd name="connsiteX11" fmla="*/ 2457953 w 8925180"/>
                        <a:gd name="connsiteY11" fmla="*/ 4293656 h 5858728"/>
                        <a:gd name="connsiteX12" fmla="*/ 2568281 w 8925180"/>
                        <a:gd name="connsiteY12" fmla="*/ 4587809 h 5858728"/>
                        <a:gd name="connsiteX13" fmla="*/ 1989205 w 8925180"/>
                        <a:gd name="connsiteY13" fmla="*/ 4073026 h 5858728"/>
                        <a:gd name="connsiteX14" fmla="*/ 2046233 w 8925180"/>
                        <a:gd name="connsiteY14" fmla="*/ 3925127 h 5858728"/>
                        <a:gd name="connsiteX15" fmla="*/ 2259917 w 8925180"/>
                        <a:gd name="connsiteY15" fmla="*/ 3773334 h 5858728"/>
                        <a:gd name="connsiteX16" fmla="*/ 2260420 w 8925180"/>
                        <a:gd name="connsiteY16" fmla="*/ 3773641 h 5858728"/>
                        <a:gd name="connsiteX17" fmla="*/ 2259745 w 8925180"/>
                        <a:gd name="connsiteY17" fmla="*/ 3773354 h 5858728"/>
                        <a:gd name="connsiteX18" fmla="*/ 2259917 w 8925180"/>
                        <a:gd name="connsiteY18" fmla="*/ 3773334 h 5858728"/>
                        <a:gd name="connsiteX19" fmla="*/ 2315925 w 8925180"/>
                        <a:gd name="connsiteY19" fmla="*/ 3709127 h 5858728"/>
                        <a:gd name="connsiteX20" fmla="*/ 2248405 w 8925180"/>
                        <a:gd name="connsiteY20" fmla="*/ 3768327 h 5858728"/>
                        <a:gd name="connsiteX21" fmla="*/ 2256714 w 8925180"/>
                        <a:gd name="connsiteY21" fmla="*/ 3772067 h 5858728"/>
                        <a:gd name="connsiteX22" fmla="*/ 2259745 w 8925180"/>
                        <a:gd name="connsiteY22" fmla="*/ 3773354 h 5858728"/>
                        <a:gd name="connsiteX23" fmla="*/ 2258685 w 8925180"/>
                        <a:gd name="connsiteY23" fmla="*/ 3773482 h 5858728"/>
                        <a:gd name="connsiteX24" fmla="*/ 2268513 w 8925180"/>
                        <a:gd name="connsiteY24" fmla="*/ 3780164 h 5858728"/>
                        <a:gd name="connsiteX25" fmla="*/ 2379413 w 8925180"/>
                        <a:gd name="connsiteY25" fmla="*/ 4075583 h 5858728"/>
                        <a:gd name="connsiteX26" fmla="*/ 2090738 w 8925180"/>
                        <a:gd name="connsiteY26" fmla="*/ 3813339 h 5858728"/>
                        <a:gd name="connsiteX27" fmla="*/ 2054269 w 8925180"/>
                        <a:gd name="connsiteY27" fmla="*/ 3707627 h 5858728"/>
                        <a:gd name="connsiteX28" fmla="*/ 1693111 w 8925180"/>
                        <a:gd name="connsiteY28" fmla="*/ 4661938 h 5858728"/>
                        <a:gd name="connsiteX29" fmla="*/ 2184860 w 8925180"/>
                        <a:gd name="connsiteY29" fmla="*/ 5091104 h 5858728"/>
                        <a:gd name="connsiteX30" fmla="*/ 2667148 w 8925180"/>
                        <a:gd name="connsiteY30" fmla="*/ 4660009 h 5858728"/>
                        <a:gd name="connsiteX31" fmla="*/ 2315925 w 8925180"/>
                        <a:gd name="connsiteY31" fmla="*/ 3709127 h 5858728"/>
                        <a:gd name="connsiteX32" fmla="*/ 2482054 w 8925180"/>
                        <a:gd name="connsiteY32" fmla="*/ 3279357 h 5858728"/>
                        <a:gd name="connsiteX33" fmla="*/ 1878642 w 8925180"/>
                        <a:gd name="connsiteY33" fmla="*/ 3279929 h 5858728"/>
                        <a:gd name="connsiteX34" fmla="*/ 1841602 w 8925180"/>
                        <a:gd name="connsiteY34" fmla="*/ 3439228 h 5858728"/>
                        <a:gd name="connsiteX35" fmla="*/ 2120130 w 8925180"/>
                        <a:gd name="connsiteY35" fmla="*/ 3726569 h 5858728"/>
                        <a:gd name="connsiteX36" fmla="*/ 2232643 w 8925180"/>
                        <a:gd name="connsiteY36" fmla="*/ 3741824 h 5858728"/>
                        <a:gd name="connsiteX37" fmla="*/ 2537319 w 8925180"/>
                        <a:gd name="connsiteY37" fmla="*/ 3433968 h 5858728"/>
                        <a:gd name="connsiteX38" fmla="*/ 2482054 w 8925180"/>
                        <a:gd name="connsiteY38" fmla="*/ 3279357 h 5858728"/>
                        <a:gd name="connsiteX39" fmla="*/ 3410751 w 8925180"/>
                        <a:gd name="connsiteY39" fmla="*/ 3027962 h 5858728"/>
                        <a:gd name="connsiteX40" fmla="*/ 3333772 w 8925180"/>
                        <a:gd name="connsiteY40" fmla="*/ 2996318 h 5858728"/>
                        <a:gd name="connsiteX41" fmla="*/ 2979092 w 8925180"/>
                        <a:gd name="connsiteY41" fmla="*/ 2978709 h 5858728"/>
                        <a:gd name="connsiteX42" fmla="*/ 2563372 w 8925180"/>
                        <a:gd name="connsiteY42" fmla="*/ 3254338 h 5858728"/>
                        <a:gd name="connsiteX43" fmla="*/ 2382821 w 8925180"/>
                        <a:gd name="connsiteY43" fmla="*/ 3689332 h 5858728"/>
                        <a:gd name="connsiteX44" fmla="*/ 2746939 w 8925180"/>
                        <a:gd name="connsiteY44" fmla="*/ 4674898 h 5858728"/>
                        <a:gd name="connsiteX45" fmla="*/ 2184702 w 8925180"/>
                        <a:gd name="connsiteY45" fmla="*/ 5175921 h 5858728"/>
                        <a:gd name="connsiteX46" fmla="*/ 1614576 w 8925180"/>
                        <a:gd name="connsiteY46" fmla="*/ 4673723 h 5858728"/>
                        <a:gd name="connsiteX47" fmla="*/ 1993653 w 8925180"/>
                        <a:gd name="connsiteY47" fmla="*/ 3692376 h 5858728"/>
                        <a:gd name="connsiteX48" fmla="*/ 1805436 w 8925180"/>
                        <a:gd name="connsiteY48" fmla="*/ 3261869 h 5858728"/>
                        <a:gd name="connsiteX49" fmla="*/ 1395380 w 8925180"/>
                        <a:gd name="connsiteY49" fmla="*/ 2972526 h 5858728"/>
                        <a:gd name="connsiteX50" fmla="*/ 1032434 w 8925180"/>
                        <a:gd name="connsiteY50" fmla="*/ 2996354 h 5858728"/>
                        <a:gd name="connsiteX51" fmla="*/ 673640 w 8925180"/>
                        <a:gd name="connsiteY51" fmla="*/ 3478975 h 5858728"/>
                        <a:gd name="connsiteX52" fmla="*/ 665233 w 8925180"/>
                        <a:gd name="connsiteY52" fmla="*/ 5181466 h 5858728"/>
                        <a:gd name="connsiteX53" fmla="*/ 1228210 w 8925180"/>
                        <a:gd name="connsiteY53" fmla="*/ 5182572 h 5858728"/>
                        <a:gd name="connsiteX54" fmla="*/ 1230379 w 8925180"/>
                        <a:gd name="connsiteY54" fmla="*/ 3776157 h 5858728"/>
                        <a:gd name="connsiteX55" fmla="*/ 1376348 w 8925180"/>
                        <a:gd name="connsiteY55" fmla="*/ 3751556 h 5858728"/>
                        <a:gd name="connsiteX56" fmla="*/ 1372900 w 8925180"/>
                        <a:gd name="connsiteY56" fmla="*/ 5180612 h 5858728"/>
                        <a:gd name="connsiteX57" fmla="*/ 2990350 w 8925180"/>
                        <a:gd name="connsiteY57" fmla="*/ 5181867 h 5858728"/>
                        <a:gd name="connsiteX58" fmla="*/ 2996744 w 8925180"/>
                        <a:gd name="connsiteY58" fmla="*/ 3751912 h 5858728"/>
                        <a:gd name="connsiteX59" fmla="*/ 3133436 w 8925180"/>
                        <a:gd name="connsiteY59" fmla="*/ 3741510 h 5858728"/>
                        <a:gd name="connsiteX60" fmla="*/ 3121821 w 8925180"/>
                        <a:gd name="connsiteY60" fmla="*/ 5183179 h 5858728"/>
                        <a:gd name="connsiteX61" fmla="*/ 3686232 w 8925180"/>
                        <a:gd name="connsiteY61" fmla="*/ 5182347 h 5858728"/>
                        <a:gd name="connsiteX62" fmla="*/ 3691473 w 8925180"/>
                        <a:gd name="connsiteY62" fmla="*/ 3478402 h 5858728"/>
                        <a:gd name="connsiteX63" fmla="*/ 3410751 w 8925180"/>
                        <a:gd name="connsiteY63" fmla="*/ 3027962 h 5858728"/>
                        <a:gd name="connsiteX64" fmla="*/ 3136776 w 8925180"/>
                        <a:gd name="connsiteY64" fmla="*/ 1889907 h 5858728"/>
                        <a:gd name="connsiteX65" fmla="*/ 2203072 w 8925180"/>
                        <a:gd name="connsiteY65" fmla="*/ 1725263 h 5858728"/>
                        <a:gd name="connsiteX66" fmla="*/ 2300379 w 8925180"/>
                        <a:gd name="connsiteY66" fmla="*/ 1923326 h 5858728"/>
                        <a:gd name="connsiteX67" fmla="*/ 1188791 w 8925180"/>
                        <a:gd name="connsiteY67" fmla="*/ 2040152 h 5858728"/>
                        <a:gd name="connsiteX68" fmla="*/ 2271604 w 8925180"/>
                        <a:gd name="connsiteY68" fmla="*/ 3250645 h 5858728"/>
                        <a:gd name="connsiteX69" fmla="*/ 3136776 w 8925180"/>
                        <a:gd name="connsiteY69" fmla="*/ 1889907 h 5858728"/>
                        <a:gd name="connsiteX70" fmla="*/ 2717485 w 8925180"/>
                        <a:gd name="connsiteY70" fmla="*/ 1393444 h 5858728"/>
                        <a:gd name="connsiteX71" fmla="*/ 1883384 w 8925180"/>
                        <a:gd name="connsiteY71" fmla="*/ 1285665 h 5858728"/>
                        <a:gd name="connsiteX72" fmla="*/ 1222141 w 8925180"/>
                        <a:gd name="connsiteY72" fmla="*/ 1956867 h 5858728"/>
                        <a:gd name="connsiteX73" fmla="*/ 2190065 w 8925180"/>
                        <a:gd name="connsiteY73" fmla="*/ 1843866 h 5858728"/>
                        <a:gd name="connsiteX74" fmla="*/ 2106198 w 8925180"/>
                        <a:gd name="connsiteY74" fmla="*/ 1659192 h 5858728"/>
                        <a:gd name="connsiteX75" fmla="*/ 3105346 w 8925180"/>
                        <a:gd name="connsiteY75" fmla="*/ 1825795 h 5858728"/>
                        <a:gd name="connsiteX76" fmla="*/ 2717485 w 8925180"/>
                        <a:gd name="connsiteY76" fmla="*/ 1393444 h 5858728"/>
                        <a:gd name="connsiteX77" fmla="*/ 8150482 w 8925180"/>
                        <a:gd name="connsiteY77" fmla="*/ 4451277 h 5858728"/>
                        <a:gd name="connsiteX78" fmla="*/ 8107801 w 8925180"/>
                        <a:gd name="connsiteY78" fmla="*/ 4442632 h 5858728"/>
                        <a:gd name="connsiteX79" fmla="*/ 4582685 w 8925180"/>
                        <a:gd name="connsiteY79" fmla="*/ 4440312 h 5858728"/>
                        <a:gd name="connsiteX80" fmla="*/ 4472947 w 8925180"/>
                        <a:gd name="connsiteY80" fmla="*/ 4549907 h 5858728"/>
                        <a:gd name="connsiteX81" fmla="*/ 4472887 w 8925180"/>
                        <a:gd name="connsiteY81" fmla="*/ 4641332 h 5858728"/>
                        <a:gd name="connsiteX82" fmla="*/ 4582481 w 8925180"/>
                        <a:gd name="connsiteY82" fmla="*/ 4751069 h 5858728"/>
                        <a:gd name="connsiteX83" fmla="*/ 8107596 w 8925180"/>
                        <a:gd name="connsiteY83" fmla="*/ 4753388 h 5858728"/>
                        <a:gd name="connsiteX84" fmla="*/ 8217334 w 8925180"/>
                        <a:gd name="connsiteY84" fmla="*/ 4643794 h 5858728"/>
                        <a:gd name="connsiteX85" fmla="*/ 8217394 w 8925180"/>
                        <a:gd name="connsiteY85" fmla="*/ 4552369 h 5858728"/>
                        <a:gd name="connsiteX86" fmla="*/ 8150482 w 8925180"/>
                        <a:gd name="connsiteY86" fmla="*/ 4451277 h 5858728"/>
                        <a:gd name="connsiteX87" fmla="*/ 8148049 w 8925180"/>
                        <a:gd name="connsiteY87" fmla="*/ 3694350 h 5858728"/>
                        <a:gd name="connsiteX88" fmla="*/ 8105367 w 8925180"/>
                        <a:gd name="connsiteY88" fmla="*/ 3685704 h 5858728"/>
                        <a:gd name="connsiteX89" fmla="*/ 4580253 w 8925180"/>
                        <a:gd name="connsiteY89" fmla="*/ 3683387 h 5858728"/>
                        <a:gd name="connsiteX90" fmla="*/ 4470515 w 8925180"/>
                        <a:gd name="connsiteY90" fmla="*/ 3792981 h 5858728"/>
                        <a:gd name="connsiteX91" fmla="*/ 4470455 w 8925180"/>
                        <a:gd name="connsiteY91" fmla="*/ 3884406 h 5858728"/>
                        <a:gd name="connsiteX92" fmla="*/ 4580048 w 8925180"/>
                        <a:gd name="connsiteY92" fmla="*/ 3994144 h 5858728"/>
                        <a:gd name="connsiteX93" fmla="*/ 8105163 w 8925180"/>
                        <a:gd name="connsiteY93" fmla="*/ 3996461 h 5858728"/>
                        <a:gd name="connsiteX94" fmla="*/ 8214901 w 8925180"/>
                        <a:gd name="connsiteY94" fmla="*/ 3886867 h 5858728"/>
                        <a:gd name="connsiteX95" fmla="*/ 8214961 w 8925180"/>
                        <a:gd name="connsiteY95" fmla="*/ 3795443 h 5858728"/>
                        <a:gd name="connsiteX96" fmla="*/ 8148049 w 8925180"/>
                        <a:gd name="connsiteY96" fmla="*/ 3694350 h 5858728"/>
                        <a:gd name="connsiteX97" fmla="*/ 8152570 w 8925180"/>
                        <a:gd name="connsiteY97" fmla="*/ 2963452 h 5858728"/>
                        <a:gd name="connsiteX98" fmla="*/ 8109889 w 8925180"/>
                        <a:gd name="connsiteY98" fmla="*/ 2954806 h 5858728"/>
                        <a:gd name="connsiteX99" fmla="*/ 4584774 w 8925180"/>
                        <a:gd name="connsiteY99" fmla="*/ 2952488 h 5858728"/>
                        <a:gd name="connsiteX100" fmla="*/ 4475036 w 8925180"/>
                        <a:gd name="connsiteY100" fmla="*/ 3062082 h 5858728"/>
                        <a:gd name="connsiteX101" fmla="*/ 4474976 w 8925180"/>
                        <a:gd name="connsiteY101" fmla="*/ 3153507 h 5858728"/>
                        <a:gd name="connsiteX102" fmla="*/ 4584570 w 8925180"/>
                        <a:gd name="connsiteY102" fmla="*/ 3263245 h 5858728"/>
                        <a:gd name="connsiteX103" fmla="*/ 8109684 w 8925180"/>
                        <a:gd name="connsiteY103" fmla="*/ 3265563 h 5858728"/>
                        <a:gd name="connsiteX104" fmla="*/ 8219422 w 8925180"/>
                        <a:gd name="connsiteY104" fmla="*/ 3155969 h 5858728"/>
                        <a:gd name="connsiteX105" fmla="*/ 8219483 w 8925180"/>
                        <a:gd name="connsiteY105" fmla="*/ 3064544 h 5858728"/>
                        <a:gd name="connsiteX106" fmla="*/ 8152570 w 8925180"/>
                        <a:gd name="connsiteY106" fmla="*/ 2963452 h 5858728"/>
                        <a:gd name="connsiteX107" fmla="*/ 8145669 w 8925180"/>
                        <a:gd name="connsiteY107" fmla="*/ 2233284 h 5858728"/>
                        <a:gd name="connsiteX108" fmla="*/ 8102988 w 8925180"/>
                        <a:gd name="connsiteY108" fmla="*/ 2224637 h 5858728"/>
                        <a:gd name="connsiteX109" fmla="*/ 4577874 w 8925180"/>
                        <a:gd name="connsiteY109" fmla="*/ 2222320 h 5858728"/>
                        <a:gd name="connsiteX110" fmla="*/ 4468135 w 8925180"/>
                        <a:gd name="connsiteY110" fmla="*/ 2331915 h 5858728"/>
                        <a:gd name="connsiteX111" fmla="*/ 4468075 w 8925180"/>
                        <a:gd name="connsiteY111" fmla="*/ 2423339 h 5858728"/>
                        <a:gd name="connsiteX112" fmla="*/ 4577669 w 8925180"/>
                        <a:gd name="connsiteY112" fmla="*/ 2533077 h 5858728"/>
                        <a:gd name="connsiteX113" fmla="*/ 8102784 w 8925180"/>
                        <a:gd name="connsiteY113" fmla="*/ 2535394 h 5858728"/>
                        <a:gd name="connsiteX114" fmla="*/ 8212522 w 8925180"/>
                        <a:gd name="connsiteY114" fmla="*/ 2425800 h 5858728"/>
                        <a:gd name="connsiteX115" fmla="*/ 8212582 w 8925180"/>
                        <a:gd name="connsiteY115" fmla="*/ 2334375 h 5858728"/>
                        <a:gd name="connsiteX116" fmla="*/ 8145669 w 8925180"/>
                        <a:gd name="connsiteY116" fmla="*/ 2233284 h 5858728"/>
                        <a:gd name="connsiteX117" fmla="*/ 8449565 w 8925180"/>
                        <a:gd name="connsiteY117" fmla="*/ 109688 h 5858728"/>
                        <a:gd name="connsiteX118" fmla="*/ 8925180 w 8925180"/>
                        <a:gd name="connsiteY118" fmla="*/ 908806 h 5858728"/>
                        <a:gd name="connsiteX119" fmla="*/ 8925180 w 8925180"/>
                        <a:gd name="connsiteY119" fmla="*/ 4949923 h 5858728"/>
                        <a:gd name="connsiteX120" fmla="*/ 8016374 w 8925180"/>
                        <a:gd name="connsiteY120" fmla="*/ 5858728 h 5858728"/>
                        <a:gd name="connsiteX121" fmla="*/ 908806 w 8925180"/>
                        <a:gd name="connsiteY121" fmla="*/ 5858728 h 5858728"/>
                        <a:gd name="connsiteX122" fmla="*/ 25278 w 8925180"/>
                        <a:gd name="connsiteY122" fmla="*/ 4949707 h 5858728"/>
                        <a:gd name="connsiteX123" fmla="*/ 0 w 8925180"/>
                        <a:gd name="connsiteY123" fmla="*/ 908806 h 5858728"/>
                        <a:gd name="connsiteX124" fmla="*/ 908806 w 8925180"/>
                        <a:gd name="connsiteY124" fmla="*/ 0 h 5858728"/>
                        <a:gd name="connsiteX125" fmla="*/ 2008600 w 8925180"/>
                        <a:gd name="connsiteY125" fmla="*/ 0 h 5858728"/>
                        <a:gd name="connsiteX126" fmla="*/ 2008600 w 8925180"/>
                        <a:gd name="connsiteY126" fmla="*/ 498540 h 5858728"/>
                        <a:gd name="connsiteX127" fmla="*/ 2620520 w 8925180"/>
                        <a:gd name="connsiteY127" fmla="*/ 1110460 h 5858728"/>
                        <a:gd name="connsiteX128" fmla="*/ 6296783 w 8925180"/>
                        <a:gd name="connsiteY128" fmla="*/ 1085186 h 5858728"/>
                        <a:gd name="connsiteX129" fmla="*/ 6908909 w 8925180"/>
                        <a:gd name="connsiteY129" fmla="*/ 498540 h 5858728"/>
                        <a:gd name="connsiteX130" fmla="*/ 6908909 w 8925180"/>
                        <a:gd name="connsiteY130" fmla="*/ 0 h 5858728"/>
                        <a:gd name="connsiteX131" fmla="*/ 8016374 w 8925180"/>
                        <a:gd name="connsiteY131" fmla="*/ 0 h 5858728"/>
                        <a:gd name="connsiteX132" fmla="*/ 8449565 w 8925180"/>
                        <a:gd name="connsiteY132" fmla="*/ 109688 h 5858728"/>
                        <a:gd name="connsiteX0" fmla="*/ 1875541 w 8950465"/>
                        <a:gd name="connsiteY0" fmla="*/ 4432622 h 5858728"/>
                        <a:gd name="connsiteX1" fmla="*/ 2379876 w 8950465"/>
                        <a:gd name="connsiteY1" fmla="*/ 4887349 h 5858728"/>
                        <a:gd name="connsiteX2" fmla="*/ 2260469 w 8950465"/>
                        <a:gd name="connsiteY2" fmla="*/ 4987528 h 5858728"/>
                        <a:gd name="connsiteX3" fmla="*/ 1824034 w 8950465"/>
                        <a:gd name="connsiteY3" fmla="*/ 4589127 h 5858728"/>
                        <a:gd name="connsiteX4" fmla="*/ 1875541 w 8950465"/>
                        <a:gd name="connsiteY4" fmla="*/ 4432622 h 5858728"/>
                        <a:gd name="connsiteX5" fmla="*/ 1972968 w 8950465"/>
                        <a:gd name="connsiteY5" fmla="*/ 4178550 h 5858728"/>
                        <a:gd name="connsiteX6" fmla="*/ 2574344 w 8950465"/>
                        <a:gd name="connsiteY6" fmla="*/ 4709227 h 5858728"/>
                        <a:gd name="connsiteX7" fmla="*/ 2460881 w 8950465"/>
                        <a:gd name="connsiteY7" fmla="*/ 4809499 h 5858728"/>
                        <a:gd name="connsiteX8" fmla="*/ 1922858 w 8950465"/>
                        <a:gd name="connsiteY8" fmla="*/ 4327451 h 5858728"/>
                        <a:gd name="connsiteX9" fmla="*/ 1972968 w 8950465"/>
                        <a:gd name="connsiteY9" fmla="*/ 4178550 h 5858728"/>
                        <a:gd name="connsiteX10" fmla="*/ 2071518 w 8950465"/>
                        <a:gd name="connsiteY10" fmla="*/ 3925127 h 5858728"/>
                        <a:gd name="connsiteX11" fmla="*/ 2483238 w 8950465"/>
                        <a:gd name="connsiteY11" fmla="*/ 4293656 h 5858728"/>
                        <a:gd name="connsiteX12" fmla="*/ 2593566 w 8950465"/>
                        <a:gd name="connsiteY12" fmla="*/ 4587809 h 5858728"/>
                        <a:gd name="connsiteX13" fmla="*/ 2014490 w 8950465"/>
                        <a:gd name="connsiteY13" fmla="*/ 4073026 h 5858728"/>
                        <a:gd name="connsiteX14" fmla="*/ 2071518 w 8950465"/>
                        <a:gd name="connsiteY14" fmla="*/ 3925127 h 5858728"/>
                        <a:gd name="connsiteX15" fmla="*/ 2285202 w 8950465"/>
                        <a:gd name="connsiteY15" fmla="*/ 3773334 h 5858728"/>
                        <a:gd name="connsiteX16" fmla="*/ 2285705 w 8950465"/>
                        <a:gd name="connsiteY16" fmla="*/ 3773641 h 5858728"/>
                        <a:gd name="connsiteX17" fmla="*/ 2285030 w 8950465"/>
                        <a:gd name="connsiteY17" fmla="*/ 3773354 h 5858728"/>
                        <a:gd name="connsiteX18" fmla="*/ 2285202 w 8950465"/>
                        <a:gd name="connsiteY18" fmla="*/ 3773334 h 5858728"/>
                        <a:gd name="connsiteX19" fmla="*/ 2341210 w 8950465"/>
                        <a:gd name="connsiteY19" fmla="*/ 3709127 h 5858728"/>
                        <a:gd name="connsiteX20" fmla="*/ 2273690 w 8950465"/>
                        <a:gd name="connsiteY20" fmla="*/ 3768327 h 5858728"/>
                        <a:gd name="connsiteX21" fmla="*/ 2281999 w 8950465"/>
                        <a:gd name="connsiteY21" fmla="*/ 3772067 h 5858728"/>
                        <a:gd name="connsiteX22" fmla="*/ 2285030 w 8950465"/>
                        <a:gd name="connsiteY22" fmla="*/ 3773354 h 5858728"/>
                        <a:gd name="connsiteX23" fmla="*/ 2283970 w 8950465"/>
                        <a:gd name="connsiteY23" fmla="*/ 3773482 h 5858728"/>
                        <a:gd name="connsiteX24" fmla="*/ 2293798 w 8950465"/>
                        <a:gd name="connsiteY24" fmla="*/ 3780164 h 5858728"/>
                        <a:gd name="connsiteX25" fmla="*/ 2404698 w 8950465"/>
                        <a:gd name="connsiteY25" fmla="*/ 4075583 h 5858728"/>
                        <a:gd name="connsiteX26" fmla="*/ 2116023 w 8950465"/>
                        <a:gd name="connsiteY26" fmla="*/ 3813339 h 5858728"/>
                        <a:gd name="connsiteX27" fmla="*/ 2079554 w 8950465"/>
                        <a:gd name="connsiteY27" fmla="*/ 3707627 h 5858728"/>
                        <a:gd name="connsiteX28" fmla="*/ 1718396 w 8950465"/>
                        <a:gd name="connsiteY28" fmla="*/ 4661938 h 5858728"/>
                        <a:gd name="connsiteX29" fmla="*/ 2210145 w 8950465"/>
                        <a:gd name="connsiteY29" fmla="*/ 5091104 h 5858728"/>
                        <a:gd name="connsiteX30" fmla="*/ 2692433 w 8950465"/>
                        <a:gd name="connsiteY30" fmla="*/ 4660009 h 5858728"/>
                        <a:gd name="connsiteX31" fmla="*/ 2341210 w 8950465"/>
                        <a:gd name="connsiteY31" fmla="*/ 3709127 h 5858728"/>
                        <a:gd name="connsiteX32" fmla="*/ 2507339 w 8950465"/>
                        <a:gd name="connsiteY32" fmla="*/ 3279357 h 5858728"/>
                        <a:gd name="connsiteX33" fmla="*/ 1903927 w 8950465"/>
                        <a:gd name="connsiteY33" fmla="*/ 3279929 h 5858728"/>
                        <a:gd name="connsiteX34" fmla="*/ 1866887 w 8950465"/>
                        <a:gd name="connsiteY34" fmla="*/ 3439228 h 5858728"/>
                        <a:gd name="connsiteX35" fmla="*/ 2145415 w 8950465"/>
                        <a:gd name="connsiteY35" fmla="*/ 3726569 h 5858728"/>
                        <a:gd name="connsiteX36" fmla="*/ 2257928 w 8950465"/>
                        <a:gd name="connsiteY36" fmla="*/ 3741824 h 5858728"/>
                        <a:gd name="connsiteX37" fmla="*/ 2562604 w 8950465"/>
                        <a:gd name="connsiteY37" fmla="*/ 3433968 h 5858728"/>
                        <a:gd name="connsiteX38" fmla="*/ 2507339 w 8950465"/>
                        <a:gd name="connsiteY38" fmla="*/ 3279357 h 5858728"/>
                        <a:gd name="connsiteX39" fmla="*/ 3436036 w 8950465"/>
                        <a:gd name="connsiteY39" fmla="*/ 3027962 h 5858728"/>
                        <a:gd name="connsiteX40" fmla="*/ 3359057 w 8950465"/>
                        <a:gd name="connsiteY40" fmla="*/ 2996318 h 5858728"/>
                        <a:gd name="connsiteX41" fmla="*/ 3004377 w 8950465"/>
                        <a:gd name="connsiteY41" fmla="*/ 2978709 h 5858728"/>
                        <a:gd name="connsiteX42" fmla="*/ 2588657 w 8950465"/>
                        <a:gd name="connsiteY42" fmla="*/ 3254338 h 5858728"/>
                        <a:gd name="connsiteX43" fmla="*/ 2408106 w 8950465"/>
                        <a:gd name="connsiteY43" fmla="*/ 3689332 h 5858728"/>
                        <a:gd name="connsiteX44" fmla="*/ 2772224 w 8950465"/>
                        <a:gd name="connsiteY44" fmla="*/ 4674898 h 5858728"/>
                        <a:gd name="connsiteX45" fmla="*/ 2209987 w 8950465"/>
                        <a:gd name="connsiteY45" fmla="*/ 5175921 h 5858728"/>
                        <a:gd name="connsiteX46" fmla="*/ 1639861 w 8950465"/>
                        <a:gd name="connsiteY46" fmla="*/ 4673723 h 5858728"/>
                        <a:gd name="connsiteX47" fmla="*/ 2018938 w 8950465"/>
                        <a:gd name="connsiteY47" fmla="*/ 3692376 h 5858728"/>
                        <a:gd name="connsiteX48" fmla="*/ 1830721 w 8950465"/>
                        <a:gd name="connsiteY48" fmla="*/ 3261869 h 5858728"/>
                        <a:gd name="connsiteX49" fmla="*/ 1420665 w 8950465"/>
                        <a:gd name="connsiteY49" fmla="*/ 2972526 h 5858728"/>
                        <a:gd name="connsiteX50" fmla="*/ 1057719 w 8950465"/>
                        <a:gd name="connsiteY50" fmla="*/ 2996354 h 5858728"/>
                        <a:gd name="connsiteX51" fmla="*/ 698925 w 8950465"/>
                        <a:gd name="connsiteY51" fmla="*/ 3478975 h 5858728"/>
                        <a:gd name="connsiteX52" fmla="*/ 690518 w 8950465"/>
                        <a:gd name="connsiteY52" fmla="*/ 5181466 h 5858728"/>
                        <a:gd name="connsiteX53" fmla="*/ 1253495 w 8950465"/>
                        <a:gd name="connsiteY53" fmla="*/ 5182572 h 5858728"/>
                        <a:gd name="connsiteX54" fmla="*/ 1255664 w 8950465"/>
                        <a:gd name="connsiteY54" fmla="*/ 3776157 h 5858728"/>
                        <a:gd name="connsiteX55" fmla="*/ 1401633 w 8950465"/>
                        <a:gd name="connsiteY55" fmla="*/ 3751556 h 5858728"/>
                        <a:gd name="connsiteX56" fmla="*/ 1398185 w 8950465"/>
                        <a:gd name="connsiteY56" fmla="*/ 5180612 h 5858728"/>
                        <a:gd name="connsiteX57" fmla="*/ 3015635 w 8950465"/>
                        <a:gd name="connsiteY57" fmla="*/ 5181867 h 5858728"/>
                        <a:gd name="connsiteX58" fmla="*/ 3022029 w 8950465"/>
                        <a:gd name="connsiteY58" fmla="*/ 3751912 h 5858728"/>
                        <a:gd name="connsiteX59" fmla="*/ 3158721 w 8950465"/>
                        <a:gd name="connsiteY59" fmla="*/ 3741510 h 5858728"/>
                        <a:gd name="connsiteX60" fmla="*/ 3147106 w 8950465"/>
                        <a:gd name="connsiteY60" fmla="*/ 5183179 h 5858728"/>
                        <a:gd name="connsiteX61" fmla="*/ 3711517 w 8950465"/>
                        <a:gd name="connsiteY61" fmla="*/ 5182347 h 5858728"/>
                        <a:gd name="connsiteX62" fmla="*/ 3716758 w 8950465"/>
                        <a:gd name="connsiteY62" fmla="*/ 3478402 h 5858728"/>
                        <a:gd name="connsiteX63" fmla="*/ 3436036 w 8950465"/>
                        <a:gd name="connsiteY63" fmla="*/ 3027962 h 5858728"/>
                        <a:gd name="connsiteX64" fmla="*/ 3162061 w 8950465"/>
                        <a:gd name="connsiteY64" fmla="*/ 1889907 h 5858728"/>
                        <a:gd name="connsiteX65" fmla="*/ 2228357 w 8950465"/>
                        <a:gd name="connsiteY65" fmla="*/ 1725263 h 5858728"/>
                        <a:gd name="connsiteX66" fmla="*/ 2325664 w 8950465"/>
                        <a:gd name="connsiteY66" fmla="*/ 1923326 h 5858728"/>
                        <a:gd name="connsiteX67" fmla="*/ 1214076 w 8950465"/>
                        <a:gd name="connsiteY67" fmla="*/ 2040152 h 5858728"/>
                        <a:gd name="connsiteX68" fmla="*/ 2296889 w 8950465"/>
                        <a:gd name="connsiteY68" fmla="*/ 3250645 h 5858728"/>
                        <a:gd name="connsiteX69" fmla="*/ 3162061 w 8950465"/>
                        <a:gd name="connsiteY69" fmla="*/ 1889907 h 5858728"/>
                        <a:gd name="connsiteX70" fmla="*/ 2742770 w 8950465"/>
                        <a:gd name="connsiteY70" fmla="*/ 1393444 h 5858728"/>
                        <a:gd name="connsiteX71" fmla="*/ 1908669 w 8950465"/>
                        <a:gd name="connsiteY71" fmla="*/ 1285665 h 5858728"/>
                        <a:gd name="connsiteX72" fmla="*/ 1247426 w 8950465"/>
                        <a:gd name="connsiteY72" fmla="*/ 1956867 h 5858728"/>
                        <a:gd name="connsiteX73" fmla="*/ 2215350 w 8950465"/>
                        <a:gd name="connsiteY73" fmla="*/ 1843866 h 5858728"/>
                        <a:gd name="connsiteX74" fmla="*/ 2131483 w 8950465"/>
                        <a:gd name="connsiteY74" fmla="*/ 1659192 h 5858728"/>
                        <a:gd name="connsiteX75" fmla="*/ 3130631 w 8950465"/>
                        <a:gd name="connsiteY75" fmla="*/ 1825795 h 5858728"/>
                        <a:gd name="connsiteX76" fmla="*/ 2742770 w 8950465"/>
                        <a:gd name="connsiteY76" fmla="*/ 1393444 h 5858728"/>
                        <a:gd name="connsiteX77" fmla="*/ 8175767 w 8950465"/>
                        <a:gd name="connsiteY77" fmla="*/ 4451277 h 5858728"/>
                        <a:gd name="connsiteX78" fmla="*/ 8133086 w 8950465"/>
                        <a:gd name="connsiteY78" fmla="*/ 4442632 h 5858728"/>
                        <a:gd name="connsiteX79" fmla="*/ 4607970 w 8950465"/>
                        <a:gd name="connsiteY79" fmla="*/ 4440312 h 5858728"/>
                        <a:gd name="connsiteX80" fmla="*/ 4498232 w 8950465"/>
                        <a:gd name="connsiteY80" fmla="*/ 4549907 h 5858728"/>
                        <a:gd name="connsiteX81" fmla="*/ 4498172 w 8950465"/>
                        <a:gd name="connsiteY81" fmla="*/ 4641332 h 5858728"/>
                        <a:gd name="connsiteX82" fmla="*/ 4607766 w 8950465"/>
                        <a:gd name="connsiteY82" fmla="*/ 4751069 h 5858728"/>
                        <a:gd name="connsiteX83" fmla="*/ 8132881 w 8950465"/>
                        <a:gd name="connsiteY83" fmla="*/ 4753388 h 5858728"/>
                        <a:gd name="connsiteX84" fmla="*/ 8242619 w 8950465"/>
                        <a:gd name="connsiteY84" fmla="*/ 4643794 h 5858728"/>
                        <a:gd name="connsiteX85" fmla="*/ 8242679 w 8950465"/>
                        <a:gd name="connsiteY85" fmla="*/ 4552369 h 5858728"/>
                        <a:gd name="connsiteX86" fmla="*/ 8175767 w 8950465"/>
                        <a:gd name="connsiteY86" fmla="*/ 4451277 h 5858728"/>
                        <a:gd name="connsiteX87" fmla="*/ 8173334 w 8950465"/>
                        <a:gd name="connsiteY87" fmla="*/ 3694350 h 5858728"/>
                        <a:gd name="connsiteX88" fmla="*/ 8130652 w 8950465"/>
                        <a:gd name="connsiteY88" fmla="*/ 3685704 h 5858728"/>
                        <a:gd name="connsiteX89" fmla="*/ 4605538 w 8950465"/>
                        <a:gd name="connsiteY89" fmla="*/ 3683387 h 5858728"/>
                        <a:gd name="connsiteX90" fmla="*/ 4495800 w 8950465"/>
                        <a:gd name="connsiteY90" fmla="*/ 3792981 h 5858728"/>
                        <a:gd name="connsiteX91" fmla="*/ 4495740 w 8950465"/>
                        <a:gd name="connsiteY91" fmla="*/ 3884406 h 5858728"/>
                        <a:gd name="connsiteX92" fmla="*/ 4605333 w 8950465"/>
                        <a:gd name="connsiteY92" fmla="*/ 3994144 h 5858728"/>
                        <a:gd name="connsiteX93" fmla="*/ 8130448 w 8950465"/>
                        <a:gd name="connsiteY93" fmla="*/ 3996461 h 5858728"/>
                        <a:gd name="connsiteX94" fmla="*/ 8240186 w 8950465"/>
                        <a:gd name="connsiteY94" fmla="*/ 3886867 h 5858728"/>
                        <a:gd name="connsiteX95" fmla="*/ 8240246 w 8950465"/>
                        <a:gd name="connsiteY95" fmla="*/ 3795443 h 5858728"/>
                        <a:gd name="connsiteX96" fmla="*/ 8173334 w 8950465"/>
                        <a:gd name="connsiteY96" fmla="*/ 3694350 h 5858728"/>
                        <a:gd name="connsiteX97" fmla="*/ 8177855 w 8950465"/>
                        <a:gd name="connsiteY97" fmla="*/ 2963452 h 5858728"/>
                        <a:gd name="connsiteX98" fmla="*/ 8135174 w 8950465"/>
                        <a:gd name="connsiteY98" fmla="*/ 2954806 h 5858728"/>
                        <a:gd name="connsiteX99" fmla="*/ 4610059 w 8950465"/>
                        <a:gd name="connsiteY99" fmla="*/ 2952488 h 5858728"/>
                        <a:gd name="connsiteX100" fmla="*/ 4500321 w 8950465"/>
                        <a:gd name="connsiteY100" fmla="*/ 3062082 h 5858728"/>
                        <a:gd name="connsiteX101" fmla="*/ 4500261 w 8950465"/>
                        <a:gd name="connsiteY101" fmla="*/ 3153507 h 5858728"/>
                        <a:gd name="connsiteX102" fmla="*/ 4609855 w 8950465"/>
                        <a:gd name="connsiteY102" fmla="*/ 3263245 h 5858728"/>
                        <a:gd name="connsiteX103" fmla="*/ 8134969 w 8950465"/>
                        <a:gd name="connsiteY103" fmla="*/ 3265563 h 5858728"/>
                        <a:gd name="connsiteX104" fmla="*/ 8244707 w 8950465"/>
                        <a:gd name="connsiteY104" fmla="*/ 3155969 h 5858728"/>
                        <a:gd name="connsiteX105" fmla="*/ 8244768 w 8950465"/>
                        <a:gd name="connsiteY105" fmla="*/ 3064544 h 5858728"/>
                        <a:gd name="connsiteX106" fmla="*/ 8177855 w 8950465"/>
                        <a:gd name="connsiteY106" fmla="*/ 2963452 h 5858728"/>
                        <a:gd name="connsiteX107" fmla="*/ 8170954 w 8950465"/>
                        <a:gd name="connsiteY107" fmla="*/ 2233284 h 5858728"/>
                        <a:gd name="connsiteX108" fmla="*/ 8128273 w 8950465"/>
                        <a:gd name="connsiteY108" fmla="*/ 2224637 h 5858728"/>
                        <a:gd name="connsiteX109" fmla="*/ 4603159 w 8950465"/>
                        <a:gd name="connsiteY109" fmla="*/ 2222320 h 5858728"/>
                        <a:gd name="connsiteX110" fmla="*/ 4493420 w 8950465"/>
                        <a:gd name="connsiteY110" fmla="*/ 2331915 h 5858728"/>
                        <a:gd name="connsiteX111" fmla="*/ 4493360 w 8950465"/>
                        <a:gd name="connsiteY111" fmla="*/ 2423339 h 5858728"/>
                        <a:gd name="connsiteX112" fmla="*/ 4602954 w 8950465"/>
                        <a:gd name="connsiteY112" fmla="*/ 2533077 h 5858728"/>
                        <a:gd name="connsiteX113" fmla="*/ 8128069 w 8950465"/>
                        <a:gd name="connsiteY113" fmla="*/ 2535394 h 5858728"/>
                        <a:gd name="connsiteX114" fmla="*/ 8237807 w 8950465"/>
                        <a:gd name="connsiteY114" fmla="*/ 2425800 h 5858728"/>
                        <a:gd name="connsiteX115" fmla="*/ 8237867 w 8950465"/>
                        <a:gd name="connsiteY115" fmla="*/ 2334375 h 5858728"/>
                        <a:gd name="connsiteX116" fmla="*/ 8170954 w 8950465"/>
                        <a:gd name="connsiteY116" fmla="*/ 2233284 h 5858728"/>
                        <a:gd name="connsiteX117" fmla="*/ 8474850 w 8950465"/>
                        <a:gd name="connsiteY117" fmla="*/ 109688 h 5858728"/>
                        <a:gd name="connsiteX118" fmla="*/ 8950465 w 8950465"/>
                        <a:gd name="connsiteY118" fmla="*/ 908806 h 5858728"/>
                        <a:gd name="connsiteX119" fmla="*/ 8950465 w 8950465"/>
                        <a:gd name="connsiteY119" fmla="*/ 4949923 h 5858728"/>
                        <a:gd name="connsiteX120" fmla="*/ 8041659 w 8950465"/>
                        <a:gd name="connsiteY120" fmla="*/ 5858728 h 5858728"/>
                        <a:gd name="connsiteX121" fmla="*/ 934091 w 8950465"/>
                        <a:gd name="connsiteY121" fmla="*/ 5858728 h 5858728"/>
                        <a:gd name="connsiteX122" fmla="*/ 50563 w 8950465"/>
                        <a:gd name="connsiteY122" fmla="*/ 4949707 h 5858728"/>
                        <a:gd name="connsiteX123" fmla="*/ -2 w 8950465"/>
                        <a:gd name="connsiteY123" fmla="*/ 909018 h 5858728"/>
                        <a:gd name="connsiteX124" fmla="*/ 934091 w 8950465"/>
                        <a:gd name="connsiteY124" fmla="*/ 0 h 5858728"/>
                        <a:gd name="connsiteX125" fmla="*/ 2033885 w 8950465"/>
                        <a:gd name="connsiteY125" fmla="*/ 0 h 5858728"/>
                        <a:gd name="connsiteX126" fmla="*/ 2033885 w 8950465"/>
                        <a:gd name="connsiteY126" fmla="*/ 498540 h 5858728"/>
                        <a:gd name="connsiteX127" fmla="*/ 2645805 w 8950465"/>
                        <a:gd name="connsiteY127" fmla="*/ 1110460 h 5858728"/>
                        <a:gd name="connsiteX128" fmla="*/ 6322068 w 8950465"/>
                        <a:gd name="connsiteY128" fmla="*/ 1085186 h 5858728"/>
                        <a:gd name="connsiteX129" fmla="*/ 6934194 w 8950465"/>
                        <a:gd name="connsiteY129" fmla="*/ 498540 h 5858728"/>
                        <a:gd name="connsiteX130" fmla="*/ 6934194 w 8950465"/>
                        <a:gd name="connsiteY130" fmla="*/ 0 h 5858728"/>
                        <a:gd name="connsiteX131" fmla="*/ 8041659 w 8950465"/>
                        <a:gd name="connsiteY131" fmla="*/ 0 h 5858728"/>
                        <a:gd name="connsiteX132" fmla="*/ 8474850 w 8950465"/>
                        <a:gd name="connsiteY132" fmla="*/ 109688 h 5858728"/>
                        <a:gd name="connsiteX0" fmla="*/ 1875541 w 8950465"/>
                        <a:gd name="connsiteY0" fmla="*/ 4432622 h 5858728"/>
                        <a:gd name="connsiteX1" fmla="*/ 2379876 w 8950465"/>
                        <a:gd name="connsiteY1" fmla="*/ 4887349 h 5858728"/>
                        <a:gd name="connsiteX2" fmla="*/ 2260469 w 8950465"/>
                        <a:gd name="connsiteY2" fmla="*/ 4987528 h 5858728"/>
                        <a:gd name="connsiteX3" fmla="*/ 1824034 w 8950465"/>
                        <a:gd name="connsiteY3" fmla="*/ 4589127 h 5858728"/>
                        <a:gd name="connsiteX4" fmla="*/ 1875541 w 8950465"/>
                        <a:gd name="connsiteY4" fmla="*/ 4432622 h 5858728"/>
                        <a:gd name="connsiteX5" fmla="*/ 1972968 w 8950465"/>
                        <a:gd name="connsiteY5" fmla="*/ 4178550 h 5858728"/>
                        <a:gd name="connsiteX6" fmla="*/ 2574344 w 8950465"/>
                        <a:gd name="connsiteY6" fmla="*/ 4709227 h 5858728"/>
                        <a:gd name="connsiteX7" fmla="*/ 2460881 w 8950465"/>
                        <a:gd name="connsiteY7" fmla="*/ 4809499 h 5858728"/>
                        <a:gd name="connsiteX8" fmla="*/ 1922858 w 8950465"/>
                        <a:gd name="connsiteY8" fmla="*/ 4327451 h 5858728"/>
                        <a:gd name="connsiteX9" fmla="*/ 1972968 w 8950465"/>
                        <a:gd name="connsiteY9" fmla="*/ 4178550 h 5858728"/>
                        <a:gd name="connsiteX10" fmla="*/ 2071518 w 8950465"/>
                        <a:gd name="connsiteY10" fmla="*/ 3925127 h 5858728"/>
                        <a:gd name="connsiteX11" fmla="*/ 2483238 w 8950465"/>
                        <a:gd name="connsiteY11" fmla="*/ 4293656 h 5858728"/>
                        <a:gd name="connsiteX12" fmla="*/ 2593566 w 8950465"/>
                        <a:gd name="connsiteY12" fmla="*/ 4587809 h 5858728"/>
                        <a:gd name="connsiteX13" fmla="*/ 2014490 w 8950465"/>
                        <a:gd name="connsiteY13" fmla="*/ 4073026 h 5858728"/>
                        <a:gd name="connsiteX14" fmla="*/ 2071518 w 8950465"/>
                        <a:gd name="connsiteY14" fmla="*/ 3925127 h 5858728"/>
                        <a:gd name="connsiteX15" fmla="*/ 2285202 w 8950465"/>
                        <a:gd name="connsiteY15" fmla="*/ 3773334 h 5858728"/>
                        <a:gd name="connsiteX16" fmla="*/ 2285705 w 8950465"/>
                        <a:gd name="connsiteY16" fmla="*/ 3773641 h 5858728"/>
                        <a:gd name="connsiteX17" fmla="*/ 2285030 w 8950465"/>
                        <a:gd name="connsiteY17" fmla="*/ 3773354 h 5858728"/>
                        <a:gd name="connsiteX18" fmla="*/ 2285202 w 8950465"/>
                        <a:gd name="connsiteY18" fmla="*/ 3773334 h 5858728"/>
                        <a:gd name="connsiteX19" fmla="*/ 2341210 w 8950465"/>
                        <a:gd name="connsiteY19" fmla="*/ 3709127 h 5858728"/>
                        <a:gd name="connsiteX20" fmla="*/ 2273690 w 8950465"/>
                        <a:gd name="connsiteY20" fmla="*/ 3768327 h 5858728"/>
                        <a:gd name="connsiteX21" fmla="*/ 2281999 w 8950465"/>
                        <a:gd name="connsiteY21" fmla="*/ 3772067 h 5858728"/>
                        <a:gd name="connsiteX22" fmla="*/ 2285030 w 8950465"/>
                        <a:gd name="connsiteY22" fmla="*/ 3773354 h 5858728"/>
                        <a:gd name="connsiteX23" fmla="*/ 2283970 w 8950465"/>
                        <a:gd name="connsiteY23" fmla="*/ 3773482 h 5858728"/>
                        <a:gd name="connsiteX24" fmla="*/ 2293798 w 8950465"/>
                        <a:gd name="connsiteY24" fmla="*/ 3780164 h 5858728"/>
                        <a:gd name="connsiteX25" fmla="*/ 2404698 w 8950465"/>
                        <a:gd name="connsiteY25" fmla="*/ 4075583 h 5858728"/>
                        <a:gd name="connsiteX26" fmla="*/ 2116023 w 8950465"/>
                        <a:gd name="connsiteY26" fmla="*/ 3813339 h 5858728"/>
                        <a:gd name="connsiteX27" fmla="*/ 2079554 w 8950465"/>
                        <a:gd name="connsiteY27" fmla="*/ 3707627 h 5858728"/>
                        <a:gd name="connsiteX28" fmla="*/ 1718396 w 8950465"/>
                        <a:gd name="connsiteY28" fmla="*/ 4661938 h 5858728"/>
                        <a:gd name="connsiteX29" fmla="*/ 2210145 w 8950465"/>
                        <a:gd name="connsiteY29" fmla="*/ 5091104 h 5858728"/>
                        <a:gd name="connsiteX30" fmla="*/ 2692433 w 8950465"/>
                        <a:gd name="connsiteY30" fmla="*/ 4660009 h 5858728"/>
                        <a:gd name="connsiteX31" fmla="*/ 2341210 w 8950465"/>
                        <a:gd name="connsiteY31" fmla="*/ 3709127 h 5858728"/>
                        <a:gd name="connsiteX32" fmla="*/ 2507339 w 8950465"/>
                        <a:gd name="connsiteY32" fmla="*/ 3279357 h 5858728"/>
                        <a:gd name="connsiteX33" fmla="*/ 1903927 w 8950465"/>
                        <a:gd name="connsiteY33" fmla="*/ 3279929 h 5858728"/>
                        <a:gd name="connsiteX34" fmla="*/ 1866887 w 8950465"/>
                        <a:gd name="connsiteY34" fmla="*/ 3439228 h 5858728"/>
                        <a:gd name="connsiteX35" fmla="*/ 2145415 w 8950465"/>
                        <a:gd name="connsiteY35" fmla="*/ 3726569 h 5858728"/>
                        <a:gd name="connsiteX36" fmla="*/ 2257928 w 8950465"/>
                        <a:gd name="connsiteY36" fmla="*/ 3741824 h 5858728"/>
                        <a:gd name="connsiteX37" fmla="*/ 2562604 w 8950465"/>
                        <a:gd name="connsiteY37" fmla="*/ 3433968 h 5858728"/>
                        <a:gd name="connsiteX38" fmla="*/ 2507339 w 8950465"/>
                        <a:gd name="connsiteY38" fmla="*/ 3279357 h 5858728"/>
                        <a:gd name="connsiteX39" fmla="*/ 3436036 w 8950465"/>
                        <a:gd name="connsiteY39" fmla="*/ 3027962 h 5858728"/>
                        <a:gd name="connsiteX40" fmla="*/ 3359057 w 8950465"/>
                        <a:gd name="connsiteY40" fmla="*/ 2996318 h 5858728"/>
                        <a:gd name="connsiteX41" fmla="*/ 3004377 w 8950465"/>
                        <a:gd name="connsiteY41" fmla="*/ 2978709 h 5858728"/>
                        <a:gd name="connsiteX42" fmla="*/ 2588657 w 8950465"/>
                        <a:gd name="connsiteY42" fmla="*/ 3254338 h 5858728"/>
                        <a:gd name="connsiteX43" fmla="*/ 2408106 w 8950465"/>
                        <a:gd name="connsiteY43" fmla="*/ 3689332 h 5858728"/>
                        <a:gd name="connsiteX44" fmla="*/ 2772224 w 8950465"/>
                        <a:gd name="connsiteY44" fmla="*/ 4674898 h 5858728"/>
                        <a:gd name="connsiteX45" fmla="*/ 2209987 w 8950465"/>
                        <a:gd name="connsiteY45" fmla="*/ 5175921 h 5858728"/>
                        <a:gd name="connsiteX46" fmla="*/ 1639861 w 8950465"/>
                        <a:gd name="connsiteY46" fmla="*/ 4673723 h 5858728"/>
                        <a:gd name="connsiteX47" fmla="*/ 2018938 w 8950465"/>
                        <a:gd name="connsiteY47" fmla="*/ 3692376 h 5858728"/>
                        <a:gd name="connsiteX48" fmla="*/ 1830721 w 8950465"/>
                        <a:gd name="connsiteY48" fmla="*/ 3261869 h 5858728"/>
                        <a:gd name="connsiteX49" fmla="*/ 1420665 w 8950465"/>
                        <a:gd name="connsiteY49" fmla="*/ 2972526 h 5858728"/>
                        <a:gd name="connsiteX50" fmla="*/ 1057719 w 8950465"/>
                        <a:gd name="connsiteY50" fmla="*/ 2996354 h 5858728"/>
                        <a:gd name="connsiteX51" fmla="*/ 698925 w 8950465"/>
                        <a:gd name="connsiteY51" fmla="*/ 3478975 h 5858728"/>
                        <a:gd name="connsiteX52" fmla="*/ 690518 w 8950465"/>
                        <a:gd name="connsiteY52" fmla="*/ 5181466 h 5858728"/>
                        <a:gd name="connsiteX53" fmla="*/ 1253495 w 8950465"/>
                        <a:gd name="connsiteY53" fmla="*/ 5182572 h 5858728"/>
                        <a:gd name="connsiteX54" fmla="*/ 1255664 w 8950465"/>
                        <a:gd name="connsiteY54" fmla="*/ 3776157 h 5858728"/>
                        <a:gd name="connsiteX55" fmla="*/ 1401633 w 8950465"/>
                        <a:gd name="connsiteY55" fmla="*/ 3751556 h 5858728"/>
                        <a:gd name="connsiteX56" fmla="*/ 1398185 w 8950465"/>
                        <a:gd name="connsiteY56" fmla="*/ 5180612 h 5858728"/>
                        <a:gd name="connsiteX57" fmla="*/ 3015635 w 8950465"/>
                        <a:gd name="connsiteY57" fmla="*/ 5181867 h 5858728"/>
                        <a:gd name="connsiteX58" fmla="*/ 3022029 w 8950465"/>
                        <a:gd name="connsiteY58" fmla="*/ 3751912 h 5858728"/>
                        <a:gd name="connsiteX59" fmla="*/ 3158721 w 8950465"/>
                        <a:gd name="connsiteY59" fmla="*/ 3741510 h 5858728"/>
                        <a:gd name="connsiteX60" fmla="*/ 3147106 w 8950465"/>
                        <a:gd name="connsiteY60" fmla="*/ 5183179 h 5858728"/>
                        <a:gd name="connsiteX61" fmla="*/ 3711517 w 8950465"/>
                        <a:gd name="connsiteY61" fmla="*/ 5182347 h 5858728"/>
                        <a:gd name="connsiteX62" fmla="*/ 3716758 w 8950465"/>
                        <a:gd name="connsiteY62" fmla="*/ 3478402 h 5858728"/>
                        <a:gd name="connsiteX63" fmla="*/ 3436036 w 8950465"/>
                        <a:gd name="connsiteY63" fmla="*/ 3027962 h 5858728"/>
                        <a:gd name="connsiteX64" fmla="*/ 3162061 w 8950465"/>
                        <a:gd name="connsiteY64" fmla="*/ 1889907 h 5858728"/>
                        <a:gd name="connsiteX65" fmla="*/ 2228357 w 8950465"/>
                        <a:gd name="connsiteY65" fmla="*/ 1725263 h 5858728"/>
                        <a:gd name="connsiteX66" fmla="*/ 2325664 w 8950465"/>
                        <a:gd name="connsiteY66" fmla="*/ 1923326 h 5858728"/>
                        <a:gd name="connsiteX67" fmla="*/ 1214076 w 8950465"/>
                        <a:gd name="connsiteY67" fmla="*/ 2040152 h 5858728"/>
                        <a:gd name="connsiteX68" fmla="*/ 2296889 w 8950465"/>
                        <a:gd name="connsiteY68" fmla="*/ 3250645 h 5858728"/>
                        <a:gd name="connsiteX69" fmla="*/ 3162061 w 8950465"/>
                        <a:gd name="connsiteY69" fmla="*/ 1889907 h 5858728"/>
                        <a:gd name="connsiteX70" fmla="*/ 2742770 w 8950465"/>
                        <a:gd name="connsiteY70" fmla="*/ 1393444 h 5858728"/>
                        <a:gd name="connsiteX71" fmla="*/ 1908669 w 8950465"/>
                        <a:gd name="connsiteY71" fmla="*/ 1285665 h 5858728"/>
                        <a:gd name="connsiteX72" fmla="*/ 1247426 w 8950465"/>
                        <a:gd name="connsiteY72" fmla="*/ 1956867 h 5858728"/>
                        <a:gd name="connsiteX73" fmla="*/ 2215350 w 8950465"/>
                        <a:gd name="connsiteY73" fmla="*/ 1843866 h 5858728"/>
                        <a:gd name="connsiteX74" fmla="*/ 2131483 w 8950465"/>
                        <a:gd name="connsiteY74" fmla="*/ 1659192 h 5858728"/>
                        <a:gd name="connsiteX75" fmla="*/ 3130631 w 8950465"/>
                        <a:gd name="connsiteY75" fmla="*/ 1825795 h 5858728"/>
                        <a:gd name="connsiteX76" fmla="*/ 2742770 w 8950465"/>
                        <a:gd name="connsiteY76" fmla="*/ 1393444 h 5858728"/>
                        <a:gd name="connsiteX77" fmla="*/ 8175767 w 8950465"/>
                        <a:gd name="connsiteY77" fmla="*/ 4451277 h 5858728"/>
                        <a:gd name="connsiteX78" fmla="*/ 8133086 w 8950465"/>
                        <a:gd name="connsiteY78" fmla="*/ 4442632 h 5858728"/>
                        <a:gd name="connsiteX79" fmla="*/ 4607970 w 8950465"/>
                        <a:gd name="connsiteY79" fmla="*/ 4440312 h 5858728"/>
                        <a:gd name="connsiteX80" fmla="*/ 4498232 w 8950465"/>
                        <a:gd name="connsiteY80" fmla="*/ 4549907 h 5858728"/>
                        <a:gd name="connsiteX81" fmla="*/ 4498172 w 8950465"/>
                        <a:gd name="connsiteY81" fmla="*/ 4641332 h 5858728"/>
                        <a:gd name="connsiteX82" fmla="*/ 4607766 w 8950465"/>
                        <a:gd name="connsiteY82" fmla="*/ 4751069 h 5858728"/>
                        <a:gd name="connsiteX83" fmla="*/ 8132881 w 8950465"/>
                        <a:gd name="connsiteY83" fmla="*/ 4753388 h 5858728"/>
                        <a:gd name="connsiteX84" fmla="*/ 8242619 w 8950465"/>
                        <a:gd name="connsiteY84" fmla="*/ 4643794 h 5858728"/>
                        <a:gd name="connsiteX85" fmla="*/ 8242679 w 8950465"/>
                        <a:gd name="connsiteY85" fmla="*/ 4552369 h 5858728"/>
                        <a:gd name="connsiteX86" fmla="*/ 8175767 w 8950465"/>
                        <a:gd name="connsiteY86" fmla="*/ 4451277 h 5858728"/>
                        <a:gd name="connsiteX87" fmla="*/ 8173334 w 8950465"/>
                        <a:gd name="connsiteY87" fmla="*/ 3694350 h 5858728"/>
                        <a:gd name="connsiteX88" fmla="*/ 8130652 w 8950465"/>
                        <a:gd name="connsiteY88" fmla="*/ 3685704 h 5858728"/>
                        <a:gd name="connsiteX89" fmla="*/ 4605538 w 8950465"/>
                        <a:gd name="connsiteY89" fmla="*/ 3683387 h 5858728"/>
                        <a:gd name="connsiteX90" fmla="*/ 4495800 w 8950465"/>
                        <a:gd name="connsiteY90" fmla="*/ 3792981 h 5858728"/>
                        <a:gd name="connsiteX91" fmla="*/ 4495740 w 8950465"/>
                        <a:gd name="connsiteY91" fmla="*/ 3884406 h 5858728"/>
                        <a:gd name="connsiteX92" fmla="*/ 4605333 w 8950465"/>
                        <a:gd name="connsiteY92" fmla="*/ 3994144 h 5858728"/>
                        <a:gd name="connsiteX93" fmla="*/ 8130448 w 8950465"/>
                        <a:gd name="connsiteY93" fmla="*/ 3996461 h 5858728"/>
                        <a:gd name="connsiteX94" fmla="*/ 8240186 w 8950465"/>
                        <a:gd name="connsiteY94" fmla="*/ 3886867 h 5858728"/>
                        <a:gd name="connsiteX95" fmla="*/ 8240246 w 8950465"/>
                        <a:gd name="connsiteY95" fmla="*/ 3795443 h 5858728"/>
                        <a:gd name="connsiteX96" fmla="*/ 8173334 w 8950465"/>
                        <a:gd name="connsiteY96" fmla="*/ 3694350 h 5858728"/>
                        <a:gd name="connsiteX97" fmla="*/ 8177855 w 8950465"/>
                        <a:gd name="connsiteY97" fmla="*/ 2963452 h 5858728"/>
                        <a:gd name="connsiteX98" fmla="*/ 8135174 w 8950465"/>
                        <a:gd name="connsiteY98" fmla="*/ 2954806 h 5858728"/>
                        <a:gd name="connsiteX99" fmla="*/ 4610059 w 8950465"/>
                        <a:gd name="connsiteY99" fmla="*/ 2952488 h 5858728"/>
                        <a:gd name="connsiteX100" fmla="*/ 4500321 w 8950465"/>
                        <a:gd name="connsiteY100" fmla="*/ 3062082 h 5858728"/>
                        <a:gd name="connsiteX101" fmla="*/ 4500261 w 8950465"/>
                        <a:gd name="connsiteY101" fmla="*/ 3153507 h 5858728"/>
                        <a:gd name="connsiteX102" fmla="*/ 4609855 w 8950465"/>
                        <a:gd name="connsiteY102" fmla="*/ 3263245 h 5858728"/>
                        <a:gd name="connsiteX103" fmla="*/ 8134969 w 8950465"/>
                        <a:gd name="connsiteY103" fmla="*/ 3265563 h 5858728"/>
                        <a:gd name="connsiteX104" fmla="*/ 8244707 w 8950465"/>
                        <a:gd name="connsiteY104" fmla="*/ 3155969 h 5858728"/>
                        <a:gd name="connsiteX105" fmla="*/ 8244768 w 8950465"/>
                        <a:gd name="connsiteY105" fmla="*/ 3064544 h 5858728"/>
                        <a:gd name="connsiteX106" fmla="*/ 8177855 w 8950465"/>
                        <a:gd name="connsiteY106" fmla="*/ 2963452 h 5858728"/>
                        <a:gd name="connsiteX107" fmla="*/ 8170954 w 8950465"/>
                        <a:gd name="connsiteY107" fmla="*/ 2233284 h 5858728"/>
                        <a:gd name="connsiteX108" fmla="*/ 8128273 w 8950465"/>
                        <a:gd name="connsiteY108" fmla="*/ 2224637 h 5858728"/>
                        <a:gd name="connsiteX109" fmla="*/ 4603159 w 8950465"/>
                        <a:gd name="connsiteY109" fmla="*/ 2222320 h 5858728"/>
                        <a:gd name="connsiteX110" fmla="*/ 4493420 w 8950465"/>
                        <a:gd name="connsiteY110" fmla="*/ 2331915 h 5858728"/>
                        <a:gd name="connsiteX111" fmla="*/ 4493360 w 8950465"/>
                        <a:gd name="connsiteY111" fmla="*/ 2423339 h 5858728"/>
                        <a:gd name="connsiteX112" fmla="*/ 4602954 w 8950465"/>
                        <a:gd name="connsiteY112" fmla="*/ 2533077 h 5858728"/>
                        <a:gd name="connsiteX113" fmla="*/ 8128069 w 8950465"/>
                        <a:gd name="connsiteY113" fmla="*/ 2535394 h 5858728"/>
                        <a:gd name="connsiteX114" fmla="*/ 8237807 w 8950465"/>
                        <a:gd name="connsiteY114" fmla="*/ 2425800 h 5858728"/>
                        <a:gd name="connsiteX115" fmla="*/ 8237867 w 8950465"/>
                        <a:gd name="connsiteY115" fmla="*/ 2334375 h 5858728"/>
                        <a:gd name="connsiteX116" fmla="*/ 8170954 w 8950465"/>
                        <a:gd name="connsiteY116" fmla="*/ 2233284 h 5858728"/>
                        <a:gd name="connsiteX117" fmla="*/ 8474850 w 8950465"/>
                        <a:gd name="connsiteY117" fmla="*/ 109688 h 5858728"/>
                        <a:gd name="connsiteX118" fmla="*/ 8950465 w 8950465"/>
                        <a:gd name="connsiteY118" fmla="*/ 908806 h 5858728"/>
                        <a:gd name="connsiteX119" fmla="*/ 8950465 w 8950465"/>
                        <a:gd name="connsiteY119" fmla="*/ 4949923 h 5858728"/>
                        <a:gd name="connsiteX120" fmla="*/ 8041227 w 8950465"/>
                        <a:gd name="connsiteY120" fmla="*/ 5808166 h 5858728"/>
                        <a:gd name="connsiteX121" fmla="*/ 934091 w 8950465"/>
                        <a:gd name="connsiteY121" fmla="*/ 5858728 h 5858728"/>
                        <a:gd name="connsiteX122" fmla="*/ 50563 w 8950465"/>
                        <a:gd name="connsiteY122" fmla="*/ 4949707 h 5858728"/>
                        <a:gd name="connsiteX123" fmla="*/ -2 w 8950465"/>
                        <a:gd name="connsiteY123" fmla="*/ 909018 h 5858728"/>
                        <a:gd name="connsiteX124" fmla="*/ 934091 w 8950465"/>
                        <a:gd name="connsiteY124" fmla="*/ 0 h 5858728"/>
                        <a:gd name="connsiteX125" fmla="*/ 2033885 w 8950465"/>
                        <a:gd name="connsiteY125" fmla="*/ 0 h 5858728"/>
                        <a:gd name="connsiteX126" fmla="*/ 2033885 w 8950465"/>
                        <a:gd name="connsiteY126" fmla="*/ 498540 h 5858728"/>
                        <a:gd name="connsiteX127" fmla="*/ 2645805 w 8950465"/>
                        <a:gd name="connsiteY127" fmla="*/ 1110460 h 5858728"/>
                        <a:gd name="connsiteX128" fmla="*/ 6322068 w 8950465"/>
                        <a:gd name="connsiteY128" fmla="*/ 1085186 h 5858728"/>
                        <a:gd name="connsiteX129" fmla="*/ 6934194 w 8950465"/>
                        <a:gd name="connsiteY129" fmla="*/ 498540 h 5858728"/>
                        <a:gd name="connsiteX130" fmla="*/ 6934194 w 8950465"/>
                        <a:gd name="connsiteY130" fmla="*/ 0 h 5858728"/>
                        <a:gd name="connsiteX131" fmla="*/ 8041659 w 8950465"/>
                        <a:gd name="connsiteY131" fmla="*/ 0 h 5858728"/>
                        <a:gd name="connsiteX132" fmla="*/ 8474850 w 8950465"/>
                        <a:gd name="connsiteY132" fmla="*/ 109688 h 5858728"/>
                        <a:gd name="connsiteX0" fmla="*/ 1875541 w 8950465"/>
                        <a:gd name="connsiteY0" fmla="*/ 4432622 h 5858728"/>
                        <a:gd name="connsiteX1" fmla="*/ 2379876 w 8950465"/>
                        <a:gd name="connsiteY1" fmla="*/ 4887349 h 5858728"/>
                        <a:gd name="connsiteX2" fmla="*/ 2260469 w 8950465"/>
                        <a:gd name="connsiteY2" fmla="*/ 4987528 h 5858728"/>
                        <a:gd name="connsiteX3" fmla="*/ 1824034 w 8950465"/>
                        <a:gd name="connsiteY3" fmla="*/ 4589127 h 5858728"/>
                        <a:gd name="connsiteX4" fmla="*/ 1875541 w 8950465"/>
                        <a:gd name="connsiteY4" fmla="*/ 4432622 h 5858728"/>
                        <a:gd name="connsiteX5" fmla="*/ 1972968 w 8950465"/>
                        <a:gd name="connsiteY5" fmla="*/ 4178550 h 5858728"/>
                        <a:gd name="connsiteX6" fmla="*/ 2574344 w 8950465"/>
                        <a:gd name="connsiteY6" fmla="*/ 4709227 h 5858728"/>
                        <a:gd name="connsiteX7" fmla="*/ 2460881 w 8950465"/>
                        <a:gd name="connsiteY7" fmla="*/ 4809499 h 5858728"/>
                        <a:gd name="connsiteX8" fmla="*/ 1922858 w 8950465"/>
                        <a:gd name="connsiteY8" fmla="*/ 4327451 h 5858728"/>
                        <a:gd name="connsiteX9" fmla="*/ 1972968 w 8950465"/>
                        <a:gd name="connsiteY9" fmla="*/ 4178550 h 5858728"/>
                        <a:gd name="connsiteX10" fmla="*/ 2071518 w 8950465"/>
                        <a:gd name="connsiteY10" fmla="*/ 3925127 h 5858728"/>
                        <a:gd name="connsiteX11" fmla="*/ 2483238 w 8950465"/>
                        <a:gd name="connsiteY11" fmla="*/ 4293656 h 5858728"/>
                        <a:gd name="connsiteX12" fmla="*/ 2593566 w 8950465"/>
                        <a:gd name="connsiteY12" fmla="*/ 4587809 h 5858728"/>
                        <a:gd name="connsiteX13" fmla="*/ 2014490 w 8950465"/>
                        <a:gd name="connsiteY13" fmla="*/ 4073026 h 5858728"/>
                        <a:gd name="connsiteX14" fmla="*/ 2071518 w 8950465"/>
                        <a:gd name="connsiteY14" fmla="*/ 3925127 h 5858728"/>
                        <a:gd name="connsiteX15" fmla="*/ 2285202 w 8950465"/>
                        <a:gd name="connsiteY15" fmla="*/ 3773334 h 5858728"/>
                        <a:gd name="connsiteX16" fmla="*/ 2285705 w 8950465"/>
                        <a:gd name="connsiteY16" fmla="*/ 3773641 h 5858728"/>
                        <a:gd name="connsiteX17" fmla="*/ 2285030 w 8950465"/>
                        <a:gd name="connsiteY17" fmla="*/ 3773354 h 5858728"/>
                        <a:gd name="connsiteX18" fmla="*/ 2285202 w 8950465"/>
                        <a:gd name="connsiteY18" fmla="*/ 3773334 h 5858728"/>
                        <a:gd name="connsiteX19" fmla="*/ 2341210 w 8950465"/>
                        <a:gd name="connsiteY19" fmla="*/ 3709127 h 5858728"/>
                        <a:gd name="connsiteX20" fmla="*/ 2273690 w 8950465"/>
                        <a:gd name="connsiteY20" fmla="*/ 3768327 h 5858728"/>
                        <a:gd name="connsiteX21" fmla="*/ 2281999 w 8950465"/>
                        <a:gd name="connsiteY21" fmla="*/ 3772067 h 5858728"/>
                        <a:gd name="connsiteX22" fmla="*/ 2285030 w 8950465"/>
                        <a:gd name="connsiteY22" fmla="*/ 3773354 h 5858728"/>
                        <a:gd name="connsiteX23" fmla="*/ 2283970 w 8950465"/>
                        <a:gd name="connsiteY23" fmla="*/ 3773482 h 5858728"/>
                        <a:gd name="connsiteX24" fmla="*/ 2293798 w 8950465"/>
                        <a:gd name="connsiteY24" fmla="*/ 3780164 h 5858728"/>
                        <a:gd name="connsiteX25" fmla="*/ 2404698 w 8950465"/>
                        <a:gd name="connsiteY25" fmla="*/ 4075583 h 5858728"/>
                        <a:gd name="connsiteX26" fmla="*/ 2116023 w 8950465"/>
                        <a:gd name="connsiteY26" fmla="*/ 3813339 h 5858728"/>
                        <a:gd name="connsiteX27" fmla="*/ 2079554 w 8950465"/>
                        <a:gd name="connsiteY27" fmla="*/ 3707627 h 5858728"/>
                        <a:gd name="connsiteX28" fmla="*/ 1718396 w 8950465"/>
                        <a:gd name="connsiteY28" fmla="*/ 4661938 h 5858728"/>
                        <a:gd name="connsiteX29" fmla="*/ 2210145 w 8950465"/>
                        <a:gd name="connsiteY29" fmla="*/ 5091104 h 5858728"/>
                        <a:gd name="connsiteX30" fmla="*/ 2692433 w 8950465"/>
                        <a:gd name="connsiteY30" fmla="*/ 4660009 h 5858728"/>
                        <a:gd name="connsiteX31" fmla="*/ 2341210 w 8950465"/>
                        <a:gd name="connsiteY31" fmla="*/ 3709127 h 5858728"/>
                        <a:gd name="connsiteX32" fmla="*/ 2507339 w 8950465"/>
                        <a:gd name="connsiteY32" fmla="*/ 3279357 h 5858728"/>
                        <a:gd name="connsiteX33" fmla="*/ 1903927 w 8950465"/>
                        <a:gd name="connsiteY33" fmla="*/ 3279929 h 5858728"/>
                        <a:gd name="connsiteX34" fmla="*/ 1866887 w 8950465"/>
                        <a:gd name="connsiteY34" fmla="*/ 3439228 h 5858728"/>
                        <a:gd name="connsiteX35" fmla="*/ 2145415 w 8950465"/>
                        <a:gd name="connsiteY35" fmla="*/ 3726569 h 5858728"/>
                        <a:gd name="connsiteX36" fmla="*/ 2257928 w 8950465"/>
                        <a:gd name="connsiteY36" fmla="*/ 3741824 h 5858728"/>
                        <a:gd name="connsiteX37" fmla="*/ 2562604 w 8950465"/>
                        <a:gd name="connsiteY37" fmla="*/ 3433968 h 5858728"/>
                        <a:gd name="connsiteX38" fmla="*/ 2507339 w 8950465"/>
                        <a:gd name="connsiteY38" fmla="*/ 3279357 h 5858728"/>
                        <a:gd name="connsiteX39" fmla="*/ 3436036 w 8950465"/>
                        <a:gd name="connsiteY39" fmla="*/ 3027962 h 5858728"/>
                        <a:gd name="connsiteX40" fmla="*/ 3359057 w 8950465"/>
                        <a:gd name="connsiteY40" fmla="*/ 2996318 h 5858728"/>
                        <a:gd name="connsiteX41" fmla="*/ 3004377 w 8950465"/>
                        <a:gd name="connsiteY41" fmla="*/ 2978709 h 5858728"/>
                        <a:gd name="connsiteX42" fmla="*/ 2588657 w 8950465"/>
                        <a:gd name="connsiteY42" fmla="*/ 3254338 h 5858728"/>
                        <a:gd name="connsiteX43" fmla="*/ 2408106 w 8950465"/>
                        <a:gd name="connsiteY43" fmla="*/ 3689332 h 5858728"/>
                        <a:gd name="connsiteX44" fmla="*/ 2772224 w 8950465"/>
                        <a:gd name="connsiteY44" fmla="*/ 4674898 h 5858728"/>
                        <a:gd name="connsiteX45" fmla="*/ 2209987 w 8950465"/>
                        <a:gd name="connsiteY45" fmla="*/ 5175921 h 5858728"/>
                        <a:gd name="connsiteX46" fmla="*/ 1639861 w 8950465"/>
                        <a:gd name="connsiteY46" fmla="*/ 4673723 h 5858728"/>
                        <a:gd name="connsiteX47" fmla="*/ 2018938 w 8950465"/>
                        <a:gd name="connsiteY47" fmla="*/ 3692376 h 5858728"/>
                        <a:gd name="connsiteX48" fmla="*/ 1830721 w 8950465"/>
                        <a:gd name="connsiteY48" fmla="*/ 3261869 h 5858728"/>
                        <a:gd name="connsiteX49" fmla="*/ 1420665 w 8950465"/>
                        <a:gd name="connsiteY49" fmla="*/ 2972526 h 5858728"/>
                        <a:gd name="connsiteX50" fmla="*/ 1057719 w 8950465"/>
                        <a:gd name="connsiteY50" fmla="*/ 2996354 h 5858728"/>
                        <a:gd name="connsiteX51" fmla="*/ 698925 w 8950465"/>
                        <a:gd name="connsiteY51" fmla="*/ 3478975 h 5858728"/>
                        <a:gd name="connsiteX52" fmla="*/ 690518 w 8950465"/>
                        <a:gd name="connsiteY52" fmla="*/ 5181466 h 5858728"/>
                        <a:gd name="connsiteX53" fmla="*/ 1253495 w 8950465"/>
                        <a:gd name="connsiteY53" fmla="*/ 5182572 h 5858728"/>
                        <a:gd name="connsiteX54" fmla="*/ 1255664 w 8950465"/>
                        <a:gd name="connsiteY54" fmla="*/ 3776157 h 5858728"/>
                        <a:gd name="connsiteX55" fmla="*/ 1401633 w 8950465"/>
                        <a:gd name="connsiteY55" fmla="*/ 3751556 h 5858728"/>
                        <a:gd name="connsiteX56" fmla="*/ 1398185 w 8950465"/>
                        <a:gd name="connsiteY56" fmla="*/ 5180612 h 5858728"/>
                        <a:gd name="connsiteX57" fmla="*/ 3015635 w 8950465"/>
                        <a:gd name="connsiteY57" fmla="*/ 5181867 h 5858728"/>
                        <a:gd name="connsiteX58" fmla="*/ 3022029 w 8950465"/>
                        <a:gd name="connsiteY58" fmla="*/ 3751912 h 5858728"/>
                        <a:gd name="connsiteX59" fmla="*/ 3158721 w 8950465"/>
                        <a:gd name="connsiteY59" fmla="*/ 3741510 h 5858728"/>
                        <a:gd name="connsiteX60" fmla="*/ 3147106 w 8950465"/>
                        <a:gd name="connsiteY60" fmla="*/ 5183179 h 5858728"/>
                        <a:gd name="connsiteX61" fmla="*/ 3711517 w 8950465"/>
                        <a:gd name="connsiteY61" fmla="*/ 5182347 h 5858728"/>
                        <a:gd name="connsiteX62" fmla="*/ 3716758 w 8950465"/>
                        <a:gd name="connsiteY62" fmla="*/ 3478402 h 5858728"/>
                        <a:gd name="connsiteX63" fmla="*/ 3436036 w 8950465"/>
                        <a:gd name="connsiteY63" fmla="*/ 3027962 h 5858728"/>
                        <a:gd name="connsiteX64" fmla="*/ 3162061 w 8950465"/>
                        <a:gd name="connsiteY64" fmla="*/ 1889907 h 5858728"/>
                        <a:gd name="connsiteX65" fmla="*/ 2228357 w 8950465"/>
                        <a:gd name="connsiteY65" fmla="*/ 1725263 h 5858728"/>
                        <a:gd name="connsiteX66" fmla="*/ 2325664 w 8950465"/>
                        <a:gd name="connsiteY66" fmla="*/ 1923326 h 5858728"/>
                        <a:gd name="connsiteX67" fmla="*/ 1214076 w 8950465"/>
                        <a:gd name="connsiteY67" fmla="*/ 2040152 h 5858728"/>
                        <a:gd name="connsiteX68" fmla="*/ 2296889 w 8950465"/>
                        <a:gd name="connsiteY68" fmla="*/ 3250645 h 5858728"/>
                        <a:gd name="connsiteX69" fmla="*/ 3162061 w 8950465"/>
                        <a:gd name="connsiteY69" fmla="*/ 1889907 h 5858728"/>
                        <a:gd name="connsiteX70" fmla="*/ 2742770 w 8950465"/>
                        <a:gd name="connsiteY70" fmla="*/ 1393444 h 5858728"/>
                        <a:gd name="connsiteX71" fmla="*/ 1908669 w 8950465"/>
                        <a:gd name="connsiteY71" fmla="*/ 1285665 h 5858728"/>
                        <a:gd name="connsiteX72" fmla="*/ 1247426 w 8950465"/>
                        <a:gd name="connsiteY72" fmla="*/ 1956867 h 5858728"/>
                        <a:gd name="connsiteX73" fmla="*/ 2215350 w 8950465"/>
                        <a:gd name="connsiteY73" fmla="*/ 1843866 h 5858728"/>
                        <a:gd name="connsiteX74" fmla="*/ 2131483 w 8950465"/>
                        <a:gd name="connsiteY74" fmla="*/ 1659192 h 5858728"/>
                        <a:gd name="connsiteX75" fmla="*/ 3130631 w 8950465"/>
                        <a:gd name="connsiteY75" fmla="*/ 1825795 h 5858728"/>
                        <a:gd name="connsiteX76" fmla="*/ 2742770 w 8950465"/>
                        <a:gd name="connsiteY76" fmla="*/ 1393444 h 5858728"/>
                        <a:gd name="connsiteX77" fmla="*/ 8175767 w 8950465"/>
                        <a:gd name="connsiteY77" fmla="*/ 4451277 h 5858728"/>
                        <a:gd name="connsiteX78" fmla="*/ 8133086 w 8950465"/>
                        <a:gd name="connsiteY78" fmla="*/ 4442632 h 5858728"/>
                        <a:gd name="connsiteX79" fmla="*/ 4607970 w 8950465"/>
                        <a:gd name="connsiteY79" fmla="*/ 4440312 h 5858728"/>
                        <a:gd name="connsiteX80" fmla="*/ 4498232 w 8950465"/>
                        <a:gd name="connsiteY80" fmla="*/ 4549907 h 5858728"/>
                        <a:gd name="connsiteX81" fmla="*/ 4498172 w 8950465"/>
                        <a:gd name="connsiteY81" fmla="*/ 4641332 h 5858728"/>
                        <a:gd name="connsiteX82" fmla="*/ 4607766 w 8950465"/>
                        <a:gd name="connsiteY82" fmla="*/ 4751069 h 5858728"/>
                        <a:gd name="connsiteX83" fmla="*/ 8132881 w 8950465"/>
                        <a:gd name="connsiteY83" fmla="*/ 4753388 h 5858728"/>
                        <a:gd name="connsiteX84" fmla="*/ 8242619 w 8950465"/>
                        <a:gd name="connsiteY84" fmla="*/ 4643794 h 5858728"/>
                        <a:gd name="connsiteX85" fmla="*/ 8242679 w 8950465"/>
                        <a:gd name="connsiteY85" fmla="*/ 4552369 h 5858728"/>
                        <a:gd name="connsiteX86" fmla="*/ 8175767 w 8950465"/>
                        <a:gd name="connsiteY86" fmla="*/ 4451277 h 5858728"/>
                        <a:gd name="connsiteX87" fmla="*/ 8173334 w 8950465"/>
                        <a:gd name="connsiteY87" fmla="*/ 3694350 h 5858728"/>
                        <a:gd name="connsiteX88" fmla="*/ 8130652 w 8950465"/>
                        <a:gd name="connsiteY88" fmla="*/ 3685704 h 5858728"/>
                        <a:gd name="connsiteX89" fmla="*/ 4605538 w 8950465"/>
                        <a:gd name="connsiteY89" fmla="*/ 3683387 h 5858728"/>
                        <a:gd name="connsiteX90" fmla="*/ 4495800 w 8950465"/>
                        <a:gd name="connsiteY90" fmla="*/ 3792981 h 5858728"/>
                        <a:gd name="connsiteX91" fmla="*/ 4495740 w 8950465"/>
                        <a:gd name="connsiteY91" fmla="*/ 3884406 h 5858728"/>
                        <a:gd name="connsiteX92" fmla="*/ 4605333 w 8950465"/>
                        <a:gd name="connsiteY92" fmla="*/ 3994144 h 5858728"/>
                        <a:gd name="connsiteX93" fmla="*/ 8130448 w 8950465"/>
                        <a:gd name="connsiteY93" fmla="*/ 3996461 h 5858728"/>
                        <a:gd name="connsiteX94" fmla="*/ 8240186 w 8950465"/>
                        <a:gd name="connsiteY94" fmla="*/ 3886867 h 5858728"/>
                        <a:gd name="connsiteX95" fmla="*/ 8240246 w 8950465"/>
                        <a:gd name="connsiteY95" fmla="*/ 3795443 h 5858728"/>
                        <a:gd name="connsiteX96" fmla="*/ 8173334 w 8950465"/>
                        <a:gd name="connsiteY96" fmla="*/ 3694350 h 5858728"/>
                        <a:gd name="connsiteX97" fmla="*/ 8177855 w 8950465"/>
                        <a:gd name="connsiteY97" fmla="*/ 2963452 h 5858728"/>
                        <a:gd name="connsiteX98" fmla="*/ 8135174 w 8950465"/>
                        <a:gd name="connsiteY98" fmla="*/ 2954806 h 5858728"/>
                        <a:gd name="connsiteX99" fmla="*/ 4610059 w 8950465"/>
                        <a:gd name="connsiteY99" fmla="*/ 2952488 h 5858728"/>
                        <a:gd name="connsiteX100" fmla="*/ 4500321 w 8950465"/>
                        <a:gd name="connsiteY100" fmla="*/ 3062082 h 5858728"/>
                        <a:gd name="connsiteX101" fmla="*/ 4500261 w 8950465"/>
                        <a:gd name="connsiteY101" fmla="*/ 3153507 h 5858728"/>
                        <a:gd name="connsiteX102" fmla="*/ 4609855 w 8950465"/>
                        <a:gd name="connsiteY102" fmla="*/ 3263245 h 5858728"/>
                        <a:gd name="connsiteX103" fmla="*/ 8134969 w 8950465"/>
                        <a:gd name="connsiteY103" fmla="*/ 3265563 h 5858728"/>
                        <a:gd name="connsiteX104" fmla="*/ 8244707 w 8950465"/>
                        <a:gd name="connsiteY104" fmla="*/ 3155969 h 5858728"/>
                        <a:gd name="connsiteX105" fmla="*/ 8244768 w 8950465"/>
                        <a:gd name="connsiteY105" fmla="*/ 3064544 h 5858728"/>
                        <a:gd name="connsiteX106" fmla="*/ 8177855 w 8950465"/>
                        <a:gd name="connsiteY106" fmla="*/ 2963452 h 5858728"/>
                        <a:gd name="connsiteX107" fmla="*/ 8170954 w 8950465"/>
                        <a:gd name="connsiteY107" fmla="*/ 2233284 h 5858728"/>
                        <a:gd name="connsiteX108" fmla="*/ 8128273 w 8950465"/>
                        <a:gd name="connsiteY108" fmla="*/ 2224637 h 5858728"/>
                        <a:gd name="connsiteX109" fmla="*/ 4603159 w 8950465"/>
                        <a:gd name="connsiteY109" fmla="*/ 2222320 h 5858728"/>
                        <a:gd name="connsiteX110" fmla="*/ 4493420 w 8950465"/>
                        <a:gd name="connsiteY110" fmla="*/ 2331915 h 5858728"/>
                        <a:gd name="connsiteX111" fmla="*/ 4493360 w 8950465"/>
                        <a:gd name="connsiteY111" fmla="*/ 2423339 h 5858728"/>
                        <a:gd name="connsiteX112" fmla="*/ 4602954 w 8950465"/>
                        <a:gd name="connsiteY112" fmla="*/ 2533077 h 5858728"/>
                        <a:gd name="connsiteX113" fmla="*/ 8128069 w 8950465"/>
                        <a:gd name="connsiteY113" fmla="*/ 2535394 h 5858728"/>
                        <a:gd name="connsiteX114" fmla="*/ 8237807 w 8950465"/>
                        <a:gd name="connsiteY114" fmla="*/ 2425800 h 5858728"/>
                        <a:gd name="connsiteX115" fmla="*/ 8237867 w 8950465"/>
                        <a:gd name="connsiteY115" fmla="*/ 2334375 h 5858728"/>
                        <a:gd name="connsiteX116" fmla="*/ 8170954 w 8950465"/>
                        <a:gd name="connsiteY116" fmla="*/ 2233284 h 5858728"/>
                        <a:gd name="connsiteX117" fmla="*/ 8474850 w 8950465"/>
                        <a:gd name="connsiteY117" fmla="*/ 109688 h 5858728"/>
                        <a:gd name="connsiteX118" fmla="*/ 8950465 w 8950465"/>
                        <a:gd name="connsiteY118" fmla="*/ 908806 h 5858728"/>
                        <a:gd name="connsiteX119" fmla="*/ 8950465 w 8950465"/>
                        <a:gd name="connsiteY119" fmla="*/ 4949923 h 5858728"/>
                        <a:gd name="connsiteX120" fmla="*/ 8066284 w 8950465"/>
                        <a:gd name="connsiteY120" fmla="*/ 5782665 h 5858728"/>
                        <a:gd name="connsiteX121" fmla="*/ 934091 w 8950465"/>
                        <a:gd name="connsiteY121" fmla="*/ 5858728 h 5858728"/>
                        <a:gd name="connsiteX122" fmla="*/ 50563 w 8950465"/>
                        <a:gd name="connsiteY122" fmla="*/ 4949707 h 5858728"/>
                        <a:gd name="connsiteX123" fmla="*/ -2 w 8950465"/>
                        <a:gd name="connsiteY123" fmla="*/ 909018 h 5858728"/>
                        <a:gd name="connsiteX124" fmla="*/ 934091 w 8950465"/>
                        <a:gd name="connsiteY124" fmla="*/ 0 h 5858728"/>
                        <a:gd name="connsiteX125" fmla="*/ 2033885 w 8950465"/>
                        <a:gd name="connsiteY125" fmla="*/ 0 h 5858728"/>
                        <a:gd name="connsiteX126" fmla="*/ 2033885 w 8950465"/>
                        <a:gd name="connsiteY126" fmla="*/ 498540 h 5858728"/>
                        <a:gd name="connsiteX127" fmla="*/ 2645805 w 8950465"/>
                        <a:gd name="connsiteY127" fmla="*/ 1110460 h 5858728"/>
                        <a:gd name="connsiteX128" fmla="*/ 6322068 w 8950465"/>
                        <a:gd name="connsiteY128" fmla="*/ 1085186 h 5858728"/>
                        <a:gd name="connsiteX129" fmla="*/ 6934194 w 8950465"/>
                        <a:gd name="connsiteY129" fmla="*/ 498540 h 5858728"/>
                        <a:gd name="connsiteX130" fmla="*/ 6934194 w 8950465"/>
                        <a:gd name="connsiteY130" fmla="*/ 0 h 5858728"/>
                        <a:gd name="connsiteX131" fmla="*/ 8041659 w 8950465"/>
                        <a:gd name="connsiteY131" fmla="*/ 0 h 5858728"/>
                        <a:gd name="connsiteX132" fmla="*/ 8474850 w 8950465"/>
                        <a:gd name="connsiteY132" fmla="*/ 109688 h 5858728"/>
                        <a:gd name="connsiteX0" fmla="*/ 1875541 w 8950465"/>
                        <a:gd name="connsiteY0" fmla="*/ 4432622 h 5858728"/>
                        <a:gd name="connsiteX1" fmla="*/ 2379876 w 8950465"/>
                        <a:gd name="connsiteY1" fmla="*/ 4887349 h 5858728"/>
                        <a:gd name="connsiteX2" fmla="*/ 2260469 w 8950465"/>
                        <a:gd name="connsiteY2" fmla="*/ 4987528 h 5858728"/>
                        <a:gd name="connsiteX3" fmla="*/ 1824034 w 8950465"/>
                        <a:gd name="connsiteY3" fmla="*/ 4589127 h 5858728"/>
                        <a:gd name="connsiteX4" fmla="*/ 1875541 w 8950465"/>
                        <a:gd name="connsiteY4" fmla="*/ 4432622 h 5858728"/>
                        <a:gd name="connsiteX5" fmla="*/ 1972968 w 8950465"/>
                        <a:gd name="connsiteY5" fmla="*/ 4178550 h 5858728"/>
                        <a:gd name="connsiteX6" fmla="*/ 2574344 w 8950465"/>
                        <a:gd name="connsiteY6" fmla="*/ 4709227 h 5858728"/>
                        <a:gd name="connsiteX7" fmla="*/ 2460881 w 8950465"/>
                        <a:gd name="connsiteY7" fmla="*/ 4809499 h 5858728"/>
                        <a:gd name="connsiteX8" fmla="*/ 1922858 w 8950465"/>
                        <a:gd name="connsiteY8" fmla="*/ 4327451 h 5858728"/>
                        <a:gd name="connsiteX9" fmla="*/ 1972968 w 8950465"/>
                        <a:gd name="connsiteY9" fmla="*/ 4178550 h 5858728"/>
                        <a:gd name="connsiteX10" fmla="*/ 2071518 w 8950465"/>
                        <a:gd name="connsiteY10" fmla="*/ 3925127 h 5858728"/>
                        <a:gd name="connsiteX11" fmla="*/ 2483238 w 8950465"/>
                        <a:gd name="connsiteY11" fmla="*/ 4293656 h 5858728"/>
                        <a:gd name="connsiteX12" fmla="*/ 2593566 w 8950465"/>
                        <a:gd name="connsiteY12" fmla="*/ 4587809 h 5858728"/>
                        <a:gd name="connsiteX13" fmla="*/ 2014490 w 8950465"/>
                        <a:gd name="connsiteY13" fmla="*/ 4073026 h 5858728"/>
                        <a:gd name="connsiteX14" fmla="*/ 2071518 w 8950465"/>
                        <a:gd name="connsiteY14" fmla="*/ 3925127 h 5858728"/>
                        <a:gd name="connsiteX15" fmla="*/ 2285202 w 8950465"/>
                        <a:gd name="connsiteY15" fmla="*/ 3773334 h 5858728"/>
                        <a:gd name="connsiteX16" fmla="*/ 2285705 w 8950465"/>
                        <a:gd name="connsiteY16" fmla="*/ 3773641 h 5858728"/>
                        <a:gd name="connsiteX17" fmla="*/ 2285030 w 8950465"/>
                        <a:gd name="connsiteY17" fmla="*/ 3773354 h 5858728"/>
                        <a:gd name="connsiteX18" fmla="*/ 2285202 w 8950465"/>
                        <a:gd name="connsiteY18" fmla="*/ 3773334 h 5858728"/>
                        <a:gd name="connsiteX19" fmla="*/ 2341210 w 8950465"/>
                        <a:gd name="connsiteY19" fmla="*/ 3709127 h 5858728"/>
                        <a:gd name="connsiteX20" fmla="*/ 2273690 w 8950465"/>
                        <a:gd name="connsiteY20" fmla="*/ 3768327 h 5858728"/>
                        <a:gd name="connsiteX21" fmla="*/ 2281999 w 8950465"/>
                        <a:gd name="connsiteY21" fmla="*/ 3772067 h 5858728"/>
                        <a:gd name="connsiteX22" fmla="*/ 2285030 w 8950465"/>
                        <a:gd name="connsiteY22" fmla="*/ 3773354 h 5858728"/>
                        <a:gd name="connsiteX23" fmla="*/ 2283970 w 8950465"/>
                        <a:gd name="connsiteY23" fmla="*/ 3773482 h 5858728"/>
                        <a:gd name="connsiteX24" fmla="*/ 2293798 w 8950465"/>
                        <a:gd name="connsiteY24" fmla="*/ 3780164 h 5858728"/>
                        <a:gd name="connsiteX25" fmla="*/ 2404698 w 8950465"/>
                        <a:gd name="connsiteY25" fmla="*/ 4075583 h 5858728"/>
                        <a:gd name="connsiteX26" fmla="*/ 2116023 w 8950465"/>
                        <a:gd name="connsiteY26" fmla="*/ 3813339 h 5858728"/>
                        <a:gd name="connsiteX27" fmla="*/ 2079554 w 8950465"/>
                        <a:gd name="connsiteY27" fmla="*/ 3707627 h 5858728"/>
                        <a:gd name="connsiteX28" fmla="*/ 1718396 w 8950465"/>
                        <a:gd name="connsiteY28" fmla="*/ 4661938 h 5858728"/>
                        <a:gd name="connsiteX29" fmla="*/ 2210145 w 8950465"/>
                        <a:gd name="connsiteY29" fmla="*/ 5091104 h 5858728"/>
                        <a:gd name="connsiteX30" fmla="*/ 2692433 w 8950465"/>
                        <a:gd name="connsiteY30" fmla="*/ 4660009 h 5858728"/>
                        <a:gd name="connsiteX31" fmla="*/ 2341210 w 8950465"/>
                        <a:gd name="connsiteY31" fmla="*/ 3709127 h 5858728"/>
                        <a:gd name="connsiteX32" fmla="*/ 2507339 w 8950465"/>
                        <a:gd name="connsiteY32" fmla="*/ 3279357 h 5858728"/>
                        <a:gd name="connsiteX33" fmla="*/ 1903927 w 8950465"/>
                        <a:gd name="connsiteY33" fmla="*/ 3279929 h 5858728"/>
                        <a:gd name="connsiteX34" fmla="*/ 1866887 w 8950465"/>
                        <a:gd name="connsiteY34" fmla="*/ 3439228 h 5858728"/>
                        <a:gd name="connsiteX35" fmla="*/ 2145415 w 8950465"/>
                        <a:gd name="connsiteY35" fmla="*/ 3726569 h 5858728"/>
                        <a:gd name="connsiteX36" fmla="*/ 2257928 w 8950465"/>
                        <a:gd name="connsiteY36" fmla="*/ 3741824 h 5858728"/>
                        <a:gd name="connsiteX37" fmla="*/ 2562604 w 8950465"/>
                        <a:gd name="connsiteY37" fmla="*/ 3433968 h 5858728"/>
                        <a:gd name="connsiteX38" fmla="*/ 2507339 w 8950465"/>
                        <a:gd name="connsiteY38" fmla="*/ 3279357 h 5858728"/>
                        <a:gd name="connsiteX39" fmla="*/ 3436036 w 8950465"/>
                        <a:gd name="connsiteY39" fmla="*/ 3027962 h 5858728"/>
                        <a:gd name="connsiteX40" fmla="*/ 3359057 w 8950465"/>
                        <a:gd name="connsiteY40" fmla="*/ 2996318 h 5858728"/>
                        <a:gd name="connsiteX41" fmla="*/ 3004377 w 8950465"/>
                        <a:gd name="connsiteY41" fmla="*/ 2978709 h 5858728"/>
                        <a:gd name="connsiteX42" fmla="*/ 2588657 w 8950465"/>
                        <a:gd name="connsiteY42" fmla="*/ 3254338 h 5858728"/>
                        <a:gd name="connsiteX43" fmla="*/ 2408106 w 8950465"/>
                        <a:gd name="connsiteY43" fmla="*/ 3689332 h 5858728"/>
                        <a:gd name="connsiteX44" fmla="*/ 2772224 w 8950465"/>
                        <a:gd name="connsiteY44" fmla="*/ 4674898 h 5858728"/>
                        <a:gd name="connsiteX45" fmla="*/ 2209987 w 8950465"/>
                        <a:gd name="connsiteY45" fmla="*/ 5175921 h 5858728"/>
                        <a:gd name="connsiteX46" fmla="*/ 1639861 w 8950465"/>
                        <a:gd name="connsiteY46" fmla="*/ 4673723 h 5858728"/>
                        <a:gd name="connsiteX47" fmla="*/ 2018938 w 8950465"/>
                        <a:gd name="connsiteY47" fmla="*/ 3692376 h 5858728"/>
                        <a:gd name="connsiteX48" fmla="*/ 1830721 w 8950465"/>
                        <a:gd name="connsiteY48" fmla="*/ 3261869 h 5858728"/>
                        <a:gd name="connsiteX49" fmla="*/ 1420665 w 8950465"/>
                        <a:gd name="connsiteY49" fmla="*/ 2972526 h 5858728"/>
                        <a:gd name="connsiteX50" fmla="*/ 1057719 w 8950465"/>
                        <a:gd name="connsiteY50" fmla="*/ 2996354 h 5858728"/>
                        <a:gd name="connsiteX51" fmla="*/ 698925 w 8950465"/>
                        <a:gd name="connsiteY51" fmla="*/ 3478975 h 5858728"/>
                        <a:gd name="connsiteX52" fmla="*/ 690518 w 8950465"/>
                        <a:gd name="connsiteY52" fmla="*/ 5181466 h 5858728"/>
                        <a:gd name="connsiteX53" fmla="*/ 1253495 w 8950465"/>
                        <a:gd name="connsiteY53" fmla="*/ 5182572 h 5858728"/>
                        <a:gd name="connsiteX54" fmla="*/ 1255664 w 8950465"/>
                        <a:gd name="connsiteY54" fmla="*/ 3776157 h 5858728"/>
                        <a:gd name="connsiteX55" fmla="*/ 1401633 w 8950465"/>
                        <a:gd name="connsiteY55" fmla="*/ 3751556 h 5858728"/>
                        <a:gd name="connsiteX56" fmla="*/ 1398185 w 8950465"/>
                        <a:gd name="connsiteY56" fmla="*/ 5180612 h 5858728"/>
                        <a:gd name="connsiteX57" fmla="*/ 3015635 w 8950465"/>
                        <a:gd name="connsiteY57" fmla="*/ 5181867 h 5858728"/>
                        <a:gd name="connsiteX58" fmla="*/ 3022029 w 8950465"/>
                        <a:gd name="connsiteY58" fmla="*/ 3751912 h 5858728"/>
                        <a:gd name="connsiteX59" fmla="*/ 3158721 w 8950465"/>
                        <a:gd name="connsiteY59" fmla="*/ 3741510 h 5858728"/>
                        <a:gd name="connsiteX60" fmla="*/ 3147106 w 8950465"/>
                        <a:gd name="connsiteY60" fmla="*/ 5183179 h 5858728"/>
                        <a:gd name="connsiteX61" fmla="*/ 3711517 w 8950465"/>
                        <a:gd name="connsiteY61" fmla="*/ 5182347 h 5858728"/>
                        <a:gd name="connsiteX62" fmla="*/ 3716758 w 8950465"/>
                        <a:gd name="connsiteY62" fmla="*/ 3478402 h 5858728"/>
                        <a:gd name="connsiteX63" fmla="*/ 3436036 w 8950465"/>
                        <a:gd name="connsiteY63" fmla="*/ 3027962 h 5858728"/>
                        <a:gd name="connsiteX64" fmla="*/ 3162061 w 8950465"/>
                        <a:gd name="connsiteY64" fmla="*/ 1889907 h 5858728"/>
                        <a:gd name="connsiteX65" fmla="*/ 2228357 w 8950465"/>
                        <a:gd name="connsiteY65" fmla="*/ 1725263 h 5858728"/>
                        <a:gd name="connsiteX66" fmla="*/ 2325664 w 8950465"/>
                        <a:gd name="connsiteY66" fmla="*/ 1923326 h 5858728"/>
                        <a:gd name="connsiteX67" fmla="*/ 1214076 w 8950465"/>
                        <a:gd name="connsiteY67" fmla="*/ 2040152 h 5858728"/>
                        <a:gd name="connsiteX68" fmla="*/ 2296889 w 8950465"/>
                        <a:gd name="connsiteY68" fmla="*/ 3250645 h 5858728"/>
                        <a:gd name="connsiteX69" fmla="*/ 3162061 w 8950465"/>
                        <a:gd name="connsiteY69" fmla="*/ 1889907 h 5858728"/>
                        <a:gd name="connsiteX70" fmla="*/ 2742770 w 8950465"/>
                        <a:gd name="connsiteY70" fmla="*/ 1393444 h 5858728"/>
                        <a:gd name="connsiteX71" fmla="*/ 1908669 w 8950465"/>
                        <a:gd name="connsiteY71" fmla="*/ 1285665 h 5858728"/>
                        <a:gd name="connsiteX72" fmla="*/ 1247426 w 8950465"/>
                        <a:gd name="connsiteY72" fmla="*/ 1956867 h 5858728"/>
                        <a:gd name="connsiteX73" fmla="*/ 2215350 w 8950465"/>
                        <a:gd name="connsiteY73" fmla="*/ 1843866 h 5858728"/>
                        <a:gd name="connsiteX74" fmla="*/ 2131483 w 8950465"/>
                        <a:gd name="connsiteY74" fmla="*/ 1659192 h 5858728"/>
                        <a:gd name="connsiteX75" fmla="*/ 3130631 w 8950465"/>
                        <a:gd name="connsiteY75" fmla="*/ 1825795 h 5858728"/>
                        <a:gd name="connsiteX76" fmla="*/ 2742770 w 8950465"/>
                        <a:gd name="connsiteY76" fmla="*/ 1393444 h 5858728"/>
                        <a:gd name="connsiteX77" fmla="*/ 8175767 w 8950465"/>
                        <a:gd name="connsiteY77" fmla="*/ 4451277 h 5858728"/>
                        <a:gd name="connsiteX78" fmla="*/ 8133086 w 8950465"/>
                        <a:gd name="connsiteY78" fmla="*/ 4442632 h 5858728"/>
                        <a:gd name="connsiteX79" fmla="*/ 4607970 w 8950465"/>
                        <a:gd name="connsiteY79" fmla="*/ 4440312 h 5858728"/>
                        <a:gd name="connsiteX80" fmla="*/ 4498232 w 8950465"/>
                        <a:gd name="connsiteY80" fmla="*/ 4549907 h 5858728"/>
                        <a:gd name="connsiteX81" fmla="*/ 4498172 w 8950465"/>
                        <a:gd name="connsiteY81" fmla="*/ 4641332 h 5858728"/>
                        <a:gd name="connsiteX82" fmla="*/ 4607766 w 8950465"/>
                        <a:gd name="connsiteY82" fmla="*/ 4751069 h 5858728"/>
                        <a:gd name="connsiteX83" fmla="*/ 8132881 w 8950465"/>
                        <a:gd name="connsiteY83" fmla="*/ 4753388 h 5858728"/>
                        <a:gd name="connsiteX84" fmla="*/ 8242619 w 8950465"/>
                        <a:gd name="connsiteY84" fmla="*/ 4643794 h 5858728"/>
                        <a:gd name="connsiteX85" fmla="*/ 8242679 w 8950465"/>
                        <a:gd name="connsiteY85" fmla="*/ 4552369 h 5858728"/>
                        <a:gd name="connsiteX86" fmla="*/ 8175767 w 8950465"/>
                        <a:gd name="connsiteY86" fmla="*/ 4451277 h 5858728"/>
                        <a:gd name="connsiteX87" fmla="*/ 8173334 w 8950465"/>
                        <a:gd name="connsiteY87" fmla="*/ 3694350 h 5858728"/>
                        <a:gd name="connsiteX88" fmla="*/ 8130652 w 8950465"/>
                        <a:gd name="connsiteY88" fmla="*/ 3685704 h 5858728"/>
                        <a:gd name="connsiteX89" fmla="*/ 4605538 w 8950465"/>
                        <a:gd name="connsiteY89" fmla="*/ 3683387 h 5858728"/>
                        <a:gd name="connsiteX90" fmla="*/ 4495800 w 8950465"/>
                        <a:gd name="connsiteY90" fmla="*/ 3792981 h 5858728"/>
                        <a:gd name="connsiteX91" fmla="*/ 4495740 w 8950465"/>
                        <a:gd name="connsiteY91" fmla="*/ 3884406 h 5858728"/>
                        <a:gd name="connsiteX92" fmla="*/ 4605333 w 8950465"/>
                        <a:gd name="connsiteY92" fmla="*/ 3994144 h 5858728"/>
                        <a:gd name="connsiteX93" fmla="*/ 8130448 w 8950465"/>
                        <a:gd name="connsiteY93" fmla="*/ 3996461 h 5858728"/>
                        <a:gd name="connsiteX94" fmla="*/ 8240186 w 8950465"/>
                        <a:gd name="connsiteY94" fmla="*/ 3886867 h 5858728"/>
                        <a:gd name="connsiteX95" fmla="*/ 8240246 w 8950465"/>
                        <a:gd name="connsiteY95" fmla="*/ 3795443 h 5858728"/>
                        <a:gd name="connsiteX96" fmla="*/ 8173334 w 8950465"/>
                        <a:gd name="connsiteY96" fmla="*/ 3694350 h 5858728"/>
                        <a:gd name="connsiteX97" fmla="*/ 8177855 w 8950465"/>
                        <a:gd name="connsiteY97" fmla="*/ 2963452 h 5858728"/>
                        <a:gd name="connsiteX98" fmla="*/ 8135174 w 8950465"/>
                        <a:gd name="connsiteY98" fmla="*/ 2954806 h 5858728"/>
                        <a:gd name="connsiteX99" fmla="*/ 4610059 w 8950465"/>
                        <a:gd name="connsiteY99" fmla="*/ 2952488 h 5858728"/>
                        <a:gd name="connsiteX100" fmla="*/ 4500321 w 8950465"/>
                        <a:gd name="connsiteY100" fmla="*/ 3062082 h 5858728"/>
                        <a:gd name="connsiteX101" fmla="*/ 4500261 w 8950465"/>
                        <a:gd name="connsiteY101" fmla="*/ 3153507 h 5858728"/>
                        <a:gd name="connsiteX102" fmla="*/ 4609855 w 8950465"/>
                        <a:gd name="connsiteY102" fmla="*/ 3263245 h 5858728"/>
                        <a:gd name="connsiteX103" fmla="*/ 8134969 w 8950465"/>
                        <a:gd name="connsiteY103" fmla="*/ 3265563 h 5858728"/>
                        <a:gd name="connsiteX104" fmla="*/ 8244707 w 8950465"/>
                        <a:gd name="connsiteY104" fmla="*/ 3155969 h 5858728"/>
                        <a:gd name="connsiteX105" fmla="*/ 8244768 w 8950465"/>
                        <a:gd name="connsiteY105" fmla="*/ 3064544 h 5858728"/>
                        <a:gd name="connsiteX106" fmla="*/ 8177855 w 8950465"/>
                        <a:gd name="connsiteY106" fmla="*/ 2963452 h 5858728"/>
                        <a:gd name="connsiteX107" fmla="*/ 8170954 w 8950465"/>
                        <a:gd name="connsiteY107" fmla="*/ 2233284 h 5858728"/>
                        <a:gd name="connsiteX108" fmla="*/ 8128273 w 8950465"/>
                        <a:gd name="connsiteY108" fmla="*/ 2224637 h 5858728"/>
                        <a:gd name="connsiteX109" fmla="*/ 4603159 w 8950465"/>
                        <a:gd name="connsiteY109" fmla="*/ 2222320 h 5858728"/>
                        <a:gd name="connsiteX110" fmla="*/ 4493420 w 8950465"/>
                        <a:gd name="connsiteY110" fmla="*/ 2331915 h 5858728"/>
                        <a:gd name="connsiteX111" fmla="*/ 4493360 w 8950465"/>
                        <a:gd name="connsiteY111" fmla="*/ 2423339 h 5858728"/>
                        <a:gd name="connsiteX112" fmla="*/ 4602954 w 8950465"/>
                        <a:gd name="connsiteY112" fmla="*/ 2533077 h 5858728"/>
                        <a:gd name="connsiteX113" fmla="*/ 8128069 w 8950465"/>
                        <a:gd name="connsiteY113" fmla="*/ 2535394 h 5858728"/>
                        <a:gd name="connsiteX114" fmla="*/ 8237807 w 8950465"/>
                        <a:gd name="connsiteY114" fmla="*/ 2425800 h 5858728"/>
                        <a:gd name="connsiteX115" fmla="*/ 8237867 w 8950465"/>
                        <a:gd name="connsiteY115" fmla="*/ 2334375 h 5858728"/>
                        <a:gd name="connsiteX116" fmla="*/ 8170954 w 8950465"/>
                        <a:gd name="connsiteY116" fmla="*/ 2233284 h 5858728"/>
                        <a:gd name="connsiteX117" fmla="*/ 8474850 w 8950465"/>
                        <a:gd name="connsiteY117" fmla="*/ 109688 h 5858728"/>
                        <a:gd name="connsiteX118" fmla="*/ 8925187 w 8950465"/>
                        <a:gd name="connsiteY118" fmla="*/ 909019 h 5858728"/>
                        <a:gd name="connsiteX119" fmla="*/ 8950465 w 8950465"/>
                        <a:gd name="connsiteY119" fmla="*/ 4949923 h 5858728"/>
                        <a:gd name="connsiteX120" fmla="*/ 8066284 w 8950465"/>
                        <a:gd name="connsiteY120" fmla="*/ 5782665 h 5858728"/>
                        <a:gd name="connsiteX121" fmla="*/ 934091 w 8950465"/>
                        <a:gd name="connsiteY121" fmla="*/ 5858728 h 5858728"/>
                        <a:gd name="connsiteX122" fmla="*/ 50563 w 8950465"/>
                        <a:gd name="connsiteY122" fmla="*/ 4949707 h 5858728"/>
                        <a:gd name="connsiteX123" fmla="*/ -2 w 8950465"/>
                        <a:gd name="connsiteY123" fmla="*/ 909018 h 5858728"/>
                        <a:gd name="connsiteX124" fmla="*/ 934091 w 8950465"/>
                        <a:gd name="connsiteY124" fmla="*/ 0 h 5858728"/>
                        <a:gd name="connsiteX125" fmla="*/ 2033885 w 8950465"/>
                        <a:gd name="connsiteY125" fmla="*/ 0 h 5858728"/>
                        <a:gd name="connsiteX126" fmla="*/ 2033885 w 8950465"/>
                        <a:gd name="connsiteY126" fmla="*/ 498540 h 5858728"/>
                        <a:gd name="connsiteX127" fmla="*/ 2645805 w 8950465"/>
                        <a:gd name="connsiteY127" fmla="*/ 1110460 h 5858728"/>
                        <a:gd name="connsiteX128" fmla="*/ 6322068 w 8950465"/>
                        <a:gd name="connsiteY128" fmla="*/ 1085186 h 5858728"/>
                        <a:gd name="connsiteX129" fmla="*/ 6934194 w 8950465"/>
                        <a:gd name="connsiteY129" fmla="*/ 498540 h 5858728"/>
                        <a:gd name="connsiteX130" fmla="*/ 6934194 w 8950465"/>
                        <a:gd name="connsiteY130" fmla="*/ 0 h 5858728"/>
                        <a:gd name="connsiteX131" fmla="*/ 8041659 w 8950465"/>
                        <a:gd name="connsiteY131" fmla="*/ 0 h 5858728"/>
                        <a:gd name="connsiteX132" fmla="*/ 8474850 w 8950465"/>
                        <a:gd name="connsiteY132" fmla="*/ 109688 h 58587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</a:cxnLst>
                      <a:rect l="l" t="t" r="r" b="b"/>
                      <a:pathLst>
                        <a:path w="8950465" h="5858728">
                          <a:moveTo>
                            <a:pt x="1875541" y="4432622"/>
                          </a:moveTo>
                          <a:lnTo>
                            <a:pt x="2379876" y="4887349"/>
                          </a:lnTo>
                          <a:lnTo>
                            <a:pt x="2260469" y="4987528"/>
                          </a:lnTo>
                          <a:lnTo>
                            <a:pt x="1824034" y="4589127"/>
                          </a:lnTo>
                          <a:lnTo>
                            <a:pt x="1875541" y="4432622"/>
                          </a:lnTo>
                          <a:close/>
                          <a:moveTo>
                            <a:pt x="1972968" y="4178550"/>
                          </a:moveTo>
                          <a:lnTo>
                            <a:pt x="2574344" y="4709227"/>
                          </a:lnTo>
                          <a:lnTo>
                            <a:pt x="2460881" y="4809499"/>
                          </a:lnTo>
                          <a:lnTo>
                            <a:pt x="1922858" y="4327451"/>
                          </a:lnTo>
                          <a:lnTo>
                            <a:pt x="1972968" y="4178550"/>
                          </a:lnTo>
                          <a:close/>
                          <a:moveTo>
                            <a:pt x="2071518" y="3925127"/>
                          </a:moveTo>
                          <a:lnTo>
                            <a:pt x="2483238" y="4293656"/>
                          </a:lnTo>
                          <a:lnTo>
                            <a:pt x="2593566" y="4587809"/>
                          </a:lnTo>
                          <a:lnTo>
                            <a:pt x="2014490" y="4073026"/>
                          </a:lnTo>
                          <a:lnTo>
                            <a:pt x="2071518" y="3925127"/>
                          </a:lnTo>
                          <a:close/>
                          <a:moveTo>
                            <a:pt x="2285202" y="3773334"/>
                          </a:moveTo>
                          <a:cubicBezTo>
                            <a:pt x="2286146" y="3773697"/>
                            <a:pt x="2286969" y="3774138"/>
                            <a:pt x="2285705" y="3773641"/>
                          </a:cubicBezTo>
                          <a:lnTo>
                            <a:pt x="2285030" y="3773354"/>
                          </a:lnTo>
                          <a:lnTo>
                            <a:pt x="2285202" y="3773334"/>
                          </a:lnTo>
                          <a:close/>
                          <a:moveTo>
                            <a:pt x="2341210" y="3709127"/>
                          </a:moveTo>
                          <a:cubicBezTo>
                            <a:pt x="2309144" y="3729831"/>
                            <a:pt x="2296412" y="3748220"/>
                            <a:pt x="2273690" y="3768327"/>
                          </a:cubicBezTo>
                          <a:lnTo>
                            <a:pt x="2281999" y="3772067"/>
                          </a:lnTo>
                          <a:lnTo>
                            <a:pt x="2285030" y="3773354"/>
                          </a:lnTo>
                          <a:lnTo>
                            <a:pt x="2283970" y="3773482"/>
                          </a:lnTo>
                          <a:cubicBezTo>
                            <a:pt x="2284747" y="3774283"/>
                            <a:pt x="2287368" y="3776173"/>
                            <a:pt x="2293798" y="3780164"/>
                          </a:cubicBezTo>
                          <a:cubicBezTo>
                            <a:pt x="2315633" y="3831373"/>
                            <a:pt x="2376893" y="3997356"/>
                            <a:pt x="2404698" y="4075583"/>
                          </a:cubicBezTo>
                          <a:cubicBezTo>
                            <a:pt x="2384498" y="4059608"/>
                            <a:pt x="2139642" y="3832021"/>
                            <a:pt x="2116023" y="3813339"/>
                          </a:cubicBezTo>
                          <a:cubicBezTo>
                            <a:pt x="2152533" y="3744961"/>
                            <a:pt x="2098225" y="3708048"/>
                            <a:pt x="2079554" y="3707627"/>
                          </a:cubicBezTo>
                          <a:lnTo>
                            <a:pt x="1718396" y="4661938"/>
                          </a:lnTo>
                          <a:lnTo>
                            <a:pt x="2210145" y="5091104"/>
                          </a:lnTo>
                          <a:cubicBezTo>
                            <a:pt x="2351468" y="4967940"/>
                            <a:pt x="2565781" y="4773499"/>
                            <a:pt x="2692433" y="4660009"/>
                          </a:cubicBezTo>
                          <a:lnTo>
                            <a:pt x="2341210" y="3709127"/>
                          </a:lnTo>
                          <a:close/>
                          <a:moveTo>
                            <a:pt x="2507339" y="3279357"/>
                          </a:moveTo>
                          <a:cubicBezTo>
                            <a:pt x="2277144" y="3344723"/>
                            <a:pt x="2039075" y="3319244"/>
                            <a:pt x="1903927" y="3279929"/>
                          </a:cubicBezTo>
                          <a:cubicBezTo>
                            <a:pt x="1858911" y="3329835"/>
                            <a:pt x="1821057" y="3397198"/>
                            <a:pt x="1866887" y="3439228"/>
                          </a:cubicBezTo>
                          <a:cubicBezTo>
                            <a:pt x="1966649" y="3552113"/>
                            <a:pt x="2075984" y="3652052"/>
                            <a:pt x="2145415" y="3726569"/>
                          </a:cubicBezTo>
                          <a:cubicBezTo>
                            <a:pt x="2171277" y="3755906"/>
                            <a:pt x="2229536" y="3754172"/>
                            <a:pt x="2257928" y="3741824"/>
                          </a:cubicBezTo>
                          <a:lnTo>
                            <a:pt x="2562604" y="3433968"/>
                          </a:lnTo>
                          <a:cubicBezTo>
                            <a:pt x="2600291" y="3381263"/>
                            <a:pt x="2562873" y="3312617"/>
                            <a:pt x="2507339" y="3279357"/>
                          </a:cubicBezTo>
                          <a:close/>
                          <a:moveTo>
                            <a:pt x="3436036" y="3027962"/>
                          </a:moveTo>
                          <a:cubicBezTo>
                            <a:pt x="3411546" y="3015141"/>
                            <a:pt x="3385834" y="3004463"/>
                            <a:pt x="3359057" y="2996318"/>
                          </a:cubicBezTo>
                          <a:cubicBezTo>
                            <a:pt x="3239002" y="2990337"/>
                            <a:pt x="3129021" y="2981664"/>
                            <a:pt x="3004377" y="2978709"/>
                          </a:cubicBezTo>
                          <a:cubicBezTo>
                            <a:pt x="2926429" y="3061294"/>
                            <a:pt x="2707838" y="3225187"/>
                            <a:pt x="2588657" y="3254338"/>
                          </a:cubicBezTo>
                          <a:cubicBezTo>
                            <a:pt x="2748825" y="3426330"/>
                            <a:pt x="2496217" y="3577043"/>
                            <a:pt x="2408106" y="3689332"/>
                          </a:cubicBezTo>
                          <a:cubicBezTo>
                            <a:pt x="2438012" y="3792264"/>
                            <a:pt x="2732876" y="4570292"/>
                            <a:pt x="2772224" y="4674898"/>
                          </a:cubicBezTo>
                          <a:lnTo>
                            <a:pt x="2209987" y="5175921"/>
                          </a:lnTo>
                          <a:lnTo>
                            <a:pt x="1639861" y="4673723"/>
                          </a:lnTo>
                          <a:cubicBezTo>
                            <a:pt x="1700615" y="4485048"/>
                            <a:pt x="1968111" y="3826714"/>
                            <a:pt x="2018938" y="3692376"/>
                          </a:cubicBezTo>
                          <a:cubicBezTo>
                            <a:pt x="1961132" y="3595410"/>
                            <a:pt x="1676989" y="3439044"/>
                            <a:pt x="1830721" y="3261869"/>
                          </a:cubicBezTo>
                          <a:cubicBezTo>
                            <a:pt x="1662162" y="3201521"/>
                            <a:pt x="1474589" y="3040202"/>
                            <a:pt x="1420665" y="2972526"/>
                          </a:cubicBezTo>
                          <a:cubicBezTo>
                            <a:pt x="1338115" y="2979780"/>
                            <a:pt x="1169254" y="2978661"/>
                            <a:pt x="1057719" y="2996354"/>
                          </a:cubicBezTo>
                          <a:cubicBezTo>
                            <a:pt x="859495" y="3041199"/>
                            <a:pt x="686558" y="3280123"/>
                            <a:pt x="698925" y="3478975"/>
                          </a:cubicBezTo>
                          <a:cubicBezTo>
                            <a:pt x="679622" y="3568623"/>
                            <a:pt x="695012" y="5034224"/>
                            <a:pt x="690518" y="5181466"/>
                          </a:cubicBezTo>
                          <a:lnTo>
                            <a:pt x="1253495" y="5182572"/>
                          </a:lnTo>
                          <a:cubicBezTo>
                            <a:pt x="1270074" y="5067522"/>
                            <a:pt x="1261450" y="3904895"/>
                            <a:pt x="1255664" y="3776157"/>
                          </a:cubicBezTo>
                          <a:cubicBezTo>
                            <a:pt x="1269176" y="3683778"/>
                            <a:pt x="1376162" y="3680532"/>
                            <a:pt x="1401633" y="3751556"/>
                          </a:cubicBezTo>
                          <a:cubicBezTo>
                            <a:pt x="1398442" y="3857484"/>
                            <a:pt x="1412019" y="4832836"/>
                            <a:pt x="1398185" y="5180612"/>
                          </a:cubicBezTo>
                          <a:cubicBezTo>
                            <a:pt x="1601137" y="5183934"/>
                            <a:pt x="2733100" y="5192616"/>
                            <a:pt x="3015635" y="5181867"/>
                          </a:cubicBezTo>
                          <a:cubicBezTo>
                            <a:pt x="3030451" y="5046597"/>
                            <a:pt x="3008715" y="3978663"/>
                            <a:pt x="3022029" y="3751912"/>
                          </a:cubicBezTo>
                          <a:cubicBezTo>
                            <a:pt x="3028817" y="3708282"/>
                            <a:pt x="3095878" y="3677879"/>
                            <a:pt x="3158721" y="3741510"/>
                          </a:cubicBezTo>
                          <a:cubicBezTo>
                            <a:pt x="3154849" y="4222066"/>
                            <a:pt x="3150978" y="4702623"/>
                            <a:pt x="3147106" y="5183179"/>
                          </a:cubicBezTo>
                          <a:lnTo>
                            <a:pt x="3711517" y="5182347"/>
                          </a:lnTo>
                          <a:lnTo>
                            <a:pt x="3716758" y="3478402"/>
                          </a:lnTo>
                          <a:cubicBezTo>
                            <a:pt x="3718984" y="3312466"/>
                            <a:pt x="3607462" y="3117709"/>
                            <a:pt x="3436036" y="3027962"/>
                          </a:cubicBezTo>
                          <a:close/>
                          <a:moveTo>
                            <a:pt x="3162061" y="1889907"/>
                          </a:moveTo>
                          <a:cubicBezTo>
                            <a:pt x="2850827" y="1835026"/>
                            <a:pt x="2554263" y="1770471"/>
                            <a:pt x="2228357" y="1725263"/>
                          </a:cubicBezTo>
                          <a:lnTo>
                            <a:pt x="2325664" y="1923326"/>
                          </a:lnTo>
                          <a:cubicBezTo>
                            <a:pt x="1992671" y="1865952"/>
                            <a:pt x="1450868" y="1942036"/>
                            <a:pt x="1214076" y="2040152"/>
                          </a:cubicBezTo>
                          <a:cubicBezTo>
                            <a:pt x="1113169" y="2685000"/>
                            <a:pt x="1572645" y="3263497"/>
                            <a:pt x="2296889" y="3250645"/>
                          </a:cubicBezTo>
                          <a:cubicBezTo>
                            <a:pt x="2914116" y="3222746"/>
                            <a:pt x="3400026" y="2534861"/>
                            <a:pt x="3162061" y="1889907"/>
                          </a:cubicBezTo>
                          <a:close/>
                          <a:moveTo>
                            <a:pt x="2742770" y="1393444"/>
                          </a:moveTo>
                          <a:cubicBezTo>
                            <a:pt x="2477789" y="1231192"/>
                            <a:pt x="2156349" y="1197503"/>
                            <a:pt x="1908669" y="1285665"/>
                          </a:cubicBezTo>
                          <a:cubicBezTo>
                            <a:pt x="1535665" y="1419151"/>
                            <a:pt x="1339560" y="1654924"/>
                            <a:pt x="1247426" y="1956867"/>
                          </a:cubicBezTo>
                          <a:cubicBezTo>
                            <a:pt x="1388058" y="1926935"/>
                            <a:pt x="1728035" y="1803462"/>
                            <a:pt x="2215350" y="1843866"/>
                          </a:cubicBezTo>
                          <a:cubicBezTo>
                            <a:pt x="2183815" y="1783264"/>
                            <a:pt x="2160750" y="1718482"/>
                            <a:pt x="2131483" y="1659192"/>
                          </a:cubicBezTo>
                          <a:cubicBezTo>
                            <a:pt x="2464533" y="1714727"/>
                            <a:pt x="2546582" y="1670520"/>
                            <a:pt x="3130631" y="1825795"/>
                          </a:cubicBezTo>
                          <a:cubicBezTo>
                            <a:pt x="3040421" y="1634429"/>
                            <a:pt x="2901758" y="1490795"/>
                            <a:pt x="2742770" y="1393444"/>
                          </a:cubicBezTo>
                          <a:close/>
                          <a:moveTo>
                            <a:pt x="8175767" y="4451277"/>
                          </a:moveTo>
                          <a:cubicBezTo>
                            <a:pt x="8162649" y="4445719"/>
                            <a:pt x="8148226" y="4442641"/>
                            <a:pt x="8133086" y="4442632"/>
                          </a:cubicBezTo>
                          <a:lnTo>
                            <a:pt x="4607970" y="4440312"/>
                          </a:lnTo>
                          <a:cubicBezTo>
                            <a:pt x="4547403" y="4440272"/>
                            <a:pt x="4498272" y="4489339"/>
                            <a:pt x="4498232" y="4549907"/>
                          </a:cubicBezTo>
                          <a:lnTo>
                            <a:pt x="4498172" y="4641332"/>
                          </a:lnTo>
                          <a:cubicBezTo>
                            <a:pt x="4498132" y="4701898"/>
                            <a:pt x="4547199" y="4751031"/>
                            <a:pt x="4607766" y="4751069"/>
                          </a:cubicBezTo>
                          <a:lnTo>
                            <a:pt x="8132881" y="4753388"/>
                          </a:lnTo>
                          <a:cubicBezTo>
                            <a:pt x="8193448" y="4753428"/>
                            <a:pt x="8242579" y="4704361"/>
                            <a:pt x="8242619" y="4643794"/>
                          </a:cubicBezTo>
                          <a:lnTo>
                            <a:pt x="8242679" y="4552369"/>
                          </a:lnTo>
                          <a:cubicBezTo>
                            <a:pt x="8242709" y="4506944"/>
                            <a:pt x="8215116" y="4467952"/>
                            <a:pt x="8175767" y="4451277"/>
                          </a:cubicBezTo>
                          <a:close/>
                          <a:moveTo>
                            <a:pt x="8173334" y="3694350"/>
                          </a:moveTo>
                          <a:cubicBezTo>
                            <a:pt x="8160217" y="3688793"/>
                            <a:pt x="8145794" y="3685714"/>
                            <a:pt x="8130652" y="3685704"/>
                          </a:cubicBezTo>
                          <a:lnTo>
                            <a:pt x="4605538" y="3683387"/>
                          </a:lnTo>
                          <a:cubicBezTo>
                            <a:pt x="4544971" y="3683347"/>
                            <a:pt x="4495840" y="3732414"/>
                            <a:pt x="4495800" y="3792981"/>
                          </a:cubicBezTo>
                          <a:lnTo>
                            <a:pt x="4495740" y="3884406"/>
                          </a:lnTo>
                          <a:cubicBezTo>
                            <a:pt x="4495700" y="3944973"/>
                            <a:pt x="4544766" y="3994104"/>
                            <a:pt x="4605333" y="3994144"/>
                          </a:cubicBezTo>
                          <a:lnTo>
                            <a:pt x="8130448" y="3996461"/>
                          </a:lnTo>
                          <a:cubicBezTo>
                            <a:pt x="8191015" y="3996501"/>
                            <a:pt x="8240146" y="3947434"/>
                            <a:pt x="8240186" y="3886867"/>
                          </a:cubicBezTo>
                          <a:cubicBezTo>
                            <a:pt x="8240206" y="3856392"/>
                            <a:pt x="8240226" y="3825918"/>
                            <a:pt x="8240246" y="3795443"/>
                          </a:cubicBezTo>
                          <a:cubicBezTo>
                            <a:pt x="8240276" y="3750017"/>
                            <a:pt x="8212684" y="3711024"/>
                            <a:pt x="8173334" y="3694350"/>
                          </a:cubicBezTo>
                          <a:close/>
                          <a:moveTo>
                            <a:pt x="8177855" y="2963452"/>
                          </a:moveTo>
                          <a:cubicBezTo>
                            <a:pt x="8164738" y="2957894"/>
                            <a:pt x="8150315" y="2954816"/>
                            <a:pt x="8135174" y="2954806"/>
                          </a:cubicBezTo>
                          <a:lnTo>
                            <a:pt x="4610059" y="2952488"/>
                          </a:lnTo>
                          <a:cubicBezTo>
                            <a:pt x="4549492" y="2952449"/>
                            <a:pt x="4500361" y="3001515"/>
                            <a:pt x="4500321" y="3062082"/>
                          </a:cubicBezTo>
                          <a:lnTo>
                            <a:pt x="4500261" y="3153507"/>
                          </a:lnTo>
                          <a:cubicBezTo>
                            <a:pt x="4500221" y="3214074"/>
                            <a:pt x="4549288" y="3263206"/>
                            <a:pt x="4609855" y="3263245"/>
                          </a:cubicBezTo>
                          <a:lnTo>
                            <a:pt x="8134969" y="3265563"/>
                          </a:lnTo>
                          <a:cubicBezTo>
                            <a:pt x="8195536" y="3265603"/>
                            <a:pt x="8244668" y="3216536"/>
                            <a:pt x="8244707" y="3155969"/>
                          </a:cubicBezTo>
                          <a:cubicBezTo>
                            <a:pt x="8244727" y="3125494"/>
                            <a:pt x="8244748" y="3095019"/>
                            <a:pt x="8244768" y="3064544"/>
                          </a:cubicBezTo>
                          <a:cubicBezTo>
                            <a:pt x="8244797" y="3019119"/>
                            <a:pt x="8217205" y="2980126"/>
                            <a:pt x="8177855" y="2963452"/>
                          </a:cubicBezTo>
                          <a:close/>
                          <a:moveTo>
                            <a:pt x="8170954" y="2233284"/>
                          </a:moveTo>
                          <a:cubicBezTo>
                            <a:pt x="8157838" y="2227726"/>
                            <a:pt x="8143415" y="2224647"/>
                            <a:pt x="8128273" y="2224637"/>
                          </a:cubicBezTo>
                          <a:lnTo>
                            <a:pt x="4603159" y="2222320"/>
                          </a:lnTo>
                          <a:cubicBezTo>
                            <a:pt x="4542591" y="2222280"/>
                            <a:pt x="4493460" y="2271347"/>
                            <a:pt x="4493420" y="2331915"/>
                          </a:cubicBezTo>
                          <a:cubicBezTo>
                            <a:pt x="4493400" y="2362390"/>
                            <a:pt x="4493380" y="2392864"/>
                            <a:pt x="4493360" y="2423339"/>
                          </a:cubicBezTo>
                          <a:cubicBezTo>
                            <a:pt x="4493320" y="2483906"/>
                            <a:pt x="4542387" y="2533037"/>
                            <a:pt x="4602954" y="2533077"/>
                          </a:cubicBezTo>
                          <a:lnTo>
                            <a:pt x="8128069" y="2535394"/>
                          </a:lnTo>
                          <a:cubicBezTo>
                            <a:pt x="8188635" y="2535434"/>
                            <a:pt x="8237767" y="2486367"/>
                            <a:pt x="8237807" y="2425800"/>
                          </a:cubicBezTo>
                          <a:lnTo>
                            <a:pt x="8237867" y="2334375"/>
                          </a:lnTo>
                          <a:cubicBezTo>
                            <a:pt x="8237897" y="2288950"/>
                            <a:pt x="8210304" y="2249957"/>
                            <a:pt x="8170954" y="2233284"/>
                          </a:cubicBezTo>
                          <a:close/>
                          <a:moveTo>
                            <a:pt x="8474850" y="109688"/>
                          </a:moveTo>
                          <a:cubicBezTo>
                            <a:pt x="8758148" y="263585"/>
                            <a:pt x="8925187" y="563949"/>
                            <a:pt x="8925187" y="909019"/>
                          </a:cubicBezTo>
                          <a:lnTo>
                            <a:pt x="8950465" y="4949923"/>
                          </a:lnTo>
                          <a:cubicBezTo>
                            <a:pt x="8950465" y="5451842"/>
                            <a:pt x="8568204" y="5782665"/>
                            <a:pt x="8066284" y="5782665"/>
                          </a:cubicBezTo>
                          <a:lnTo>
                            <a:pt x="934091" y="5858728"/>
                          </a:lnTo>
                          <a:cubicBezTo>
                            <a:pt x="432171" y="5858731"/>
                            <a:pt x="50563" y="5451628"/>
                            <a:pt x="50563" y="4949707"/>
                          </a:cubicBezTo>
                          <a:cubicBezTo>
                            <a:pt x="24854" y="3552332"/>
                            <a:pt x="27004" y="2458052"/>
                            <a:pt x="-2" y="909018"/>
                          </a:cubicBezTo>
                          <a:cubicBezTo>
                            <a:pt x="-2" y="407098"/>
                            <a:pt x="432171" y="0"/>
                            <a:pt x="934091" y="0"/>
                          </a:cubicBezTo>
                          <a:lnTo>
                            <a:pt x="2033885" y="0"/>
                          </a:lnTo>
                          <a:lnTo>
                            <a:pt x="2033885" y="498540"/>
                          </a:lnTo>
                          <a:cubicBezTo>
                            <a:pt x="2033885" y="836494"/>
                            <a:pt x="2307851" y="1110460"/>
                            <a:pt x="2645805" y="1110460"/>
                          </a:cubicBezTo>
                          <a:lnTo>
                            <a:pt x="6322068" y="1085186"/>
                          </a:lnTo>
                          <a:cubicBezTo>
                            <a:pt x="6660022" y="1085186"/>
                            <a:pt x="6934194" y="836494"/>
                            <a:pt x="6934194" y="498540"/>
                          </a:cubicBezTo>
                          <a:lnTo>
                            <a:pt x="6934194" y="0"/>
                          </a:lnTo>
                          <a:lnTo>
                            <a:pt x="8041659" y="0"/>
                          </a:lnTo>
                          <a:cubicBezTo>
                            <a:pt x="8198509" y="0"/>
                            <a:pt x="8346079" y="39735"/>
                            <a:pt x="8474850" y="10968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rtlCol="0" anchor="ctr">
                      <a:noAutofit/>
                    </a:bodyPr>
                    <a:lstStyle/>
                    <a:p>
                      <a:pPr algn="ctr"/>
                      <a:endParaRPr lang="en-US">
                        <a:solidFill>
                          <a:schemeClr val="accent1"/>
                        </a:solidFill>
                      </a:endParaRPr>
                    </a:p>
                  </p:txBody>
                </p:sp>
              </p:grpSp>
            </p:grpSp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552AB46-DF3A-4FCC-A499-8AD069C20179}"/>
                </a:ext>
              </a:extLst>
            </p:cNvPr>
            <p:cNvGrpSpPr/>
            <p:nvPr/>
          </p:nvGrpSpPr>
          <p:grpSpPr>
            <a:xfrm>
              <a:off x="1992209" y="620043"/>
              <a:ext cx="5047406" cy="5043727"/>
              <a:chOff x="1786829" y="769029"/>
              <a:chExt cx="5545819" cy="5541776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F954BF41-E6D7-48C4-BCCC-3971A083D472}"/>
                  </a:ext>
                </a:extLst>
              </p:cNvPr>
              <p:cNvGrpSpPr/>
              <p:nvPr/>
            </p:nvGrpSpPr>
            <p:grpSpPr>
              <a:xfrm>
                <a:off x="1786829" y="769029"/>
                <a:ext cx="5545819" cy="5541776"/>
                <a:chOff x="1786829" y="769029"/>
                <a:chExt cx="5545819" cy="5541776"/>
              </a:xfrm>
              <a:effectLst>
                <a:outerShdw blurRad="76200" sx="101000" sy="101000" algn="ctr" rotWithShape="0">
                  <a:prstClr val="black">
                    <a:alpha val="25000"/>
                  </a:prstClr>
                </a:outerShdw>
              </a:effectLst>
            </p:grpSpPr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D24C9BCF-E32E-49CD-970E-062ACB58F157}"/>
                    </a:ext>
                  </a:extLst>
                </p:cNvPr>
                <p:cNvGrpSpPr/>
                <p:nvPr/>
              </p:nvGrpSpPr>
              <p:grpSpPr>
                <a:xfrm>
                  <a:off x="3160566" y="769029"/>
                  <a:ext cx="2798344" cy="1617297"/>
                  <a:chOff x="3160566" y="769029"/>
                  <a:chExt cx="2798344" cy="1617297"/>
                </a:xfrm>
              </p:grpSpPr>
              <p:sp>
                <p:nvSpPr>
                  <p:cNvPr id="52" name="Freeform 58">
                    <a:extLst>
                      <a:ext uri="{FF2B5EF4-FFF2-40B4-BE49-F238E27FC236}">
                        <a16:creationId xmlns:a16="http://schemas.microsoft.com/office/drawing/2014/main" id="{5A1F6D37-BD8E-439D-83D9-3EC61B04C45D}"/>
                      </a:ext>
                    </a:extLst>
                  </p:cNvPr>
                  <p:cNvSpPr/>
                  <p:nvPr/>
                </p:nvSpPr>
                <p:spPr>
                  <a:xfrm>
                    <a:off x="3160566" y="769029"/>
                    <a:ext cx="2798344" cy="1617297"/>
                  </a:xfrm>
                  <a:custGeom>
                    <a:avLst/>
                    <a:gdLst>
                      <a:gd name="connsiteX0" fmla="*/ 1399172 w 2798344"/>
                      <a:gd name="connsiteY0" fmla="*/ 0 h 1617297"/>
                      <a:gd name="connsiteX1" fmla="*/ 2722887 w 2798344"/>
                      <a:gd name="connsiteY1" fmla="*/ 334952 h 1617297"/>
                      <a:gd name="connsiteX2" fmla="*/ 2798344 w 2798344"/>
                      <a:gd name="connsiteY2" fmla="*/ 380763 h 1617297"/>
                      <a:gd name="connsiteX3" fmla="*/ 2035676 w 2798344"/>
                      <a:gd name="connsiteY3" fmla="*/ 1617297 h 1617297"/>
                      <a:gd name="connsiteX4" fmla="*/ 754241 w 2798344"/>
                      <a:gd name="connsiteY4" fmla="*/ 1617296 h 1617297"/>
                      <a:gd name="connsiteX5" fmla="*/ 0 w 2798344"/>
                      <a:gd name="connsiteY5" fmla="*/ 380762 h 1617297"/>
                      <a:gd name="connsiteX6" fmla="*/ 75457 w 2798344"/>
                      <a:gd name="connsiteY6" fmla="*/ 334952 h 1617297"/>
                      <a:gd name="connsiteX7" fmla="*/ 1399172 w 2798344"/>
                      <a:gd name="connsiteY7" fmla="*/ 0 h 16172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798344" h="1617297">
                        <a:moveTo>
                          <a:pt x="1399172" y="0"/>
                        </a:moveTo>
                        <a:cubicBezTo>
                          <a:pt x="1878463" y="0"/>
                          <a:pt x="2329395" y="121338"/>
                          <a:pt x="2722887" y="334952"/>
                        </a:cubicBezTo>
                        <a:lnTo>
                          <a:pt x="2798344" y="380763"/>
                        </a:lnTo>
                        <a:lnTo>
                          <a:pt x="2035676" y="1617297"/>
                        </a:lnTo>
                        <a:lnTo>
                          <a:pt x="754241" y="1617296"/>
                        </a:lnTo>
                        <a:lnTo>
                          <a:pt x="0" y="380762"/>
                        </a:lnTo>
                        <a:lnTo>
                          <a:pt x="75457" y="334952"/>
                        </a:lnTo>
                        <a:cubicBezTo>
                          <a:pt x="468948" y="121338"/>
                          <a:pt x="919881" y="0"/>
                          <a:pt x="1399172" y="0"/>
                        </a:cubicBezTo>
                        <a:close/>
                      </a:path>
                    </a:pathLst>
                  </a:custGeom>
                  <a:solidFill>
                    <a:schemeClr val="bg2"/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53" name="Freeform 223">
                    <a:extLst>
                      <a:ext uri="{FF2B5EF4-FFF2-40B4-BE49-F238E27FC236}">
                        <a16:creationId xmlns:a16="http://schemas.microsoft.com/office/drawing/2014/main" id="{06FB5604-BA5D-437B-B9CA-1C27C7C71C64}"/>
                      </a:ext>
                    </a:extLst>
                  </p:cNvPr>
                  <p:cNvSpPr/>
                  <p:nvPr/>
                </p:nvSpPr>
                <p:spPr>
                  <a:xfrm>
                    <a:off x="3306821" y="880970"/>
                    <a:ext cx="2505837" cy="1428800"/>
                  </a:xfrm>
                  <a:custGeom>
                    <a:avLst/>
                    <a:gdLst>
                      <a:gd name="connsiteX0" fmla="*/ 1252919 w 2505837"/>
                      <a:gd name="connsiteY0" fmla="*/ 0 h 1385125"/>
                      <a:gd name="connsiteX1" fmla="*/ 2290278 w 2505837"/>
                      <a:gd name="connsiteY1" fmla="*/ 209293 h 1385125"/>
                      <a:gd name="connsiteX2" fmla="*/ 2505837 w 2505837"/>
                      <a:gd name="connsiteY2" fmla="*/ 313064 h 1385125"/>
                      <a:gd name="connsiteX3" fmla="*/ 1835939 w 2505837"/>
                      <a:gd name="connsiteY3" fmla="*/ 1385125 h 1385125"/>
                      <a:gd name="connsiteX4" fmla="*/ 669897 w 2505837"/>
                      <a:gd name="connsiteY4" fmla="*/ 1385125 h 1385125"/>
                      <a:gd name="connsiteX5" fmla="*/ 0 w 2505837"/>
                      <a:gd name="connsiteY5" fmla="*/ 313064 h 1385125"/>
                      <a:gd name="connsiteX6" fmla="*/ 215560 w 2505837"/>
                      <a:gd name="connsiteY6" fmla="*/ 209293 h 1385125"/>
                      <a:gd name="connsiteX7" fmla="*/ 1252919 w 2505837"/>
                      <a:gd name="connsiteY7" fmla="*/ 0 h 1385125"/>
                      <a:gd name="connsiteX0" fmla="*/ 1252919 w 2505837"/>
                      <a:gd name="connsiteY0" fmla="*/ 0 h 1423049"/>
                      <a:gd name="connsiteX1" fmla="*/ 2290278 w 2505837"/>
                      <a:gd name="connsiteY1" fmla="*/ 209293 h 1423049"/>
                      <a:gd name="connsiteX2" fmla="*/ 2505837 w 2505837"/>
                      <a:gd name="connsiteY2" fmla="*/ 313064 h 1423049"/>
                      <a:gd name="connsiteX3" fmla="*/ 1835939 w 2505837"/>
                      <a:gd name="connsiteY3" fmla="*/ 1385125 h 1423049"/>
                      <a:gd name="connsiteX4" fmla="*/ 686753 w 2505837"/>
                      <a:gd name="connsiteY4" fmla="*/ 1423049 h 1423049"/>
                      <a:gd name="connsiteX5" fmla="*/ 0 w 2505837"/>
                      <a:gd name="connsiteY5" fmla="*/ 313064 h 1423049"/>
                      <a:gd name="connsiteX6" fmla="*/ 215560 w 2505837"/>
                      <a:gd name="connsiteY6" fmla="*/ 209293 h 1423049"/>
                      <a:gd name="connsiteX7" fmla="*/ 1252919 w 2505837"/>
                      <a:gd name="connsiteY7" fmla="*/ 0 h 1423049"/>
                      <a:gd name="connsiteX0" fmla="*/ 1252919 w 2505837"/>
                      <a:gd name="connsiteY0" fmla="*/ 0 h 1423049"/>
                      <a:gd name="connsiteX1" fmla="*/ 2290278 w 2505837"/>
                      <a:gd name="connsiteY1" fmla="*/ 209293 h 1423049"/>
                      <a:gd name="connsiteX2" fmla="*/ 2505837 w 2505837"/>
                      <a:gd name="connsiteY2" fmla="*/ 313064 h 1423049"/>
                      <a:gd name="connsiteX3" fmla="*/ 1823298 w 2505837"/>
                      <a:gd name="connsiteY3" fmla="*/ 1418835 h 1423049"/>
                      <a:gd name="connsiteX4" fmla="*/ 686753 w 2505837"/>
                      <a:gd name="connsiteY4" fmla="*/ 1423049 h 1423049"/>
                      <a:gd name="connsiteX5" fmla="*/ 0 w 2505837"/>
                      <a:gd name="connsiteY5" fmla="*/ 313064 h 1423049"/>
                      <a:gd name="connsiteX6" fmla="*/ 215560 w 2505837"/>
                      <a:gd name="connsiteY6" fmla="*/ 209293 h 1423049"/>
                      <a:gd name="connsiteX7" fmla="*/ 1252919 w 2505837"/>
                      <a:gd name="connsiteY7" fmla="*/ 0 h 1423049"/>
                      <a:gd name="connsiteX0" fmla="*/ 1252919 w 2505837"/>
                      <a:gd name="connsiteY0" fmla="*/ 0 h 1434551"/>
                      <a:gd name="connsiteX1" fmla="*/ 2290278 w 2505837"/>
                      <a:gd name="connsiteY1" fmla="*/ 209293 h 1434551"/>
                      <a:gd name="connsiteX2" fmla="*/ 2505837 w 2505837"/>
                      <a:gd name="connsiteY2" fmla="*/ 313064 h 1434551"/>
                      <a:gd name="connsiteX3" fmla="*/ 1823298 w 2505837"/>
                      <a:gd name="connsiteY3" fmla="*/ 1418835 h 1434551"/>
                      <a:gd name="connsiteX4" fmla="*/ 663749 w 2505837"/>
                      <a:gd name="connsiteY4" fmla="*/ 1434551 h 1434551"/>
                      <a:gd name="connsiteX5" fmla="*/ 0 w 2505837"/>
                      <a:gd name="connsiteY5" fmla="*/ 313064 h 1434551"/>
                      <a:gd name="connsiteX6" fmla="*/ 215560 w 2505837"/>
                      <a:gd name="connsiteY6" fmla="*/ 209293 h 1434551"/>
                      <a:gd name="connsiteX7" fmla="*/ 1252919 w 2505837"/>
                      <a:gd name="connsiteY7" fmla="*/ 0 h 1434551"/>
                      <a:gd name="connsiteX0" fmla="*/ 1252919 w 2505837"/>
                      <a:gd name="connsiteY0" fmla="*/ 0 h 1434551"/>
                      <a:gd name="connsiteX1" fmla="*/ 2290278 w 2505837"/>
                      <a:gd name="connsiteY1" fmla="*/ 209293 h 1434551"/>
                      <a:gd name="connsiteX2" fmla="*/ 2505837 w 2505837"/>
                      <a:gd name="connsiteY2" fmla="*/ 313064 h 1434551"/>
                      <a:gd name="connsiteX3" fmla="*/ 1823298 w 2505837"/>
                      <a:gd name="connsiteY3" fmla="*/ 1424585 h 1434551"/>
                      <a:gd name="connsiteX4" fmla="*/ 663749 w 2505837"/>
                      <a:gd name="connsiteY4" fmla="*/ 1434551 h 1434551"/>
                      <a:gd name="connsiteX5" fmla="*/ 0 w 2505837"/>
                      <a:gd name="connsiteY5" fmla="*/ 313064 h 1434551"/>
                      <a:gd name="connsiteX6" fmla="*/ 215560 w 2505837"/>
                      <a:gd name="connsiteY6" fmla="*/ 209293 h 1434551"/>
                      <a:gd name="connsiteX7" fmla="*/ 1252919 w 2505837"/>
                      <a:gd name="connsiteY7" fmla="*/ 0 h 1434551"/>
                      <a:gd name="connsiteX0" fmla="*/ 1252919 w 2505837"/>
                      <a:gd name="connsiteY0" fmla="*/ 0 h 1428800"/>
                      <a:gd name="connsiteX1" fmla="*/ 2290278 w 2505837"/>
                      <a:gd name="connsiteY1" fmla="*/ 209293 h 1428800"/>
                      <a:gd name="connsiteX2" fmla="*/ 2505837 w 2505837"/>
                      <a:gd name="connsiteY2" fmla="*/ 313064 h 1428800"/>
                      <a:gd name="connsiteX3" fmla="*/ 1823298 w 2505837"/>
                      <a:gd name="connsiteY3" fmla="*/ 1424585 h 1428800"/>
                      <a:gd name="connsiteX4" fmla="*/ 657998 w 2505837"/>
                      <a:gd name="connsiteY4" fmla="*/ 1428800 h 1428800"/>
                      <a:gd name="connsiteX5" fmla="*/ 0 w 2505837"/>
                      <a:gd name="connsiteY5" fmla="*/ 313064 h 1428800"/>
                      <a:gd name="connsiteX6" fmla="*/ 215560 w 2505837"/>
                      <a:gd name="connsiteY6" fmla="*/ 209293 h 1428800"/>
                      <a:gd name="connsiteX7" fmla="*/ 1252919 w 2505837"/>
                      <a:gd name="connsiteY7" fmla="*/ 0 h 1428800"/>
                      <a:gd name="connsiteX0" fmla="*/ 1252919 w 2505837"/>
                      <a:gd name="connsiteY0" fmla="*/ 0 h 1436087"/>
                      <a:gd name="connsiteX1" fmla="*/ 2290278 w 2505837"/>
                      <a:gd name="connsiteY1" fmla="*/ 209293 h 1436087"/>
                      <a:gd name="connsiteX2" fmla="*/ 2505837 w 2505837"/>
                      <a:gd name="connsiteY2" fmla="*/ 313064 h 1436087"/>
                      <a:gd name="connsiteX3" fmla="*/ 1817547 w 2505837"/>
                      <a:gd name="connsiteY3" fmla="*/ 1436087 h 1436087"/>
                      <a:gd name="connsiteX4" fmla="*/ 657998 w 2505837"/>
                      <a:gd name="connsiteY4" fmla="*/ 1428800 h 1436087"/>
                      <a:gd name="connsiteX5" fmla="*/ 0 w 2505837"/>
                      <a:gd name="connsiteY5" fmla="*/ 313064 h 1436087"/>
                      <a:gd name="connsiteX6" fmla="*/ 215560 w 2505837"/>
                      <a:gd name="connsiteY6" fmla="*/ 209293 h 1436087"/>
                      <a:gd name="connsiteX7" fmla="*/ 1252919 w 2505837"/>
                      <a:gd name="connsiteY7" fmla="*/ 0 h 1436087"/>
                      <a:gd name="connsiteX0" fmla="*/ 1252919 w 2505837"/>
                      <a:gd name="connsiteY0" fmla="*/ 0 h 1436087"/>
                      <a:gd name="connsiteX1" fmla="*/ 2290278 w 2505837"/>
                      <a:gd name="connsiteY1" fmla="*/ 209293 h 1436087"/>
                      <a:gd name="connsiteX2" fmla="*/ 2505837 w 2505837"/>
                      <a:gd name="connsiteY2" fmla="*/ 313064 h 1436087"/>
                      <a:gd name="connsiteX3" fmla="*/ 1817547 w 2505837"/>
                      <a:gd name="connsiteY3" fmla="*/ 1436087 h 1436087"/>
                      <a:gd name="connsiteX4" fmla="*/ 657998 w 2505837"/>
                      <a:gd name="connsiteY4" fmla="*/ 1428800 h 1436087"/>
                      <a:gd name="connsiteX5" fmla="*/ 0 w 2505837"/>
                      <a:gd name="connsiteY5" fmla="*/ 313064 h 1436087"/>
                      <a:gd name="connsiteX6" fmla="*/ 215560 w 2505837"/>
                      <a:gd name="connsiteY6" fmla="*/ 209293 h 1436087"/>
                      <a:gd name="connsiteX7" fmla="*/ 1252919 w 2505837"/>
                      <a:gd name="connsiteY7" fmla="*/ 0 h 1436087"/>
                      <a:gd name="connsiteX0" fmla="*/ 1252919 w 2505837"/>
                      <a:gd name="connsiteY0" fmla="*/ 0 h 1428800"/>
                      <a:gd name="connsiteX1" fmla="*/ 2290278 w 2505837"/>
                      <a:gd name="connsiteY1" fmla="*/ 209293 h 1428800"/>
                      <a:gd name="connsiteX2" fmla="*/ 2505837 w 2505837"/>
                      <a:gd name="connsiteY2" fmla="*/ 313064 h 1428800"/>
                      <a:gd name="connsiteX3" fmla="*/ 1823298 w 2505837"/>
                      <a:gd name="connsiteY3" fmla="*/ 1424585 h 1428800"/>
                      <a:gd name="connsiteX4" fmla="*/ 657998 w 2505837"/>
                      <a:gd name="connsiteY4" fmla="*/ 1428800 h 1428800"/>
                      <a:gd name="connsiteX5" fmla="*/ 0 w 2505837"/>
                      <a:gd name="connsiteY5" fmla="*/ 313064 h 1428800"/>
                      <a:gd name="connsiteX6" fmla="*/ 215560 w 2505837"/>
                      <a:gd name="connsiteY6" fmla="*/ 209293 h 1428800"/>
                      <a:gd name="connsiteX7" fmla="*/ 1252919 w 2505837"/>
                      <a:gd name="connsiteY7" fmla="*/ 0 h 14288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05837" h="1428800">
                        <a:moveTo>
                          <a:pt x="1252919" y="0"/>
                        </a:moveTo>
                        <a:cubicBezTo>
                          <a:pt x="1620886" y="0"/>
                          <a:pt x="1971435" y="74524"/>
                          <a:pt x="2290278" y="209293"/>
                        </a:cubicBezTo>
                        <a:lnTo>
                          <a:pt x="2505837" y="313064"/>
                        </a:lnTo>
                        <a:lnTo>
                          <a:pt x="1823298" y="1424585"/>
                        </a:lnTo>
                        <a:lnTo>
                          <a:pt x="657998" y="1428800"/>
                        </a:lnTo>
                        <a:lnTo>
                          <a:pt x="0" y="313064"/>
                        </a:lnTo>
                        <a:lnTo>
                          <a:pt x="215560" y="209293"/>
                        </a:lnTo>
                        <a:cubicBezTo>
                          <a:pt x="534403" y="74524"/>
                          <a:pt x="884952" y="0"/>
                          <a:pt x="1252919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1">
                          <a:lumMod val="40000"/>
                          <a:lumOff val="60000"/>
                        </a:schemeClr>
                      </a:gs>
                      <a:gs pos="46000">
                        <a:schemeClr val="accent1">
                          <a:lumMod val="95000"/>
                          <a:lumOff val="5000"/>
                        </a:schemeClr>
                      </a:gs>
                      <a:gs pos="100000">
                        <a:schemeClr val="accent1">
                          <a:lumMod val="60000"/>
                        </a:schemeClr>
                      </a:gs>
                    </a:gsLst>
                    <a:lin ang="16200000" scaled="1"/>
                  </a:gra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35DDC3B1-B89D-49F5-B848-C12F0DA888C1}"/>
                    </a:ext>
                  </a:extLst>
                </p:cNvPr>
                <p:cNvGrpSpPr/>
                <p:nvPr/>
              </p:nvGrpSpPr>
              <p:grpSpPr>
                <a:xfrm>
                  <a:off x="5337763" y="1235213"/>
                  <a:ext cx="1994884" cy="2226724"/>
                  <a:chOff x="5337763" y="1235213"/>
                  <a:chExt cx="1994884" cy="2226724"/>
                </a:xfrm>
              </p:grpSpPr>
              <p:sp>
                <p:nvSpPr>
                  <p:cNvPr id="50" name="Freeform 59">
                    <a:extLst>
                      <a:ext uri="{FF2B5EF4-FFF2-40B4-BE49-F238E27FC236}">
                        <a16:creationId xmlns:a16="http://schemas.microsoft.com/office/drawing/2014/main" id="{0E93D565-6905-480E-99D0-77607A399267}"/>
                      </a:ext>
                    </a:extLst>
                  </p:cNvPr>
                  <p:cNvSpPr/>
                  <p:nvPr/>
                </p:nvSpPr>
                <p:spPr>
                  <a:xfrm>
                    <a:off x="5337763" y="1235213"/>
                    <a:ext cx="1994884" cy="2226724"/>
                  </a:xfrm>
                  <a:custGeom>
                    <a:avLst/>
                    <a:gdLst>
                      <a:gd name="connsiteX0" fmla="*/ 761852 w 1994884"/>
                      <a:gd name="connsiteY0" fmla="*/ 0 h 2226724"/>
                      <a:gd name="connsiteX1" fmla="*/ 774661 w 1994884"/>
                      <a:gd name="connsiteY1" fmla="*/ 7776 h 2226724"/>
                      <a:gd name="connsiteX2" fmla="*/ 1984704 w 1994884"/>
                      <a:gd name="connsiteY2" fmla="*/ 2025270 h 2226724"/>
                      <a:gd name="connsiteX3" fmla="*/ 1994884 w 1994884"/>
                      <a:gd name="connsiteY3" fmla="*/ 2226724 h 2226724"/>
                      <a:gd name="connsiteX4" fmla="*/ 503752 w 1994884"/>
                      <a:gd name="connsiteY4" fmla="*/ 2226723 h 2226724"/>
                      <a:gd name="connsiteX5" fmla="*/ 0 w 1994884"/>
                      <a:gd name="connsiteY5" fmla="*/ 1219219 h 2226724"/>
                      <a:gd name="connsiteX6" fmla="*/ 761852 w 1994884"/>
                      <a:gd name="connsiteY6" fmla="*/ 0 h 22267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94884" h="2226724">
                        <a:moveTo>
                          <a:pt x="761852" y="0"/>
                        </a:moveTo>
                        <a:lnTo>
                          <a:pt x="774661" y="7776"/>
                        </a:lnTo>
                        <a:cubicBezTo>
                          <a:pt x="1439495" y="456628"/>
                          <a:pt x="1899377" y="1185622"/>
                          <a:pt x="1984704" y="2025270"/>
                        </a:cubicBezTo>
                        <a:lnTo>
                          <a:pt x="1994884" y="2226724"/>
                        </a:lnTo>
                        <a:lnTo>
                          <a:pt x="503752" y="2226723"/>
                        </a:lnTo>
                        <a:lnTo>
                          <a:pt x="0" y="1219219"/>
                        </a:lnTo>
                        <a:lnTo>
                          <a:pt x="761852" y="0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1" name="Freeform 221">
                    <a:extLst>
                      <a:ext uri="{FF2B5EF4-FFF2-40B4-BE49-F238E27FC236}">
                        <a16:creationId xmlns:a16="http://schemas.microsoft.com/office/drawing/2014/main" id="{467425D5-6DA0-4881-93C2-F1C7909F9C4D}"/>
                      </a:ext>
                    </a:extLst>
                  </p:cNvPr>
                  <p:cNvSpPr/>
                  <p:nvPr/>
                </p:nvSpPr>
                <p:spPr>
                  <a:xfrm>
                    <a:off x="5446639" y="1389590"/>
                    <a:ext cx="1768912" cy="1971763"/>
                  </a:xfrm>
                  <a:custGeom>
                    <a:avLst/>
                    <a:gdLst>
                      <a:gd name="connsiteX0" fmla="*/ 675119 w 1768912"/>
                      <a:gd name="connsiteY0" fmla="*/ 0 h 1971763"/>
                      <a:gd name="connsiteX1" fmla="*/ 808321 w 1768912"/>
                      <a:gd name="connsiteY1" fmla="*/ 99540 h 1971763"/>
                      <a:gd name="connsiteX2" fmla="*/ 1764393 w 1768912"/>
                      <a:gd name="connsiteY2" fmla="*/ 1882341 h 1971763"/>
                      <a:gd name="connsiteX3" fmla="*/ 1768912 w 1768912"/>
                      <a:gd name="connsiteY3" fmla="*/ 1971763 h 1971763"/>
                      <a:gd name="connsiteX4" fmla="*/ 445673 w 1768912"/>
                      <a:gd name="connsiteY4" fmla="*/ 1971763 h 1971763"/>
                      <a:gd name="connsiteX5" fmla="*/ 0 w 1768912"/>
                      <a:gd name="connsiteY5" fmla="*/ 1080416 h 1971763"/>
                      <a:gd name="connsiteX6" fmla="*/ 675119 w 1768912"/>
                      <a:gd name="connsiteY6" fmla="*/ 0 h 19717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68912" h="1971763">
                        <a:moveTo>
                          <a:pt x="675119" y="0"/>
                        </a:moveTo>
                        <a:lnTo>
                          <a:pt x="808321" y="99540"/>
                        </a:lnTo>
                        <a:cubicBezTo>
                          <a:pt x="1334810" y="533746"/>
                          <a:pt x="1691605" y="1166092"/>
                          <a:pt x="1764393" y="1882341"/>
                        </a:cubicBezTo>
                        <a:lnTo>
                          <a:pt x="1768912" y="1971763"/>
                        </a:lnTo>
                        <a:lnTo>
                          <a:pt x="445673" y="1971763"/>
                        </a:lnTo>
                        <a:lnTo>
                          <a:pt x="0" y="1080416"/>
                        </a:lnTo>
                        <a:lnTo>
                          <a:pt x="675119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>
                          <a:lumMod val="20000"/>
                          <a:lumOff val="80000"/>
                        </a:schemeClr>
                      </a:gs>
                      <a:gs pos="35000">
                        <a:schemeClr val="accent2"/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EF8809D7-8CC5-43DB-8493-C66CBBF56F5B}"/>
                    </a:ext>
                  </a:extLst>
                </p:cNvPr>
                <p:cNvGrpSpPr/>
                <p:nvPr/>
              </p:nvGrpSpPr>
              <p:grpSpPr>
                <a:xfrm>
                  <a:off x="1786829" y="1235214"/>
                  <a:ext cx="1994886" cy="2226723"/>
                  <a:chOff x="1786829" y="1235214"/>
                  <a:chExt cx="1994886" cy="2226723"/>
                </a:xfrm>
              </p:grpSpPr>
              <p:sp>
                <p:nvSpPr>
                  <p:cNvPr id="48" name="Freeform 62">
                    <a:extLst>
                      <a:ext uri="{FF2B5EF4-FFF2-40B4-BE49-F238E27FC236}">
                        <a16:creationId xmlns:a16="http://schemas.microsoft.com/office/drawing/2014/main" id="{A4CD1100-17A1-4502-8D2A-84034DB2202B}"/>
                      </a:ext>
                    </a:extLst>
                  </p:cNvPr>
                  <p:cNvSpPr/>
                  <p:nvPr/>
                </p:nvSpPr>
                <p:spPr>
                  <a:xfrm>
                    <a:off x="1786829" y="1235214"/>
                    <a:ext cx="1994886" cy="2226723"/>
                  </a:xfrm>
                  <a:custGeom>
                    <a:avLst/>
                    <a:gdLst>
                      <a:gd name="connsiteX0" fmla="*/ 1233032 w 1994886"/>
                      <a:gd name="connsiteY0" fmla="*/ 0 h 2226723"/>
                      <a:gd name="connsiteX1" fmla="*/ 1994886 w 1994886"/>
                      <a:gd name="connsiteY1" fmla="*/ 1219220 h 2226723"/>
                      <a:gd name="connsiteX2" fmla="*/ 1491133 w 1994886"/>
                      <a:gd name="connsiteY2" fmla="*/ 2226723 h 2226723"/>
                      <a:gd name="connsiteX3" fmla="*/ 0 w 1994886"/>
                      <a:gd name="connsiteY3" fmla="*/ 2226723 h 2226723"/>
                      <a:gd name="connsiteX4" fmla="*/ 10181 w 1994886"/>
                      <a:gd name="connsiteY4" fmla="*/ 2025270 h 2226723"/>
                      <a:gd name="connsiteX5" fmla="*/ 1220224 w 1994886"/>
                      <a:gd name="connsiteY5" fmla="*/ 7776 h 2226723"/>
                      <a:gd name="connsiteX6" fmla="*/ 1233032 w 1994886"/>
                      <a:gd name="connsiteY6" fmla="*/ 0 h 22267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94886" h="2226723">
                        <a:moveTo>
                          <a:pt x="1233032" y="0"/>
                        </a:moveTo>
                        <a:lnTo>
                          <a:pt x="1994886" y="1219220"/>
                        </a:lnTo>
                        <a:lnTo>
                          <a:pt x="1491133" y="2226723"/>
                        </a:lnTo>
                        <a:lnTo>
                          <a:pt x="0" y="2226723"/>
                        </a:lnTo>
                        <a:lnTo>
                          <a:pt x="10181" y="2025270"/>
                        </a:lnTo>
                        <a:cubicBezTo>
                          <a:pt x="95508" y="1185623"/>
                          <a:pt x="555390" y="456628"/>
                          <a:pt x="1220224" y="7776"/>
                        </a:cubicBezTo>
                        <a:lnTo>
                          <a:pt x="1233032" y="0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9" name="Freeform 219">
                    <a:extLst>
                      <a:ext uri="{FF2B5EF4-FFF2-40B4-BE49-F238E27FC236}">
                        <a16:creationId xmlns:a16="http://schemas.microsoft.com/office/drawing/2014/main" id="{5F95D383-7E22-4C07-A70A-DE1E783DAD2D}"/>
                      </a:ext>
                    </a:extLst>
                  </p:cNvPr>
                  <p:cNvSpPr/>
                  <p:nvPr/>
                </p:nvSpPr>
                <p:spPr>
                  <a:xfrm>
                    <a:off x="1903928" y="1389590"/>
                    <a:ext cx="1768910" cy="1971762"/>
                  </a:xfrm>
                  <a:custGeom>
                    <a:avLst/>
                    <a:gdLst>
                      <a:gd name="connsiteX0" fmla="*/ 1093792 w 1768910"/>
                      <a:gd name="connsiteY0" fmla="*/ 0 h 1971762"/>
                      <a:gd name="connsiteX1" fmla="*/ 1768910 w 1768910"/>
                      <a:gd name="connsiteY1" fmla="*/ 1080415 h 1971762"/>
                      <a:gd name="connsiteX2" fmla="*/ 1323236 w 1768910"/>
                      <a:gd name="connsiteY2" fmla="*/ 1971762 h 1971762"/>
                      <a:gd name="connsiteX3" fmla="*/ 0 w 1768910"/>
                      <a:gd name="connsiteY3" fmla="*/ 1971762 h 1971762"/>
                      <a:gd name="connsiteX4" fmla="*/ 4518 w 1768910"/>
                      <a:gd name="connsiteY4" fmla="*/ 1882340 h 1971762"/>
                      <a:gd name="connsiteX5" fmla="*/ 960590 w 1768910"/>
                      <a:gd name="connsiteY5" fmla="*/ 99539 h 1971762"/>
                      <a:gd name="connsiteX6" fmla="*/ 1093792 w 1768910"/>
                      <a:gd name="connsiteY6" fmla="*/ 0 h 19717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68910" h="1971762">
                        <a:moveTo>
                          <a:pt x="1093792" y="0"/>
                        </a:moveTo>
                        <a:lnTo>
                          <a:pt x="1768910" y="1080415"/>
                        </a:lnTo>
                        <a:lnTo>
                          <a:pt x="1323236" y="1971762"/>
                        </a:lnTo>
                        <a:lnTo>
                          <a:pt x="0" y="1971762"/>
                        </a:lnTo>
                        <a:lnTo>
                          <a:pt x="4518" y="1882340"/>
                        </a:lnTo>
                        <a:cubicBezTo>
                          <a:pt x="77306" y="1166091"/>
                          <a:pt x="434101" y="533745"/>
                          <a:pt x="960590" y="99539"/>
                        </a:cubicBezTo>
                        <a:lnTo>
                          <a:pt x="1093792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4">
                          <a:lumMod val="67000"/>
                        </a:schemeClr>
                      </a:gs>
                      <a:gs pos="48000">
                        <a:schemeClr val="accent4">
                          <a:lumMod val="97000"/>
                          <a:lumOff val="3000"/>
                        </a:schemeClr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21594000" scaled="0"/>
                    <a:tileRect/>
                  </a:gra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EA6F39D9-959A-40FC-AEBD-985F4EF54B54}"/>
                    </a:ext>
                  </a:extLst>
                </p:cNvPr>
                <p:cNvGrpSpPr/>
                <p:nvPr/>
              </p:nvGrpSpPr>
              <p:grpSpPr>
                <a:xfrm>
                  <a:off x="1786829" y="3626529"/>
                  <a:ext cx="1994886" cy="2226723"/>
                  <a:chOff x="1786829" y="3626529"/>
                  <a:chExt cx="1994886" cy="2226723"/>
                </a:xfrm>
              </p:grpSpPr>
              <p:sp>
                <p:nvSpPr>
                  <p:cNvPr id="46" name="Freeform 63">
                    <a:extLst>
                      <a:ext uri="{FF2B5EF4-FFF2-40B4-BE49-F238E27FC236}">
                        <a16:creationId xmlns:a16="http://schemas.microsoft.com/office/drawing/2014/main" id="{D38E0561-AE2D-45F1-95DD-A13FF1FA73F5}"/>
                      </a:ext>
                    </a:extLst>
                  </p:cNvPr>
                  <p:cNvSpPr/>
                  <p:nvPr/>
                </p:nvSpPr>
                <p:spPr>
                  <a:xfrm>
                    <a:off x="1786829" y="3626529"/>
                    <a:ext cx="1994886" cy="2226723"/>
                  </a:xfrm>
                  <a:custGeom>
                    <a:avLst/>
                    <a:gdLst>
                      <a:gd name="connsiteX0" fmla="*/ 0 w 1994886"/>
                      <a:gd name="connsiteY0" fmla="*/ 0 h 2226723"/>
                      <a:gd name="connsiteX1" fmla="*/ 1491133 w 1994886"/>
                      <a:gd name="connsiteY1" fmla="*/ 0 h 2226723"/>
                      <a:gd name="connsiteX2" fmla="*/ 1994886 w 1994886"/>
                      <a:gd name="connsiteY2" fmla="*/ 1007504 h 2226723"/>
                      <a:gd name="connsiteX3" fmla="*/ 1233032 w 1994886"/>
                      <a:gd name="connsiteY3" fmla="*/ 2226723 h 2226723"/>
                      <a:gd name="connsiteX4" fmla="*/ 1220223 w 1994886"/>
                      <a:gd name="connsiteY4" fmla="*/ 2218948 h 2226723"/>
                      <a:gd name="connsiteX5" fmla="*/ 10180 w 1994886"/>
                      <a:gd name="connsiteY5" fmla="*/ 201453 h 2226723"/>
                      <a:gd name="connsiteX6" fmla="*/ 0 w 1994886"/>
                      <a:gd name="connsiteY6" fmla="*/ 0 h 22267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94886" h="2226723">
                        <a:moveTo>
                          <a:pt x="0" y="0"/>
                        </a:moveTo>
                        <a:lnTo>
                          <a:pt x="1491133" y="0"/>
                        </a:lnTo>
                        <a:lnTo>
                          <a:pt x="1994886" y="1007504"/>
                        </a:lnTo>
                        <a:lnTo>
                          <a:pt x="1233032" y="2226723"/>
                        </a:lnTo>
                        <a:lnTo>
                          <a:pt x="1220223" y="2218948"/>
                        </a:lnTo>
                        <a:cubicBezTo>
                          <a:pt x="555390" y="1770095"/>
                          <a:pt x="95507" y="1041101"/>
                          <a:pt x="10180" y="201453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7" name="Freeform 217">
                    <a:extLst>
                      <a:ext uri="{FF2B5EF4-FFF2-40B4-BE49-F238E27FC236}">
                        <a16:creationId xmlns:a16="http://schemas.microsoft.com/office/drawing/2014/main" id="{DA2BF768-1304-430F-AF52-13A80D7E8667}"/>
                      </a:ext>
                    </a:extLst>
                  </p:cNvPr>
                  <p:cNvSpPr/>
                  <p:nvPr/>
                </p:nvSpPr>
                <p:spPr>
                  <a:xfrm>
                    <a:off x="1903927" y="3727112"/>
                    <a:ext cx="1768912" cy="1971764"/>
                  </a:xfrm>
                  <a:custGeom>
                    <a:avLst/>
                    <a:gdLst>
                      <a:gd name="connsiteX0" fmla="*/ 0 w 1768912"/>
                      <a:gd name="connsiteY0" fmla="*/ 0 h 1971764"/>
                      <a:gd name="connsiteX1" fmla="*/ 1323237 w 1768912"/>
                      <a:gd name="connsiteY1" fmla="*/ 0 h 1971764"/>
                      <a:gd name="connsiteX2" fmla="*/ 1768912 w 1768912"/>
                      <a:gd name="connsiteY2" fmla="*/ 891348 h 1971764"/>
                      <a:gd name="connsiteX3" fmla="*/ 1093792 w 1768912"/>
                      <a:gd name="connsiteY3" fmla="*/ 1971764 h 1971764"/>
                      <a:gd name="connsiteX4" fmla="*/ 960591 w 1768912"/>
                      <a:gd name="connsiteY4" fmla="*/ 1872225 h 1971764"/>
                      <a:gd name="connsiteX5" fmla="*/ 4519 w 1768912"/>
                      <a:gd name="connsiteY5" fmla="*/ 89424 h 1971764"/>
                      <a:gd name="connsiteX6" fmla="*/ 0 w 1768912"/>
                      <a:gd name="connsiteY6" fmla="*/ 0 h 19717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68912" h="1971764">
                        <a:moveTo>
                          <a:pt x="0" y="0"/>
                        </a:moveTo>
                        <a:lnTo>
                          <a:pt x="1323237" y="0"/>
                        </a:lnTo>
                        <a:lnTo>
                          <a:pt x="1768912" y="891348"/>
                        </a:lnTo>
                        <a:lnTo>
                          <a:pt x="1093792" y="1971764"/>
                        </a:lnTo>
                        <a:lnTo>
                          <a:pt x="960591" y="1872225"/>
                        </a:lnTo>
                        <a:cubicBezTo>
                          <a:pt x="434102" y="1438019"/>
                          <a:pt x="77307" y="805674"/>
                          <a:pt x="4519" y="89424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6">
                          <a:lumMod val="67000"/>
                        </a:schemeClr>
                      </a:gs>
                      <a:gs pos="48000">
                        <a:schemeClr val="accent6">
                          <a:lumMod val="97000"/>
                          <a:lumOff val="3000"/>
                        </a:schemeClr>
                      </a:gs>
                      <a:gs pos="100000">
                        <a:schemeClr val="accent6">
                          <a:lumMod val="60000"/>
                          <a:lumOff val="40000"/>
                        </a:schemeClr>
                      </a:gs>
                    </a:gsLst>
                    <a:lin ang="19800000" scaled="0"/>
                    <a:tileRect/>
                  </a:gra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485E2733-DECD-4831-90FA-051A7359BE25}"/>
                    </a:ext>
                  </a:extLst>
                </p:cNvPr>
                <p:cNvGrpSpPr/>
                <p:nvPr/>
              </p:nvGrpSpPr>
              <p:grpSpPr>
                <a:xfrm>
                  <a:off x="3149043" y="4700960"/>
                  <a:ext cx="2823150" cy="1609845"/>
                  <a:chOff x="3149043" y="4700960"/>
                  <a:chExt cx="2823150" cy="1609845"/>
                </a:xfrm>
              </p:grpSpPr>
              <p:sp>
                <p:nvSpPr>
                  <p:cNvPr id="44" name="Freeform 61">
                    <a:extLst>
                      <a:ext uri="{FF2B5EF4-FFF2-40B4-BE49-F238E27FC236}">
                        <a16:creationId xmlns:a16="http://schemas.microsoft.com/office/drawing/2014/main" id="{A791F390-3F52-43B0-810C-5F4E440DC538}"/>
                      </a:ext>
                    </a:extLst>
                  </p:cNvPr>
                  <p:cNvSpPr/>
                  <p:nvPr/>
                </p:nvSpPr>
                <p:spPr>
                  <a:xfrm>
                    <a:off x="3149043" y="4700960"/>
                    <a:ext cx="2823150" cy="1609845"/>
                  </a:xfrm>
                  <a:custGeom>
                    <a:avLst/>
                    <a:gdLst>
                      <a:gd name="connsiteX0" fmla="*/ 756552 w 2823150"/>
                      <a:gd name="connsiteY0" fmla="*/ 0 h 1609845"/>
                      <a:gd name="connsiteX1" fmla="*/ 2057848 w 2823150"/>
                      <a:gd name="connsiteY1" fmla="*/ 4676 h 1609845"/>
                      <a:gd name="connsiteX2" fmla="*/ 2823150 w 2823150"/>
                      <a:gd name="connsiteY2" fmla="*/ 1229415 h 1609845"/>
                      <a:gd name="connsiteX3" fmla="*/ 2747190 w 2823150"/>
                      <a:gd name="connsiteY3" fmla="*/ 1275520 h 1609845"/>
                      <a:gd name="connsiteX4" fmla="*/ 1412955 w 2823150"/>
                      <a:gd name="connsiteY4" fmla="*/ 1609827 h 1609845"/>
                      <a:gd name="connsiteX5" fmla="*/ 76291 w 2823150"/>
                      <a:gd name="connsiteY5" fmla="*/ 1265925 h 1609845"/>
                      <a:gd name="connsiteX6" fmla="*/ 0 w 2823150"/>
                      <a:gd name="connsiteY6" fmla="*/ 1219273 h 1609845"/>
                      <a:gd name="connsiteX7" fmla="*/ 756552 w 2823150"/>
                      <a:gd name="connsiteY7" fmla="*/ 0 h 16098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823150" h="1609845">
                        <a:moveTo>
                          <a:pt x="756552" y="0"/>
                        </a:moveTo>
                        <a:lnTo>
                          <a:pt x="2057848" y="4676"/>
                        </a:lnTo>
                        <a:lnTo>
                          <a:pt x="2823150" y="1229415"/>
                        </a:lnTo>
                        <a:lnTo>
                          <a:pt x="2747190" y="1275520"/>
                        </a:lnTo>
                        <a:cubicBezTo>
                          <a:pt x="2350985" y="1490356"/>
                          <a:pt x="1896495" y="1611565"/>
                          <a:pt x="1412955" y="1609827"/>
                        </a:cubicBezTo>
                        <a:cubicBezTo>
                          <a:pt x="929415" y="1608091"/>
                          <a:pt x="474046" y="1483614"/>
                          <a:pt x="76291" y="1265925"/>
                        </a:cubicBezTo>
                        <a:lnTo>
                          <a:pt x="0" y="1219273"/>
                        </a:lnTo>
                        <a:lnTo>
                          <a:pt x="756552" y="0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5" name="Freeform 213">
                    <a:extLst>
                      <a:ext uri="{FF2B5EF4-FFF2-40B4-BE49-F238E27FC236}">
                        <a16:creationId xmlns:a16="http://schemas.microsoft.com/office/drawing/2014/main" id="{07DC6178-762F-4965-A4A9-58B6758D0EE6}"/>
                      </a:ext>
                    </a:extLst>
                  </p:cNvPr>
                  <p:cNvSpPr/>
                  <p:nvPr/>
                </p:nvSpPr>
                <p:spPr>
                  <a:xfrm>
                    <a:off x="3306820" y="4780547"/>
                    <a:ext cx="2505839" cy="1426952"/>
                  </a:xfrm>
                  <a:custGeom>
                    <a:avLst/>
                    <a:gdLst>
                      <a:gd name="connsiteX0" fmla="*/ 669899 w 2505839"/>
                      <a:gd name="connsiteY0" fmla="*/ 0 h 1385127"/>
                      <a:gd name="connsiteX1" fmla="*/ 1835940 w 2505839"/>
                      <a:gd name="connsiteY1" fmla="*/ 0 h 1385127"/>
                      <a:gd name="connsiteX2" fmla="*/ 2505839 w 2505839"/>
                      <a:gd name="connsiteY2" fmla="*/ 1072063 h 1385127"/>
                      <a:gd name="connsiteX3" fmla="*/ 2290279 w 2505839"/>
                      <a:gd name="connsiteY3" fmla="*/ 1175834 h 1385127"/>
                      <a:gd name="connsiteX4" fmla="*/ 1252920 w 2505839"/>
                      <a:gd name="connsiteY4" fmla="*/ 1385127 h 1385127"/>
                      <a:gd name="connsiteX5" fmla="*/ 215561 w 2505839"/>
                      <a:gd name="connsiteY5" fmla="*/ 1175834 h 1385127"/>
                      <a:gd name="connsiteX6" fmla="*/ 0 w 2505839"/>
                      <a:gd name="connsiteY6" fmla="*/ 1072062 h 1385127"/>
                      <a:gd name="connsiteX7" fmla="*/ 669899 w 2505839"/>
                      <a:gd name="connsiteY7" fmla="*/ 0 h 13851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05839" h="1385127">
                        <a:moveTo>
                          <a:pt x="669899" y="0"/>
                        </a:moveTo>
                        <a:lnTo>
                          <a:pt x="1835940" y="0"/>
                        </a:lnTo>
                        <a:lnTo>
                          <a:pt x="2505839" y="1072063"/>
                        </a:lnTo>
                        <a:lnTo>
                          <a:pt x="2290279" y="1175834"/>
                        </a:lnTo>
                        <a:cubicBezTo>
                          <a:pt x="1971436" y="1310603"/>
                          <a:pt x="1620887" y="1385127"/>
                          <a:pt x="1252920" y="1385127"/>
                        </a:cubicBezTo>
                        <a:cubicBezTo>
                          <a:pt x="884953" y="1385127"/>
                          <a:pt x="534404" y="1310603"/>
                          <a:pt x="215561" y="1175834"/>
                        </a:cubicBezTo>
                        <a:lnTo>
                          <a:pt x="0" y="1072062"/>
                        </a:lnTo>
                        <a:lnTo>
                          <a:pt x="6698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5">
                          <a:lumMod val="67000"/>
                        </a:schemeClr>
                      </a:gs>
                      <a:gs pos="48000">
                        <a:schemeClr val="accent5">
                          <a:lumMod val="97000"/>
                          <a:lumOff val="3000"/>
                        </a:schemeClr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16200000" scaled="1"/>
                    <a:tileRect/>
                  </a:gra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C4596850-3184-48A3-A63A-335983C59C32}"/>
                    </a:ext>
                  </a:extLst>
                </p:cNvPr>
                <p:cNvGrpSpPr/>
                <p:nvPr/>
              </p:nvGrpSpPr>
              <p:grpSpPr>
                <a:xfrm>
                  <a:off x="5337763" y="3626529"/>
                  <a:ext cx="1994885" cy="2226722"/>
                  <a:chOff x="5337763" y="3626529"/>
                  <a:chExt cx="1994885" cy="2226722"/>
                </a:xfrm>
              </p:grpSpPr>
              <p:sp>
                <p:nvSpPr>
                  <p:cNvPr id="42" name="Freeform 60">
                    <a:extLst>
                      <a:ext uri="{FF2B5EF4-FFF2-40B4-BE49-F238E27FC236}">
                        <a16:creationId xmlns:a16="http://schemas.microsoft.com/office/drawing/2014/main" id="{639A2145-A0B5-4A03-9B1E-3310B8A7C818}"/>
                      </a:ext>
                    </a:extLst>
                  </p:cNvPr>
                  <p:cNvSpPr/>
                  <p:nvPr/>
                </p:nvSpPr>
                <p:spPr>
                  <a:xfrm>
                    <a:off x="5337763" y="3626529"/>
                    <a:ext cx="1994885" cy="2226722"/>
                  </a:xfrm>
                  <a:custGeom>
                    <a:avLst/>
                    <a:gdLst>
                      <a:gd name="connsiteX0" fmla="*/ 503752 w 1994885"/>
                      <a:gd name="connsiteY0" fmla="*/ 0 h 2226722"/>
                      <a:gd name="connsiteX1" fmla="*/ 1994885 w 1994885"/>
                      <a:gd name="connsiteY1" fmla="*/ 0 h 2226722"/>
                      <a:gd name="connsiteX2" fmla="*/ 1984705 w 1994885"/>
                      <a:gd name="connsiteY2" fmla="*/ 201453 h 2226722"/>
                      <a:gd name="connsiteX3" fmla="*/ 774661 w 1994885"/>
                      <a:gd name="connsiteY3" fmla="*/ 2218946 h 2226722"/>
                      <a:gd name="connsiteX4" fmla="*/ 761853 w 1994885"/>
                      <a:gd name="connsiteY4" fmla="*/ 2226722 h 2226722"/>
                      <a:gd name="connsiteX5" fmla="*/ 0 w 1994885"/>
                      <a:gd name="connsiteY5" fmla="*/ 1007504 h 2226722"/>
                      <a:gd name="connsiteX6" fmla="*/ 503752 w 1994885"/>
                      <a:gd name="connsiteY6" fmla="*/ 0 h 22267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94885" h="2226722">
                        <a:moveTo>
                          <a:pt x="503752" y="0"/>
                        </a:moveTo>
                        <a:lnTo>
                          <a:pt x="1994885" y="0"/>
                        </a:lnTo>
                        <a:lnTo>
                          <a:pt x="1984705" y="201453"/>
                        </a:lnTo>
                        <a:cubicBezTo>
                          <a:pt x="1899377" y="1041101"/>
                          <a:pt x="1439495" y="1770095"/>
                          <a:pt x="774661" y="2218946"/>
                        </a:cubicBezTo>
                        <a:lnTo>
                          <a:pt x="761853" y="2226722"/>
                        </a:lnTo>
                        <a:lnTo>
                          <a:pt x="0" y="1007504"/>
                        </a:lnTo>
                        <a:lnTo>
                          <a:pt x="503752" y="0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3" name="Freeform 215">
                    <a:extLst>
                      <a:ext uri="{FF2B5EF4-FFF2-40B4-BE49-F238E27FC236}">
                        <a16:creationId xmlns:a16="http://schemas.microsoft.com/office/drawing/2014/main" id="{15E66708-01D8-4274-913A-6470EA71210F}"/>
                      </a:ext>
                    </a:extLst>
                  </p:cNvPr>
                  <p:cNvSpPr/>
                  <p:nvPr/>
                </p:nvSpPr>
                <p:spPr>
                  <a:xfrm>
                    <a:off x="5446639" y="3727113"/>
                    <a:ext cx="1768912" cy="1971765"/>
                  </a:xfrm>
                  <a:custGeom>
                    <a:avLst/>
                    <a:gdLst>
                      <a:gd name="connsiteX0" fmla="*/ 445673 w 1768912"/>
                      <a:gd name="connsiteY0" fmla="*/ 0 h 1971765"/>
                      <a:gd name="connsiteX1" fmla="*/ 1768912 w 1768912"/>
                      <a:gd name="connsiteY1" fmla="*/ 0 h 1971765"/>
                      <a:gd name="connsiteX2" fmla="*/ 1764393 w 1768912"/>
                      <a:gd name="connsiteY2" fmla="*/ 89424 h 1971765"/>
                      <a:gd name="connsiteX3" fmla="*/ 808321 w 1768912"/>
                      <a:gd name="connsiteY3" fmla="*/ 1872225 h 1971765"/>
                      <a:gd name="connsiteX4" fmla="*/ 675119 w 1768912"/>
                      <a:gd name="connsiteY4" fmla="*/ 1971765 h 1971765"/>
                      <a:gd name="connsiteX5" fmla="*/ 0 w 1768912"/>
                      <a:gd name="connsiteY5" fmla="*/ 891348 h 1971765"/>
                      <a:gd name="connsiteX6" fmla="*/ 445673 w 1768912"/>
                      <a:gd name="connsiteY6" fmla="*/ 0 h 19717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68912" h="1971765">
                        <a:moveTo>
                          <a:pt x="445673" y="0"/>
                        </a:moveTo>
                        <a:lnTo>
                          <a:pt x="1768912" y="0"/>
                        </a:lnTo>
                        <a:lnTo>
                          <a:pt x="1764393" y="89424"/>
                        </a:lnTo>
                        <a:cubicBezTo>
                          <a:pt x="1691605" y="805674"/>
                          <a:pt x="1334810" y="1438019"/>
                          <a:pt x="808321" y="1872225"/>
                        </a:cubicBezTo>
                        <a:lnTo>
                          <a:pt x="675119" y="1971765"/>
                        </a:lnTo>
                        <a:lnTo>
                          <a:pt x="0" y="891348"/>
                        </a:lnTo>
                        <a:lnTo>
                          <a:pt x="44567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>
                          <a:lumMod val="20000"/>
                          <a:lumOff val="80000"/>
                        </a:schemeClr>
                      </a:gs>
                      <a:gs pos="46000">
                        <a:schemeClr val="accent3"/>
                      </a:gs>
                      <a:gs pos="100000">
                        <a:schemeClr val="accent3">
                          <a:lumMod val="75000"/>
                        </a:schemeClr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E5F89E2C-5C39-47B8-9A4B-B3C0CD4014DB}"/>
                    </a:ext>
                  </a:extLst>
                </p:cNvPr>
                <p:cNvGrpSpPr/>
                <p:nvPr/>
              </p:nvGrpSpPr>
              <p:grpSpPr>
                <a:xfrm>
                  <a:off x="3339101" y="2506893"/>
                  <a:ext cx="2434975" cy="2116477"/>
                  <a:chOff x="3339101" y="2506893"/>
                  <a:chExt cx="2434975" cy="2116477"/>
                </a:xfrm>
              </p:grpSpPr>
              <p:sp>
                <p:nvSpPr>
                  <p:cNvPr id="40" name="Hexagon 39">
                    <a:extLst>
                      <a:ext uri="{FF2B5EF4-FFF2-40B4-BE49-F238E27FC236}">
                        <a16:creationId xmlns:a16="http://schemas.microsoft.com/office/drawing/2014/main" id="{C99321BC-7340-4250-B105-4CC4FA84F274}"/>
                      </a:ext>
                    </a:extLst>
                  </p:cNvPr>
                  <p:cNvSpPr/>
                  <p:nvPr/>
                </p:nvSpPr>
                <p:spPr>
                  <a:xfrm>
                    <a:off x="3339101" y="2506893"/>
                    <a:ext cx="2434975" cy="2116477"/>
                  </a:xfrm>
                  <a:prstGeom prst="hexagon">
                    <a:avLst>
                      <a:gd name="adj" fmla="val 26942"/>
                      <a:gd name="vf" fmla="val 115470"/>
                    </a:avLst>
                  </a:prstGeom>
                  <a:solidFill>
                    <a:schemeClr val="bg2"/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" name="Hexagon 40">
                    <a:extLst>
                      <a:ext uri="{FF2B5EF4-FFF2-40B4-BE49-F238E27FC236}">
                        <a16:creationId xmlns:a16="http://schemas.microsoft.com/office/drawing/2014/main" id="{AED66959-9588-4146-9926-4C8B490564CF}"/>
                      </a:ext>
                    </a:extLst>
                  </p:cNvPr>
                  <p:cNvSpPr/>
                  <p:nvPr/>
                </p:nvSpPr>
                <p:spPr>
                  <a:xfrm>
                    <a:off x="3449080" y="2592860"/>
                    <a:ext cx="2215018" cy="1944542"/>
                  </a:xfrm>
                  <a:prstGeom prst="hexagon">
                    <a:avLst>
                      <a:gd name="adj" fmla="val 26942"/>
                      <a:gd name="vf" fmla="val 115470"/>
                    </a:avLst>
                  </a:prstGeom>
                  <a:gradFill flip="none" rotWithShape="1">
                    <a:gsLst>
                      <a:gs pos="0">
                        <a:schemeClr val="bg2">
                          <a:lumMod val="75000"/>
                        </a:schemeClr>
                      </a:gs>
                      <a:gs pos="48000">
                        <a:schemeClr val="bg2">
                          <a:lumMod val="85000"/>
                        </a:schemeClr>
                      </a:gs>
                      <a:gs pos="100000">
                        <a:schemeClr val="bg2">
                          <a:lumMod val="95000"/>
                        </a:schemeClr>
                      </a:gs>
                    </a:gsLst>
                    <a:lin ang="16200000" scaled="1"/>
                    <a:tileRect/>
                  </a:gradFill>
                  <a:ln>
                    <a:gradFill flip="none" rotWithShape="1">
                      <a:gsLst>
                        <a:gs pos="0">
                          <a:schemeClr val="bg2">
                            <a:lumMod val="85000"/>
                          </a:schemeClr>
                        </a:gs>
                        <a:gs pos="100000">
                          <a:schemeClr val="bg2">
                            <a:lumMod val="75000"/>
                          </a:schemeClr>
                        </a:gs>
                      </a:gsLst>
                      <a:lin ang="16200000" scaled="1"/>
                      <a:tileRect/>
                    </a:gra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8F4A38D-658F-44DA-8BF8-06B94F58B451}"/>
                  </a:ext>
                </a:extLst>
              </p:cNvPr>
              <p:cNvGrpSpPr/>
              <p:nvPr/>
            </p:nvGrpSpPr>
            <p:grpSpPr>
              <a:xfrm>
                <a:off x="2311491" y="1110038"/>
                <a:ext cx="4478476" cy="4905627"/>
                <a:chOff x="2311491" y="1110038"/>
                <a:chExt cx="4478476" cy="4905627"/>
              </a:xfrm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8E04DCCC-1299-4292-891A-8BEB6FB82317}"/>
                    </a:ext>
                  </a:extLst>
                </p:cNvPr>
                <p:cNvSpPr/>
                <p:nvPr/>
              </p:nvSpPr>
              <p:spPr>
                <a:xfrm>
                  <a:off x="3423853" y="3089561"/>
                  <a:ext cx="2232546" cy="73998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 defTabSz="914377">
                    <a:defRPr/>
                  </a:pPr>
                  <a:r>
                    <a:rPr lang="en-US" sz="2000" b="1" kern="0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Raleway ExtraBold" panose="020B0903030101060003" pitchFamily="34" charset="0"/>
                      <a:cs typeface="Andalus" panose="02020603050405020304" pitchFamily="18" charset="-78"/>
                    </a:rPr>
                    <a:t>Accelerated</a:t>
                  </a:r>
                </a:p>
                <a:p>
                  <a:pPr algn="ctr" defTabSz="914377">
                    <a:defRPr/>
                  </a:pPr>
                  <a:r>
                    <a:rPr lang="en-US" sz="2000" b="1" kern="0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Raleway ExtraBold" panose="020B0903030101060003" pitchFamily="34" charset="0"/>
                      <a:cs typeface="Andalus" panose="02020603050405020304" pitchFamily="18" charset="-78"/>
                    </a:rPr>
                    <a:t>Transformation </a:t>
                  </a:r>
                </a:p>
              </p:txBody>
            </p:sp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DF549B57-524C-451C-A2CE-BBE4AA2FD1AA}"/>
                    </a:ext>
                  </a:extLst>
                </p:cNvPr>
                <p:cNvGrpSpPr/>
                <p:nvPr/>
              </p:nvGrpSpPr>
              <p:grpSpPr>
                <a:xfrm>
                  <a:off x="2311491" y="1110038"/>
                  <a:ext cx="4478476" cy="4905627"/>
                  <a:chOff x="2311491" y="1110038"/>
                  <a:chExt cx="4478476" cy="4905627"/>
                </a:xfrm>
              </p:grpSpPr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D091FFF1-8799-44EC-9DD4-AFECEB2E3F2E}"/>
                      </a:ext>
                    </a:extLst>
                  </p:cNvPr>
                  <p:cNvSpPr/>
                  <p:nvPr/>
                </p:nvSpPr>
                <p:spPr>
                  <a:xfrm rot="60000">
                    <a:off x="3526141" y="1110038"/>
                    <a:ext cx="2087106" cy="1307562"/>
                  </a:xfrm>
                  <a:prstGeom prst="rect">
                    <a:avLst/>
                  </a:prstGeom>
                </p:spPr>
                <p:txBody>
                  <a:bodyPr wrap="none">
                    <a:prstTxWarp prst="textArchUp">
                      <a:avLst>
                        <a:gd name="adj" fmla="val 11620089"/>
                      </a:avLst>
                    </a:prstTxWarp>
                    <a:spAutoFit/>
                  </a:bodyPr>
                  <a:lstStyle/>
                  <a:p>
                    <a:pPr algn="ctr"/>
                    <a:r>
                      <a:rPr lang="en-US" sz="2000" b="1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gency FB" panose="020B0503020202020204" pitchFamily="34" charset="0"/>
                      </a:rPr>
                      <a:t>Solid Foundation</a:t>
                    </a:r>
                  </a:p>
                </p:txBody>
              </p: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1859B92C-38F2-4C18-A43D-C5E5D1CB119E}"/>
                      </a:ext>
                    </a:extLst>
                  </p:cNvPr>
                  <p:cNvSpPr/>
                  <p:nvPr/>
                </p:nvSpPr>
                <p:spPr>
                  <a:xfrm rot="3900000">
                    <a:off x="5092631" y="2000857"/>
                    <a:ext cx="2087105" cy="1307562"/>
                  </a:xfrm>
                  <a:prstGeom prst="rect">
                    <a:avLst/>
                  </a:prstGeom>
                </p:spPr>
                <p:txBody>
                  <a:bodyPr wrap="none">
                    <a:prstTxWarp prst="textArchUp">
                      <a:avLst>
                        <a:gd name="adj" fmla="val 11620089"/>
                      </a:avLst>
                    </a:prstTxWarp>
                    <a:spAutoFit/>
                  </a:bodyPr>
                  <a:lstStyle/>
                  <a:p>
                    <a:pPr algn="ctr"/>
                    <a:r>
                      <a:rPr lang="en-US" sz="2000" b="1" dirty="0" err="1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gency FB" panose="020B0503020202020204" pitchFamily="34" charset="0"/>
                      </a:rPr>
                      <a:t>AppCentric</a:t>
                    </a:r>
                    <a:r>
                      <a:rPr lang="en-US" sz="2000" b="1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gency FB" panose="020B0503020202020204" pitchFamily="34" charset="0"/>
                      </a:rPr>
                      <a:t> Optimization</a:t>
                    </a:r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42983CD1-0CDA-4B2C-957E-C4762D582CA1}"/>
                      </a:ext>
                    </a:extLst>
                  </p:cNvPr>
                  <p:cNvSpPr/>
                  <p:nvPr/>
                </p:nvSpPr>
                <p:spPr>
                  <a:xfrm rot="17880000">
                    <a:off x="1944837" y="2015548"/>
                    <a:ext cx="2087105" cy="1307562"/>
                  </a:xfrm>
                  <a:prstGeom prst="rect">
                    <a:avLst/>
                  </a:prstGeom>
                </p:spPr>
                <p:txBody>
                  <a:bodyPr wrap="none">
                    <a:prstTxWarp prst="textArchUp">
                      <a:avLst>
                        <a:gd name="adj" fmla="val 11620089"/>
                      </a:avLst>
                    </a:prstTxWarp>
                    <a:spAutoFit/>
                  </a:bodyPr>
                  <a:lstStyle/>
                  <a:p>
                    <a:pPr algn="ctr"/>
                    <a:r>
                      <a:rPr lang="en-US" sz="2000" b="1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gency FB" panose="020B0503020202020204" pitchFamily="34" charset="0"/>
                      </a:rPr>
                      <a:t>App/Service Lake</a:t>
                    </a:r>
                  </a:p>
                </p:txBody>
              </p:sp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FC5EDAFA-D492-4B42-8F1A-524D9E6453E4}"/>
                      </a:ext>
                    </a:extLst>
                  </p:cNvPr>
                  <p:cNvSpPr/>
                  <p:nvPr/>
                </p:nvSpPr>
                <p:spPr>
                  <a:xfrm rot="3724541">
                    <a:off x="1921719" y="3727866"/>
                    <a:ext cx="2087105" cy="1307562"/>
                  </a:xfrm>
                  <a:prstGeom prst="rect">
                    <a:avLst/>
                  </a:prstGeom>
                </p:spPr>
                <p:txBody>
                  <a:bodyPr wrap="none">
                    <a:prstTxWarp prst="textArchDown">
                      <a:avLst/>
                    </a:prstTxWarp>
                    <a:spAutoFit/>
                  </a:bodyPr>
                  <a:lstStyle/>
                  <a:p>
                    <a:pPr algn="ctr"/>
                    <a:r>
                      <a:rPr lang="en-US" sz="2000" b="1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gency FB" panose="020B0503020202020204" pitchFamily="34" charset="0"/>
                      </a:rPr>
                      <a:t>Realtime Monitoring</a:t>
                    </a:r>
                  </a:p>
                </p:txBody>
              </p:sp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757A9416-66D5-489C-833A-D8E43F2CF264}"/>
                      </a:ext>
                    </a:extLst>
                  </p:cNvPr>
                  <p:cNvSpPr/>
                  <p:nvPr/>
                </p:nvSpPr>
                <p:spPr>
                  <a:xfrm rot="60000">
                    <a:off x="3516222" y="4708103"/>
                    <a:ext cx="2087105" cy="1307562"/>
                  </a:xfrm>
                  <a:prstGeom prst="rect">
                    <a:avLst/>
                  </a:prstGeom>
                </p:spPr>
                <p:txBody>
                  <a:bodyPr wrap="none">
                    <a:prstTxWarp prst="textArchDown">
                      <a:avLst/>
                    </a:prstTxWarp>
                    <a:spAutoFit/>
                  </a:bodyPr>
                  <a:lstStyle/>
                  <a:p>
                    <a:pPr algn="ctr"/>
                    <a:r>
                      <a:rPr lang="en-US" sz="2000" b="1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gency FB" panose="020B0503020202020204" pitchFamily="34" charset="0"/>
                      </a:rPr>
                      <a:t>Operation Automation</a:t>
                    </a:r>
                  </a:p>
                </p:txBody>
              </p:sp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4E40260B-476B-4863-95C8-D6A3DD8C1B92}"/>
                      </a:ext>
                    </a:extLst>
                  </p:cNvPr>
                  <p:cNvSpPr/>
                  <p:nvPr/>
                </p:nvSpPr>
                <p:spPr>
                  <a:xfrm rot="17940000">
                    <a:off x="5092633" y="3791684"/>
                    <a:ext cx="2087105" cy="1307562"/>
                  </a:xfrm>
                  <a:prstGeom prst="rect">
                    <a:avLst/>
                  </a:prstGeom>
                </p:spPr>
                <p:txBody>
                  <a:bodyPr wrap="none">
                    <a:prstTxWarp prst="textArchDown">
                      <a:avLst/>
                    </a:prstTxWarp>
                    <a:spAutoFit/>
                  </a:bodyPr>
                  <a:lstStyle/>
                  <a:p>
                    <a:pPr algn="ctr"/>
                    <a:r>
                      <a:rPr lang="en-US" sz="2000" b="1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gency FB" panose="020B0503020202020204" pitchFamily="34" charset="0"/>
                      </a:rPr>
                      <a:t>Streamlined Delivery</a:t>
                    </a:r>
                  </a:p>
                </p:txBody>
              </p:sp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74124C96-C2DC-4CD2-AEE1-924B224ACA1A}"/>
                      </a:ext>
                    </a:extLst>
                  </p:cNvPr>
                  <p:cNvSpPr txBox="1"/>
                  <p:nvPr/>
                </p:nvSpPr>
                <p:spPr>
                  <a:xfrm>
                    <a:off x="4171918" y="1645810"/>
                    <a:ext cx="638130" cy="5469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en-US" sz="2800" b="1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Britannic Bold" panose="020B0903060703020204" pitchFamily="34" charset="0"/>
                      </a:rPr>
                      <a:t>01</a:t>
                    </a:r>
                  </a:p>
                </p:txBody>
              </p:sp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564EEB5E-DED1-417A-AEA7-C475470256E7}"/>
                      </a:ext>
                    </a:extLst>
                  </p:cNvPr>
                  <p:cNvSpPr txBox="1"/>
                  <p:nvPr/>
                </p:nvSpPr>
                <p:spPr>
                  <a:xfrm>
                    <a:off x="5670922" y="2457667"/>
                    <a:ext cx="638130" cy="5469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en-US" sz="2800" b="1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Britannic Bold" panose="020B0903060703020204" pitchFamily="34" charset="0"/>
                      </a:rPr>
                      <a:t>02</a:t>
                    </a:r>
                  </a:p>
                </p:txBody>
              </p:sp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DC645711-C4BB-42FF-9A71-3378CB0513C5}"/>
                      </a:ext>
                    </a:extLst>
                  </p:cNvPr>
                  <p:cNvSpPr txBox="1"/>
                  <p:nvPr/>
                </p:nvSpPr>
                <p:spPr>
                  <a:xfrm>
                    <a:off x="2586833" y="2457667"/>
                    <a:ext cx="638130" cy="5469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en-US" sz="2800" b="1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Britannic Bold" panose="020B0903060703020204" pitchFamily="34" charset="0"/>
                      </a:rPr>
                      <a:t>06</a:t>
                    </a:r>
                  </a:p>
                </p:txBody>
              </p:sp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67766326-EE57-49C3-BFBD-437AED2F9740}"/>
                      </a:ext>
                    </a:extLst>
                  </p:cNvPr>
                  <p:cNvSpPr txBox="1"/>
                  <p:nvPr/>
                </p:nvSpPr>
                <p:spPr>
                  <a:xfrm>
                    <a:off x="2637590" y="4119529"/>
                    <a:ext cx="638130" cy="5469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en-US" sz="2800" b="1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Britannic Bold" panose="020B0903060703020204" pitchFamily="34" charset="0"/>
                      </a:rPr>
                      <a:t>05</a:t>
                    </a:r>
                  </a:p>
                </p:txBody>
              </p:sp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06AB7897-BA9C-4BB4-BC1F-F248669AD2F9}"/>
                      </a:ext>
                    </a:extLst>
                  </p:cNvPr>
                  <p:cNvSpPr txBox="1"/>
                  <p:nvPr/>
                </p:nvSpPr>
                <p:spPr>
                  <a:xfrm>
                    <a:off x="4171916" y="5106059"/>
                    <a:ext cx="638130" cy="5469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en-US" sz="2800" b="1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Britannic Bold" panose="020B0903060703020204" pitchFamily="34" charset="0"/>
                      </a:rPr>
                      <a:t>04</a:t>
                    </a:r>
                  </a:p>
                </p:txBody>
              </p:sp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7141FAD1-437B-4CFC-A494-23EC5D063B7F}"/>
                      </a:ext>
                    </a:extLst>
                  </p:cNvPr>
                  <p:cNvSpPr txBox="1"/>
                  <p:nvPr/>
                </p:nvSpPr>
                <p:spPr>
                  <a:xfrm>
                    <a:off x="5676087" y="4119529"/>
                    <a:ext cx="638130" cy="5469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en-US" sz="2800" b="1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Britannic Bold" panose="020B0903060703020204" pitchFamily="34" charset="0"/>
                      </a:rPr>
                      <a:t>03</a:t>
                    </a:r>
                  </a:p>
                </p:txBody>
              </p:sp>
            </p:grpSp>
          </p:grpSp>
        </p:grp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3FD77377-A6B0-4F2F-9417-22260ACA29AD}"/>
              </a:ext>
            </a:extLst>
          </p:cNvPr>
          <p:cNvSpPr txBox="1"/>
          <p:nvPr/>
        </p:nvSpPr>
        <p:spPr>
          <a:xfrm>
            <a:off x="7941635" y="6585266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solidFill>
                  <a:schemeClr val="bg1"/>
                </a:solidFill>
                <a:latin typeface="Arial"/>
              </a:rPr>
              <a:t>© 2018 SYNECTIKS. All Rights Reserved. Proprietary and Confidential.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C4074C2-538D-40C6-B62F-5DF622D4CA97}"/>
              </a:ext>
            </a:extLst>
          </p:cNvPr>
          <p:cNvSpPr txBox="1"/>
          <p:nvPr/>
        </p:nvSpPr>
        <p:spPr>
          <a:xfrm>
            <a:off x="8237351" y="6585266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3156072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636972-9ED5-4899-8033-134FF44840D2}"/>
              </a:ext>
            </a:extLst>
          </p:cNvPr>
          <p:cNvSpPr txBox="1"/>
          <p:nvPr/>
        </p:nvSpPr>
        <p:spPr>
          <a:xfrm>
            <a:off x="294329" y="6585265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A9CE7C0-C558-4878-B2C4-F2EC42630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AA12FA3-6E66-4521-983B-499B2ABE2B1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298EBAA-2CA0-44F6-B051-0277AE9260E4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4D83493-D53C-42D2-ACD7-74CAE9D91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843889" y="59592"/>
            <a:ext cx="342900" cy="369331"/>
            <a:chOff x="0" y="148425"/>
            <a:chExt cx="342900" cy="59071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FA7F4F1-C868-4CCB-ADE3-164DC30FA7A5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176811-ED66-4D01-9C7A-2B2A4728172A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726D5E1-1AE0-4F62-89EA-C36D112ABED3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Key Benefits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4" name="Table 3">
            <a:extLst>
              <a:ext uri="{FF2B5EF4-FFF2-40B4-BE49-F238E27FC236}">
                <a16:creationId xmlns:a16="http://schemas.microsoft.com/office/drawing/2014/main" id="{5E90FE3A-CFDA-479D-80B2-31464B7ACEAB}"/>
              </a:ext>
            </a:extLst>
          </p:cNvPr>
          <p:cNvGraphicFramePr>
            <a:graphicFrameLocks noGrp="1"/>
          </p:cNvGraphicFramePr>
          <p:nvPr/>
        </p:nvGraphicFramePr>
        <p:xfrm>
          <a:off x="8191501" y="1646523"/>
          <a:ext cx="3652388" cy="4210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388">
                  <a:extLst>
                    <a:ext uri="{9D8B030D-6E8A-4147-A177-3AD203B41FA5}">
                      <a16:colId xmlns:a16="http://schemas.microsoft.com/office/drawing/2014/main" val="1634325151"/>
                    </a:ext>
                  </a:extLst>
                </a:gridCol>
              </a:tblGrid>
              <a:tr h="42104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50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99662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C282FFE-7135-4FC1-BBCE-7E9FCBEA331A}"/>
              </a:ext>
            </a:extLst>
          </p:cNvPr>
          <p:cNvSpPr txBox="1"/>
          <p:nvPr/>
        </p:nvSpPr>
        <p:spPr>
          <a:xfrm>
            <a:off x="8285448" y="1960848"/>
            <a:ext cx="3464494" cy="3042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Only 1 role – Developer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Reduce Dev Cycle – App block driven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Auto Pilot Operation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Optimized Infra – Aggregation Benefits / Continuous Reclaim  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Fast Data Driven Realtime Decision Support System	</a:t>
            </a:r>
          </a:p>
        </p:txBody>
      </p:sp>
      <p:graphicFrame>
        <p:nvGraphicFramePr>
          <p:cNvPr id="21" name="Table 3">
            <a:extLst>
              <a:ext uri="{FF2B5EF4-FFF2-40B4-BE49-F238E27FC236}">
                <a16:creationId xmlns:a16="http://schemas.microsoft.com/office/drawing/2014/main" id="{1B782846-5746-4008-A58D-7AEB5CF51FE8}"/>
              </a:ext>
            </a:extLst>
          </p:cNvPr>
          <p:cNvGraphicFramePr>
            <a:graphicFrameLocks noGrp="1"/>
          </p:cNvGraphicFramePr>
          <p:nvPr/>
        </p:nvGraphicFramePr>
        <p:xfrm>
          <a:off x="4314826" y="1646523"/>
          <a:ext cx="3652388" cy="4210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388">
                  <a:extLst>
                    <a:ext uri="{9D8B030D-6E8A-4147-A177-3AD203B41FA5}">
                      <a16:colId xmlns:a16="http://schemas.microsoft.com/office/drawing/2014/main" val="1634325151"/>
                    </a:ext>
                  </a:extLst>
                </a:gridCol>
              </a:tblGrid>
              <a:tr h="42104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50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99662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665E4F9D-3B45-44D9-BC4D-6914A54E511B}"/>
              </a:ext>
            </a:extLst>
          </p:cNvPr>
          <p:cNvSpPr txBox="1"/>
          <p:nvPr/>
        </p:nvSpPr>
        <p:spPr>
          <a:xfrm>
            <a:off x="4854997" y="1960848"/>
            <a:ext cx="2572046" cy="3472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All SOA Benefits</a:t>
            </a:r>
          </a:p>
          <a:p>
            <a:pPr marL="628650" lvl="1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Scalability</a:t>
            </a:r>
          </a:p>
          <a:p>
            <a:pPr marL="628650" lvl="1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Reliability</a:t>
            </a:r>
          </a:p>
          <a:p>
            <a:pPr marL="628650" lvl="1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Flexibility</a:t>
            </a:r>
          </a:p>
          <a:p>
            <a:pPr marL="628650" lvl="1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Agility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All Fast Data Benefits</a:t>
            </a:r>
          </a:p>
          <a:p>
            <a:pPr marL="628650" lvl="1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High Data Revenue</a:t>
            </a:r>
          </a:p>
          <a:p>
            <a:pPr marL="628650" lvl="1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Realtime</a:t>
            </a:r>
          </a:p>
        </p:txBody>
      </p:sp>
      <p:graphicFrame>
        <p:nvGraphicFramePr>
          <p:cNvPr id="22" name="Table 3">
            <a:extLst>
              <a:ext uri="{FF2B5EF4-FFF2-40B4-BE49-F238E27FC236}">
                <a16:creationId xmlns:a16="http://schemas.microsoft.com/office/drawing/2014/main" id="{479DFBBC-8DA5-41EB-8075-E979B125508C}"/>
              </a:ext>
            </a:extLst>
          </p:cNvPr>
          <p:cNvGraphicFramePr>
            <a:graphicFrameLocks noGrp="1"/>
          </p:cNvGraphicFramePr>
          <p:nvPr/>
        </p:nvGraphicFramePr>
        <p:xfrm>
          <a:off x="371476" y="1646523"/>
          <a:ext cx="3652388" cy="4210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388">
                  <a:extLst>
                    <a:ext uri="{9D8B030D-6E8A-4147-A177-3AD203B41FA5}">
                      <a16:colId xmlns:a16="http://schemas.microsoft.com/office/drawing/2014/main" val="1634325151"/>
                    </a:ext>
                  </a:extLst>
                </a:gridCol>
              </a:tblGrid>
              <a:tr h="42104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99662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DCEBDD7-60E3-464E-8DC2-0B49D35A198B}"/>
              </a:ext>
            </a:extLst>
          </p:cNvPr>
          <p:cNvSpPr txBox="1"/>
          <p:nvPr/>
        </p:nvSpPr>
        <p:spPr>
          <a:xfrm>
            <a:off x="564778" y="1960848"/>
            <a:ext cx="3265784" cy="3472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Everything Software Defined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All SOA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Multi-Cloud–Hybrid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Everything Aggregated / Elastics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All self-service portal based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Manifest Driven Automation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DevOps Services Decoupled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1 Control Plane + 1 Assets Repo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E3010F-B848-4414-BFF5-4BAEA28DF9B9}"/>
              </a:ext>
            </a:extLst>
          </p:cNvPr>
          <p:cNvSpPr/>
          <p:nvPr/>
        </p:nvSpPr>
        <p:spPr>
          <a:xfrm>
            <a:off x="371476" y="1162051"/>
            <a:ext cx="3652388" cy="5095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0DB98A-A3D4-4787-931A-ACC03FC1509E}"/>
              </a:ext>
            </a:extLst>
          </p:cNvPr>
          <p:cNvSpPr txBox="1"/>
          <p:nvPr/>
        </p:nvSpPr>
        <p:spPr>
          <a:xfrm>
            <a:off x="346944" y="1242038"/>
            <a:ext cx="36290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Standardization &amp; Simplification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61D24F-4F4F-45E5-A06E-1B0E2F946EB4}"/>
              </a:ext>
            </a:extLst>
          </p:cNvPr>
          <p:cNvSpPr/>
          <p:nvPr/>
        </p:nvSpPr>
        <p:spPr>
          <a:xfrm>
            <a:off x="4326508" y="1162051"/>
            <a:ext cx="3629024" cy="5095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54EC92-FC91-4436-B9E5-8F34D00C2329}"/>
              </a:ext>
            </a:extLst>
          </p:cNvPr>
          <p:cNvSpPr/>
          <p:nvPr/>
        </p:nvSpPr>
        <p:spPr>
          <a:xfrm>
            <a:off x="8203183" y="1162051"/>
            <a:ext cx="3629024" cy="5095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0E6049-D483-4A94-A231-AAB6940ECC4B}"/>
              </a:ext>
            </a:extLst>
          </p:cNvPr>
          <p:cNvSpPr txBox="1"/>
          <p:nvPr/>
        </p:nvSpPr>
        <p:spPr>
          <a:xfrm>
            <a:off x="9622872" y="1242038"/>
            <a:ext cx="9028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Culture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866F82-913C-4130-B031-E4AB60E1723F}"/>
              </a:ext>
            </a:extLst>
          </p:cNvPr>
          <p:cNvSpPr txBox="1"/>
          <p:nvPr/>
        </p:nvSpPr>
        <p:spPr>
          <a:xfrm>
            <a:off x="5234394" y="1242038"/>
            <a:ext cx="16882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Product Quality</a:t>
            </a:r>
          </a:p>
        </p:txBody>
      </p:sp>
    </p:spTree>
    <p:extLst>
      <p:ext uri="{BB962C8B-B14F-4D97-AF65-F5344CB8AC3E}">
        <p14:creationId xmlns:p14="http://schemas.microsoft.com/office/powerpoint/2010/main" val="7577725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79457"/>
            <a:ext cx="457200" cy="49244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731792" y="79457"/>
            <a:ext cx="457200" cy="49244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582270" y="79455"/>
            <a:ext cx="9206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Common Modules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C074D-836A-4CB6-B42A-391F063CC1D5}"/>
              </a:ext>
            </a:extLst>
          </p:cNvPr>
          <p:cNvSpPr txBox="1"/>
          <p:nvPr/>
        </p:nvSpPr>
        <p:spPr>
          <a:xfrm>
            <a:off x="8237351" y="6585266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00F101-010D-4EE4-879B-B50838375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179"/>
            <a:ext cx="12192000" cy="665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957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79457"/>
            <a:ext cx="457200" cy="49244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731792" y="79457"/>
            <a:ext cx="457200" cy="49244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582270" y="79455"/>
            <a:ext cx="9206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Cloud Asset Management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C074D-836A-4CB6-B42A-391F063CC1D5}"/>
              </a:ext>
            </a:extLst>
          </p:cNvPr>
          <p:cNvSpPr txBox="1"/>
          <p:nvPr/>
        </p:nvSpPr>
        <p:spPr>
          <a:xfrm>
            <a:off x="8237351" y="6585266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B7B6E8A-8B8D-4990-9E0E-A7C2D8B85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39760"/>
              </p:ext>
            </p:extLst>
          </p:nvPr>
        </p:nvGraphicFramePr>
        <p:xfrm>
          <a:off x="617368" y="694728"/>
          <a:ext cx="11114424" cy="37541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68137">
                  <a:extLst>
                    <a:ext uri="{9D8B030D-6E8A-4147-A177-3AD203B41FA5}">
                      <a16:colId xmlns:a16="http://schemas.microsoft.com/office/drawing/2014/main" val="2165813706"/>
                    </a:ext>
                  </a:extLst>
                </a:gridCol>
                <a:gridCol w="3341717">
                  <a:extLst>
                    <a:ext uri="{9D8B030D-6E8A-4147-A177-3AD203B41FA5}">
                      <a16:colId xmlns:a16="http://schemas.microsoft.com/office/drawing/2014/main" val="1880904077"/>
                    </a:ext>
                  </a:extLst>
                </a:gridCol>
                <a:gridCol w="1903614">
                  <a:extLst>
                    <a:ext uri="{9D8B030D-6E8A-4147-A177-3AD203B41FA5}">
                      <a16:colId xmlns:a16="http://schemas.microsoft.com/office/drawing/2014/main" val="931190501"/>
                    </a:ext>
                  </a:extLst>
                </a:gridCol>
                <a:gridCol w="1712422">
                  <a:extLst>
                    <a:ext uri="{9D8B030D-6E8A-4147-A177-3AD203B41FA5}">
                      <a16:colId xmlns:a16="http://schemas.microsoft.com/office/drawing/2014/main" val="497019303"/>
                    </a:ext>
                  </a:extLst>
                </a:gridCol>
                <a:gridCol w="2288534">
                  <a:extLst>
                    <a:ext uri="{9D8B030D-6E8A-4147-A177-3AD203B41FA5}">
                      <a16:colId xmlns:a16="http://schemas.microsoft.com/office/drawing/2014/main" val="9404154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316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Discovery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AWS/AZURE/GCP/Kubernetes  accounts </a:t>
                      </a:r>
                    </a:p>
                    <a:p>
                      <a:r>
                        <a:rPr lang="en-US" dirty="0"/>
                        <a:t>(role </a:t>
                      </a:r>
                      <a:r>
                        <a:rPr lang="en-US" dirty="0" err="1"/>
                        <a:t>arn</a:t>
                      </a:r>
                      <a:r>
                        <a:rPr lang="en-US" dirty="0"/>
                        <a:t> or access key based)</a:t>
                      </a:r>
                      <a:endParaRPr lang="en-IN" dirty="0"/>
                    </a:p>
                  </a:txBody>
                  <a:tcP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AWS /AZURE/ GCP/ Kubernetes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asset lists</a:t>
                      </a:r>
                    </a:p>
                  </a:txBody>
                  <a:tcP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390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Provisioning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Account </a:t>
                      </a:r>
                    </a:p>
                    <a:p>
                      <a:r>
                        <a:rPr lang="en-US" dirty="0"/>
                        <a:t>Provisioning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Cluster Provisioning</a:t>
                      </a:r>
                      <a:endParaRPr lang="en-IN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Service</a:t>
                      </a:r>
                    </a:p>
                    <a:p>
                      <a:r>
                        <a:rPr lang="en-US" dirty="0"/>
                        <a:t>Provisioning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Self Service Provisioning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615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Analytics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Overall Cloud </a:t>
                      </a:r>
                    </a:p>
                    <a:p>
                      <a:r>
                        <a:rPr lang="en-US" dirty="0"/>
                        <a:t>Consumption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Compliance </a:t>
                      </a:r>
                    </a:p>
                    <a:p>
                      <a:r>
                        <a:rPr lang="en-US" dirty="0"/>
                        <a:t>Analytics</a:t>
                      </a:r>
                      <a:endParaRPr lang="en-IN" dirty="0"/>
                    </a:p>
                  </a:txBody>
                  <a:tcPr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Billing </a:t>
                      </a:r>
                    </a:p>
                    <a:p>
                      <a:r>
                        <a:rPr lang="en-US" dirty="0"/>
                        <a:t>Analytics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321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RBAC/ Multitenancy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Org wide Teams </a:t>
                      </a:r>
                    </a:p>
                    <a:p>
                      <a:r>
                        <a:rPr lang="en-US" dirty="0"/>
                        <a:t>And Role</a:t>
                      </a:r>
                      <a:endParaRPr lang="en-IN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610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041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79457"/>
            <a:ext cx="457200" cy="49244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731792" y="79457"/>
            <a:ext cx="457200" cy="49244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582270" y="79455"/>
            <a:ext cx="9206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Cross Cloud Monitoring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C074D-836A-4CB6-B42A-391F063CC1D5}"/>
              </a:ext>
            </a:extLst>
          </p:cNvPr>
          <p:cNvSpPr txBox="1"/>
          <p:nvPr/>
        </p:nvSpPr>
        <p:spPr>
          <a:xfrm>
            <a:off x="8237351" y="6585266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B7B6E8A-8B8D-4990-9E0E-A7C2D8B85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138406"/>
              </p:ext>
            </p:extLst>
          </p:nvPr>
        </p:nvGraphicFramePr>
        <p:xfrm>
          <a:off x="617368" y="694728"/>
          <a:ext cx="11114424" cy="4668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683506">
                  <a:extLst>
                    <a:ext uri="{9D8B030D-6E8A-4147-A177-3AD203B41FA5}">
                      <a16:colId xmlns:a16="http://schemas.microsoft.com/office/drawing/2014/main" val="2165813706"/>
                    </a:ext>
                  </a:extLst>
                </a:gridCol>
                <a:gridCol w="2803141">
                  <a:extLst>
                    <a:ext uri="{9D8B030D-6E8A-4147-A177-3AD203B41FA5}">
                      <a16:colId xmlns:a16="http://schemas.microsoft.com/office/drawing/2014/main" val="1880904077"/>
                    </a:ext>
                  </a:extLst>
                </a:gridCol>
                <a:gridCol w="2452254">
                  <a:extLst>
                    <a:ext uri="{9D8B030D-6E8A-4147-A177-3AD203B41FA5}">
                      <a16:colId xmlns:a16="http://schemas.microsoft.com/office/drawing/2014/main" val="9311905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97019303"/>
                    </a:ext>
                  </a:extLst>
                </a:gridCol>
                <a:gridCol w="1504604">
                  <a:extLst>
                    <a:ext uri="{9D8B030D-6E8A-4147-A177-3AD203B41FA5}">
                      <a16:colId xmlns:a16="http://schemas.microsoft.com/office/drawing/2014/main" val="940415452"/>
                    </a:ext>
                  </a:extLst>
                </a:gridCol>
                <a:gridCol w="1024999">
                  <a:extLst>
                    <a:ext uri="{9D8B030D-6E8A-4147-A177-3AD203B41FA5}">
                      <a16:colId xmlns:a16="http://schemas.microsoft.com/office/drawing/2014/main" val="3351742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316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Dashboard </a:t>
                      </a:r>
                    </a:p>
                    <a:p>
                      <a:r>
                        <a:rPr lang="en-US" dirty="0"/>
                        <a:t>Catalogue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AWS /AZURE/GCP Dashboards </a:t>
                      </a:r>
                    </a:p>
                    <a:p>
                      <a:r>
                        <a:rPr lang="en-US" dirty="0"/>
                        <a:t>Lists with filters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390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Monitoring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u="sng" dirty="0">
                          <a:highlight>
                            <a:srgbClr val="00FF00"/>
                          </a:highlight>
                        </a:rPr>
                        <a:t>Enable Performance / Logs / Trace Based</a:t>
                      </a:r>
                    </a:p>
                    <a:p>
                      <a:r>
                        <a:rPr lang="en-US" i="1" u="sng" dirty="0">
                          <a:highlight>
                            <a:srgbClr val="00FF00"/>
                          </a:highlight>
                        </a:rPr>
                        <a:t>Data Collection sources on ENV</a:t>
                      </a:r>
                      <a:endParaRPr lang="en-IN" i="1" u="sng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i="1" u="sng" dirty="0">
                          <a:highlight>
                            <a:srgbClr val="00FF00"/>
                          </a:highlight>
                        </a:rPr>
                        <a:t>Enable Monitoring on Discovered Assets from Dashboard Catalogue</a:t>
                      </a:r>
                      <a:endParaRPr lang="en-IN" i="1" u="sng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AWS/AZURE/GCP/KUBE</a:t>
                      </a:r>
                    </a:p>
                    <a:p>
                      <a:r>
                        <a:rPr lang="en-US" dirty="0"/>
                        <a:t>Explorer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 Centric </a:t>
                      </a:r>
                    </a:p>
                    <a:p>
                      <a:r>
                        <a:rPr lang="en-US" dirty="0"/>
                        <a:t>Monitoring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615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Alerting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Alert Catalogue</a:t>
                      </a:r>
                      <a:endParaRPr lang="en-IN" dirty="0"/>
                    </a:p>
                  </a:txBody>
                  <a:tcP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Enable Alerting Rules</a:t>
                      </a:r>
                      <a:endParaRPr lang="en-IN" dirty="0"/>
                    </a:p>
                  </a:txBody>
                  <a:tcP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Alert Dashboards</a:t>
                      </a:r>
                      <a:endParaRPr lang="en-IN" dirty="0"/>
                    </a:p>
                  </a:txBody>
                  <a:tcP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Alerts Filter</a:t>
                      </a:r>
                      <a:endParaRPr lang="en-IN" dirty="0"/>
                    </a:p>
                  </a:txBody>
                  <a:tcP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321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Service Desk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Ticket Central</a:t>
                      </a:r>
                      <a:endParaRPr lang="en-IN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Alert Ticket Integration</a:t>
                      </a:r>
                      <a:endParaRPr lang="en-IN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610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Workflows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Service Desk &amp; workflows integration</a:t>
                      </a:r>
                      <a:endParaRPr lang="en-IN" dirty="0"/>
                    </a:p>
                  </a:txBody>
                  <a:tcPr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794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6524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79457"/>
            <a:ext cx="457200" cy="49244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731792" y="79457"/>
            <a:ext cx="457200" cy="49244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582270" y="79455"/>
            <a:ext cx="9206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Cloud Security &amp; Compliance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C074D-836A-4CB6-B42A-391F063CC1D5}"/>
              </a:ext>
            </a:extLst>
          </p:cNvPr>
          <p:cNvSpPr txBox="1"/>
          <p:nvPr/>
        </p:nvSpPr>
        <p:spPr>
          <a:xfrm>
            <a:off x="8237351" y="6585266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B7B6E8A-8B8D-4990-9E0E-A7C2D8B85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176350"/>
              </p:ext>
            </p:extLst>
          </p:nvPr>
        </p:nvGraphicFramePr>
        <p:xfrm>
          <a:off x="457200" y="877608"/>
          <a:ext cx="11114424" cy="19253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683506">
                  <a:extLst>
                    <a:ext uri="{9D8B030D-6E8A-4147-A177-3AD203B41FA5}">
                      <a16:colId xmlns:a16="http://schemas.microsoft.com/office/drawing/2014/main" val="2165813706"/>
                    </a:ext>
                  </a:extLst>
                </a:gridCol>
                <a:gridCol w="2587010">
                  <a:extLst>
                    <a:ext uri="{9D8B030D-6E8A-4147-A177-3AD203B41FA5}">
                      <a16:colId xmlns:a16="http://schemas.microsoft.com/office/drawing/2014/main" val="1880904077"/>
                    </a:ext>
                  </a:extLst>
                </a:gridCol>
                <a:gridCol w="2668385">
                  <a:extLst>
                    <a:ext uri="{9D8B030D-6E8A-4147-A177-3AD203B41FA5}">
                      <a16:colId xmlns:a16="http://schemas.microsoft.com/office/drawing/2014/main" val="9311905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97019303"/>
                    </a:ext>
                  </a:extLst>
                </a:gridCol>
                <a:gridCol w="1504604">
                  <a:extLst>
                    <a:ext uri="{9D8B030D-6E8A-4147-A177-3AD203B41FA5}">
                      <a16:colId xmlns:a16="http://schemas.microsoft.com/office/drawing/2014/main" val="940415452"/>
                    </a:ext>
                  </a:extLst>
                </a:gridCol>
                <a:gridCol w="1024999">
                  <a:extLst>
                    <a:ext uri="{9D8B030D-6E8A-4147-A177-3AD203B41FA5}">
                      <a16:colId xmlns:a16="http://schemas.microsoft.com/office/drawing/2014/main" val="3351742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316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Compliance </a:t>
                      </a:r>
                    </a:p>
                    <a:p>
                      <a:r>
                        <a:rPr lang="en-US" dirty="0"/>
                        <a:t>Engine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Rule / Policy /Compliances 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Compliance </a:t>
                      </a:r>
                    </a:p>
                    <a:p>
                      <a:r>
                        <a:rPr lang="en-US" dirty="0"/>
                        <a:t>Collector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Compliance </a:t>
                      </a:r>
                    </a:p>
                    <a:p>
                      <a:r>
                        <a:rPr lang="en-US" dirty="0"/>
                        <a:t>Reports / Dashboards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Alert Central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History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390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 </a:t>
                      </a:r>
                    </a:p>
                    <a:p>
                      <a:r>
                        <a:rPr lang="en-US" dirty="0"/>
                        <a:t>Editor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615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7929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79457"/>
            <a:ext cx="457200" cy="49244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731792" y="79457"/>
            <a:ext cx="457200" cy="49244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582270" y="79455"/>
            <a:ext cx="9206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Tool Chain &amp; Automation Central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C074D-836A-4CB6-B42A-391F063CC1D5}"/>
              </a:ext>
            </a:extLst>
          </p:cNvPr>
          <p:cNvSpPr txBox="1"/>
          <p:nvPr/>
        </p:nvSpPr>
        <p:spPr>
          <a:xfrm>
            <a:off x="8237351" y="6585266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B7B6E8A-8B8D-4990-9E0E-A7C2D8B85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913198"/>
              </p:ext>
            </p:extLst>
          </p:nvPr>
        </p:nvGraphicFramePr>
        <p:xfrm>
          <a:off x="457200" y="877608"/>
          <a:ext cx="10897985" cy="13817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37124">
                  <a:extLst>
                    <a:ext uri="{9D8B030D-6E8A-4147-A177-3AD203B41FA5}">
                      <a16:colId xmlns:a16="http://schemas.microsoft.com/office/drawing/2014/main" val="2165813706"/>
                    </a:ext>
                  </a:extLst>
                </a:gridCol>
                <a:gridCol w="3284075">
                  <a:extLst>
                    <a:ext uri="{9D8B030D-6E8A-4147-A177-3AD203B41FA5}">
                      <a16:colId xmlns:a16="http://schemas.microsoft.com/office/drawing/2014/main" val="1880904077"/>
                    </a:ext>
                  </a:extLst>
                </a:gridCol>
                <a:gridCol w="3387376">
                  <a:extLst>
                    <a:ext uri="{9D8B030D-6E8A-4147-A177-3AD203B41FA5}">
                      <a16:colId xmlns:a16="http://schemas.microsoft.com/office/drawing/2014/main" val="931190501"/>
                    </a:ext>
                  </a:extLst>
                </a:gridCol>
                <a:gridCol w="2089410">
                  <a:extLst>
                    <a:ext uri="{9D8B030D-6E8A-4147-A177-3AD203B41FA5}">
                      <a16:colId xmlns:a16="http://schemas.microsoft.com/office/drawing/2014/main" val="497019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316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Tool Chain </a:t>
                      </a:r>
                    </a:p>
                    <a:p>
                      <a:r>
                        <a:rPr lang="en-US" dirty="0"/>
                        <a:t>Framework</a:t>
                      </a:r>
                    </a:p>
                  </a:txBody>
                  <a:tcPr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Runbook/ Tools Catalogue 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Operator Catalogue</a:t>
                      </a:r>
                      <a:endParaRPr lang="en-IN" dirty="0"/>
                    </a:p>
                  </a:txBody>
                  <a:tcPr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Cloud Templates</a:t>
                      </a:r>
                      <a:endParaRPr lang="en-IN" dirty="0"/>
                    </a:p>
                  </a:txBody>
                  <a:tcPr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390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615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9213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79457"/>
            <a:ext cx="457200" cy="49244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731792" y="79457"/>
            <a:ext cx="457200" cy="49244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582270" y="79455"/>
            <a:ext cx="9206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 err="1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DevSecOps</a:t>
            </a:r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 Tooling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C074D-836A-4CB6-B42A-391F063CC1D5}"/>
              </a:ext>
            </a:extLst>
          </p:cNvPr>
          <p:cNvSpPr txBox="1"/>
          <p:nvPr/>
        </p:nvSpPr>
        <p:spPr>
          <a:xfrm>
            <a:off x="8237351" y="6585266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62A77-8690-4781-985B-623129CEE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08" y="805409"/>
            <a:ext cx="12192000" cy="565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789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79457"/>
            <a:ext cx="457200" cy="49244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731792" y="79457"/>
            <a:ext cx="457200" cy="49244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582270" y="79455"/>
            <a:ext cx="9206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Common Modules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C074D-836A-4CB6-B42A-391F063CC1D5}"/>
              </a:ext>
            </a:extLst>
          </p:cNvPr>
          <p:cNvSpPr txBox="1"/>
          <p:nvPr/>
        </p:nvSpPr>
        <p:spPr>
          <a:xfrm>
            <a:off x="8237351" y="6585266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B7B6E8A-8B8D-4990-9E0E-A7C2D8B85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221230"/>
              </p:ext>
            </p:extLst>
          </p:nvPr>
        </p:nvGraphicFramePr>
        <p:xfrm>
          <a:off x="457200" y="877608"/>
          <a:ext cx="10897985" cy="13817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37124">
                  <a:extLst>
                    <a:ext uri="{9D8B030D-6E8A-4147-A177-3AD203B41FA5}">
                      <a16:colId xmlns:a16="http://schemas.microsoft.com/office/drawing/2014/main" val="2165813706"/>
                    </a:ext>
                  </a:extLst>
                </a:gridCol>
                <a:gridCol w="3284075">
                  <a:extLst>
                    <a:ext uri="{9D8B030D-6E8A-4147-A177-3AD203B41FA5}">
                      <a16:colId xmlns:a16="http://schemas.microsoft.com/office/drawing/2014/main" val="1880904077"/>
                    </a:ext>
                  </a:extLst>
                </a:gridCol>
                <a:gridCol w="3387376">
                  <a:extLst>
                    <a:ext uri="{9D8B030D-6E8A-4147-A177-3AD203B41FA5}">
                      <a16:colId xmlns:a16="http://schemas.microsoft.com/office/drawing/2014/main" val="931190501"/>
                    </a:ext>
                  </a:extLst>
                </a:gridCol>
                <a:gridCol w="2089410">
                  <a:extLst>
                    <a:ext uri="{9D8B030D-6E8A-4147-A177-3AD203B41FA5}">
                      <a16:colId xmlns:a16="http://schemas.microsoft.com/office/drawing/2014/main" val="497019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316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Performance Manager</a:t>
                      </a:r>
                    </a:p>
                  </a:txBody>
                  <a:tcP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 Manager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Trace Manager</a:t>
                      </a:r>
                      <a:endParaRPr lang="en-IN" dirty="0"/>
                    </a:p>
                  </a:txBody>
                  <a:tcP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View Manager</a:t>
                      </a:r>
                      <a:endParaRPr lang="en-IN" dirty="0"/>
                    </a:p>
                  </a:txBody>
                  <a:tcPr>
                    <a:solidFill>
                      <a:srgbClr val="FFFF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390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 Catalogue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FSM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615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65573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6">
      <a:majorFont>
        <a:latin typeface="Raleway SemiBold"/>
        <a:ea typeface=""/>
        <a:cs typeface=""/>
      </a:majorFont>
      <a:minorFont>
        <a:latin typeface="Raleway SemiBold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D6A054E-ABAA-487E-BDCC-4A9FD79941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ca88f8-a7ae-4cfc-9184-d6b131f630bb"/>
    <ds:schemaRef ds:uri="c5a4b99e-4ccc-4a5c-98e4-7ab8633fd4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8D2A5A3-3151-4923-9A9F-F2B71B2462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D938AE-9373-4D0D-8808-5E3ED7077074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4818</TotalTime>
  <Words>821</Words>
  <Application>Microsoft Office PowerPoint</Application>
  <PresentationFormat>Widescreen</PresentationFormat>
  <Paragraphs>187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Agency FB</vt:lpstr>
      <vt:lpstr>Arial</vt:lpstr>
      <vt:lpstr>Britannic Bold</vt:lpstr>
      <vt:lpstr>Calibri</vt:lpstr>
      <vt:lpstr>Helvetica</vt:lpstr>
      <vt:lpstr>Raleway</vt:lpstr>
      <vt:lpstr>Raleway ExtraBold</vt:lpstr>
      <vt:lpstr>Raleway Medium</vt:lpstr>
      <vt:lpstr>Raleway SemiBold</vt:lpstr>
      <vt:lpstr>Segoi ui</vt:lpstr>
      <vt:lpstr>Wingdings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Akbar Khan</dc:creator>
  <cp:lastModifiedBy>Papu Bhattacharya</cp:lastModifiedBy>
  <cp:revision>61</cp:revision>
  <dcterms:created xsi:type="dcterms:W3CDTF">2020-09-24T16:20:12Z</dcterms:created>
  <dcterms:modified xsi:type="dcterms:W3CDTF">2022-02-01T07:25:01Z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</Properties>
</file>