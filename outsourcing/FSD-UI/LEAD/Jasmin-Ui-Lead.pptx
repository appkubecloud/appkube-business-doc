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413" r:id="rId2"/>
  </p:sldIdLst>
  <p:sldSz cx="12193588" cy="8280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19" y="1355149"/>
            <a:ext cx="10364550" cy="2882806"/>
          </a:xfrm>
        </p:spPr>
        <p:txBody>
          <a:bodyPr anchor="b"/>
          <a:lstStyle>
            <a:lvl1pPr algn="ctr">
              <a:defRPr sz="7244"/>
            </a:lvl1pPr>
          </a:lstStyle>
          <a:p>
            <a:r>
              <a:rPr lang="en-US"/>
              <a:t>Click to edit Master title style</a:t>
            </a:r>
            <a:endParaRPr lang="en-US" dirty="0"/>
          </a:p>
        </p:txBody>
      </p:sp>
      <p:sp>
        <p:nvSpPr>
          <p:cNvPr id="3" name="Subtitle 2"/>
          <p:cNvSpPr>
            <a:spLocks noGrp="1"/>
          </p:cNvSpPr>
          <p:nvPr>
            <p:ph type="subTitle" idx="1"/>
          </p:nvPr>
        </p:nvSpPr>
        <p:spPr>
          <a:xfrm>
            <a:off x="1524199" y="4349128"/>
            <a:ext cx="9145191" cy="1999179"/>
          </a:xfrm>
        </p:spPr>
        <p:txBody>
          <a:bodyPr/>
          <a:lstStyle>
            <a:lvl1pPr marL="0" indent="0" algn="ctr">
              <a:buNone/>
              <a:defRPr sz="2898"/>
            </a:lvl1pPr>
            <a:lvl2pPr marL="552023" indent="0" algn="ctr">
              <a:buNone/>
              <a:defRPr sz="2415"/>
            </a:lvl2pPr>
            <a:lvl3pPr marL="1104047" indent="0" algn="ctr">
              <a:buNone/>
              <a:defRPr sz="2173"/>
            </a:lvl3pPr>
            <a:lvl4pPr marL="1656070" indent="0" algn="ctr">
              <a:buNone/>
              <a:defRPr sz="1932"/>
            </a:lvl4pPr>
            <a:lvl5pPr marL="2208093" indent="0" algn="ctr">
              <a:buNone/>
              <a:defRPr sz="1932"/>
            </a:lvl5pPr>
            <a:lvl6pPr marL="2760116" indent="0" algn="ctr">
              <a:buNone/>
              <a:defRPr sz="1932"/>
            </a:lvl6pPr>
            <a:lvl7pPr marL="3312140" indent="0" algn="ctr">
              <a:buNone/>
              <a:defRPr sz="1932"/>
            </a:lvl7pPr>
            <a:lvl8pPr marL="3864163" indent="0" algn="ctr">
              <a:buNone/>
              <a:defRPr sz="1932"/>
            </a:lvl8pPr>
            <a:lvl9pPr marL="4416186" indent="0" algn="ctr">
              <a:buNone/>
              <a:defRPr sz="193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656864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081616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959" y="2064352"/>
            <a:ext cx="10516970" cy="3444416"/>
          </a:xfrm>
        </p:spPr>
        <p:txBody>
          <a:bodyPr anchor="b"/>
          <a:lstStyle>
            <a:lvl1pPr>
              <a:defRPr sz="7244"/>
            </a:lvl1pPr>
          </a:lstStyle>
          <a:p>
            <a:r>
              <a:rPr lang="en-US"/>
              <a:t>Click to edit Master title style</a:t>
            </a:r>
            <a:endParaRPr lang="en-US" dirty="0"/>
          </a:p>
        </p:txBody>
      </p:sp>
      <p:sp>
        <p:nvSpPr>
          <p:cNvPr id="3" name="Text Placeholder 2"/>
          <p:cNvSpPr>
            <a:spLocks noGrp="1"/>
          </p:cNvSpPr>
          <p:nvPr>
            <p:ph type="body" idx="1"/>
          </p:nvPr>
        </p:nvSpPr>
        <p:spPr>
          <a:xfrm>
            <a:off x="831959" y="5541353"/>
            <a:ext cx="10516970" cy="1811337"/>
          </a:xfrm>
        </p:spPr>
        <p:txBody>
          <a:bodyPr/>
          <a:lstStyle>
            <a:lvl1pPr marL="0" indent="0">
              <a:buNone/>
              <a:defRPr sz="2898">
                <a:solidFill>
                  <a:schemeClr val="tx1"/>
                </a:solidFill>
              </a:defRPr>
            </a:lvl1pPr>
            <a:lvl2pPr marL="552023" indent="0">
              <a:buNone/>
              <a:defRPr sz="2415">
                <a:solidFill>
                  <a:schemeClr val="tx1">
                    <a:tint val="75000"/>
                  </a:schemeClr>
                </a:solidFill>
              </a:defRPr>
            </a:lvl2pPr>
            <a:lvl3pPr marL="1104047" indent="0">
              <a:buNone/>
              <a:defRPr sz="2173">
                <a:solidFill>
                  <a:schemeClr val="tx1">
                    <a:tint val="75000"/>
                  </a:schemeClr>
                </a:solidFill>
              </a:defRPr>
            </a:lvl3pPr>
            <a:lvl4pPr marL="1656070" indent="0">
              <a:buNone/>
              <a:defRPr sz="1932">
                <a:solidFill>
                  <a:schemeClr val="tx1">
                    <a:tint val="75000"/>
                  </a:schemeClr>
                </a:solidFill>
              </a:defRPr>
            </a:lvl4pPr>
            <a:lvl5pPr marL="2208093" indent="0">
              <a:buNone/>
              <a:defRPr sz="1932">
                <a:solidFill>
                  <a:schemeClr val="tx1">
                    <a:tint val="75000"/>
                  </a:schemeClr>
                </a:solidFill>
              </a:defRPr>
            </a:lvl5pPr>
            <a:lvl6pPr marL="2760116" indent="0">
              <a:buNone/>
              <a:defRPr sz="1932">
                <a:solidFill>
                  <a:schemeClr val="tx1">
                    <a:tint val="75000"/>
                  </a:schemeClr>
                </a:solidFill>
              </a:defRPr>
            </a:lvl6pPr>
            <a:lvl7pPr marL="3312140" indent="0">
              <a:buNone/>
              <a:defRPr sz="1932">
                <a:solidFill>
                  <a:schemeClr val="tx1">
                    <a:tint val="75000"/>
                  </a:schemeClr>
                </a:solidFill>
              </a:defRPr>
            </a:lvl7pPr>
            <a:lvl8pPr marL="3864163" indent="0">
              <a:buNone/>
              <a:defRPr sz="1932">
                <a:solidFill>
                  <a:schemeClr val="tx1">
                    <a:tint val="75000"/>
                  </a:schemeClr>
                </a:solidFill>
              </a:defRPr>
            </a:lvl8pPr>
            <a:lvl9pPr marL="4416186" indent="0">
              <a:buNone/>
              <a:defRPr sz="193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51737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309"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004" y="2204273"/>
            <a:ext cx="5182275" cy="5253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769392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897" y="440856"/>
            <a:ext cx="10516970" cy="1600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899" y="2029849"/>
            <a:ext cx="5158458"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4" name="Content Placeholder 3"/>
          <p:cNvSpPr>
            <a:spLocks noGrp="1"/>
          </p:cNvSpPr>
          <p:nvPr>
            <p:ph sz="half" idx="2"/>
          </p:nvPr>
        </p:nvSpPr>
        <p:spPr>
          <a:xfrm>
            <a:off x="839899" y="3024646"/>
            <a:ext cx="5158458"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3005" y="2029849"/>
            <a:ext cx="5183863" cy="994797"/>
          </a:xfrm>
        </p:spPr>
        <p:txBody>
          <a:bodyPr anchor="b"/>
          <a:lstStyle>
            <a:lvl1pPr marL="0" indent="0">
              <a:buNone/>
              <a:defRPr sz="2898" b="1"/>
            </a:lvl1pPr>
            <a:lvl2pPr marL="552023" indent="0">
              <a:buNone/>
              <a:defRPr sz="2415" b="1"/>
            </a:lvl2pPr>
            <a:lvl3pPr marL="1104047" indent="0">
              <a:buNone/>
              <a:defRPr sz="2173" b="1"/>
            </a:lvl3pPr>
            <a:lvl4pPr marL="1656070" indent="0">
              <a:buNone/>
              <a:defRPr sz="1932" b="1"/>
            </a:lvl4pPr>
            <a:lvl5pPr marL="2208093" indent="0">
              <a:buNone/>
              <a:defRPr sz="1932" b="1"/>
            </a:lvl5pPr>
            <a:lvl6pPr marL="2760116" indent="0">
              <a:buNone/>
              <a:defRPr sz="1932" b="1"/>
            </a:lvl6pPr>
            <a:lvl7pPr marL="3312140" indent="0">
              <a:buNone/>
              <a:defRPr sz="1932" b="1"/>
            </a:lvl7pPr>
            <a:lvl8pPr marL="3864163" indent="0">
              <a:buNone/>
              <a:defRPr sz="1932" b="1"/>
            </a:lvl8pPr>
            <a:lvl9pPr marL="4416186" indent="0">
              <a:buNone/>
              <a:defRPr sz="1932" b="1"/>
            </a:lvl9pPr>
          </a:lstStyle>
          <a:p>
            <a:pPr lvl="0"/>
            <a:r>
              <a:rPr lang="en-US"/>
              <a:t>Click to edit Master text styles</a:t>
            </a:r>
          </a:p>
        </p:txBody>
      </p:sp>
      <p:sp>
        <p:nvSpPr>
          <p:cNvPr id="6" name="Content Placeholder 5"/>
          <p:cNvSpPr>
            <a:spLocks noGrp="1"/>
          </p:cNvSpPr>
          <p:nvPr>
            <p:ph sz="quarter" idx="4"/>
          </p:nvPr>
        </p:nvSpPr>
        <p:spPr>
          <a:xfrm>
            <a:off x="6173005" y="3024646"/>
            <a:ext cx="5183863" cy="4448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C079E0-A901-4333-8FD2-197B2445B707}" type="datetimeFigureOut">
              <a:rPr lang="en-IN" smtClean="0"/>
              <a:t>12-10-2021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33146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C079E0-A901-4333-8FD2-197B2445B707}" type="datetimeFigureOut">
              <a:rPr lang="en-IN" smtClean="0"/>
              <a:t>12-10-2021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946701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C079E0-A901-4333-8FD2-197B2445B707}" type="datetimeFigureOut">
              <a:rPr lang="en-IN" smtClean="0"/>
              <a:t>12-10-2021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64002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Content Placeholder 2"/>
          <p:cNvSpPr>
            <a:spLocks noGrp="1"/>
          </p:cNvSpPr>
          <p:nvPr>
            <p:ph idx="1"/>
          </p:nvPr>
        </p:nvSpPr>
        <p:spPr>
          <a:xfrm>
            <a:off x="5183863" y="1192226"/>
            <a:ext cx="6173004" cy="5884451"/>
          </a:xfrm>
        </p:spPr>
        <p:txBody>
          <a:bodyPr/>
          <a:lstStyle>
            <a:lvl1pPr>
              <a:defRPr sz="3864"/>
            </a:lvl1pPr>
            <a:lvl2pPr>
              <a:defRPr sz="3381"/>
            </a:lvl2pPr>
            <a:lvl3pPr>
              <a:defRPr sz="2898"/>
            </a:lvl3pPr>
            <a:lvl4pPr>
              <a:defRPr sz="2415"/>
            </a:lvl4pPr>
            <a:lvl5pPr>
              <a:defRPr sz="2415"/>
            </a:lvl5pPr>
            <a:lvl6pPr>
              <a:defRPr sz="2415"/>
            </a:lvl6pPr>
            <a:lvl7pPr>
              <a:defRPr sz="2415"/>
            </a:lvl7pPr>
            <a:lvl8pPr>
              <a:defRPr sz="2415"/>
            </a:lvl8pPr>
            <a:lvl9pPr>
              <a:defRPr sz="241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18577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897" y="552027"/>
            <a:ext cx="3932750" cy="1932093"/>
          </a:xfrm>
        </p:spPr>
        <p:txBody>
          <a:bodyPr anchor="b"/>
          <a:lstStyle>
            <a:lvl1pPr>
              <a:defRPr sz="3864"/>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863" y="1192226"/>
            <a:ext cx="6173004" cy="5884451"/>
          </a:xfrm>
        </p:spPr>
        <p:txBody>
          <a:bodyPr anchor="t"/>
          <a:lstStyle>
            <a:lvl1pPr marL="0" indent="0">
              <a:buNone/>
              <a:defRPr sz="3864"/>
            </a:lvl1pPr>
            <a:lvl2pPr marL="552023" indent="0">
              <a:buNone/>
              <a:defRPr sz="3381"/>
            </a:lvl2pPr>
            <a:lvl3pPr marL="1104047" indent="0">
              <a:buNone/>
              <a:defRPr sz="2898"/>
            </a:lvl3pPr>
            <a:lvl4pPr marL="1656070" indent="0">
              <a:buNone/>
              <a:defRPr sz="2415"/>
            </a:lvl4pPr>
            <a:lvl5pPr marL="2208093" indent="0">
              <a:buNone/>
              <a:defRPr sz="2415"/>
            </a:lvl5pPr>
            <a:lvl6pPr marL="2760116" indent="0">
              <a:buNone/>
              <a:defRPr sz="2415"/>
            </a:lvl6pPr>
            <a:lvl7pPr marL="3312140" indent="0">
              <a:buNone/>
              <a:defRPr sz="2415"/>
            </a:lvl7pPr>
            <a:lvl8pPr marL="3864163" indent="0">
              <a:buNone/>
              <a:defRPr sz="2415"/>
            </a:lvl8pPr>
            <a:lvl9pPr marL="4416186" indent="0">
              <a:buNone/>
              <a:defRPr sz="2415"/>
            </a:lvl9pPr>
          </a:lstStyle>
          <a:p>
            <a:r>
              <a:rPr lang="en-US"/>
              <a:t>Click icon to add picture</a:t>
            </a:r>
            <a:endParaRPr lang="en-US" dirty="0"/>
          </a:p>
        </p:txBody>
      </p:sp>
      <p:sp>
        <p:nvSpPr>
          <p:cNvPr id="4" name="Text Placeholder 3"/>
          <p:cNvSpPr>
            <a:spLocks noGrp="1"/>
          </p:cNvSpPr>
          <p:nvPr>
            <p:ph type="body" sz="half" idx="2"/>
          </p:nvPr>
        </p:nvSpPr>
        <p:spPr>
          <a:xfrm>
            <a:off x="839897" y="2484120"/>
            <a:ext cx="3932750" cy="4602140"/>
          </a:xfrm>
        </p:spPr>
        <p:txBody>
          <a:bodyPr/>
          <a:lstStyle>
            <a:lvl1pPr marL="0" indent="0">
              <a:buNone/>
              <a:defRPr sz="1932"/>
            </a:lvl1pPr>
            <a:lvl2pPr marL="552023" indent="0">
              <a:buNone/>
              <a:defRPr sz="1690"/>
            </a:lvl2pPr>
            <a:lvl3pPr marL="1104047" indent="0">
              <a:buNone/>
              <a:defRPr sz="1449"/>
            </a:lvl3pPr>
            <a:lvl4pPr marL="1656070" indent="0">
              <a:buNone/>
              <a:defRPr sz="1207"/>
            </a:lvl4pPr>
            <a:lvl5pPr marL="2208093" indent="0">
              <a:buNone/>
              <a:defRPr sz="1207"/>
            </a:lvl5pPr>
            <a:lvl6pPr marL="2760116" indent="0">
              <a:buNone/>
              <a:defRPr sz="1207"/>
            </a:lvl6pPr>
            <a:lvl7pPr marL="3312140" indent="0">
              <a:buNone/>
              <a:defRPr sz="1207"/>
            </a:lvl7pPr>
            <a:lvl8pPr marL="3864163" indent="0">
              <a:buNone/>
              <a:defRPr sz="1207"/>
            </a:lvl8pPr>
            <a:lvl9pPr marL="4416186" indent="0">
              <a:buNone/>
              <a:defRPr sz="1207"/>
            </a:lvl9pPr>
          </a:lstStyle>
          <a:p>
            <a:pPr lvl="0"/>
            <a:r>
              <a:rPr lang="en-US"/>
              <a:t>Click to edit Master text styles</a:t>
            </a:r>
          </a:p>
        </p:txBody>
      </p:sp>
      <p:sp>
        <p:nvSpPr>
          <p:cNvPr id="5" name="Date Placeholder 4"/>
          <p:cNvSpPr>
            <a:spLocks noGrp="1"/>
          </p:cNvSpPr>
          <p:nvPr>
            <p:ph type="dt" sz="half" idx="10"/>
          </p:nvPr>
        </p:nvSpPr>
        <p:spPr/>
        <p:txBody>
          <a:bodyPr/>
          <a:lstStyle/>
          <a:p>
            <a:fld id="{99C079E0-A901-4333-8FD2-197B2445B707}" type="datetimeFigureOut">
              <a:rPr lang="en-IN" smtClean="0"/>
              <a:t>12-10-2021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383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137246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6037" y="440855"/>
            <a:ext cx="2629242" cy="70172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310" y="440855"/>
            <a:ext cx="7735307" cy="70172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79E0-A901-4333-8FD2-197B2445B707}" type="datetimeFigureOut">
              <a:rPr lang="en-IN" smtClean="0"/>
              <a:t>12-10-2021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F51414-827F-4D15-9469-924D8E48AE3D}" type="slidenum">
              <a:rPr lang="en-IN" smtClean="0"/>
              <a:t>‹#›</a:t>
            </a:fld>
            <a:endParaRPr lang="en-IN"/>
          </a:p>
        </p:txBody>
      </p:sp>
    </p:spTree>
    <p:extLst>
      <p:ext uri="{BB962C8B-B14F-4D97-AF65-F5344CB8AC3E}">
        <p14:creationId xmlns:p14="http://schemas.microsoft.com/office/powerpoint/2010/main" val="2102025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309" y="440856"/>
            <a:ext cx="10516970" cy="1600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309" y="2204273"/>
            <a:ext cx="10516970" cy="52538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309" y="7674706"/>
            <a:ext cx="2743557" cy="440855"/>
          </a:xfrm>
          <a:prstGeom prst="rect">
            <a:avLst/>
          </a:prstGeom>
        </p:spPr>
        <p:txBody>
          <a:bodyPr vert="horz" lIns="91440" tIns="45720" rIns="91440" bIns="45720" rtlCol="0" anchor="ctr"/>
          <a:lstStyle>
            <a:lvl1pPr algn="l">
              <a:defRPr sz="1449">
                <a:solidFill>
                  <a:schemeClr val="tx1">
                    <a:tint val="75000"/>
                  </a:schemeClr>
                </a:solidFill>
              </a:defRPr>
            </a:lvl1pPr>
          </a:lstStyle>
          <a:p>
            <a:fld id="{99C079E0-A901-4333-8FD2-197B2445B707}" type="datetimeFigureOut">
              <a:rPr lang="en-IN" smtClean="0"/>
              <a:t>12-10-2021</a:t>
            </a:fld>
            <a:endParaRPr lang="en-IN"/>
          </a:p>
        </p:txBody>
      </p:sp>
      <p:sp>
        <p:nvSpPr>
          <p:cNvPr id="5" name="Footer Placeholder 4"/>
          <p:cNvSpPr>
            <a:spLocks noGrp="1"/>
          </p:cNvSpPr>
          <p:nvPr>
            <p:ph type="ftr" sz="quarter" idx="3"/>
          </p:nvPr>
        </p:nvSpPr>
        <p:spPr>
          <a:xfrm>
            <a:off x="4039126" y="7674706"/>
            <a:ext cx="4115336" cy="440855"/>
          </a:xfrm>
          <a:prstGeom prst="rect">
            <a:avLst/>
          </a:prstGeom>
        </p:spPr>
        <p:txBody>
          <a:bodyPr vert="horz" lIns="91440" tIns="45720" rIns="91440" bIns="45720" rtlCol="0" anchor="ctr"/>
          <a:lstStyle>
            <a:lvl1pPr algn="ctr">
              <a:defRPr sz="1449">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1722" y="7674706"/>
            <a:ext cx="2743557" cy="440855"/>
          </a:xfrm>
          <a:prstGeom prst="rect">
            <a:avLst/>
          </a:prstGeom>
        </p:spPr>
        <p:txBody>
          <a:bodyPr vert="horz" lIns="91440" tIns="45720" rIns="91440" bIns="45720" rtlCol="0" anchor="ctr"/>
          <a:lstStyle>
            <a:lvl1pPr algn="r">
              <a:defRPr sz="1449">
                <a:solidFill>
                  <a:schemeClr val="tx1">
                    <a:tint val="75000"/>
                  </a:schemeClr>
                </a:solidFill>
              </a:defRPr>
            </a:lvl1pPr>
          </a:lstStyle>
          <a:p>
            <a:fld id="{70F51414-827F-4D15-9469-924D8E48AE3D}" type="slidenum">
              <a:rPr lang="en-IN" smtClean="0"/>
              <a:t>‹#›</a:t>
            </a:fld>
            <a:endParaRPr lang="en-IN"/>
          </a:p>
        </p:txBody>
      </p:sp>
    </p:spTree>
    <p:extLst>
      <p:ext uri="{BB962C8B-B14F-4D97-AF65-F5344CB8AC3E}">
        <p14:creationId xmlns:p14="http://schemas.microsoft.com/office/powerpoint/2010/main" val="166408608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104047" rtl="0" eaLnBrk="1" latinLnBrk="0" hangingPunct="1">
        <a:lnSpc>
          <a:spcPct val="90000"/>
        </a:lnSpc>
        <a:spcBef>
          <a:spcPct val="0"/>
        </a:spcBef>
        <a:buNone/>
        <a:defRPr sz="5313" kern="1200">
          <a:solidFill>
            <a:schemeClr val="tx1"/>
          </a:solidFill>
          <a:latin typeface="+mj-lt"/>
          <a:ea typeface="+mj-ea"/>
          <a:cs typeface="+mj-cs"/>
        </a:defRPr>
      </a:lvl1pPr>
    </p:titleStyle>
    <p:bodyStyle>
      <a:lvl1pPr marL="276012" indent="-276012" algn="l" defTabSz="1104047" rtl="0" eaLnBrk="1" latinLnBrk="0" hangingPunct="1">
        <a:lnSpc>
          <a:spcPct val="90000"/>
        </a:lnSpc>
        <a:spcBef>
          <a:spcPts val="1207"/>
        </a:spcBef>
        <a:buFont typeface="Arial" panose="020B0604020202020204" pitchFamily="34" charset="0"/>
        <a:buChar char="•"/>
        <a:defRPr sz="3381" kern="1200">
          <a:solidFill>
            <a:schemeClr val="tx1"/>
          </a:solidFill>
          <a:latin typeface="+mn-lt"/>
          <a:ea typeface="+mn-ea"/>
          <a:cs typeface="+mn-cs"/>
        </a:defRPr>
      </a:lvl1pPr>
      <a:lvl2pPr marL="828035" indent="-276012" algn="l" defTabSz="1104047" rtl="0" eaLnBrk="1" latinLnBrk="0" hangingPunct="1">
        <a:lnSpc>
          <a:spcPct val="90000"/>
        </a:lnSpc>
        <a:spcBef>
          <a:spcPts val="604"/>
        </a:spcBef>
        <a:buFont typeface="Arial" panose="020B0604020202020204" pitchFamily="34" charset="0"/>
        <a:buChar char="•"/>
        <a:defRPr sz="2898" kern="1200">
          <a:solidFill>
            <a:schemeClr val="tx1"/>
          </a:solidFill>
          <a:latin typeface="+mn-lt"/>
          <a:ea typeface="+mn-ea"/>
          <a:cs typeface="+mn-cs"/>
        </a:defRPr>
      </a:lvl2pPr>
      <a:lvl3pPr marL="1380058" indent="-276012" algn="l" defTabSz="1104047" rtl="0" eaLnBrk="1" latinLnBrk="0" hangingPunct="1">
        <a:lnSpc>
          <a:spcPct val="90000"/>
        </a:lnSpc>
        <a:spcBef>
          <a:spcPts val="604"/>
        </a:spcBef>
        <a:buFont typeface="Arial" panose="020B0604020202020204" pitchFamily="34" charset="0"/>
        <a:buChar char="•"/>
        <a:defRPr sz="2415" kern="1200">
          <a:solidFill>
            <a:schemeClr val="tx1"/>
          </a:solidFill>
          <a:latin typeface="+mn-lt"/>
          <a:ea typeface="+mn-ea"/>
          <a:cs typeface="+mn-cs"/>
        </a:defRPr>
      </a:lvl3pPr>
      <a:lvl4pPr marL="193208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4pPr>
      <a:lvl5pPr marL="248410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5pPr>
      <a:lvl6pPr marL="303612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6pPr>
      <a:lvl7pPr marL="3588151"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7pPr>
      <a:lvl8pPr marL="4140175"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8pPr>
      <a:lvl9pPr marL="4692198" indent="-276012" algn="l" defTabSz="1104047" rtl="0" eaLnBrk="1" latinLnBrk="0" hangingPunct="1">
        <a:lnSpc>
          <a:spcPct val="90000"/>
        </a:lnSpc>
        <a:spcBef>
          <a:spcPts val="604"/>
        </a:spcBef>
        <a:buFont typeface="Arial" panose="020B0604020202020204" pitchFamily="34" charset="0"/>
        <a:buChar char="•"/>
        <a:defRPr sz="2173" kern="1200">
          <a:solidFill>
            <a:schemeClr val="tx1"/>
          </a:solidFill>
          <a:latin typeface="+mn-lt"/>
          <a:ea typeface="+mn-ea"/>
          <a:cs typeface="+mn-cs"/>
        </a:defRPr>
      </a:lvl9pPr>
    </p:bodyStyle>
    <p:otherStyle>
      <a:defPPr>
        <a:defRPr lang="en-US"/>
      </a:defPPr>
      <a:lvl1pPr marL="0" algn="l" defTabSz="1104047" rtl="0" eaLnBrk="1" latinLnBrk="0" hangingPunct="1">
        <a:defRPr sz="2173" kern="1200">
          <a:solidFill>
            <a:schemeClr val="tx1"/>
          </a:solidFill>
          <a:latin typeface="+mn-lt"/>
          <a:ea typeface="+mn-ea"/>
          <a:cs typeface="+mn-cs"/>
        </a:defRPr>
      </a:lvl1pPr>
      <a:lvl2pPr marL="552023" algn="l" defTabSz="1104047" rtl="0" eaLnBrk="1" latinLnBrk="0" hangingPunct="1">
        <a:defRPr sz="2173" kern="1200">
          <a:solidFill>
            <a:schemeClr val="tx1"/>
          </a:solidFill>
          <a:latin typeface="+mn-lt"/>
          <a:ea typeface="+mn-ea"/>
          <a:cs typeface="+mn-cs"/>
        </a:defRPr>
      </a:lvl2pPr>
      <a:lvl3pPr marL="1104047" algn="l" defTabSz="1104047" rtl="0" eaLnBrk="1" latinLnBrk="0" hangingPunct="1">
        <a:defRPr sz="2173" kern="1200">
          <a:solidFill>
            <a:schemeClr val="tx1"/>
          </a:solidFill>
          <a:latin typeface="+mn-lt"/>
          <a:ea typeface="+mn-ea"/>
          <a:cs typeface="+mn-cs"/>
        </a:defRPr>
      </a:lvl3pPr>
      <a:lvl4pPr marL="1656070" algn="l" defTabSz="1104047" rtl="0" eaLnBrk="1" latinLnBrk="0" hangingPunct="1">
        <a:defRPr sz="2173" kern="1200">
          <a:solidFill>
            <a:schemeClr val="tx1"/>
          </a:solidFill>
          <a:latin typeface="+mn-lt"/>
          <a:ea typeface="+mn-ea"/>
          <a:cs typeface="+mn-cs"/>
        </a:defRPr>
      </a:lvl4pPr>
      <a:lvl5pPr marL="2208093" algn="l" defTabSz="1104047" rtl="0" eaLnBrk="1" latinLnBrk="0" hangingPunct="1">
        <a:defRPr sz="2173" kern="1200">
          <a:solidFill>
            <a:schemeClr val="tx1"/>
          </a:solidFill>
          <a:latin typeface="+mn-lt"/>
          <a:ea typeface="+mn-ea"/>
          <a:cs typeface="+mn-cs"/>
        </a:defRPr>
      </a:lvl5pPr>
      <a:lvl6pPr marL="2760116" algn="l" defTabSz="1104047" rtl="0" eaLnBrk="1" latinLnBrk="0" hangingPunct="1">
        <a:defRPr sz="2173" kern="1200">
          <a:solidFill>
            <a:schemeClr val="tx1"/>
          </a:solidFill>
          <a:latin typeface="+mn-lt"/>
          <a:ea typeface="+mn-ea"/>
          <a:cs typeface="+mn-cs"/>
        </a:defRPr>
      </a:lvl6pPr>
      <a:lvl7pPr marL="3312140" algn="l" defTabSz="1104047" rtl="0" eaLnBrk="1" latinLnBrk="0" hangingPunct="1">
        <a:defRPr sz="2173" kern="1200">
          <a:solidFill>
            <a:schemeClr val="tx1"/>
          </a:solidFill>
          <a:latin typeface="+mn-lt"/>
          <a:ea typeface="+mn-ea"/>
          <a:cs typeface="+mn-cs"/>
        </a:defRPr>
      </a:lvl7pPr>
      <a:lvl8pPr marL="3864163" algn="l" defTabSz="1104047" rtl="0" eaLnBrk="1" latinLnBrk="0" hangingPunct="1">
        <a:defRPr sz="2173" kern="1200">
          <a:solidFill>
            <a:schemeClr val="tx1"/>
          </a:solidFill>
          <a:latin typeface="+mn-lt"/>
          <a:ea typeface="+mn-ea"/>
          <a:cs typeface="+mn-cs"/>
        </a:defRPr>
      </a:lvl8pPr>
      <a:lvl9pPr marL="4416186" algn="l" defTabSz="1104047" rtl="0" eaLnBrk="1" latinLnBrk="0" hangingPunct="1">
        <a:defRPr sz="21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3719CF4-6169-4B9F-8748-B4176F5625E0}"/>
              </a:ext>
            </a:extLst>
          </p:cNvPr>
          <p:cNvSpPr/>
          <p:nvPr/>
        </p:nvSpPr>
        <p:spPr>
          <a:xfrm>
            <a:off x="320996" y="659602"/>
            <a:ext cx="3576728" cy="73433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5E6DC59F-7012-4FA1-AC29-1A5E05966793}"/>
              </a:ext>
            </a:extLst>
          </p:cNvPr>
          <p:cNvSpPr txBox="1"/>
          <p:nvPr/>
        </p:nvSpPr>
        <p:spPr>
          <a:xfrm>
            <a:off x="450000" y="145038"/>
            <a:ext cx="4699221" cy="430887"/>
          </a:xfrm>
          <a:prstGeom prst="rect">
            <a:avLst/>
          </a:prstGeom>
          <a:noFill/>
        </p:spPr>
        <p:txBody>
          <a:bodyPr wrap="square" rtlCol="0">
            <a:spAutoFit/>
          </a:bodyPr>
          <a:lstStyle/>
          <a:p>
            <a:r>
              <a:rPr lang="en-IN" sz="2200" dirty="0">
                <a:solidFill>
                  <a:srgbClr val="0070C0"/>
                </a:solidFill>
                <a:latin typeface="Raleway SemiBold" pitchFamily="2" charset="0"/>
              </a:rPr>
              <a:t>Java Tech Lead  </a:t>
            </a:r>
            <a:r>
              <a:rPr lang="en-IN" sz="2200" dirty="0">
                <a:latin typeface="Raleway SemiBold" pitchFamily="2" charset="0"/>
              </a:rPr>
              <a:t> </a:t>
            </a:r>
            <a:r>
              <a:rPr lang="en-IN" sz="2200" dirty="0">
                <a:solidFill>
                  <a:srgbClr val="0070C0"/>
                </a:solidFill>
                <a:latin typeface="Raleway SemiBold" pitchFamily="2" charset="0"/>
              </a:rPr>
              <a:t>|</a:t>
            </a:r>
            <a:r>
              <a:rPr lang="en-IN" sz="2200" dirty="0">
                <a:latin typeface="Raleway SemiBold" pitchFamily="2" charset="0"/>
              </a:rPr>
              <a:t>   Manoj</a:t>
            </a:r>
          </a:p>
        </p:txBody>
      </p:sp>
      <p:sp>
        <p:nvSpPr>
          <p:cNvPr id="17" name="TextBox 16">
            <a:extLst>
              <a:ext uri="{FF2B5EF4-FFF2-40B4-BE49-F238E27FC236}">
                <a16:creationId xmlns:a16="http://schemas.microsoft.com/office/drawing/2014/main" id="{7F08DF72-6A34-4F54-B864-A22C1CE68FEC}"/>
              </a:ext>
            </a:extLst>
          </p:cNvPr>
          <p:cNvSpPr txBox="1"/>
          <p:nvPr/>
        </p:nvSpPr>
        <p:spPr>
          <a:xfrm>
            <a:off x="450000" y="800935"/>
            <a:ext cx="3350821" cy="7201972"/>
          </a:xfrm>
          <a:prstGeom prst="rect">
            <a:avLst/>
          </a:prstGeom>
          <a:noFill/>
        </p:spPr>
        <p:txBody>
          <a:bodyPr wrap="square" rtlCol="0">
            <a:spAutoFit/>
          </a:bodyPr>
          <a:lstStyle/>
          <a:p>
            <a:r>
              <a:rPr lang="en-IN" dirty="0">
                <a:latin typeface="Raleway SemiBold" pitchFamily="2" charset="0"/>
              </a:rPr>
              <a:t>Summary</a:t>
            </a:r>
          </a:p>
          <a:p>
            <a:r>
              <a:rPr lang="en-US" sz="1200" dirty="0">
                <a:latin typeface="Raleway Medium" panose="020B0604020202020204" pitchFamily="2" charset="0"/>
              </a:rPr>
              <a:t>Has good experience in managing and contributing to all aspects of Java based application development including functional and technical specifications, design, development and production support. Applied best architectural and programming patterns to write highly scalable java microservices services in distributed computing environment.</a:t>
            </a:r>
            <a:endParaRPr lang="en-IN" sz="1200" dirty="0">
              <a:latin typeface="Raleway Medium" panose="020B0604020202020204" pitchFamily="2" charset="0"/>
            </a:endParaRPr>
          </a:p>
          <a:p>
            <a:endParaRPr lang="en-IN" dirty="0"/>
          </a:p>
          <a:p>
            <a:r>
              <a:rPr lang="en-IN" dirty="0">
                <a:latin typeface="Raleway SemiBold" pitchFamily="2" charset="0"/>
              </a:rPr>
              <a:t>Expertise</a:t>
            </a:r>
          </a:p>
          <a:p>
            <a:pPr marL="171458" indent="-171458">
              <a:buFont typeface="Arial" panose="020B0604020202020204" pitchFamily="34" charset="0"/>
              <a:buChar char="•"/>
            </a:pPr>
            <a:r>
              <a:rPr lang="en-US" sz="1200" dirty="0">
                <a:latin typeface="Raleway Medium" pitchFamily="2" charset="0"/>
              </a:rPr>
              <a:t>Developing, reviewing and executing on established technical road maps and continual product optimizations</a:t>
            </a:r>
          </a:p>
          <a:p>
            <a:pPr marL="171458" indent="-171458">
              <a:buFont typeface="Arial" panose="020B0604020202020204" pitchFamily="34" charset="0"/>
              <a:buChar char="•"/>
            </a:pPr>
            <a:r>
              <a:rPr lang="en-US" sz="1200" dirty="0">
                <a:latin typeface="Raleway Medium" pitchFamily="2" charset="0"/>
              </a:rPr>
              <a:t>Leading team members in the delivery of technology solutions which meet business delivery expectations, maintain portfolio currency, and integrate best engineering practices.</a:t>
            </a:r>
          </a:p>
          <a:p>
            <a:pPr marL="171458" indent="-171458">
              <a:buFont typeface="Arial" panose="020B0604020202020204" pitchFamily="34" charset="0"/>
              <a:buChar char="•"/>
            </a:pPr>
            <a:r>
              <a:rPr lang="en-US" sz="1200" dirty="0">
                <a:latin typeface="Raleway Medium" pitchFamily="2" charset="0"/>
              </a:rPr>
              <a:t>Work closely with product managers and story owners to design features and prioritize tasks</a:t>
            </a:r>
          </a:p>
          <a:p>
            <a:pPr marL="171458" indent="-171458">
              <a:buFont typeface="Arial" panose="020B0604020202020204" pitchFamily="34" charset="0"/>
              <a:buChar char="•"/>
            </a:pPr>
            <a:r>
              <a:rPr lang="en-US" sz="1200" dirty="0">
                <a:latin typeface="Raleway Medium" pitchFamily="2" charset="0"/>
              </a:rPr>
              <a:t>Has experience in designing the solutions (UML/ERD) for requirement.</a:t>
            </a:r>
          </a:p>
          <a:p>
            <a:pPr marL="171458" indent="-171458">
              <a:buFont typeface="Arial" panose="020B0604020202020204" pitchFamily="34" charset="0"/>
              <a:buChar char="•"/>
            </a:pPr>
            <a:r>
              <a:rPr lang="en-US" sz="1200" dirty="0">
                <a:latin typeface="Raleway Medium" pitchFamily="2" charset="0"/>
              </a:rPr>
              <a:t>Has experience in developing a highly modular microservice based product.</a:t>
            </a:r>
            <a:endParaRPr lang="en-IN" sz="1200" dirty="0">
              <a:latin typeface="Raleway Medium" pitchFamily="2" charset="0"/>
            </a:endParaRPr>
          </a:p>
          <a:p>
            <a:pPr marL="171458" indent="-171458">
              <a:buFont typeface="Arial" panose="020B0604020202020204" pitchFamily="34" charset="0"/>
              <a:buChar char="•"/>
            </a:pPr>
            <a:r>
              <a:rPr lang="en-IN" sz="1200" dirty="0">
                <a:latin typeface="Raleway ExtraBold" pitchFamily="2" charset="0"/>
              </a:rPr>
              <a:t>Tools Used  </a:t>
            </a:r>
            <a:r>
              <a:rPr lang="en-IN" sz="1200" dirty="0">
                <a:latin typeface="Raleway Medium" pitchFamily="2" charset="0"/>
              </a:rPr>
              <a:t>-- IntelliJ, Data grip, Git, Postman, Docker, Kubernetes, Prometheus, Grafana</a:t>
            </a:r>
          </a:p>
          <a:p>
            <a:pPr marL="171458" indent="-171458">
              <a:buFont typeface="Arial" panose="020B0604020202020204" pitchFamily="34" charset="0"/>
              <a:buChar char="•"/>
            </a:pPr>
            <a:r>
              <a:rPr lang="en-IN" sz="1200" dirty="0">
                <a:latin typeface="Raleway ExtraBold" pitchFamily="2" charset="0"/>
              </a:rPr>
              <a:t>Database Used </a:t>
            </a:r>
            <a:r>
              <a:rPr lang="en-IN" sz="1200" dirty="0">
                <a:latin typeface="Raleway Medium" pitchFamily="2" charset="0"/>
              </a:rPr>
              <a:t>-- PostgreSQL, Mongodb, Elasticsearch , SQL Server, Oracle, MySQL, DynamoDB</a:t>
            </a:r>
          </a:p>
          <a:p>
            <a:endParaRPr lang="en-IN" dirty="0"/>
          </a:p>
          <a:p>
            <a:r>
              <a:rPr lang="en-IN" dirty="0">
                <a:latin typeface="Raleway SemiBold" pitchFamily="2" charset="0"/>
              </a:rPr>
              <a:t>Qualification</a:t>
            </a:r>
          </a:p>
          <a:p>
            <a:r>
              <a:rPr lang="en-IN" sz="1200" dirty="0">
                <a:latin typeface="Raleway Medium" pitchFamily="2" charset="0"/>
              </a:rPr>
              <a:t>Has Bachelor Degree in Computer Science</a:t>
            </a:r>
          </a:p>
        </p:txBody>
      </p:sp>
      <p:sp>
        <p:nvSpPr>
          <p:cNvPr id="18" name="TextBox 17">
            <a:extLst>
              <a:ext uri="{FF2B5EF4-FFF2-40B4-BE49-F238E27FC236}">
                <a16:creationId xmlns:a16="http://schemas.microsoft.com/office/drawing/2014/main" id="{2F7DF6C4-C442-43BD-99B8-D9370A580957}"/>
              </a:ext>
            </a:extLst>
          </p:cNvPr>
          <p:cNvSpPr txBox="1"/>
          <p:nvPr/>
        </p:nvSpPr>
        <p:spPr>
          <a:xfrm>
            <a:off x="4107047" y="1462324"/>
            <a:ext cx="7865215" cy="2585323"/>
          </a:xfrm>
          <a:prstGeom prst="rect">
            <a:avLst/>
          </a:prstGeom>
          <a:noFill/>
        </p:spPr>
        <p:txBody>
          <a:bodyPr wrap="square" rtlCol="0">
            <a:spAutoFit/>
          </a:bodyPr>
          <a:lstStyle/>
          <a:p>
            <a:r>
              <a:rPr lang="en-IN" dirty="0">
                <a:latin typeface="Raleway SemiBold" pitchFamily="2" charset="0"/>
              </a:rPr>
              <a:t>Synectiks Appkube Platform</a:t>
            </a:r>
          </a:p>
          <a:p>
            <a:r>
              <a:rPr lang="en-IN" sz="1200" dirty="0">
                <a:solidFill>
                  <a:srgbClr val="0070C0"/>
                </a:solidFill>
                <a:latin typeface="Raleway SemiBold" pitchFamily="2" charset="0"/>
              </a:rPr>
              <a:t>(Java8, Spring Boot, JPA, PostgreSQL, Elasticsearch, Docker, Kubernetes, Aws/Azure/GCP </a:t>
            </a:r>
            <a:r>
              <a:rPr lang="en-IN" sz="1200" dirty="0" err="1">
                <a:solidFill>
                  <a:srgbClr val="0070C0"/>
                </a:solidFill>
                <a:latin typeface="Raleway SemiBold" pitchFamily="2" charset="0"/>
              </a:rPr>
              <a:t>sdk</a:t>
            </a:r>
            <a:r>
              <a:rPr lang="en-IN" sz="1200" dirty="0">
                <a:solidFill>
                  <a:srgbClr val="0070C0"/>
                </a:solidFill>
                <a:latin typeface="Raleway SemiBold" pitchFamily="2" charset="0"/>
              </a:rPr>
              <a:t>, </a:t>
            </a:r>
            <a:r>
              <a:rPr lang="en-IN" sz="1200" dirty="0" err="1">
                <a:solidFill>
                  <a:srgbClr val="0070C0"/>
                </a:solidFill>
                <a:latin typeface="Raleway SemiBold" pitchFamily="2" charset="0"/>
              </a:rPr>
              <a:t>GoLang</a:t>
            </a:r>
            <a:r>
              <a:rPr lang="en-IN" sz="1200" dirty="0">
                <a:solidFill>
                  <a:srgbClr val="0070C0"/>
                </a:solidFill>
                <a:latin typeface="Raleway SemiBold" pitchFamily="2" charset="0"/>
              </a:rPr>
              <a:t>)</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the Enterprise SOA patterns across the products services</a:t>
            </a: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common services module like security/</a:t>
            </a:r>
            <a:r>
              <a:rPr lang="en-US" sz="1200" dirty="0" err="1">
                <a:latin typeface="Raleway Medium" pitchFamily="2" charset="0"/>
              </a:rPr>
              <a:t>rbac</a:t>
            </a:r>
            <a:r>
              <a:rPr lang="en-US" sz="1200" dirty="0">
                <a:latin typeface="Raleway Medium" pitchFamily="2" charset="0"/>
              </a:rPr>
              <a:t>, policy engine</a:t>
            </a:r>
          </a:p>
          <a:p>
            <a:pPr marL="171458" indent="-171458">
              <a:buFont typeface="Arial" panose="020B0604020202020204" pitchFamily="34" charset="0"/>
              <a:buChar char="•"/>
            </a:pPr>
            <a:r>
              <a:rPr lang="en-US" sz="1200" dirty="0">
                <a:latin typeface="Raleway Medium" pitchFamily="2" charset="0"/>
              </a:rPr>
              <a:t>Lead the team members to integrate best engineering practices</a:t>
            </a:r>
          </a:p>
          <a:p>
            <a:pPr marL="171458" indent="-171458">
              <a:buFont typeface="Arial" panose="020B0604020202020204" pitchFamily="34" charset="0"/>
              <a:buChar char="•"/>
            </a:pPr>
            <a:r>
              <a:rPr lang="en-US" sz="1200" dirty="0">
                <a:latin typeface="Raleway Medium" pitchFamily="2" charset="0"/>
              </a:rPr>
              <a:t>Worked on plugin framework to make services more modular</a:t>
            </a:r>
          </a:p>
          <a:p>
            <a:pPr marL="171458" indent="-171458">
              <a:buFont typeface="Arial" panose="020B0604020202020204" pitchFamily="34" charset="0"/>
              <a:buChar char="•"/>
            </a:pPr>
            <a:r>
              <a:rPr lang="en-US" sz="1200" dirty="0">
                <a:latin typeface="Raleway Medium" pitchFamily="2" charset="0"/>
              </a:rPr>
              <a:t>Worked on Integration pattern between internal and external services </a:t>
            </a:r>
          </a:p>
          <a:p>
            <a:pPr marL="171458" indent="-171458">
              <a:buFont typeface="Arial" panose="020B0604020202020204" pitchFamily="34" charset="0"/>
              <a:buChar char="•"/>
            </a:pPr>
            <a:r>
              <a:rPr lang="en-US" sz="1200" dirty="0">
                <a:latin typeface="Raleway Medium" pitchFamily="2" charset="0"/>
              </a:rPr>
              <a:t>Worked on applying the cloud SDK’s</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a:p>
            <a:pPr marL="171458" indent="-171458">
              <a:buFont typeface="Arial" panose="020B0604020202020204" pitchFamily="34" charset="0"/>
              <a:buChar char="•"/>
            </a:pPr>
            <a:r>
              <a:rPr lang="en-US" sz="1200" dirty="0">
                <a:latin typeface="Raleway Medium" pitchFamily="2" charset="0"/>
              </a:rPr>
              <a:t>Worked on framework for metrics / log / traces integration with operation system.</a:t>
            </a:r>
          </a:p>
          <a:p>
            <a:pPr marL="171458" indent="-171458">
              <a:buFont typeface="Arial" panose="020B0604020202020204" pitchFamily="34" charset="0"/>
              <a:buChar char="•"/>
            </a:pPr>
            <a:r>
              <a:rPr lang="en-US" sz="1200" dirty="0">
                <a:latin typeface="Raleway Medium" pitchFamily="2" charset="0"/>
              </a:rPr>
              <a:t>Worked with </a:t>
            </a:r>
            <a:r>
              <a:rPr lang="en-US" sz="1200" dirty="0" err="1">
                <a:latin typeface="Raleway Medium" pitchFamily="2" charset="0"/>
              </a:rPr>
              <a:t>DevSecOps</a:t>
            </a:r>
            <a:r>
              <a:rPr lang="en-US" sz="1200" dirty="0">
                <a:latin typeface="Raleway Medium" pitchFamily="2" charset="0"/>
              </a:rPr>
              <a:t> team to establish framework for continuous delivery , deployment automation.</a:t>
            </a:r>
            <a:endParaRPr lang="en-IN" sz="1200" dirty="0">
              <a:latin typeface="Raleway Medium" pitchFamily="2" charset="0"/>
            </a:endParaRPr>
          </a:p>
        </p:txBody>
      </p:sp>
      <p:sp>
        <p:nvSpPr>
          <p:cNvPr id="19" name="TextBox 18">
            <a:extLst>
              <a:ext uri="{FF2B5EF4-FFF2-40B4-BE49-F238E27FC236}">
                <a16:creationId xmlns:a16="http://schemas.microsoft.com/office/drawing/2014/main" id="{3A017297-9CC1-4E3A-B3E1-E59DD550B4F8}"/>
              </a:ext>
            </a:extLst>
          </p:cNvPr>
          <p:cNvSpPr txBox="1"/>
          <p:nvPr/>
        </p:nvSpPr>
        <p:spPr>
          <a:xfrm>
            <a:off x="4107046" y="4168833"/>
            <a:ext cx="7634958" cy="2215991"/>
          </a:xfrm>
          <a:prstGeom prst="rect">
            <a:avLst/>
          </a:prstGeom>
          <a:noFill/>
        </p:spPr>
        <p:txBody>
          <a:bodyPr wrap="square" rtlCol="0">
            <a:spAutoFit/>
          </a:bodyPr>
          <a:lstStyle/>
          <a:p>
            <a:r>
              <a:rPr lang="en-IN" dirty="0">
                <a:latin typeface="Raleway SemiBold" pitchFamily="2" charset="0"/>
              </a:rPr>
              <a:t>Payment Gateway System</a:t>
            </a:r>
          </a:p>
          <a:p>
            <a:r>
              <a:rPr lang="en-IN" sz="1200" dirty="0">
                <a:solidFill>
                  <a:srgbClr val="0070C0"/>
                </a:solidFill>
                <a:latin typeface="Raleway SemiBold" pitchFamily="2" charset="0"/>
              </a:rPr>
              <a:t>(Java8, Spring Boot, JPA, PostgreSQL, Elasticsearch, Docker)</a:t>
            </a:r>
          </a:p>
          <a:p>
            <a:endParaRPr lang="en-IN" sz="1200" dirty="0">
              <a:latin typeface="Raleway Medium" pitchFamily="2" charset="0"/>
            </a:endParaRPr>
          </a:p>
          <a:p>
            <a:pPr marL="171458" indent="-171458">
              <a:buFont typeface="Arial" panose="020B0604020202020204" pitchFamily="34" charset="0"/>
              <a:buChar char="•"/>
            </a:pPr>
            <a:r>
              <a:rPr lang="en-US" sz="1200" dirty="0">
                <a:latin typeface="Raleway Medium" pitchFamily="2" charset="0"/>
              </a:rPr>
              <a:t>Worked on applying Design Patterns &amp;  develop Data Model, UML for common services framework</a:t>
            </a:r>
          </a:p>
          <a:p>
            <a:pPr marL="171458" indent="-171458">
              <a:buFont typeface="Arial" panose="020B0604020202020204" pitchFamily="34" charset="0"/>
              <a:buChar char="•"/>
            </a:pPr>
            <a:r>
              <a:rPr lang="en-US" sz="1200" dirty="0">
                <a:latin typeface="Raleway Medium" pitchFamily="2" charset="0"/>
              </a:rPr>
              <a:t>Worked on all the API  required for Admin portal</a:t>
            </a:r>
          </a:p>
          <a:p>
            <a:pPr marL="171458" indent="-171458">
              <a:buFont typeface="Arial" panose="020B0604020202020204" pitchFamily="34" charset="0"/>
              <a:buChar char="•"/>
            </a:pPr>
            <a:r>
              <a:rPr lang="en-US" sz="1200" dirty="0">
                <a:latin typeface="Raleway Medium" pitchFamily="2" charset="0"/>
              </a:rPr>
              <a:t>Worked on Authentication , MFA and Security framework for payment module</a:t>
            </a:r>
          </a:p>
          <a:p>
            <a:pPr marL="171458" indent="-171458">
              <a:buFont typeface="Arial" panose="020B0604020202020204" pitchFamily="34" charset="0"/>
              <a:buChar char="•"/>
            </a:pPr>
            <a:r>
              <a:rPr lang="en-US" sz="1200" dirty="0">
                <a:latin typeface="Raleway Medium" pitchFamily="2" charset="0"/>
              </a:rPr>
              <a:t>Worked on developing a highly scalable activity log framework</a:t>
            </a:r>
          </a:p>
          <a:p>
            <a:pPr marL="171458" indent="-171458">
              <a:buFont typeface="Arial" panose="020B0604020202020204" pitchFamily="34" charset="0"/>
              <a:buChar char="•"/>
            </a:pPr>
            <a:r>
              <a:rPr lang="en-US" sz="1200" dirty="0">
                <a:latin typeface="Raleway Medium" pitchFamily="2" charset="0"/>
              </a:rPr>
              <a:t>Wrote docker composers for Dev env creation and tests.</a:t>
            </a:r>
          </a:p>
          <a:p>
            <a:pPr marL="171458" indent="-171458">
              <a:buFont typeface="Arial" panose="020B0604020202020204" pitchFamily="34" charset="0"/>
              <a:buChar char="•"/>
            </a:pPr>
            <a:r>
              <a:rPr lang="en-US" sz="1200" dirty="0">
                <a:latin typeface="Raleway Medium" pitchFamily="2" charset="0"/>
              </a:rPr>
              <a:t>Worked closely with the QA, project management and business teams on solution implementation</a:t>
            </a:r>
          </a:p>
          <a:p>
            <a:pPr marL="171458" indent="-171458">
              <a:buFont typeface="Arial" panose="020B0604020202020204" pitchFamily="34" charset="0"/>
              <a:buChar char="•"/>
            </a:pPr>
            <a:r>
              <a:rPr lang="en-US" sz="1200" dirty="0">
                <a:latin typeface="Raleway Medium" pitchFamily="2" charset="0"/>
              </a:rPr>
              <a:t>Worked on the code fixes for Errors</a:t>
            </a:r>
          </a:p>
          <a:p>
            <a:pPr marL="171458" indent="-171458">
              <a:buFont typeface="Arial" panose="020B0604020202020204" pitchFamily="34" charset="0"/>
              <a:buChar char="•"/>
            </a:pPr>
            <a:r>
              <a:rPr lang="en-US" sz="1200" dirty="0">
                <a:latin typeface="Raleway Medium" pitchFamily="2" charset="0"/>
              </a:rPr>
              <a:t>Worked with UI team for integration of UI with API</a:t>
            </a:r>
          </a:p>
        </p:txBody>
      </p:sp>
      <p:sp>
        <p:nvSpPr>
          <p:cNvPr id="20" name="Rectangle 19">
            <a:extLst>
              <a:ext uri="{FF2B5EF4-FFF2-40B4-BE49-F238E27FC236}">
                <a16:creationId xmlns:a16="http://schemas.microsoft.com/office/drawing/2014/main" id="{82826717-78D8-4D38-BDEC-7C607E613AFA}"/>
              </a:ext>
            </a:extLst>
          </p:cNvPr>
          <p:cNvSpPr/>
          <p:nvPr/>
        </p:nvSpPr>
        <p:spPr>
          <a:xfrm>
            <a:off x="3880427" y="659602"/>
            <a:ext cx="7990582" cy="669852"/>
          </a:xfrm>
          <a:prstGeom prst="rect">
            <a:avLst/>
          </a:prstGeom>
          <a:solidFill>
            <a:srgbClr val="0062A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F6F2C2C-28C4-4BA9-8C16-39AFFF93DBFD}"/>
              </a:ext>
            </a:extLst>
          </p:cNvPr>
          <p:cNvSpPr txBox="1"/>
          <p:nvPr/>
        </p:nvSpPr>
        <p:spPr>
          <a:xfrm>
            <a:off x="4107047" y="800935"/>
            <a:ext cx="3243138" cy="369332"/>
          </a:xfrm>
          <a:prstGeom prst="rect">
            <a:avLst/>
          </a:prstGeom>
          <a:noFill/>
        </p:spPr>
        <p:txBody>
          <a:bodyPr wrap="square" rtlCol="0">
            <a:spAutoFit/>
          </a:bodyPr>
          <a:lstStyle/>
          <a:p>
            <a:r>
              <a:rPr lang="en-IN" dirty="0">
                <a:solidFill>
                  <a:schemeClr val="bg1"/>
                </a:solidFill>
                <a:latin typeface="Raleway SemiBold" pitchFamily="2" charset="0"/>
              </a:rPr>
              <a:t>Recent Engagements</a:t>
            </a:r>
            <a:endParaRPr lang="en-IN" sz="1200" dirty="0">
              <a:solidFill>
                <a:schemeClr val="bg1"/>
              </a:solidFill>
              <a:latin typeface="Raleway SemiBold" pitchFamily="2" charset="0"/>
            </a:endParaRPr>
          </a:p>
        </p:txBody>
      </p:sp>
    </p:spTree>
    <p:extLst>
      <p:ext uri="{BB962C8B-B14F-4D97-AF65-F5344CB8AC3E}">
        <p14:creationId xmlns:p14="http://schemas.microsoft.com/office/powerpoint/2010/main" val="20775768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1207</TotalTime>
  <Words>420</Words>
  <Application>Microsoft Office PowerPoint</Application>
  <PresentationFormat>Custom</PresentationFormat>
  <Paragraphs>40</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Raleway ExtraBold</vt:lpstr>
      <vt:lpstr>Raleway Medium</vt:lpstr>
      <vt:lpstr>Raleway SemiBold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Imran Mohd</dc:creator>
  <cp:lastModifiedBy>Papu Bhattacharya</cp:lastModifiedBy>
  <cp:revision>43</cp:revision>
  <dcterms:created xsi:type="dcterms:W3CDTF">2021-09-22T11:31:43Z</dcterms:created>
  <dcterms:modified xsi:type="dcterms:W3CDTF">2021-10-12T12:20:25Z</dcterms:modified>
</cp:coreProperties>
</file>