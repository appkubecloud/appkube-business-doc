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121935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355149"/>
            <a:ext cx="1036455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4349128"/>
            <a:ext cx="9145191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6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1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2064352"/>
            <a:ext cx="1051697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5541353"/>
            <a:ext cx="1051697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440856"/>
            <a:ext cx="1051697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029849"/>
            <a:ext cx="515845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3024646"/>
            <a:ext cx="515845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029849"/>
            <a:ext cx="518386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3024646"/>
            <a:ext cx="5183863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0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192226"/>
            <a:ext cx="617300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192226"/>
            <a:ext cx="617300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440855"/>
            <a:ext cx="2629242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440855"/>
            <a:ext cx="7735307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440856"/>
            <a:ext cx="1051697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2204273"/>
            <a:ext cx="1051697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079E0-A901-4333-8FD2-197B2445B707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7674706"/>
            <a:ext cx="411533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719CF4-6169-4B9F-8748-B4176F5625E0}"/>
              </a:ext>
            </a:extLst>
          </p:cNvPr>
          <p:cNvSpPr/>
          <p:nvPr/>
        </p:nvSpPr>
        <p:spPr>
          <a:xfrm>
            <a:off x="320996" y="659602"/>
            <a:ext cx="3559431" cy="76207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6DC59F-7012-4FA1-AC29-1A5E05966793}"/>
              </a:ext>
            </a:extLst>
          </p:cNvPr>
          <p:cNvSpPr txBox="1"/>
          <p:nvPr/>
        </p:nvSpPr>
        <p:spPr>
          <a:xfrm>
            <a:off x="450000" y="145038"/>
            <a:ext cx="469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DevOps Tech Lead  </a:t>
            </a:r>
            <a:r>
              <a:rPr lang="en-IN" sz="2200" dirty="0">
                <a:latin typeface="Raleway SemiBold" pitchFamily="2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|</a:t>
            </a:r>
            <a:r>
              <a:rPr lang="en-IN" sz="2200" dirty="0">
                <a:latin typeface="Raleway SemiBold" pitchFamily="2" charset="0"/>
              </a:rPr>
              <a:t>   Shahbaz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08DF72-6A34-4F54-B864-A22C1CE68FEC}"/>
              </a:ext>
            </a:extLst>
          </p:cNvPr>
          <p:cNvSpPr txBox="1"/>
          <p:nvPr/>
        </p:nvSpPr>
        <p:spPr>
          <a:xfrm>
            <a:off x="320995" y="659603"/>
            <a:ext cx="3559432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Summary</a:t>
            </a:r>
          </a:p>
          <a:p>
            <a:pPr algn="just"/>
            <a:r>
              <a:rPr lang="en-US" sz="1200" dirty="0">
                <a:latin typeface="Raleway Medium" panose="020B0604020202020204" pitchFamily="2" charset="0"/>
              </a:rPr>
              <a:t>Has good experience in managing and contributing to all aspects of cloud automation including automated  infrastructure provisioning, container and Kubernetes automation , complete product lifecycle along with security and operation. Applied best DevSecOps practices to manage microservices based services in cloud native environment.</a:t>
            </a:r>
            <a:endParaRPr lang="en-IN" dirty="0"/>
          </a:p>
          <a:p>
            <a:endParaRPr lang="en-IN" dirty="0">
              <a:latin typeface="Raleway SemiBold" pitchFamily="2" charset="0"/>
            </a:endParaRPr>
          </a:p>
          <a:p>
            <a:r>
              <a:rPr lang="en-IN" dirty="0">
                <a:latin typeface="Raleway SemiBold" pitchFamily="2" charset="0"/>
              </a:rPr>
              <a:t>Expertise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Automate container-based services lifecycle in multi cloud Kubernetes environment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Leading DevOps team members  to write CI/CD, operation and security automation in Kubernetes environment.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Write terraform automations and libraries to perform software defined provisioning.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Do cloud architecture with AWS , Azure ,GCP based  cloud services.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Manage security and operation aspects of cloud services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Write serverless automation in cloud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Do cloud migration and application refactoring.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endParaRPr lang="en-US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Tools Used  </a:t>
            </a:r>
            <a:r>
              <a:rPr lang="en-IN" sz="1200" dirty="0">
                <a:latin typeface="Raleway Medium" pitchFamily="2" charset="0"/>
              </a:rPr>
              <a:t>-- Terraform, Docker, Kubernetes, AWS, Python, Tekton, Jenkin, Jenkin-x, Git, Prometheus, Grafana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Cloud Used </a:t>
            </a:r>
            <a:r>
              <a:rPr lang="en-IN" sz="1200" dirty="0">
                <a:latin typeface="Raleway Medium" pitchFamily="2" charset="0"/>
              </a:rPr>
              <a:t>– AWS, Azure, GCP, Microk8s</a:t>
            </a:r>
            <a:endParaRPr lang="en-IN" dirty="0">
              <a:latin typeface="Raleway SemiBold" pitchFamily="2" charset="0"/>
            </a:endParaRPr>
          </a:p>
          <a:p>
            <a:r>
              <a:rPr lang="en-IN" dirty="0">
                <a:latin typeface="Raleway SemiBold" pitchFamily="2" charset="0"/>
              </a:rPr>
              <a:t>Qualification</a:t>
            </a:r>
          </a:p>
          <a:p>
            <a:r>
              <a:rPr lang="en-IN" sz="1200" dirty="0">
                <a:latin typeface="Raleway Medium" pitchFamily="2" charset="0"/>
              </a:rPr>
              <a:t>Has Bachelor Degree in Computer Science</a:t>
            </a:r>
          </a:p>
          <a:p>
            <a:r>
              <a:rPr lang="en-IN" dirty="0">
                <a:latin typeface="Raleway SemiBold" pitchFamily="2" charset="0"/>
              </a:rPr>
              <a:t>Certification</a:t>
            </a:r>
          </a:p>
          <a:p>
            <a:r>
              <a:rPr lang="en-US" sz="1200" dirty="0">
                <a:latin typeface="Raleway Medium" pitchFamily="2" charset="0"/>
              </a:rPr>
              <a:t>AWS Certified Solutions Architect</a:t>
            </a:r>
          </a:p>
          <a:p>
            <a:r>
              <a:rPr lang="en-US" sz="1200" dirty="0">
                <a:latin typeface="Raleway Medium" pitchFamily="2" charset="0"/>
              </a:rPr>
              <a:t>Certified Kubernetes Application Developer</a:t>
            </a:r>
          </a:p>
          <a:p>
            <a:r>
              <a:rPr lang="en-US" sz="1200" dirty="0">
                <a:latin typeface="Raleway Medium" pitchFamily="2" charset="0"/>
              </a:rPr>
              <a:t>Certified Kuberenetes Administrator</a:t>
            </a:r>
          </a:p>
          <a:p>
            <a:r>
              <a:rPr lang="en-US" sz="1200" dirty="0">
                <a:latin typeface="Raleway Medium" pitchFamily="2" charset="0"/>
              </a:rPr>
              <a:t>Red-hat accredited IAAS</a:t>
            </a:r>
          </a:p>
          <a:p>
            <a:r>
              <a:rPr lang="en-US" sz="1200" dirty="0">
                <a:latin typeface="Raleway Medium" pitchFamily="2" charset="0"/>
              </a:rPr>
              <a:t>VMWare Certified Cloud Associate </a:t>
            </a:r>
          </a:p>
          <a:p>
            <a:endParaRPr lang="en-US" sz="1200" dirty="0">
              <a:latin typeface="Raleway Medium" pitchFamily="2" charset="0"/>
            </a:endParaRPr>
          </a:p>
          <a:p>
            <a:endParaRPr lang="en-IN" sz="1200" dirty="0">
              <a:latin typeface="Raleway Medium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7DF6C4-C442-43BD-99B8-D9370A580957}"/>
              </a:ext>
            </a:extLst>
          </p:cNvPr>
          <p:cNvSpPr txBox="1"/>
          <p:nvPr/>
        </p:nvSpPr>
        <p:spPr>
          <a:xfrm>
            <a:off x="3943110" y="1378054"/>
            <a:ext cx="786521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Synectiks Appkube Platform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(AWS, Kubernetes, Docker, Terraform, Tekton, Jenkin-X, Python, Lambda, Cloud Formation, Shell)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writing terraform modules to provision highly secure configurable Kubernetes cluster across cloud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applying Kubernetes storage and network services to provision service delivery framework.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Kubernetes Teton CI/CD framework to do services CI/CD automation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Kubernetes operator framework to provision services in Kubernetes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Actively manage, improve, and monitor cloud infrastructure on AWS, EC2, ECS, S3, ES, RDS, LAMDA, ROUTE53, IAM including scaling and automation.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Built Python Based Cli Automation scripts to implement compliance standards like CISP / PCI - DSS / HIPPA for AWS continuous security audits.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framework for metrics / log / traces integration of services with operation.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Built and deployed Infrastructure As Code using AWS cloud formation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017297-9CC1-4E3A-B3E1-E59DD550B4F8}"/>
              </a:ext>
            </a:extLst>
          </p:cNvPr>
          <p:cNvSpPr txBox="1"/>
          <p:nvPr/>
        </p:nvSpPr>
        <p:spPr>
          <a:xfrm>
            <a:off x="4119993" y="4470001"/>
            <a:ext cx="763495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Cloud Migration &amp; Modernization Project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(AWS, Python, Terraform, MsSql,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cloud architectures and security framework for target migration system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the cloud formation automation to create NIST compliant product enclave in AWS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computing and storage lifecycle automation script , automated certain runbooks with AWS lambda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Implemented the VPN and software firewall framework for AWS services 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Built and deployed AWS billing parser in Python using boto3 api to collect AWS real time billing information in elastic search database and produced analytics.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production support and customer interaction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Wrote terraform script to provision AWS kinesis for log streaming</a:t>
            </a:r>
          </a:p>
          <a:p>
            <a:pPr marL="171458" indent="-171458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Wrote automation for VDI  framework.</a:t>
            </a:r>
          </a:p>
          <a:p>
            <a:pPr algn="l"/>
            <a:endParaRPr lang="en-US" sz="1200" dirty="0">
              <a:highlight>
                <a:srgbClr val="000000"/>
              </a:highlight>
              <a:latin typeface="Raleway Medium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826717-78D8-4D38-BDEC-7C607E613AFA}"/>
              </a:ext>
            </a:extLst>
          </p:cNvPr>
          <p:cNvSpPr/>
          <p:nvPr/>
        </p:nvSpPr>
        <p:spPr>
          <a:xfrm>
            <a:off x="3880427" y="659602"/>
            <a:ext cx="7990582" cy="6698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F2C2C-28C4-4BA9-8C16-39AFFF93DBFD}"/>
              </a:ext>
            </a:extLst>
          </p:cNvPr>
          <p:cNvSpPr txBox="1"/>
          <p:nvPr/>
        </p:nvSpPr>
        <p:spPr>
          <a:xfrm>
            <a:off x="4107047" y="800935"/>
            <a:ext cx="3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aleway SemiBold" pitchFamily="2" charset="0"/>
              </a:rPr>
              <a:t>Recent Engagements</a:t>
            </a:r>
            <a:endParaRPr lang="en-IN" sz="1200" dirty="0">
              <a:solidFill>
                <a:schemeClr val="bg1"/>
              </a:solidFill>
              <a:latin typeface="Ralew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78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1221</TotalTime>
  <Words>462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Raleway ExtraBold</vt:lpstr>
      <vt:lpstr>Raleway Medium</vt:lpstr>
      <vt:lpstr>Raleway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 Mohd</dc:creator>
  <cp:lastModifiedBy>Papu Bhattacharya</cp:lastModifiedBy>
  <cp:revision>58</cp:revision>
  <dcterms:created xsi:type="dcterms:W3CDTF">2021-09-22T11:31:43Z</dcterms:created>
  <dcterms:modified xsi:type="dcterms:W3CDTF">2021-12-02T14:12:28Z</dcterms:modified>
</cp:coreProperties>
</file>