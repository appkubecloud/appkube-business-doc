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3" r:id="rId4"/>
  </p:sldMasterIdLst>
  <p:notesMasterIdLst>
    <p:notesMasterId r:id="rId11"/>
  </p:notesMasterIdLst>
  <p:handoutMasterIdLst>
    <p:handoutMasterId r:id="rId12"/>
  </p:handoutMasterIdLst>
  <p:sldIdLst>
    <p:sldId id="934" r:id="rId5"/>
    <p:sldId id="936" r:id="rId6"/>
    <p:sldId id="331" r:id="rId7"/>
    <p:sldId id="340" r:id="rId8"/>
    <p:sldId id="931" r:id="rId9"/>
    <p:sldId id="937" r:id="rId10"/>
  </p:sldIdLst>
  <p:sldSz cx="9144000" cy="5143500" type="screen16x9"/>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8" userDrawn="1">
          <p15:clr>
            <a:srgbClr val="A4A3A4"/>
          </p15:clr>
        </p15:guide>
        <p15:guide id="2" pos="355">
          <p15:clr>
            <a:srgbClr val="A4A3A4"/>
          </p15:clr>
        </p15:guide>
        <p15:guide id="3" orient="horz" pos="1212" userDrawn="1">
          <p15:clr>
            <a:srgbClr val="A4A3A4"/>
          </p15:clr>
        </p15:guide>
        <p15:guide id="4" orient="horz" pos="948" userDrawn="1">
          <p15:clr>
            <a:srgbClr val="A4A3A4"/>
          </p15:clr>
        </p15:guide>
        <p15:guide id="5" orient="horz" pos="2964" userDrawn="1">
          <p15:clr>
            <a:srgbClr val="A4A3A4"/>
          </p15:clr>
        </p15:guide>
        <p15:guide id="6" orient="horz" pos="516" userDrawn="1">
          <p15:clr>
            <a:srgbClr val="A4A3A4"/>
          </p15:clr>
        </p15:guide>
        <p15:guide id="7" orient="horz" pos="1190">
          <p15:clr>
            <a:srgbClr val="A4A3A4"/>
          </p15:clr>
        </p15:guide>
        <p15:guide id="8" orient="horz" pos="750">
          <p15:clr>
            <a:srgbClr val="A4A3A4"/>
          </p15:clr>
        </p15:guide>
        <p15:guide id="9" orient="horz" pos="2916">
          <p15:clr>
            <a:srgbClr val="A4A3A4"/>
          </p15:clr>
        </p15:guide>
        <p15:guide id="10" pos="145">
          <p15:clr>
            <a:srgbClr val="A4A3A4"/>
          </p15:clr>
        </p15:guide>
        <p15:guide id="11" pos="5617">
          <p15:clr>
            <a:srgbClr val="A4A3A4"/>
          </p15:clr>
        </p15:guide>
        <p15:guide id="12" pos="288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guide id="3" orient="horz" pos="2304">
          <p15:clr>
            <a:srgbClr val="A4A3A4"/>
          </p15:clr>
        </p15:guide>
        <p15:guide id="4"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irban Banerjee" initials="AB"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666666"/>
    <a:srgbClr val="00B0F0"/>
    <a:srgbClr val="83A2D9"/>
    <a:srgbClr val="ADB9CA"/>
    <a:srgbClr val="B4C7E7"/>
    <a:srgbClr val="CFD5EA"/>
    <a:srgbClr val="E9EBF5"/>
    <a:srgbClr val="EE29DC"/>
    <a:srgbClr val="EEC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25" autoAdjust="0"/>
    <p:restoredTop sz="91799" autoAdjust="0"/>
  </p:normalViewPr>
  <p:slideViewPr>
    <p:cSldViewPr snapToGrid="0">
      <p:cViewPr varScale="1">
        <p:scale>
          <a:sx n="97" d="100"/>
          <a:sy n="97" d="100"/>
        </p:scale>
        <p:origin x="484" y="60"/>
      </p:cViewPr>
      <p:guideLst>
        <p:guide orient="horz" pos="708"/>
        <p:guide pos="355"/>
        <p:guide orient="horz" pos="1212"/>
        <p:guide orient="horz" pos="948"/>
        <p:guide orient="horz" pos="2964"/>
        <p:guide orient="horz" pos="516"/>
        <p:guide orient="horz" pos="1190"/>
        <p:guide orient="horz" pos="750"/>
        <p:guide orient="horz" pos="2916"/>
        <p:guide pos="145"/>
        <p:guide pos="5617"/>
        <p:guide pos="2881"/>
      </p:guideLst>
    </p:cSldViewPr>
  </p:slideViewPr>
  <p:outlineViewPr>
    <p:cViewPr>
      <p:scale>
        <a:sx n="33" d="100"/>
        <a:sy n="33" d="100"/>
      </p:scale>
      <p:origin x="0" y="174"/>
    </p:cViewPr>
  </p:outlineViewPr>
  <p:notesTextViewPr>
    <p:cViewPr>
      <p:scale>
        <a:sx n="75" d="100"/>
        <a:sy n="75" d="100"/>
      </p:scale>
      <p:origin x="0" y="0"/>
    </p:cViewPr>
  </p:notesTextViewPr>
  <p:sorterViewPr>
    <p:cViewPr>
      <p:scale>
        <a:sx n="100" d="100"/>
        <a:sy n="100" d="100"/>
      </p:scale>
      <p:origin x="0" y="5490"/>
    </p:cViewPr>
  </p:sorterViewPr>
  <p:notesViewPr>
    <p:cSldViewPr snapToGrid="0">
      <p:cViewPr varScale="1">
        <p:scale>
          <a:sx n="81" d="100"/>
          <a:sy n="81" d="100"/>
        </p:scale>
        <p:origin x="2112" y="53"/>
      </p:cViewPr>
      <p:guideLst>
        <p:guide orient="horz" pos="3024"/>
        <p:guide pos="2304"/>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sz="quarter" idx="1"/>
          </p:nvPr>
        </p:nvSpPr>
        <p:spPr>
          <a:xfrm>
            <a:off x="5438459" y="0"/>
            <a:ext cx="4160520" cy="365760"/>
          </a:xfrm>
          <a:prstGeom prst="rect">
            <a:avLst/>
          </a:prstGeom>
        </p:spPr>
        <p:txBody>
          <a:bodyPr vert="horz" lIns="96648" tIns="48325" rIns="96648" bIns="48325" rtlCol="0"/>
          <a:lstStyle>
            <a:lvl1pPr algn="r">
              <a:defRPr sz="1300"/>
            </a:lvl1pPr>
          </a:lstStyle>
          <a:p>
            <a:fld id="{1B9E88C5-C104-1D4D-887E-00A617007132}" type="datetimeFigureOut">
              <a:rPr lang="en-US" smtClean="0"/>
              <a:pPr/>
              <a:t>3/31/2023</a:t>
            </a:fld>
            <a:endParaRPr lang="en-US" dirty="0"/>
          </a:p>
        </p:txBody>
      </p:sp>
      <p:sp>
        <p:nvSpPr>
          <p:cNvPr id="4" name="Footer Placeholder 3"/>
          <p:cNvSpPr>
            <a:spLocks noGrp="1"/>
          </p:cNvSpPr>
          <p:nvPr>
            <p:ph type="ftr" sz="quarter" idx="2"/>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5" name="Slide Number Placeholder 4"/>
          <p:cNvSpPr>
            <a:spLocks noGrp="1"/>
          </p:cNvSpPr>
          <p:nvPr>
            <p:ph type="sldNum" sz="quarter" idx="3"/>
          </p:nvPr>
        </p:nvSpPr>
        <p:spPr>
          <a:xfrm>
            <a:off x="5438459" y="6948171"/>
            <a:ext cx="4160520" cy="365760"/>
          </a:xfrm>
          <a:prstGeom prst="rect">
            <a:avLst/>
          </a:prstGeom>
        </p:spPr>
        <p:txBody>
          <a:bodyPr vert="horz" lIns="96648" tIns="48325" rIns="96648" bIns="48325" rtlCol="0" anchor="b"/>
          <a:lstStyle>
            <a:lvl1pPr algn="r">
              <a:defRPr sz="1300"/>
            </a:lvl1pPr>
          </a:lstStyle>
          <a:p>
            <a:fld id="{AE1561C0-4582-414D-9482-B90AA17E5928}" type="slidenum">
              <a:rPr lang="en-US" smtClean="0"/>
              <a:pPr/>
              <a:t>‹#›</a:t>
            </a:fld>
            <a:endParaRPr lang="en-US" dirty="0"/>
          </a:p>
        </p:txBody>
      </p:sp>
    </p:spTree>
    <p:extLst>
      <p:ext uri="{BB962C8B-B14F-4D97-AF65-F5344CB8AC3E}">
        <p14:creationId xmlns:p14="http://schemas.microsoft.com/office/powerpoint/2010/main" val="2730367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idx="1"/>
          </p:nvPr>
        </p:nvSpPr>
        <p:spPr>
          <a:xfrm>
            <a:off x="5438459" y="0"/>
            <a:ext cx="4160520" cy="365760"/>
          </a:xfrm>
          <a:prstGeom prst="rect">
            <a:avLst/>
          </a:prstGeom>
        </p:spPr>
        <p:txBody>
          <a:bodyPr vert="horz" lIns="96648" tIns="48325" rIns="96648" bIns="48325" rtlCol="0"/>
          <a:lstStyle>
            <a:lvl1pPr algn="r">
              <a:defRPr sz="1300"/>
            </a:lvl1pPr>
          </a:lstStyle>
          <a:p>
            <a:fld id="{0F237061-72E3-FC45-B1DA-EE364FA20673}" type="datetimeFigureOut">
              <a:rPr lang="en-US" smtClean="0"/>
              <a:pPr/>
              <a:t>3/31/2023</a:t>
            </a:fld>
            <a:endParaRPr lang="en-US" dirty="0"/>
          </a:p>
        </p:txBody>
      </p:sp>
      <p:sp>
        <p:nvSpPr>
          <p:cNvPr id="4" name="Slide Image Placeholder 3"/>
          <p:cNvSpPr>
            <a:spLocks noGrp="1" noRot="1" noChangeAspect="1"/>
          </p:cNvSpPr>
          <p:nvPr>
            <p:ph type="sldImg" idx="2"/>
          </p:nvPr>
        </p:nvSpPr>
        <p:spPr>
          <a:xfrm>
            <a:off x="2362200" y="549275"/>
            <a:ext cx="4876800" cy="2743200"/>
          </a:xfrm>
          <a:prstGeom prst="rect">
            <a:avLst/>
          </a:prstGeom>
          <a:noFill/>
          <a:ln w="12700">
            <a:solidFill>
              <a:prstClr val="black"/>
            </a:solidFill>
          </a:ln>
        </p:spPr>
        <p:txBody>
          <a:bodyPr vert="horz" lIns="96648" tIns="48325" rIns="96648" bIns="48325" rtlCol="0" anchor="ctr"/>
          <a:lstStyle/>
          <a:p>
            <a:endParaRPr lang="en-US" dirty="0"/>
          </a:p>
        </p:txBody>
      </p:sp>
      <p:sp>
        <p:nvSpPr>
          <p:cNvPr id="5" name="Notes Placeholder 4"/>
          <p:cNvSpPr>
            <a:spLocks noGrp="1"/>
          </p:cNvSpPr>
          <p:nvPr>
            <p:ph type="body" sz="quarter" idx="3"/>
          </p:nvPr>
        </p:nvSpPr>
        <p:spPr>
          <a:xfrm>
            <a:off x="960121" y="3474720"/>
            <a:ext cx="7680960" cy="3291840"/>
          </a:xfrm>
          <a:prstGeom prst="rect">
            <a:avLst/>
          </a:prstGeom>
        </p:spPr>
        <p:txBody>
          <a:bodyPr vert="horz" lIns="96648" tIns="48325" rIns="96648" bIns="4832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7" name="Slide Number Placeholder 6"/>
          <p:cNvSpPr>
            <a:spLocks noGrp="1"/>
          </p:cNvSpPr>
          <p:nvPr>
            <p:ph type="sldNum" sz="quarter" idx="5"/>
          </p:nvPr>
        </p:nvSpPr>
        <p:spPr>
          <a:xfrm>
            <a:off x="5438459" y="6948171"/>
            <a:ext cx="4160520" cy="365760"/>
          </a:xfrm>
          <a:prstGeom prst="rect">
            <a:avLst/>
          </a:prstGeom>
        </p:spPr>
        <p:txBody>
          <a:bodyPr vert="horz" lIns="96648" tIns="48325" rIns="96648" bIns="48325" rtlCol="0" anchor="b"/>
          <a:lstStyle>
            <a:lvl1pPr algn="r">
              <a:defRPr sz="1300"/>
            </a:lvl1pPr>
          </a:lstStyle>
          <a:p>
            <a:fld id="{11D4D097-0016-D44A-A908-ADB1EED4D51F}" type="slidenum">
              <a:rPr lang="en-US" smtClean="0"/>
              <a:pPr/>
              <a:t>‹#›</a:t>
            </a:fld>
            <a:endParaRPr lang="en-US" dirty="0"/>
          </a:p>
        </p:txBody>
      </p:sp>
    </p:spTree>
    <p:extLst>
      <p:ext uri="{BB962C8B-B14F-4D97-AF65-F5344CB8AC3E}">
        <p14:creationId xmlns:p14="http://schemas.microsoft.com/office/powerpoint/2010/main" val="92465252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3</a:t>
            </a:fld>
            <a:endParaRPr lang="en-US" dirty="0"/>
          </a:p>
        </p:txBody>
      </p:sp>
    </p:spTree>
    <p:extLst>
      <p:ext uri="{BB962C8B-B14F-4D97-AF65-F5344CB8AC3E}">
        <p14:creationId xmlns:p14="http://schemas.microsoft.com/office/powerpoint/2010/main" val="2542206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5</a:t>
            </a:fld>
            <a:endParaRPr lang="en-US"/>
          </a:p>
        </p:txBody>
      </p:sp>
    </p:spTree>
    <p:extLst>
      <p:ext uri="{BB962C8B-B14F-4D97-AF65-F5344CB8AC3E}">
        <p14:creationId xmlns:p14="http://schemas.microsoft.com/office/powerpoint/2010/main" val="659267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6</a:t>
            </a:fld>
            <a:endParaRPr lang="en-US"/>
          </a:p>
        </p:txBody>
      </p:sp>
    </p:spTree>
    <p:extLst>
      <p:ext uri="{BB962C8B-B14F-4D97-AF65-F5344CB8AC3E}">
        <p14:creationId xmlns:p14="http://schemas.microsoft.com/office/powerpoint/2010/main" val="77017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1C470-AD6E-4186-B9D1-F5CD3B500E2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83C95E8-2456-4167-873C-DCE7CAAC3803}"/>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F2A8EA70-3D9F-4AF5-98CD-ADBF6098E199}"/>
              </a:ext>
            </a:extLst>
          </p:cNvPr>
          <p:cNvSpPr>
            <a:spLocks noGrp="1"/>
          </p:cNvSpPr>
          <p:nvPr>
            <p:ph type="dt" sz="half" idx="10"/>
          </p:nvPr>
        </p:nvSpPr>
        <p:spPr/>
        <p:txBody>
          <a:bodyPr/>
          <a:lstStyle/>
          <a:p>
            <a:fld id="{EEA2FC0F-490E-4037-809F-EE94D2F34D5E}" type="datetimeFigureOut">
              <a:rPr lang="en-US" smtClean="0"/>
              <a:t>3/31/2023</a:t>
            </a:fld>
            <a:endParaRPr lang="en-US"/>
          </a:p>
        </p:txBody>
      </p:sp>
      <p:sp>
        <p:nvSpPr>
          <p:cNvPr id="5" name="Footer Placeholder 4">
            <a:extLst>
              <a:ext uri="{FF2B5EF4-FFF2-40B4-BE49-F238E27FC236}">
                <a16:creationId xmlns:a16="http://schemas.microsoft.com/office/drawing/2014/main" id="{23F43C81-0BFA-4130-A65D-D3CC845059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E84D5-BB7E-4E36-BDD6-EFE15F39073F}"/>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698991981"/>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413E0-DD14-47F6-9B7F-42FBF61404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229E49-3498-4403-82C4-B1F6B86D59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197E07-562F-45F1-837C-60309DDD771F}"/>
              </a:ext>
            </a:extLst>
          </p:cNvPr>
          <p:cNvSpPr>
            <a:spLocks noGrp="1"/>
          </p:cNvSpPr>
          <p:nvPr>
            <p:ph type="dt" sz="half" idx="10"/>
          </p:nvPr>
        </p:nvSpPr>
        <p:spPr/>
        <p:txBody>
          <a:bodyPr/>
          <a:lstStyle/>
          <a:p>
            <a:fld id="{EEA2FC0F-490E-4037-809F-EE94D2F34D5E}" type="datetimeFigureOut">
              <a:rPr lang="en-US" smtClean="0"/>
              <a:t>3/31/2023</a:t>
            </a:fld>
            <a:endParaRPr lang="en-US"/>
          </a:p>
        </p:txBody>
      </p:sp>
      <p:sp>
        <p:nvSpPr>
          <p:cNvPr id="5" name="Footer Placeholder 4">
            <a:extLst>
              <a:ext uri="{FF2B5EF4-FFF2-40B4-BE49-F238E27FC236}">
                <a16:creationId xmlns:a16="http://schemas.microsoft.com/office/drawing/2014/main" id="{0CEF44FE-B2E7-4C3E-A0FF-6663FE339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7BC22-0663-4485-AAEC-0BD58F226444}"/>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379444002"/>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4CC4-3A0B-4712-A9F7-8EFECAA65EAC}"/>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0C75C78-E1BE-4358-BCCB-44D8FE6C948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735536-F69A-4616-A789-DA0A622B9244}"/>
              </a:ext>
            </a:extLst>
          </p:cNvPr>
          <p:cNvSpPr>
            <a:spLocks noGrp="1"/>
          </p:cNvSpPr>
          <p:nvPr>
            <p:ph type="dt" sz="half" idx="10"/>
          </p:nvPr>
        </p:nvSpPr>
        <p:spPr/>
        <p:txBody>
          <a:bodyPr/>
          <a:lstStyle/>
          <a:p>
            <a:fld id="{EEA2FC0F-490E-4037-809F-EE94D2F34D5E}" type="datetimeFigureOut">
              <a:rPr lang="en-US" smtClean="0"/>
              <a:t>3/31/2023</a:t>
            </a:fld>
            <a:endParaRPr lang="en-US"/>
          </a:p>
        </p:txBody>
      </p:sp>
      <p:sp>
        <p:nvSpPr>
          <p:cNvPr id="5" name="Footer Placeholder 4">
            <a:extLst>
              <a:ext uri="{FF2B5EF4-FFF2-40B4-BE49-F238E27FC236}">
                <a16:creationId xmlns:a16="http://schemas.microsoft.com/office/drawing/2014/main" id="{9A658AAC-821A-44AE-8EE6-C0A1200FC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20430-D5EC-4964-B716-240956BB231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432167756"/>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28F0-303B-4830-9E52-17B2E6DD96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5EB1E4-6C50-4BA0-AB4A-0E170CA477AE}"/>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C525F4-5C5E-4C65-A4B4-F4613C63D38B}"/>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B5BC1C-BB68-4BEF-8C5B-5F1CE4BEA347}"/>
              </a:ext>
            </a:extLst>
          </p:cNvPr>
          <p:cNvSpPr>
            <a:spLocks noGrp="1"/>
          </p:cNvSpPr>
          <p:nvPr>
            <p:ph type="dt" sz="half" idx="10"/>
          </p:nvPr>
        </p:nvSpPr>
        <p:spPr/>
        <p:txBody>
          <a:bodyPr/>
          <a:lstStyle/>
          <a:p>
            <a:fld id="{EEA2FC0F-490E-4037-809F-EE94D2F34D5E}" type="datetimeFigureOut">
              <a:rPr lang="en-US" smtClean="0"/>
              <a:t>3/31/2023</a:t>
            </a:fld>
            <a:endParaRPr lang="en-US"/>
          </a:p>
        </p:txBody>
      </p:sp>
      <p:sp>
        <p:nvSpPr>
          <p:cNvPr id="6" name="Footer Placeholder 5">
            <a:extLst>
              <a:ext uri="{FF2B5EF4-FFF2-40B4-BE49-F238E27FC236}">
                <a16:creationId xmlns:a16="http://schemas.microsoft.com/office/drawing/2014/main" id="{DC2B7364-CEC3-4B58-A2E4-650734E4FF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36CBE-3367-47A8-A624-5AA9168A8C4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579010347"/>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9F2DC-7C77-423C-B5AA-22D7DD08DE8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3FEFCC-4ACB-4A5B-A4AC-E10B7B40D56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928E7C7-CF83-449D-ACC7-0141E70E6AD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7D6AC6-B8C6-4A02-8F99-A7E0F493353C}"/>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F8F52BC-C951-4B70-9938-2B204E1F4B9C}"/>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733799-1F0E-4495-8FE1-72980475DDDD}"/>
              </a:ext>
            </a:extLst>
          </p:cNvPr>
          <p:cNvSpPr>
            <a:spLocks noGrp="1"/>
          </p:cNvSpPr>
          <p:nvPr>
            <p:ph type="dt" sz="half" idx="10"/>
          </p:nvPr>
        </p:nvSpPr>
        <p:spPr/>
        <p:txBody>
          <a:bodyPr/>
          <a:lstStyle/>
          <a:p>
            <a:fld id="{EEA2FC0F-490E-4037-809F-EE94D2F34D5E}" type="datetimeFigureOut">
              <a:rPr lang="en-US" smtClean="0"/>
              <a:t>3/31/2023</a:t>
            </a:fld>
            <a:endParaRPr lang="en-US"/>
          </a:p>
        </p:txBody>
      </p:sp>
      <p:sp>
        <p:nvSpPr>
          <p:cNvPr id="8" name="Footer Placeholder 7">
            <a:extLst>
              <a:ext uri="{FF2B5EF4-FFF2-40B4-BE49-F238E27FC236}">
                <a16:creationId xmlns:a16="http://schemas.microsoft.com/office/drawing/2014/main" id="{27F4A26C-594B-4849-ADE7-BDD65FA6FD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0AB182-1C5B-41A4-992A-A46157BC102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1589604878"/>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E026-9521-49F9-9910-4E59D0EE7E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90F577-9C03-4D72-B18C-3DB7A3079E7A}"/>
              </a:ext>
            </a:extLst>
          </p:cNvPr>
          <p:cNvSpPr>
            <a:spLocks noGrp="1"/>
          </p:cNvSpPr>
          <p:nvPr>
            <p:ph type="dt" sz="half" idx="10"/>
          </p:nvPr>
        </p:nvSpPr>
        <p:spPr/>
        <p:txBody>
          <a:bodyPr/>
          <a:lstStyle/>
          <a:p>
            <a:fld id="{EEA2FC0F-490E-4037-809F-EE94D2F34D5E}" type="datetimeFigureOut">
              <a:rPr lang="en-US" smtClean="0"/>
              <a:t>3/31/2023</a:t>
            </a:fld>
            <a:endParaRPr lang="en-US"/>
          </a:p>
        </p:txBody>
      </p:sp>
      <p:sp>
        <p:nvSpPr>
          <p:cNvPr id="4" name="Footer Placeholder 3">
            <a:extLst>
              <a:ext uri="{FF2B5EF4-FFF2-40B4-BE49-F238E27FC236}">
                <a16:creationId xmlns:a16="http://schemas.microsoft.com/office/drawing/2014/main" id="{2A5D3A2E-13DC-495D-90A7-7A4E5FDF7D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97EF5E-5D2B-4CCD-B2BC-2A9FAD1D2DA4}"/>
              </a:ext>
            </a:extLst>
          </p:cNvPr>
          <p:cNvSpPr>
            <a:spLocks noGrp="1"/>
          </p:cNvSpPr>
          <p:nvPr>
            <p:ph type="sldNum" sz="quarter" idx="12"/>
          </p:nvPr>
        </p:nvSpPr>
        <p:spPr/>
        <p:txBody>
          <a:bodyPr/>
          <a:lstStyle/>
          <a:p>
            <a:fld id="{8ECA14B2-F45F-4421-8663-2E4CBFF6CDB4}" type="slidenum">
              <a:rPr lang="en-US" smtClean="0"/>
              <a:t>‹#›</a:t>
            </a:fld>
            <a:endParaRPr lang="en-US"/>
          </a:p>
        </p:txBody>
      </p:sp>
      <p:sp>
        <p:nvSpPr>
          <p:cNvPr id="6" name="Rectangle 5">
            <a:extLst>
              <a:ext uri="{FF2B5EF4-FFF2-40B4-BE49-F238E27FC236}">
                <a16:creationId xmlns:a16="http://schemas.microsoft.com/office/drawing/2014/main" id="{B10C55AE-6A42-40C6-97AE-E89CE4E6C939}"/>
              </a:ext>
            </a:extLst>
          </p:cNvPr>
          <p:cNvSpPr/>
          <p:nvPr userDrawn="1"/>
        </p:nvSpPr>
        <p:spPr>
          <a:xfrm>
            <a:off x="313381" y="4915450"/>
            <a:ext cx="4065124" cy="228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30" tIns="45715" rIns="91430" bIns="45715" rtlCol="0" anchor="ctr"/>
          <a:lstStyle/>
          <a:p>
            <a:pPr algn="ctr"/>
            <a:endParaRPr lang="en-US" dirty="0"/>
          </a:p>
        </p:txBody>
      </p:sp>
    </p:spTree>
    <p:extLst>
      <p:ext uri="{BB962C8B-B14F-4D97-AF65-F5344CB8AC3E}">
        <p14:creationId xmlns:p14="http://schemas.microsoft.com/office/powerpoint/2010/main" val="3153467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418A9C-B077-499A-8FA9-DFFA04A07D06}"/>
              </a:ext>
            </a:extLst>
          </p:cNvPr>
          <p:cNvSpPr>
            <a:spLocks noGrp="1"/>
          </p:cNvSpPr>
          <p:nvPr>
            <p:ph type="dt" sz="half" idx="10"/>
          </p:nvPr>
        </p:nvSpPr>
        <p:spPr/>
        <p:txBody>
          <a:bodyPr/>
          <a:lstStyle/>
          <a:p>
            <a:fld id="{EEA2FC0F-490E-4037-809F-EE94D2F34D5E}" type="datetimeFigureOut">
              <a:rPr lang="en-US" smtClean="0"/>
              <a:t>3/31/2023</a:t>
            </a:fld>
            <a:endParaRPr lang="en-US"/>
          </a:p>
        </p:txBody>
      </p:sp>
      <p:sp>
        <p:nvSpPr>
          <p:cNvPr id="3" name="Footer Placeholder 2">
            <a:extLst>
              <a:ext uri="{FF2B5EF4-FFF2-40B4-BE49-F238E27FC236}">
                <a16:creationId xmlns:a16="http://schemas.microsoft.com/office/drawing/2014/main" id="{463B566F-A0BB-400C-A181-7DA718D963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758D3B-0ADC-4EE2-8119-D2FEA44A894F}"/>
              </a:ext>
            </a:extLst>
          </p:cNvPr>
          <p:cNvSpPr>
            <a:spLocks noGrp="1"/>
          </p:cNvSpPr>
          <p:nvPr>
            <p:ph type="sldNum" sz="quarter" idx="12"/>
          </p:nvPr>
        </p:nvSpPr>
        <p:spPr/>
        <p:txBody>
          <a:bodyPr/>
          <a:lstStyle/>
          <a:p>
            <a:fld id="{8ECA14B2-F45F-4421-8663-2E4CBFF6CDB4}" type="slidenum">
              <a:rPr lang="en-US" smtClean="0"/>
              <a:t>‹#›</a:t>
            </a:fld>
            <a:endParaRPr lang="en-US"/>
          </a:p>
        </p:txBody>
      </p:sp>
      <p:sp>
        <p:nvSpPr>
          <p:cNvPr id="5" name="Graphic 5">
            <a:extLst>
              <a:ext uri="{FF2B5EF4-FFF2-40B4-BE49-F238E27FC236}">
                <a16:creationId xmlns:a16="http://schemas.microsoft.com/office/drawing/2014/main" id="{B8F8BF69-64D7-4398-A323-00B3D8B0C0C0}"/>
              </a:ext>
            </a:extLst>
          </p:cNvPr>
          <p:cNvSpPr>
            <a:spLocks noChangeAspect="1"/>
          </p:cNvSpPr>
          <p:nvPr userDrawn="1"/>
        </p:nvSpPr>
        <p:spPr>
          <a:xfrm>
            <a:off x="3079321" y="1"/>
            <a:ext cx="2985359" cy="290786"/>
          </a:xfrm>
          <a:custGeom>
            <a:avLst/>
            <a:gdLst>
              <a:gd name="connsiteX0" fmla="*/ 5298019 w 5298018"/>
              <a:gd name="connsiteY0" fmla="*/ 0 h 475749"/>
              <a:gd name="connsiteX1" fmla="*/ 4792594 w 5298018"/>
              <a:gd name="connsiteY1" fmla="*/ 475749 h 475749"/>
              <a:gd name="connsiteX2" fmla="*/ 505473 w 5298018"/>
              <a:gd name="connsiteY2" fmla="*/ 475749 h 475749"/>
              <a:gd name="connsiteX3" fmla="*/ 0 w 5298018"/>
              <a:gd name="connsiteY3" fmla="*/ 0 h 475749"/>
            </a:gdLst>
            <a:ahLst/>
            <a:cxnLst>
              <a:cxn ang="0">
                <a:pos x="connsiteX0" y="connsiteY0"/>
              </a:cxn>
              <a:cxn ang="0">
                <a:pos x="connsiteX1" y="connsiteY1"/>
              </a:cxn>
              <a:cxn ang="0">
                <a:pos x="connsiteX2" y="connsiteY2"/>
              </a:cxn>
              <a:cxn ang="0">
                <a:pos x="connsiteX3" y="connsiteY3"/>
              </a:cxn>
            </a:cxnLst>
            <a:rect l="l" t="t" r="r" b="b"/>
            <a:pathLst>
              <a:path w="5298018" h="475749">
                <a:moveTo>
                  <a:pt x="5298019" y="0"/>
                </a:moveTo>
                <a:cubicBezTo>
                  <a:pt x="4930695" y="172726"/>
                  <a:pt x="5133304" y="475749"/>
                  <a:pt x="4792594" y="475749"/>
                </a:cubicBezTo>
                <a:lnTo>
                  <a:pt x="505473" y="475749"/>
                </a:lnTo>
                <a:cubicBezTo>
                  <a:pt x="164763" y="475749"/>
                  <a:pt x="367324" y="172726"/>
                  <a:pt x="0" y="0"/>
                </a:cubicBezTo>
                <a:close/>
              </a:path>
            </a:pathLst>
          </a:custGeom>
          <a:solidFill>
            <a:schemeClr val="accent1"/>
          </a:solidFill>
          <a:ln w="4881" cap="flat">
            <a:noFill/>
            <a:prstDash val="solid"/>
            <a:miter/>
          </a:ln>
        </p:spPr>
        <p:txBody>
          <a:bodyPr rtlCol="0" anchor="ctr"/>
          <a:lstStyle/>
          <a:p>
            <a:endParaRPr lang="en-EG" sz="1350"/>
          </a:p>
        </p:txBody>
      </p:sp>
    </p:spTree>
    <p:extLst>
      <p:ext uri="{BB962C8B-B14F-4D97-AF65-F5344CB8AC3E}">
        <p14:creationId xmlns:p14="http://schemas.microsoft.com/office/powerpoint/2010/main" val="3760809805"/>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E1F1-69D8-4AB9-A2CB-D1008002AAA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920CFE4-0CFA-4BB0-99D2-46954FDDAFD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C256C7-FCFA-43F1-94D2-4A905D20321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6D5FC62-A4D6-4E31-874E-E2F7D31AD553}"/>
              </a:ext>
            </a:extLst>
          </p:cNvPr>
          <p:cNvSpPr>
            <a:spLocks noGrp="1"/>
          </p:cNvSpPr>
          <p:nvPr>
            <p:ph type="dt" sz="half" idx="10"/>
          </p:nvPr>
        </p:nvSpPr>
        <p:spPr/>
        <p:txBody>
          <a:bodyPr/>
          <a:lstStyle/>
          <a:p>
            <a:fld id="{EEA2FC0F-490E-4037-809F-EE94D2F34D5E}" type="datetimeFigureOut">
              <a:rPr lang="en-US" smtClean="0"/>
              <a:t>3/31/2023</a:t>
            </a:fld>
            <a:endParaRPr lang="en-US"/>
          </a:p>
        </p:txBody>
      </p:sp>
      <p:sp>
        <p:nvSpPr>
          <p:cNvPr id="6" name="Footer Placeholder 5">
            <a:extLst>
              <a:ext uri="{FF2B5EF4-FFF2-40B4-BE49-F238E27FC236}">
                <a16:creationId xmlns:a16="http://schemas.microsoft.com/office/drawing/2014/main" id="{7A567646-D893-4414-BAEC-A3578E0E0F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CF64B9-EAA5-4849-872E-8A5B5815208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1836220739"/>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09EF-03C5-4888-88B5-4EA70E42549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08A5960-079A-48E1-843B-4F5A89112DBB}"/>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ED5F0BC-0F2D-4FBE-B9F3-4AA42F04CC1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89127A3-FA32-49FB-9287-668F7ED6DF56}"/>
              </a:ext>
            </a:extLst>
          </p:cNvPr>
          <p:cNvSpPr>
            <a:spLocks noGrp="1"/>
          </p:cNvSpPr>
          <p:nvPr>
            <p:ph type="dt" sz="half" idx="10"/>
          </p:nvPr>
        </p:nvSpPr>
        <p:spPr/>
        <p:txBody>
          <a:bodyPr/>
          <a:lstStyle/>
          <a:p>
            <a:fld id="{EEA2FC0F-490E-4037-809F-EE94D2F34D5E}" type="datetimeFigureOut">
              <a:rPr lang="en-US" smtClean="0"/>
              <a:t>3/31/2023</a:t>
            </a:fld>
            <a:endParaRPr lang="en-US"/>
          </a:p>
        </p:txBody>
      </p:sp>
      <p:sp>
        <p:nvSpPr>
          <p:cNvPr id="6" name="Footer Placeholder 5">
            <a:extLst>
              <a:ext uri="{FF2B5EF4-FFF2-40B4-BE49-F238E27FC236}">
                <a16:creationId xmlns:a16="http://schemas.microsoft.com/office/drawing/2014/main" id="{E7882F0A-7C33-4891-8DDC-058E2B9CE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04B07F-B89D-44C8-9955-21F878CB402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78031905"/>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F3897-2A10-48CC-B46F-A4984195FF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8313DE-D904-4D6D-A071-8078EACABB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08042B-5B4A-4A4A-91CB-597523F4FBF3}"/>
              </a:ext>
            </a:extLst>
          </p:cNvPr>
          <p:cNvSpPr>
            <a:spLocks noGrp="1"/>
          </p:cNvSpPr>
          <p:nvPr>
            <p:ph type="dt" sz="half" idx="10"/>
          </p:nvPr>
        </p:nvSpPr>
        <p:spPr/>
        <p:txBody>
          <a:bodyPr/>
          <a:lstStyle/>
          <a:p>
            <a:fld id="{EEA2FC0F-490E-4037-809F-EE94D2F34D5E}" type="datetimeFigureOut">
              <a:rPr lang="en-US" smtClean="0"/>
              <a:t>3/31/2023</a:t>
            </a:fld>
            <a:endParaRPr lang="en-US"/>
          </a:p>
        </p:txBody>
      </p:sp>
      <p:sp>
        <p:nvSpPr>
          <p:cNvPr id="5" name="Footer Placeholder 4">
            <a:extLst>
              <a:ext uri="{FF2B5EF4-FFF2-40B4-BE49-F238E27FC236}">
                <a16:creationId xmlns:a16="http://schemas.microsoft.com/office/drawing/2014/main" id="{AD9FBA54-D886-4643-8534-A20CFD9E3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8AA205-DC56-4C6D-B193-E25F0A4A1D5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661360278"/>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43D52B-5A56-4B4C-9B42-D9A53D157502}"/>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2A10A3-6943-4364-97E4-E652E32B323F}"/>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1A199-B825-4041-8038-B421CFEF7369}"/>
              </a:ext>
            </a:extLst>
          </p:cNvPr>
          <p:cNvSpPr>
            <a:spLocks noGrp="1"/>
          </p:cNvSpPr>
          <p:nvPr>
            <p:ph type="dt" sz="half" idx="10"/>
          </p:nvPr>
        </p:nvSpPr>
        <p:spPr/>
        <p:txBody>
          <a:bodyPr/>
          <a:lstStyle/>
          <a:p>
            <a:fld id="{EEA2FC0F-490E-4037-809F-EE94D2F34D5E}" type="datetimeFigureOut">
              <a:rPr lang="en-US" smtClean="0"/>
              <a:t>3/31/2023</a:t>
            </a:fld>
            <a:endParaRPr lang="en-US"/>
          </a:p>
        </p:txBody>
      </p:sp>
      <p:sp>
        <p:nvSpPr>
          <p:cNvPr id="5" name="Footer Placeholder 4">
            <a:extLst>
              <a:ext uri="{FF2B5EF4-FFF2-40B4-BE49-F238E27FC236}">
                <a16:creationId xmlns:a16="http://schemas.microsoft.com/office/drawing/2014/main" id="{630F5A77-474F-4406-90D1-B956A7B3E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88F4A5-AF5C-4AA5-BA15-0F4D22CF1B24}"/>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837694370"/>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ndard Body Slide with Headline and Subhea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atin typeface="Arial"/>
              </a:defRPr>
            </a:lvl1pPr>
          </a:lstStyle>
          <a:p>
            <a:r>
              <a:rPr lang="en-US" dirty="0"/>
              <a:t>Slide Title</a:t>
            </a:r>
          </a:p>
        </p:txBody>
      </p:sp>
      <p:sp>
        <p:nvSpPr>
          <p:cNvPr id="6" name="Text Placeholder 12"/>
          <p:cNvSpPr>
            <a:spLocks noGrp="1"/>
          </p:cNvSpPr>
          <p:nvPr>
            <p:ph type="body" sz="quarter" idx="13"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7" name="Text Placeholder 12"/>
          <p:cNvSpPr>
            <a:spLocks noGrp="1"/>
          </p:cNvSpPr>
          <p:nvPr>
            <p:ph type="body" sz="quarter" idx="14"/>
          </p:nvPr>
        </p:nvSpPr>
        <p:spPr>
          <a:xfrm>
            <a:off x="230188" y="1200150"/>
            <a:ext cx="8686800" cy="3429000"/>
          </a:xfrm>
        </p:spPr>
        <p:txBody>
          <a:bodyPr lIns="0" tIns="0" rIns="0" bIns="0">
            <a:noAutofit/>
          </a:bodyPr>
          <a:lstStyle>
            <a:lvl1pPr marL="0" indent="0">
              <a:spcBef>
                <a:spcPts val="0"/>
              </a:spcBef>
              <a:buFontTx/>
              <a:buNone/>
              <a:defRPr sz="1200" baseline="0">
                <a:solidFill>
                  <a:srgbClr val="000000"/>
                </a:solidFill>
              </a:defRPr>
            </a:lvl1pPr>
          </a:lstStyle>
          <a:p>
            <a:pPr lvl="0"/>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9"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D6EC5702-CC6C-449A-9363-23B4FFE00979}" type="datetime1">
              <a:rPr lang="en-US" smtClean="0"/>
              <a:t>3/31/2023</a:t>
            </a:fld>
            <a:endParaRPr lang="en-US" dirty="0"/>
          </a:p>
        </p:txBody>
      </p:sp>
      <p:sp>
        <p:nvSpPr>
          <p:cNvPr id="10"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11" name="Straight Connector 10"/>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3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Slide Option 2">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1885949"/>
            <a:ext cx="9144000" cy="2743201"/>
          </a:xfrm>
        </p:spPr>
        <p:txBody>
          <a:bodyPr anchor="ctr" anchorCtr="0"/>
          <a:lstStyle>
            <a:lvl1pPr marL="0" indent="0" algn="ctr">
              <a:buFontTx/>
              <a:buNone/>
              <a:defRPr sz="1200"/>
            </a:lvl1pPr>
          </a:lstStyle>
          <a:p>
            <a:endParaRPr lang="en-US" dirty="0"/>
          </a:p>
        </p:txBody>
      </p:sp>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baseline="0"/>
            </a:lvl1pPr>
          </a:lstStyle>
          <a:p>
            <a:r>
              <a:rPr lang="en-US" dirty="0"/>
              <a:t>Slide Title</a:t>
            </a:r>
          </a:p>
        </p:txBody>
      </p:sp>
      <p:sp>
        <p:nvSpPr>
          <p:cNvPr id="6" name="Text Placeholder 12"/>
          <p:cNvSpPr>
            <a:spLocks noGrp="1"/>
          </p:cNvSpPr>
          <p:nvPr>
            <p:ph type="body" sz="quarter" idx="12" hasCustomPrompt="1"/>
          </p:nvPr>
        </p:nvSpPr>
        <p:spPr>
          <a:xfrm>
            <a:off x="228600" y="731520"/>
            <a:ext cx="6483096" cy="457200"/>
          </a:xfrm>
        </p:spPr>
        <p:txBody>
          <a:bodyPr lIns="0" tIns="0" rIns="0" bIns="0">
            <a:noAutofit/>
          </a:bodyPr>
          <a:lstStyle>
            <a:lvl1pPr marL="0" indent="0">
              <a:spcBef>
                <a:spcPts val="0"/>
              </a:spcBef>
              <a:buFontTx/>
              <a:buNone/>
              <a:defRPr sz="1800"/>
            </a:lvl1pPr>
          </a:lstStyle>
          <a:p>
            <a:pPr lvl="0"/>
            <a:r>
              <a:rPr lang="en-US" dirty="0"/>
              <a:t>Subhead</a:t>
            </a:r>
          </a:p>
        </p:txBody>
      </p:sp>
      <p:sp>
        <p:nvSpPr>
          <p:cNvPr id="10" name="Rectangle 9"/>
          <p:cNvSpPr/>
          <p:nvPr userDrawn="1"/>
        </p:nvSpPr>
        <p:spPr>
          <a:xfrm>
            <a:off x="8704716" y="4879337"/>
            <a:ext cx="218782" cy="15903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1" name="Picture 10" descr="hitachi-consulting-logo-rendered.png"/>
          <p:cNvPicPr>
            <a:picLocks noChangeAspect="1"/>
          </p:cNvPicPr>
          <p:nvPr userDrawn="1"/>
        </p:nvPicPr>
        <p:blipFill>
          <a:blip r:embed="rId2"/>
          <a:stretch>
            <a:fillRect/>
          </a:stretch>
        </p:blipFill>
        <p:spPr>
          <a:xfrm>
            <a:off x="230188" y="4714875"/>
            <a:ext cx="1798009" cy="352519"/>
          </a:xfrm>
          <a:prstGeom prst="rect">
            <a:avLst/>
          </a:prstGeom>
        </p:spPr>
      </p:pic>
      <p:pic>
        <p:nvPicPr>
          <p:cNvPr id="13" name="Picture 12" descr="hitachi-inspire-the-next-logo.png"/>
          <p:cNvPicPr>
            <a:picLocks noChangeAspect="1"/>
          </p:cNvPicPr>
          <p:nvPr userDrawn="1"/>
        </p:nvPicPr>
        <p:blipFill>
          <a:blip r:embed="rId3">
            <a:alphaModFix/>
          </a:blip>
          <a:stretch>
            <a:fillRect/>
          </a:stretch>
        </p:blipFill>
        <p:spPr>
          <a:xfrm>
            <a:off x="7740438" y="128016"/>
            <a:ext cx="1289130" cy="52232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Divider Option 1">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0" y="1200150"/>
            <a:ext cx="9144000" cy="3429000"/>
          </a:xfrm>
        </p:spPr>
        <p:txBody>
          <a:bodyPr anchor="ctr" anchorCtr="0">
            <a:noAutofit/>
          </a:bodyPr>
          <a:lstStyle>
            <a:lvl1pPr marL="0" indent="0" algn="ctr">
              <a:buFontTx/>
              <a:buNone/>
              <a:defRPr sz="1200"/>
            </a:lvl1pPr>
          </a:lstStyle>
          <a:p>
            <a:endParaRPr lang="en-US" dirty="0"/>
          </a:p>
        </p:txBody>
      </p:sp>
      <p:pic>
        <p:nvPicPr>
          <p:cNvPr id="7" name="Picture 6"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1"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Option 2">
    <p:spTree>
      <p:nvGrpSpPr>
        <p:cNvPr id="1" name=""/>
        <p:cNvGrpSpPr/>
        <p:nvPr/>
      </p:nvGrpSpPr>
      <p:grpSpPr>
        <a:xfrm>
          <a:off x="0" y="0"/>
          <a:ext cx="0" cy="0"/>
          <a:chOff x="0" y="0"/>
          <a:chExt cx="0" cy="0"/>
        </a:xfrm>
      </p:grpSpPr>
      <p:sp>
        <p:nvSpPr>
          <p:cNvPr id="18" name="Picture Placeholder 16"/>
          <p:cNvSpPr>
            <a:spLocks noGrp="1"/>
          </p:cNvSpPr>
          <p:nvPr>
            <p:ph type="pic" sz="quarter" idx="15"/>
          </p:nvPr>
        </p:nvSpPr>
        <p:spPr>
          <a:xfrm>
            <a:off x="0" y="1200151"/>
            <a:ext cx="5430837" cy="3428999"/>
          </a:xfrm>
        </p:spPr>
        <p:txBody>
          <a:bodyPr anchor="ctr" anchorCtr="0">
            <a:noAutofit/>
          </a:bodyPr>
          <a:lstStyle>
            <a:lvl1pPr algn="ctr">
              <a:buNone/>
              <a:defRPr sz="1200"/>
            </a:lvl1pPr>
          </a:lstStyle>
          <a:p>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4"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Option 3">
    <p:spTree>
      <p:nvGrpSpPr>
        <p:cNvPr id="1" name=""/>
        <p:cNvGrpSpPr/>
        <p:nvPr/>
      </p:nvGrpSpPr>
      <p:grpSpPr>
        <a:xfrm>
          <a:off x="0" y="0"/>
          <a:ext cx="0" cy="0"/>
          <a:chOff x="0" y="0"/>
          <a:chExt cx="0" cy="0"/>
        </a:xfrm>
      </p:grpSpPr>
      <p:sp>
        <p:nvSpPr>
          <p:cNvPr id="15" name="Picture Placeholder 14"/>
          <p:cNvSpPr>
            <a:spLocks noGrp="1"/>
          </p:cNvSpPr>
          <p:nvPr>
            <p:ph type="pic" sz="quarter" idx="15"/>
          </p:nvPr>
        </p:nvSpPr>
        <p:spPr>
          <a:xfrm>
            <a:off x="0" y="1889125"/>
            <a:ext cx="9144000" cy="2740025"/>
          </a:xfrm>
        </p:spPr>
        <p:txBody>
          <a:bodyPr anchor="ctr" anchorCtr="0">
            <a:noAutofit/>
          </a:bodyPr>
          <a:lstStyle>
            <a:lvl1pPr algn="ctr">
              <a:buNone/>
              <a:defRPr sz="1200"/>
            </a:lvl1pPr>
          </a:lstStyle>
          <a:p>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C Background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pic>
        <p:nvPicPr>
          <p:cNvPr id="23" name="Picture 22"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28"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extLst>
      <p:ext uri="{BB962C8B-B14F-4D97-AF65-F5344CB8AC3E}">
        <p14:creationId xmlns:p14="http://schemas.microsoft.com/office/powerpoint/2010/main" val="17479664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and Table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pic>
        <p:nvPicPr>
          <p:cNvPr id="23" name="Picture 22"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25"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69235B16-92EC-4ADE-AC67-A1F32B564842}" type="datetime1">
              <a:rPr lang="en-US" smtClean="0"/>
              <a:t>3/31/2023</a:t>
            </a:fld>
            <a:endParaRPr lang="en-US" dirty="0"/>
          </a:p>
        </p:txBody>
      </p:sp>
      <p:sp>
        <p:nvSpPr>
          <p:cNvPr id="26"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27" name="Straight Connector 26"/>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28"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
        <p:nvSpPr>
          <p:cNvPr id="22" name="Picture Placeholder 16"/>
          <p:cNvSpPr>
            <a:spLocks noGrp="1"/>
          </p:cNvSpPr>
          <p:nvPr>
            <p:ph type="pic" sz="quarter" idx="15"/>
          </p:nvPr>
        </p:nvSpPr>
        <p:spPr>
          <a:xfrm>
            <a:off x="230186" y="1889125"/>
            <a:ext cx="2286000" cy="457200"/>
          </a:xfrm>
        </p:spPr>
        <p:txBody>
          <a:bodyPr anchor="ctr" anchorCtr="0">
            <a:noAutofit/>
          </a:bodyPr>
          <a:lstStyle>
            <a:lvl1pPr algn="ctr">
              <a:buNone/>
              <a:defRPr sz="1200"/>
            </a:lvl1pPr>
          </a:lstStyle>
          <a:p>
            <a:endParaRPr lang="en-US" dirty="0"/>
          </a:p>
        </p:txBody>
      </p:sp>
      <p:sp>
        <p:nvSpPr>
          <p:cNvPr id="29" name="Picture Placeholder 16"/>
          <p:cNvSpPr>
            <a:spLocks noGrp="1"/>
          </p:cNvSpPr>
          <p:nvPr>
            <p:ph type="pic" sz="quarter" idx="25"/>
          </p:nvPr>
        </p:nvSpPr>
        <p:spPr>
          <a:xfrm>
            <a:off x="230188" y="2452688"/>
            <a:ext cx="2286000" cy="457200"/>
          </a:xfrm>
        </p:spPr>
        <p:txBody>
          <a:bodyPr anchor="ctr" anchorCtr="0">
            <a:noAutofit/>
          </a:bodyPr>
          <a:lstStyle>
            <a:lvl1pPr algn="ctr">
              <a:buNone/>
              <a:defRPr sz="1200"/>
            </a:lvl1pPr>
          </a:lstStyle>
          <a:p>
            <a:endParaRPr lang="en-US" dirty="0"/>
          </a:p>
        </p:txBody>
      </p:sp>
      <p:sp>
        <p:nvSpPr>
          <p:cNvPr id="30" name="Picture Placeholder 16"/>
          <p:cNvSpPr>
            <a:spLocks noGrp="1"/>
          </p:cNvSpPr>
          <p:nvPr>
            <p:ph type="pic" sz="quarter" idx="26"/>
          </p:nvPr>
        </p:nvSpPr>
        <p:spPr>
          <a:xfrm>
            <a:off x="230188" y="3014663"/>
            <a:ext cx="2286000" cy="457200"/>
          </a:xfrm>
        </p:spPr>
        <p:txBody>
          <a:bodyPr anchor="ctr" anchorCtr="0">
            <a:noAutofit/>
          </a:bodyPr>
          <a:lstStyle>
            <a:lvl1pPr algn="ctr">
              <a:buNone/>
              <a:defRPr sz="1200"/>
            </a:lvl1pPr>
          </a:lstStyle>
          <a:p>
            <a:endParaRPr lang="en-US" dirty="0"/>
          </a:p>
        </p:txBody>
      </p:sp>
      <p:sp>
        <p:nvSpPr>
          <p:cNvPr id="31" name="Picture Placeholder 16"/>
          <p:cNvSpPr>
            <a:spLocks noGrp="1"/>
          </p:cNvSpPr>
          <p:nvPr>
            <p:ph type="pic" sz="quarter" idx="27"/>
          </p:nvPr>
        </p:nvSpPr>
        <p:spPr>
          <a:xfrm>
            <a:off x="230188" y="3578225"/>
            <a:ext cx="2286000" cy="457200"/>
          </a:xfrm>
        </p:spPr>
        <p:txBody>
          <a:bodyPr anchor="ctr" anchorCtr="0">
            <a:noAutofit/>
          </a:bodyPr>
          <a:lstStyle>
            <a:lvl1pPr algn="ctr">
              <a:buNone/>
              <a:defRPr sz="1200"/>
            </a:lvl1pPr>
          </a:lstStyle>
          <a:p>
            <a:endParaRPr lang="en-US" dirty="0"/>
          </a:p>
        </p:txBody>
      </p:sp>
      <p:sp>
        <p:nvSpPr>
          <p:cNvPr id="32" name="Picture Placeholder 16"/>
          <p:cNvSpPr>
            <a:spLocks noGrp="1"/>
          </p:cNvSpPr>
          <p:nvPr>
            <p:ph type="pic" sz="quarter" idx="28"/>
          </p:nvPr>
        </p:nvSpPr>
        <p:spPr>
          <a:xfrm>
            <a:off x="230188" y="4141788"/>
            <a:ext cx="2286000" cy="457200"/>
          </a:xfrm>
        </p:spPr>
        <p:txBody>
          <a:bodyPr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27602922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ultiple Graph Option 1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atin typeface="Arial"/>
              </a:defRPr>
            </a:lvl1pPr>
          </a:lstStyle>
          <a:p>
            <a:r>
              <a:rPr lang="en-US" dirty="0"/>
              <a:t>Slide Title</a:t>
            </a:r>
          </a:p>
        </p:txBody>
      </p:sp>
      <p:sp>
        <p:nvSpPr>
          <p:cNvPr id="6" name="Text Placeholder 12"/>
          <p:cNvSpPr>
            <a:spLocks noGrp="1"/>
          </p:cNvSpPr>
          <p:nvPr>
            <p:ph type="body" sz="quarter" idx="13"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7" name="Text Placeholder 12"/>
          <p:cNvSpPr>
            <a:spLocks noGrp="1"/>
          </p:cNvSpPr>
          <p:nvPr>
            <p:ph type="body" sz="quarter" idx="14"/>
          </p:nvPr>
        </p:nvSpPr>
        <p:spPr>
          <a:xfrm>
            <a:off x="230188" y="1200150"/>
            <a:ext cx="8686800" cy="688975"/>
          </a:xfrm>
        </p:spPr>
        <p:txBody>
          <a:bodyPr lIns="0" tIns="0" rIns="0" bIns="0">
            <a:noAutofit/>
          </a:bodyPr>
          <a:lstStyle>
            <a:lvl1pPr marL="0" indent="0">
              <a:spcBef>
                <a:spcPts val="0"/>
              </a:spcBef>
              <a:buFontTx/>
              <a:buNone/>
              <a:defRPr sz="1200" baseline="0">
                <a:solidFill>
                  <a:srgbClr val="000000"/>
                </a:solidFill>
              </a:defRPr>
            </a:lvl1pPr>
          </a:lstStyle>
          <a:p>
            <a:pPr lvl="0"/>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9"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C48BA28F-F5EE-4CA9-83D1-C0DADD8673A3}" type="datetime1">
              <a:rPr lang="en-US" smtClean="0"/>
              <a:t>3/31/2023</a:t>
            </a:fld>
            <a:endParaRPr lang="en-US" dirty="0"/>
          </a:p>
        </p:txBody>
      </p:sp>
      <p:sp>
        <p:nvSpPr>
          <p:cNvPr id="10"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11" name="Straight Connector 10"/>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3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
        <p:nvSpPr>
          <p:cNvPr id="22" name="Picture Placeholder 16"/>
          <p:cNvSpPr>
            <a:spLocks noGrp="1"/>
          </p:cNvSpPr>
          <p:nvPr>
            <p:ph type="pic" sz="quarter" idx="15"/>
          </p:nvPr>
        </p:nvSpPr>
        <p:spPr>
          <a:xfrm>
            <a:off x="230186" y="1889125"/>
            <a:ext cx="4233672" cy="1225296"/>
          </a:xfrm>
        </p:spPr>
        <p:txBody>
          <a:bodyPr anchor="ctr" anchorCtr="0">
            <a:noAutofit/>
          </a:bodyPr>
          <a:lstStyle>
            <a:lvl1pPr algn="ctr">
              <a:buNone/>
              <a:defRPr sz="1200"/>
            </a:lvl1pPr>
          </a:lstStyle>
          <a:p>
            <a:endParaRPr lang="en-US" dirty="0"/>
          </a:p>
        </p:txBody>
      </p:sp>
      <p:sp>
        <p:nvSpPr>
          <p:cNvPr id="23" name="Picture Placeholder 16"/>
          <p:cNvSpPr>
            <a:spLocks noGrp="1"/>
          </p:cNvSpPr>
          <p:nvPr>
            <p:ph type="pic" sz="quarter" idx="16"/>
          </p:nvPr>
        </p:nvSpPr>
        <p:spPr>
          <a:xfrm>
            <a:off x="4680462" y="1889125"/>
            <a:ext cx="4233672" cy="1225296"/>
          </a:xfrm>
        </p:spPr>
        <p:txBody>
          <a:bodyPr anchor="ctr" anchorCtr="0">
            <a:noAutofit/>
          </a:bodyPr>
          <a:lstStyle>
            <a:lvl1pPr algn="ctr">
              <a:buNone/>
              <a:defRPr sz="1200"/>
            </a:lvl1pPr>
          </a:lstStyle>
          <a:p>
            <a:endParaRPr lang="en-US" dirty="0"/>
          </a:p>
        </p:txBody>
      </p:sp>
      <p:sp>
        <p:nvSpPr>
          <p:cNvPr id="24" name="Picture Placeholder 16"/>
          <p:cNvSpPr>
            <a:spLocks noGrp="1"/>
          </p:cNvSpPr>
          <p:nvPr>
            <p:ph type="pic" sz="quarter" idx="17"/>
          </p:nvPr>
        </p:nvSpPr>
        <p:spPr>
          <a:xfrm>
            <a:off x="230186" y="3378816"/>
            <a:ext cx="4233672" cy="1225296"/>
          </a:xfrm>
        </p:spPr>
        <p:txBody>
          <a:bodyPr anchor="ctr" anchorCtr="0">
            <a:noAutofit/>
          </a:bodyPr>
          <a:lstStyle>
            <a:lvl1pPr algn="ctr">
              <a:buNone/>
              <a:defRPr sz="1200"/>
            </a:lvl1pPr>
          </a:lstStyle>
          <a:p>
            <a:endParaRPr lang="en-US" dirty="0"/>
          </a:p>
        </p:txBody>
      </p:sp>
      <p:sp>
        <p:nvSpPr>
          <p:cNvPr id="25" name="Picture Placeholder 16"/>
          <p:cNvSpPr>
            <a:spLocks noGrp="1"/>
          </p:cNvSpPr>
          <p:nvPr>
            <p:ph type="pic" sz="quarter" idx="18"/>
          </p:nvPr>
        </p:nvSpPr>
        <p:spPr>
          <a:xfrm>
            <a:off x="4680462" y="3378816"/>
            <a:ext cx="4233672" cy="1225296"/>
          </a:xfrm>
        </p:spPr>
        <p:txBody>
          <a:bodyPr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18695324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Rectangle 2"/>
          <p:cNvSpPr/>
          <p:nvPr userDrawn="1"/>
        </p:nvSpPr>
        <p:spPr>
          <a:xfrm>
            <a:off x="313381" y="4915450"/>
            <a:ext cx="4065124" cy="228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30" tIns="45715" rIns="91430" bIns="45715" rtlCol="0" anchor="ctr"/>
          <a:lstStyle/>
          <a:p>
            <a:pPr algn="ctr"/>
            <a:endParaRPr lang="en-US" dirty="0"/>
          </a:p>
        </p:txBody>
      </p:sp>
    </p:spTree>
    <p:extLst>
      <p:ext uri="{BB962C8B-B14F-4D97-AF65-F5344CB8AC3E}">
        <p14:creationId xmlns:p14="http://schemas.microsoft.com/office/powerpoint/2010/main" val="8921103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53"/>
          <p:cNvSpPr>
            <a:spLocks noGrp="1"/>
          </p:cNvSpPr>
          <p:nvPr>
            <p:ph idx="1" hasCustomPrompt="1"/>
          </p:nvPr>
        </p:nvSpPr>
        <p:spPr>
          <a:xfrm>
            <a:off x="264161" y="1244666"/>
            <a:ext cx="8575039" cy="1494768"/>
          </a:xfrm>
          <a:prstGeom prst="rect">
            <a:avLst/>
          </a:prstGeom>
        </p:spPr>
        <p:txBody>
          <a:bodyPr vert="horz" wrap="square" lIns="91430" tIns="91440" rIns="91430" bIns="91440" rtlCol="0">
            <a:spAutoFit/>
          </a:bodyPr>
          <a:lstStyle>
            <a:lvl1pPr marL="280953" indent="-280953">
              <a:buSzPct val="55000"/>
              <a:buFont typeface="Wingdings" charset="2"/>
              <a:buChar char="u"/>
              <a:defRPr sz="1800"/>
            </a:lvl1pPr>
            <a:lvl2pPr>
              <a:defRPr sz="1600"/>
            </a:lvl2pPr>
            <a:lvl3pPr marL="855557" indent="-280953">
              <a:buClr>
                <a:schemeClr val="tx2"/>
              </a:buClr>
              <a:buFont typeface="Wingdings" charset="2"/>
              <a:buChar char="§"/>
              <a:defRPr sz="1600"/>
            </a:lvl3pPr>
            <a:lvl4pPr>
              <a:defRPr sz="1600" baseline="0"/>
            </a:lvl4pPr>
          </a:lstStyle>
          <a:p>
            <a:pPr lvl="0"/>
            <a:r>
              <a:rPr lang="en-US" dirty="0"/>
              <a:t>Click to add text</a:t>
            </a:r>
          </a:p>
          <a:p>
            <a:pPr lvl="1"/>
            <a:r>
              <a:rPr lang="en-US" dirty="0"/>
              <a:t>Second level</a:t>
            </a:r>
          </a:p>
          <a:p>
            <a:pPr lvl="2"/>
            <a:r>
              <a:rPr lang="en-US" dirty="0"/>
              <a:t>Third level</a:t>
            </a:r>
          </a:p>
          <a:p>
            <a:pPr lvl="3"/>
            <a:r>
              <a:rPr lang="en-US" dirty="0"/>
              <a:t>Forth level</a:t>
            </a:r>
          </a:p>
        </p:txBody>
      </p:sp>
      <p:sp>
        <p:nvSpPr>
          <p:cNvPr id="4" name="Text Placeholder 5"/>
          <p:cNvSpPr>
            <a:spLocks noGrp="1"/>
          </p:cNvSpPr>
          <p:nvPr>
            <p:ph type="body" sz="quarter" idx="24"/>
          </p:nvPr>
        </p:nvSpPr>
        <p:spPr>
          <a:xfrm>
            <a:off x="264160" y="877455"/>
            <a:ext cx="8575040" cy="369332"/>
          </a:xfrm>
          <a:prstGeom prst="rect">
            <a:avLst/>
          </a:prstGeom>
        </p:spPr>
        <p:txBody>
          <a:bodyPr>
            <a:spAutoFit/>
          </a:bodyPr>
          <a:lstStyle>
            <a:lvl1pPr marL="0" indent="0">
              <a:buNone/>
              <a:defRPr sz="1800" b="0"/>
            </a:lvl1pPr>
          </a:lstStyle>
          <a:p>
            <a:r>
              <a:rPr lang="en-US" dirty="0"/>
              <a:t>Slide subtitle</a:t>
            </a:r>
          </a:p>
        </p:txBody>
      </p:sp>
    </p:spTree>
    <p:extLst>
      <p:ext uri="{BB962C8B-B14F-4D97-AF65-F5344CB8AC3E}">
        <p14:creationId xmlns:p14="http://schemas.microsoft.com/office/powerpoint/2010/main" val="38905931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Пользовательский макет">
    <p:spTree>
      <p:nvGrpSpPr>
        <p:cNvPr id="1" name=""/>
        <p:cNvGrpSpPr/>
        <p:nvPr/>
      </p:nvGrpSpPr>
      <p:grpSpPr>
        <a:xfrm>
          <a:off x="0" y="0"/>
          <a:ext cx="0" cy="0"/>
          <a:chOff x="0" y="0"/>
          <a:chExt cx="0" cy="0"/>
        </a:xfrm>
      </p:grpSpPr>
      <p:sp>
        <p:nvSpPr>
          <p:cNvPr id="7" name="Рисунок 7"/>
          <p:cNvSpPr>
            <a:spLocks noGrp="1"/>
          </p:cNvSpPr>
          <p:nvPr>
            <p:ph type="pic" sz="quarter" idx="10"/>
          </p:nvPr>
        </p:nvSpPr>
        <p:spPr>
          <a:xfrm>
            <a:off x="2785188"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42385309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0F6B3C34-BC18-4C25-AA33-07C5907A217C}"/>
              </a:ext>
            </a:extLst>
          </p:cNvPr>
          <p:cNvSpPr/>
          <p:nvPr userDrawn="1"/>
        </p:nvSpPr>
        <p:spPr>
          <a:xfrm>
            <a:off x="6359128" y="0"/>
            <a:ext cx="2784872"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sz="1350" dirty="0"/>
          </a:p>
        </p:txBody>
      </p:sp>
      <p:sp>
        <p:nvSpPr>
          <p:cNvPr id="4" name="Прямоугольник 7">
            <a:extLst>
              <a:ext uri="{FF2B5EF4-FFF2-40B4-BE49-F238E27FC236}">
                <a16:creationId xmlns:a16="http://schemas.microsoft.com/office/drawing/2014/main" id="{2EA17AA2-7945-40FC-9355-4675866C879A}"/>
              </a:ext>
            </a:extLst>
          </p:cNvPr>
          <p:cNvSpPr>
            <a:spLocks noChangeArrowheads="1"/>
          </p:cNvSpPr>
          <p:nvPr userDrawn="1"/>
        </p:nvSpPr>
        <p:spPr bwMode="auto">
          <a:xfrm>
            <a:off x="309906" y="4829175"/>
            <a:ext cx="306495"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7D08EDB-785C-43C0-BE23-041849E8AED4}" type="slidenum">
              <a:rPr lang="ru-RU" altLang="ru-RU" sz="675" smtClean="0">
                <a:ea typeface="Lato" panose="020F0502020204030203" pitchFamily="34" charset="0"/>
                <a:cs typeface="Poppins SemiBold" panose="02000000000000000000" pitchFamily="2" charset="0"/>
              </a:rPr>
              <a:pPr algn="ctr" eaLnBrk="1" hangingPunct="1">
                <a:defRPr/>
              </a:pPr>
              <a:t>‹#›</a:t>
            </a:fld>
            <a:endParaRPr lang="ru-RU" altLang="ru-RU" sz="9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207AB24F-3E63-4B3A-B708-5619D6A838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3622" y="255985"/>
            <a:ext cx="119063" cy="120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4578171"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279842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4536B8-BC4D-477E-BD3E-1E14E11F431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B19134-91FE-46CC-B0FB-BEDBEF5880F1}"/>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8AF512-084F-4371-A0B6-8088CB77895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EEA2FC0F-490E-4037-809F-EE94D2F34D5E}" type="datetimeFigureOut">
              <a:rPr lang="en-US" smtClean="0"/>
              <a:t>3/31/2023</a:t>
            </a:fld>
            <a:endParaRPr lang="en-US"/>
          </a:p>
        </p:txBody>
      </p:sp>
      <p:sp>
        <p:nvSpPr>
          <p:cNvPr id="5" name="Footer Placeholder 4">
            <a:extLst>
              <a:ext uri="{FF2B5EF4-FFF2-40B4-BE49-F238E27FC236}">
                <a16:creationId xmlns:a16="http://schemas.microsoft.com/office/drawing/2014/main" id="{1E09B006-DED5-43AC-A255-C435A76BF94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5B28A4-A031-40DC-89D6-956EADB64DCD}"/>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ECA14B2-F45F-4421-8663-2E4CBFF6CDB4}" type="slidenum">
              <a:rPr lang="en-US" smtClean="0"/>
              <a:t>‹#›</a:t>
            </a:fld>
            <a:endParaRPr lang="en-US"/>
          </a:p>
        </p:txBody>
      </p:sp>
    </p:spTree>
    <p:extLst>
      <p:ext uri="{BB962C8B-B14F-4D97-AF65-F5344CB8AC3E}">
        <p14:creationId xmlns:p14="http://schemas.microsoft.com/office/powerpoint/2010/main" val="3421864977"/>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654" r:id="rId12"/>
    <p:sldLayoutId id="2147483701" r:id="rId13"/>
    <p:sldLayoutId id="2147483668" r:id="rId14"/>
    <p:sldLayoutId id="2147483670" r:id="rId15"/>
    <p:sldLayoutId id="2147483671" r:id="rId16"/>
    <p:sldLayoutId id="2147483716" r:id="rId17"/>
    <p:sldLayoutId id="2147483708" r:id="rId18"/>
    <p:sldLayoutId id="2147483709" r:id="rId19"/>
    <p:sldLayoutId id="2147483718" r:id="rId20"/>
    <p:sldLayoutId id="2147483719" r:id="rId21"/>
    <p:sldLayoutId id="2147483737" r:id="rId22"/>
    <p:sldLayoutId id="2147483738" r:id="rId23"/>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87508" y="1344700"/>
            <a:ext cx="260730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1600" dirty="0">
                <a:solidFill>
                  <a:srgbClr val="ED7D31"/>
                </a:solidFill>
                <a:latin typeface="Raleway ExtraBold" panose="020B0903030101060003" pitchFamily="34" charset="0"/>
              </a:rPr>
              <a:t>Development  Principle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324388" y="1943544"/>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200" dirty="0">
                <a:solidFill>
                  <a:schemeClr val="tx1">
                    <a:lumMod val="95000"/>
                    <a:lumOff val="5000"/>
                  </a:schemeClr>
                </a:solidFill>
              </a:rPr>
              <a:t>We build custom solutions based on Cloud Native principles with micro-service-based architecture , driven by DevSecOps approach to add development velocity and site reliability. While we are willing to be flexible on our execution approach, we believe that adopting the most modern technology stacks and architecture principles are critical to the project success.</a:t>
            </a:r>
          </a:p>
        </p:txBody>
      </p:sp>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pic>
        <p:nvPicPr>
          <p:cNvPr id="3" name="Picture 2">
            <a:extLst>
              <a:ext uri="{FF2B5EF4-FFF2-40B4-BE49-F238E27FC236}">
                <a16:creationId xmlns:a16="http://schemas.microsoft.com/office/drawing/2014/main" id="{7F97DF68-A58F-46A9-9491-402630B2B71C}"/>
              </a:ext>
            </a:extLst>
          </p:cNvPr>
          <p:cNvPicPr>
            <a:picLocks noChangeAspect="1"/>
          </p:cNvPicPr>
          <p:nvPr/>
        </p:nvPicPr>
        <p:blipFill>
          <a:blip r:embed="rId2"/>
          <a:stretch>
            <a:fillRect/>
          </a:stretch>
        </p:blipFill>
        <p:spPr>
          <a:xfrm>
            <a:off x="2966140" y="585608"/>
            <a:ext cx="5964264" cy="3925571"/>
          </a:xfrm>
          <a:prstGeom prst="rect">
            <a:avLst/>
          </a:prstGeom>
        </p:spPr>
      </p:pic>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1678010" y="73563"/>
            <a:ext cx="542205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700" dirty="0">
                <a:latin typeface="Raleway ExtraBold" panose="020B0903030101060003" pitchFamily="34" charset="0"/>
              </a:rPr>
              <a:t>Architectures &amp; Development</a:t>
            </a:r>
          </a:p>
          <a:p>
            <a:pPr algn="r" eaLnBrk="1" hangingPunct="1">
              <a:lnSpc>
                <a:spcPct val="100000"/>
              </a:lnSpc>
              <a:spcBef>
                <a:spcPct val="0"/>
              </a:spcBef>
              <a:buFontTx/>
              <a:buNone/>
            </a:pPr>
            <a:endParaRPr lang="en-US" altLang="ru-RU" sz="1200" dirty="0">
              <a:latin typeface="Raleway ExtraBold" panose="020B0903030101060003" pitchFamily="34" charset="0"/>
            </a:endParaRPr>
          </a:p>
        </p:txBody>
      </p:sp>
    </p:spTree>
    <p:extLst>
      <p:ext uri="{BB962C8B-B14F-4D97-AF65-F5344CB8AC3E}">
        <p14:creationId xmlns:p14="http://schemas.microsoft.com/office/powerpoint/2010/main" val="42555838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725"/>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1125"/>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083DC11-28BC-45BB-86AC-D8E58EB198BE}"/>
              </a:ext>
            </a:extLst>
          </p:cNvPr>
          <p:cNvSpPr/>
          <p:nvPr/>
        </p:nvSpPr>
        <p:spPr>
          <a:xfrm>
            <a:off x="236823" y="4110881"/>
            <a:ext cx="8775609" cy="665050"/>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10164B8B-BDC0-435A-B01D-389E5755DFA5}"/>
              </a:ext>
            </a:extLst>
          </p:cNvPr>
          <p:cNvSpPr/>
          <p:nvPr/>
        </p:nvSpPr>
        <p:spPr>
          <a:xfrm>
            <a:off x="236823" y="4110881"/>
            <a:ext cx="70931" cy="665050"/>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descr="Diagram&#10;&#10;Description automatically generated">
            <a:extLst>
              <a:ext uri="{FF2B5EF4-FFF2-40B4-BE49-F238E27FC236}">
                <a16:creationId xmlns:a16="http://schemas.microsoft.com/office/drawing/2014/main" id="{9BDD177B-7A19-4EA0-B01C-2425731CC6BD}"/>
              </a:ext>
            </a:extLst>
          </p:cNvPr>
          <p:cNvPicPr>
            <a:picLocks noChangeAspect="1"/>
          </p:cNvPicPr>
          <p:nvPr/>
        </p:nvPicPr>
        <p:blipFill>
          <a:blip r:embed="rId2"/>
          <a:stretch>
            <a:fillRect/>
          </a:stretch>
        </p:blipFill>
        <p:spPr>
          <a:xfrm>
            <a:off x="0" y="280292"/>
            <a:ext cx="9144000" cy="3786626"/>
          </a:xfrm>
          <a:prstGeom prst="rect">
            <a:avLst/>
          </a:prstGeom>
        </p:spPr>
      </p:pic>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351945" y="4256236"/>
            <a:ext cx="8594700" cy="3994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200" dirty="0">
                <a:solidFill>
                  <a:schemeClr val="tx1">
                    <a:lumMod val="95000"/>
                    <a:lumOff val="5000"/>
                  </a:schemeClr>
                </a:solidFill>
              </a:rPr>
              <a:t>We adopt DevSecOps principles to add development velocity and site reliability. While we are willing to be flexible on our execution approach, we believe that adopting the most modern technology stacks and architecture principles are critical to the project success.</a:t>
            </a:r>
          </a:p>
        </p:txBody>
      </p:sp>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494638" y="51663"/>
            <a:ext cx="2154725"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Operation Model</a:t>
            </a:r>
          </a:p>
        </p:txBody>
      </p:sp>
    </p:spTree>
    <p:extLst>
      <p:ext uri="{BB962C8B-B14F-4D97-AF65-F5344CB8AC3E}">
        <p14:creationId xmlns:p14="http://schemas.microsoft.com/office/powerpoint/2010/main" val="39620387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427CB0-0FE1-4879-889F-1079806F0174}"/>
              </a:ext>
            </a:extLst>
          </p:cNvPr>
          <p:cNvSpPr/>
          <p:nvPr/>
        </p:nvSpPr>
        <p:spPr>
          <a:xfrm>
            <a:off x="-1" y="0"/>
            <a:ext cx="280374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4220" y="1344708"/>
            <a:ext cx="2913651" cy="491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3000" dirty="0">
                <a:solidFill>
                  <a:schemeClr val="accent2">
                    <a:lumMod val="75000"/>
                  </a:schemeClr>
                </a:solidFill>
                <a:latin typeface="Raleway ExtraBold" panose="020B0903030101060003" pitchFamily="34" charset="0"/>
              </a:rPr>
              <a:t>Methodology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10538" y="2562981"/>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050" dirty="0">
                <a:solidFill>
                  <a:schemeClr val="tx1">
                    <a:lumMod val="95000"/>
                    <a:lumOff val="5000"/>
                  </a:schemeClr>
                </a:solidFill>
                <a:latin typeface="Segoe UI" panose="020B0502040204020203" pitchFamily="34" charset="0"/>
                <a:cs typeface="Segoe UI" panose="020B0502040204020203" pitchFamily="34" charset="0"/>
              </a:rPr>
              <a:t>When recommending an Agile execution approach, Synectiks considers the following core activities and concepts to be the most critical to the success of project execution. While we are willing to be flexible on our execution approach, we believe that eliminating these activities reduces the effectiveness of the agile approach.</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3123353" y="29319"/>
            <a:ext cx="542205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7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200" dirty="0">
              <a:latin typeface="Raleway ExtraBold" panose="020B0903030101060003" pitchFamily="34" charset="0"/>
            </a:endParaRPr>
          </a:p>
        </p:txBody>
      </p:sp>
      <p:grpSp>
        <p:nvGrpSpPr>
          <p:cNvPr id="65" name="Group 64">
            <a:extLst>
              <a:ext uri="{FF2B5EF4-FFF2-40B4-BE49-F238E27FC236}">
                <a16:creationId xmlns:a16="http://schemas.microsoft.com/office/drawing/2014/main" id="{2C7DD8AD-AEF8-4235-A84A-ABC99C225622}"/>
              </a:ext>
            </a:extLst>
          </p:cNvPr>
          <p:cNvGrpSpPr/>
          <p:nvPr/>
        </p:nvGrpSpPr>
        <p:grpSpPr>
          <a:xfrm>
            <a:off x="2779776" y="1342692"/>
            <a:ext cx="6364224" cy="3748855"/>
            <a:chOff x="230185" y="1885861"/>
            <a:chExt cx="8686803" cy="2743289"/>
          </a:xfrm>
        </p:grpSpPr>
        <p:sp>
          <p:nvSpPr>
            <p:cNvPr id="66" name="Rectangle 256">
              <a:extLst>
                <a:ext uri="{FF2B5EF4-FFF2-40B4-BE49-F238E27FC236}">
                  <a16:creationId xmlns:a16="http://schemas.microsoft.com/office/drawing/2014/main" id="{3B24C640-E013-456A-881B-2027C53FC852}"/>
                </a:ext>
              </a:extLst>
            </p:cNvPr>
            <p:cNvSpPr>
              <a:spLocks noChangeArrowheads="1"/>
            </p:cNvSpPr>
            <p:nvPr/>
          </p:nvSpPr>
          <p:spPr bwMode="auto">
            <a:xfrm flipH="1">
              <a:off x="673397" y="3366086"/>
              <a:ext cx="8229600" cy="1253162"/>
            </a:xfrm>
            <a:prstGeom prst="rect">
              <a:avLst/>
            </a:prstGeom>
            <a:solidFill>
              <a:srgbClr val="00B0F0"/>
            </a:solidFill>
            <a:ln w="12700">
              <a:noFill/>
              <a:miter lim="800000"/>
              <a:headEnd/>
              <a:tailEnd/>
            </a:ln>
          </p:spPr>
          <p:txBody>
            <a:bodyPr wrap="none" anchor="ctr">
              <a:noAutofit/>
            </a:bodyPr>
            <a:lstStyle/>
            <a:p>
              <a:endParaRPr lang="en-US" sz="1125" b="1" dirty="0">
                <a:solidFill>
                  <a:srgbClr val="4D4D4D"/>
                </a:solidFill>
              </a:endParaRPr>
            </a:p>
          </p:txBody>
        </p:sp>
        <p:sp>
          <p:nvSpPr>
            <p:cNvPr id="67" name="Pentagon 10">
              <a:extLst>
                <a:ext uri="{FF2B5EF4-FFF2-40B4-BE49-F238E27FC236}">
                  <a16:creationId xmlns:a16="http://schemas.microsoft.com/office/drawing/2014/main" id="{2847BC25-7953-4843-9436-EFC4F7376898}"/>
                </a:ext>
              </a:extLst>
            </p:cNvPr>
            <p:cNvSpPr/>
            <p:nvPr/>
          </p:nvSpPr>
          <p:spPr>
            <a:xfrm>
              <a:off x="673395" y="1885861"/>
              <a:ext cx="2050537" cy="214497"/>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68" name="Text Placeholder 12">
              <a:extLst>
                <a:ext uri="{FF2B5EF4-FFF2-40B4-BE49-F238E27FC236}">
                  <a16:creationId xmlns:a16="http://schemas.microsoft.com/office/drawing/2014/main" id="{5A260B9F-F9C7-42F0-9D8C-21AE6CAA8658}"/>
                </a:ext>
              </a:extLst>
            </p:cNvPr>
            <p:cNvSpPr txBox="1">
              <a:spLocks/>
            </p:cNvSpPr>
            <p:nvPr/>
          </p:nvSpPr>
          <p:spPr>
            <a:xfrm>
              <a:off x="709224" y="1885861"/>
              <a:ext cx="1900407"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50" dirty="0"/>
                <a:t>Release plan / product backlog</a:t>
              </a:r>
            </a:p>
          </p:txBody>
        </p:sp>
        <p:sp>
          <p:nvSpPr>
            <p:cNvPr id="69" name="Chevron 12">
              <a:extLst>
                <a:ext uri="{FF2B5EF4-FFF2-40B4-BE49-F238E27FC236}">
                  <a16:creationId xmlns:a16="http://schemas.microsoft.com/office/drawing/2014/main" id="{37ABA2E3-A7C3-4D65-9177-296BA25D8F2C}"/>
                </a:ext>
              </a:extLst>
            </p:cNvPr>
            <p:cNvSpPr/>
            <p:nvPr/>
          </p:nvSpPr>
          <p:spPr>
            <a:xfrm>
              <a:off x="2685324" y="1885861"/>
              <a:ext cx="2112125" cy="228600"/>
            </a:xfrm>
            <a:prstGeom prst="chevron">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0" name="Text Placeholder 12">
              <a:extLst>
                <a:ext uri="{FF2B5EF4-FFF2-40B4-BE49-F238E27FC236}">
                  <a16:creationId xmlns:a16="http://schemas.microsoft.com/office/drawing/2014/main" id="{02BCA679-0832-4A20-B636-60599DBB3C65}"/>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dirty="0"/>
                <a:t>Sprint backlog</a:t>
              </a:r>
            </a:p>
          </p:txBody>
        </p:sp>
        <p:sp>
          <p:nvSpPr>
            <p:cNvPr id="71" name="Chevron 14">
              <a:extLst>
                <a:ext uri="{FF2B5EF4-FFF2-40B4-BE49-F238E27FC236}">
                  <a16:creationId xmlns:a16="http://schemas.microsoft.com/office/drawing/2014/main" id="{C160150C-D6AA-42C5-8A23-121491D6B65A}"/>
                </a:ext>
              </a:extLst>
            </p:cNvPr>
            <p:cNvSpPr/>
            <p:nvPr/>
          </p:nvSpPr>
          <p:spPr>
            <a:xfrm>
              <a:off x="4758842" y="1885861"/>
              <a:ext cx="2125841" cy="228600"/>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2" name="Text Placeholder 12">
              <a:extLst>
                <a:ext uri="{FF2B5EF4-FFF2-40B4-BE49-F238E27FC236}">
                  <a16:creationId xmlns:a16="http://schemas.microsoft.com/office/drawing/2014/main" id="{40F39DEB-0C0D-4BBA-9958-2B0BF97FFA55}"/>
                </a:ext>
              </a:extLst>
            </p:cNvPr>
            <p:cNvSpPr txBox="1">
              <a:spLocks/>
            </p:cNvSpPr>
            <p:nvPr/>
          </p:nvSpPr>
          <p:spPr>
            <a:xfrm>
              <a:off x="5269930" y="1885861"/>
              <a:ext cx="1500453"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goal</a:t>
              </a:r>
            </a:p>
          </p:txBody>
        </p:sp>
        <p:grpSp>
          <p:nvGrpSpPr>
            <p:cNvPr id="73" name="Group 72">
              <a:extLst>
                <a:ext uri="{FF2B5EF4-FFF2-40B4-BE49-F238E27FC236}">
                  <a16:creationId xmlns:a16="http://schemas.microsoft.com/office/drawing/2014/main" id="{C9A64970-01BA-49BC-ABB9-4B4D850E2B45}"/>
                </a:ext>
              </a:extLst>
            </p:cNvPr>
            <p:cNvGrpSpPr/>
            <p:nvPr/>
          </p:nvGrpSpPr>
          <p:grpSpPr>
            <a:xfrm>
              <a:off x="6884683" y="1885861"/>
              <a:ext cx="2032305" cy="228600"/>
              <a:chOff x="6774246" y="1885861"/>
              <a:chExt cx="2142743" cy="228600"/>
            </a:xfrm>
            <a:solidFill>
              <a:srgbClr val="919D9D"/>
            </a:solidFill>
          </p:grpSpPr>
          <p:sp>
            <p:nvSpPr>
              <p:cNvPr id="85" name="Chevron 28">
                <a:extLst>
                  <a:ext uri="{FF2B5EF4-FFF2-40B4-BE49-F238E27FC236}">
                    <a16:creationId xmlns:a16="http://schemas.microsoft.com/office/drawing/2014/main" id="{06DB56EB-9A54-4542-ADD7-CD184297F045}"/>
                  </a:ext>
                </a:extLst>
              </p:cNvPr>
              <p:cNvSpPr/>
              <p:nvPr/>
            </p:nvSpPr>
            <p:spPr>
              <a:xfrm>
                <a:off x="6774246" y="1885861"/>
                <a:ext cx="2142743" cy="228600"/>
              </a:xfrm>
              <a:prstGeom prst="chevr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86" name="Text Placeholder 12">
                <a:extLst>
                  <a:ext uri="{FF2B5EF4-FFF2-40B4-BE49-F238E27FC236}">
                    <a16:creationId xmlns:a16="http://schemas.microsoft.com/office/drawing/2014/main" id="{1A527340-F2F9-433F-B2B1-D5F8AE5EEEB8}"/>
                  </a:ext>
                </a:extLst>
              </p:cNvPr>
              <p:cNvSpPr txBox="1">
                <a:spLocks/>
              </p:cNvSpPr>
              <p:nvPr/>
            </p:nvSpPr>
            <p:spPr>
              <a:xfrm>
                <a:off x="8526640" y="1885861"/>
                <a:ext cx="390348" cy="228600"/>
              </a:xfrm>
              <a:prstGeom prst="rect">
                <a:avLst/>
              </a:prstGeom>
              <a:solidFill>
                <a:srgbClr val="4472C4"/>
              </a:solidFill>
            </p:spPr>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74" name="Text Placeholder 12">
              <a:extLst>
                <a:ext uri="{FF2B5EF4-FFF2-40B4-BE49-F238E27FC236}">
                  <a16:creationId xmlns:a16="http://schemas.microsoft.com/office/drawing/2014/main" id="{1B7FC394-33D0-484D-B153-EFB1ADA7E3B9}"/>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closure</a:t>
              </a:r>
            </a:p>
          </p:txBody>
        </p:sp>
        <p:sp>
          <p:nvSpPr>
            <p:cNvPr id="75" name="Text Placeholder 14">
              <a:extLst>
                <a:ext uri="{FF2B5EF4-FFF2-40B4-BE49-F238E27FC236}">
                  <a16:creationId xmlns:a16="http://schemas.microsoft.com/office/drawing/2014/main" id="{8B2C581F-0E58-4B18-BCCF-6BB072555007}"/>
                </a:ext>
              </a:extLst>
            </p:cNvPr>
            <p:cNvSpPr txBox="1">
              <a:spLocks/>
            </p:cNvSpPr>
            <p:nvPr/>
          </p:nvSpPr>
          <p:spPr>
            <a:xfrm>
              <a:off x="673394"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Vision, ROI and project cadence</a:t>
              </a:r>
            </a:p>
            <a:p>
              <a:pPr marL="171450" indent="-171450" defTabSz="514350">
                <a:spcBef>
                  <a:spcPts val="0"/>
                </a:spcBef>
                <a:buClr>
                  <a:srgbClr val="DA291C"/>
                </a:buClr>
                <a:buSzPct val="80000"/>
              </a:pPr>
              <a:r>
                <a:rPr lang="en-US" sz="750" dirty="0">
                  <a:latin typeface="+mn-lt"/>
                  <a:cs typeface="Calibri" pitchFamily="34" charset="0"/>
                </a:rPr>
                <a:t>Creation of themes, epics </a:t>
              </a:r>
              <a:br>
                <a:rPr lang="en-US" sz="750" dirty="0">
                  <a:latin typeface="+mn-lt"/>
                  <a:cs typeface="Calibri" pitchFamily="34" charset="0"/>
                </a:rPr>
              </a:br>
              <a:r>
                <a:rPr lang="en-US" sz="750" dirty="0">
                  <a:latin typeface="+mn-lt"/>
                  <a:cs typeface="Calibri" pitchFamily="34" charset="0"/>
                </a:rPr>
                <a:t>and user stories</a:t>
              </a:r>
            </a:p>
            <a:p>
              <a:pPr marL="171450" indent="-171450" defTabSz="514350">
                <a:spcBef>
                  <a:spcPts val="0"/>
                </a:spcBef>
                <a:buClr>
                  <a:srgbClr val="DA291C"/>
                </a:buClr>
                <a:buSzPct val="80000"/>
              </a:pPr>
              <a:r>
                <a:rPr lang="en-US" sz="750" dirty="0">
                  <a:latin typeface="+mn-lt"/>
                  <a:cs typeface="Calibri" pitchFamily="34" charset="0"/>
                </a:rPr>
                <a:t>Prioritization of backlog items and grooming</a:t>
              </a:r>
            </a:p>
          </p:txBody>
        </p:sp>
        <p:sp>
          <p:nvSpPr>
            <p:cNvPr id="76" name="Text Placeholder 16">
              <a:extLst>
                <a:ext uri="{FF2B5EF4-FFF2-40B4-BE49-F238E27FC236}">
                  <a16:creationId xmlns:a16="http://schemas.microsoft.com/office/drawing/2014/main" id="{1A0AFC46-0CE1-4091-BAA7-A44E8130828E}"/>
                </a:ext>
              </a:extLst>
            </p:cNvPr>
            <p:cNvSpPr txBox="1">
              <a:spLocks/>
            </p:cNvSpPr>
            <p:nvPr/>
          </p:nvSpPr>
          <p:spPr>
            <a:xfrm>
              <a:off x="693469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Deployment activities</a:t>
              </a:r>
            </a:p>
            <a:p>
              <a:pPr marL="171450" indent="-171450" defTabSz="514350">
                <a:spcBef>
                  <a:spcPts val="0"/>
                </a:spcBef>
                <a:buClr>
                  <a:srgbClr val="DA291C"/>
                </a:buClr>
                <a:buSzPct val="80000"/>
              </a:pPr>
              <a:r>
                <a:rPr lang="en-US" sz="750" dirty="0">
                  <a:latin typeface="+mn-lt"/>
                  <a:cs typeface="Calibri" pitchFamily="34" charset="0"/>
                </a:rPr>
                <a:t>Showcase / demonstration</a:t>
              </a:r>
            </a:p>
            <a:p>
              <a:pPr marL="171450" indent="-171450" defTabSz="514350">
                <a:spcBef>
                  <a:spcPts val="0"/>
                </a:spcBef>
                <a:buClr>
                  <a:srgbClr val="DA291C"/>
                </a:buClr>
                <a:buSzPct val="80000"/>
              </a:pPr>
              <a:r>
                <a:rPr lang="en-US" sz="750" dirty="0">
                  <a:latin typeface="+mn-lt"/>
                  <a:cs typeface="Calibri" pitchFamily="34" charset="0"/>
                </a:rPr>
                <a:t>UAT</a:t>
              </a:r>
            </a:p>
            <a:p>
              <a:pPr marL="171450" indent="-171450" defTabSz="514350">
                <a:spcBef>
                  <a:spcPts val="0"/>
                </a:spcBef>
                <a:buClr>
                  <a:srgbClr val="DA291C"/>
                </a:buClr>
                <a:buSzPct val="80000"/>
              </a:pPr>
              <a:r>
                <a:rPr lang="en-US" sz="750" dirty="0">
                  <a:latin typeface="+mn-lt"/>
                  <a:cs typeface="Calibri" pitchFamily="34" charset="0"/>
                </a:rPr>
                <a:t>Backlog grooming</a:t>
              </a:r>
            </a:p>
            <a:p>
              <a:pPr marL="171450" indent="-171450" defTabSz="514350">
                <a:spcBef>
                  <a:spcPts val="0"/>
                </a:spcBef>
                <a:buClr>
                  <a:srgbClr val="DA291C"/>
                </a:buClr>
                <a:buSzPct val="80000"/>
              </a:pPr>
              <a:r>
                <a:rPr lang="en-US" sz="750" dirty="0">
                  <a:latin typeface="+mn-lt"/>
                  <a:cs typeface="Calibri" pitchFamily="34" charset="0"/>
                </a:rPr>
                <a:t>Retrospective</a:t>
              </a:r>
            </a:p>
            <a:p>
              <a:pPr marL="171450" indent="-171450" defTabSz="514350">
                <a:spcBef>
                  <a:spcPts val="0"/>
                </a:spcBef>
                <a:buClr>
                  <a:srgbClr val="DA291C"/>
                </a:buClr>
                <a:buSzPct val="80000"/>
              </a:pPr>
              <a:r>
                <a:rPr lang="en-US" sz="750" dirty="0">
                  <a:latin typeface="+mn-lt"/>
                  <a:cs typeface="Calibri" pitchFamily="34" charset="0"/>
                </a:rPr>
                <a:t>Release burn-down</a:t>
              </a:r>
            </a:p>
          </p:txBody>
        </p:sp>
        <p:sp>
          <p:nvSpPr>
            <p:cNvPr id="77" name="Text Placeholder 14">
              <a:extLst>
                <a:ext uri="{FF2B5EF4-FFF2-40B4-BE49-F238E27FC236}">
                  <a16:creationId xmlns:a16="http://schemas.microsoft.com/office/drawing/2014/main" id="{4604C8C2-C6CA-4FC6-B41E-13C041521E90}"/>
                </a:ext>
              </a:extLst>
            </p:cNvPr>
            <p:cNvSpPr txBox="1">
              <a:spLocks/>
            </p:cNvSpPr>
            <p:nvPr/>
          </p:nvSpPr>
          <p:spPr>
            <a:xfrm>
              <a:off x="2761721"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cs typeface="Calibri" pitchFamily="34" charset="0"/>
                </a:rPr>
                <a:t>Develop definition of “Done” </a:t>
              </a:r>
            </a:p>
            <a:p>
              <a:pPr marL="171450" indent="-171450" defTabSz="514350">
                <a:spcBef>
                  <a:spcPts val="0"/>
                </a:spcBef>
                <a:buClr>
                  <a:srgbClr val="DA291C"/>
                </a:buClr>
                <a:buSzPct val="80000"/>
              </a:pPr>
              <a:r>
                <a:rPr lang="en-US" sz="750" dirty="0">
                  <a:latin typeface="+mn-lt"/>
                  <a:cs typeface="Calibri" pitchFamily="34" charset="0"/>
                </a:rPr>
                <a:t>Sprint backlog refinement</a:t>
              </a:r>
            </a:p>
            <a:p>
              <a:pPr marL="171450" indent="-171450" defTabSz="514350">
                <a:spcBef>
                  <a:spcPts val="0"/>
                </a:spcBef>
                <a:buClr>
                  <a:srgbClr val="DA291C"/>
                </a:buClr>
                <a:buSzPct val="80000"/>
              </a:pPr>
              <a:r>
                <a:rPr lang="en-US" sz="750" dirty="0">
                  <a:latin typeface="+mn-lt"/>
                  <a:cs typeface="Calibri" pitchFamily="34" charset="0"/>
                </a:rPr>
                <a:t>Develop acceptance criteria</a:t>
              </a:r>
            </a:p>
            <a:p>
              <a:pPr marL="171450" indent="-171450" defTabSz="514350">
                <a:spcBef>
                  <a:spcPts val="0"/>
                </a:spcBef>
                <a:buClr>
                  <a:srgbClr val="DA291C"/>
                </a:buClr>
                <a:buSzPct val="80000"/>
              </a:pPr>
              <a:r>
                <a:rPr lang="en-US" sz="750" dirty="0">
                  <a:cs typeface="Calibri" pitchFamily="34" charset="0"/>
                </a:rPr>
                <a:t>Assign story points</a:t>
              </a:r>
              <a:endParaRPr lang="en-US" sz="750" dirty="0">
                <a:latin typeface="+mn-lt"/>
                <a:cs typeface="Calibri" pitchFamily="34" charset="0"/>
              </a:endParaRPr>
            </a:p>
            <a:p>
              <a:pPr marL="171450" indent="-171450" defTabSz="514350">
                <a:spcBef>
                  <a:spcPts val="0"/>
                </a:spcBef>
                <a:buClr>
                  <a:srgbClr val="DA291C"/>
                </a:buClr>
                <a:buSzPct val="80000"/>
              </a:pPr>
              <a:r>
                <a:rPr lang="en-US" sz="750" dirty="0">
                  <a:latin typeface="+mn-lt"/>
                  <a:cs typeface="Calibri" pitchFamily="34" charset="0"/>
                </a:rPr>
                <a:t>Develop testing approach</a:t>
              </a:r>
            </a:p>
            <a:p>
              <a:pPr marL="171450" indent="-171450" defTabSz="514350">
                <a:spcBef>
                  <a:spcPts val="0"/>
                </a:spcBef>
                <a:buClr>
                  <a:srgbClr val="DA291C"/>
                </a:buClr>
                <a:buSzPct val="80000"/>
              </a:pPr>
              <a:r>
                <a:rPr lang="en-US" sz="750" dirty="0">
                  <a:latin typeface="+mn-lt"/>
                  <a:cs typeface="Calibri" pitchFamily="34" charset="0"/>
                </a:rPr>
                <a:t>Create, develop and assign tasks</a:t>
              </a:r>
            </a:p>
          </p:txBody>
        </p:sp>
        <p:sp>
          <p:nvSpPr>
            <p:cNvPr id="78" name="Text Placeholder 16">
              <a:extLst>
                <a:ext uri="{FF2B5EF4-FFF2-40B4-BE49-F238E27FC236}">
                  <a16:creationId xmlns:a16="http://schemas.microsoft.com/office/drawing/2014/main" id="{E9ED737A-2969-4149-B538-B437D9CBB916}"/>
                </a:ext>
              </a:extLst>
            </p:cNvPr>
            <p:cNvSpPr txBox="1">
              <a:spLocks/>
            </p:cNvSpPr>
            <p:nvPr/>
          </p:nvSpPr>
          <p:spPr>
            <a:xfrm>
              <a:off x="485004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Daily Scrum meetings</a:t>
              </a:r>
            </a:p>
            <a:p>
              <a:pPr marL="171450" indent="-171450" defTabSz="514350">
                <a:spcBef>
                  <a:spcPts val="0"/>
                </a:spcBef>
                <a:buClr>
                  <a:srgbClr val="DA291C"/>
                </a:buClr>
                <a:buSzPct val="80000"/>
              </a:pPr>
              <a:r>
                <a:rPr lang="en-US" sz="750" dirty="0">
                  <a:latin typeface="+mn-lt"/>
                  <a:cs typeface="Calibri" pitchFamily="34" charset="0"/>
                </a:rPr>
                <a:t>Development</a:t>
              </a:r>
            </a:p>
            <a:p>
              <a:pPr marL="171450" indent="-171450" defTabSz="514350">
                <a:spcBef>
                  <a:spcPts val="0"/>
                </a:spcBef>
                <a:buClr>
                  <a:srgbClr val="DA291C"/>
                </a:buClr>
                <a:buSzPct val="80000"/>
              </a:pPr>
              <a:r>
                <a:rPr lang="en-US" sz="750" dirty="0">
                  <a:latin typeface="+mn-lt"/>
                  <a:cs typeface="Calibri" pitchFamily="34" charset="0"/>
                </a:rPr>
                <a:t>Weekly builds and reviews</a:t>
              </a:r>
            </a:p>
            <a:p>
              <a:pPr marL="171450" indent="-171450" defTabSz="514350">
                <a:spcBef>
                  <a:spcPts val="0"/>
                </a:spcBef>
                <a:buClr>
                  <a:srgbClr val="DA291C"/>
                </a:buClr>
                <a:buSzPct val="80000"/>
              </a:pPr>
              <a:r>
                <a:rPr lang="en-US" sz="750" dirty="0">
                  <a:latin typeface="+mn-lt"/>
                  <a:cs typeface="Calibri" pitchFamily="34" charset="0"/>
                </a:rPr>
                <a:t>Continuous integration </a:t>
              </a:r>
              <a:br>
                <a:rPr lang="en-US" sz="750" dirty="0">
                  <a:latin typeface="+mn-lt"/>
                  <a:cs typeface="Calibri" pitchFamily="34" charset="0"/>
                </a:rPr>
              </a:br>
              <a:r>
                <a:rPr lang="en-US" sz="750" dirty="0">
                  <a:latin typeface="+mn-lt"/>
                  <a:cs typeface="Calibri" pitchFamily="34" charset="0"/>
                </a:rPr>
                <a:t>and testing</a:t>
              </a:r>
            </a:p>
            <a:p>
              <a:pPr marL="171450" indent="-171450" defTabSz="514350">
                <a:spcBef>
                  <a:spcPts val="0"/>
                </a:spcBef>
                <a:buClr>
                  <a:srgbClr val="DA291C"/>
                </a:buClr>
                <a:buSzPct val="80000"/>
              </a:pPr>
              <a:r>
                <a:rPr lang="en-US" sz="750" dirty="0">
                  <a:latin typeface="+mn-lt"/>
                  <a:cs typeface="Calibri" pitchFamily="34" charset="0"/>
                </a:rPr>
                <a:t>Impediment removal</a:t>
              </a:r>
            </a:p>
            <a:p>
              <a:pPr marL="171450" indent="-171450" defTabSz="514350">
                <a:spcBef>
                  <a:spcPts val="0"/>
                </a:spcBef>
                <a:buClr>
                  <a:srgbClr val="DA291C"/>
                </a:buClr>
                <a:buSzPct val="80000"/>
              </a:pPr>
              <a:r>
                <a:rPr lang="en-US" sz="750" dirty="0">
                  <a:latin typeface="+mn-lt"/>
                  <a:cs typeface="Calibri" pitchFamily="34" charset="0"/>
                </a:rPr>
                <a:t>Update documentation</a:t>
              </a:r>
            </a:p>
          </p:txBody>
        </p:sp>
        <p:sp>
          <p:nvSpPr>
            <p:cNvPr id="79" name="Text Placeholder 14">
              <a:extLst>
                <a:ext uri="{FF2B5EF4-FFF2-40B4-BE49-F238E27FC236}">
                  <a16:creationId xmlns:a16="http://schemas.microsoft.com/office/drawing/2014/main" id="{D7FB132A-2C13-4B8A-9B84-290FE3A56DDF}"/>
                </a:ext>
              </a:extLst>
            </p:cNvPr>
            <p:cNvSpPr txBox="1">
              <a:spLocks/>
            </p:cNvSpPr>
            <p:nvPr/>
          </p:nvSpPr>
          <p:spPr>
            <a:xfrm>
              <a:off x="673394"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cs typeface="Calibri" pitchFamily="34" charset="0"/>
                </a:rPr>
                <a:t>Release plan</a:t>
              </a:r>
            </a:p>
            <a:p>
              <a:pPr marL="171450" indent="-171450" defTabSz="514350">
                <a:spcBef>
                  <a:spcPts val="0"/>
                </a:spcBef>
                <a:buSzPct val="80000"/>
              </a:pPr>
              <a:r>
                <a:rPr lang="en-US" sz="750" dirty="0">
                  <a:solidFill>
                    <a:schemeClr val="bg1"/>
                  </a:solidFill>
                  <a:latin typeface="+mn-lt"/>
                  <a:cs typeface="Calibri" pitchFamily="34" charset="0"/>
                </a:rPr>
                <a:t>Product backlog</a:t>
              </a:r>
            </a:p>
            <a:p>
              <a:pPr marL="171450" indent="-171450" defTabSz="514350">
                <a:spcBef>
                  <a:spcPts val="0"/>
                </a:spcBef>
                <a:buSzPct val="80000"/>
              </a:pPr>
              <a:r>
                <a:rPr lang="en-US" sz="750" dirty="0">
                  <a:solidFill>
                    <a:schemeClr val="bg1"/>
                  </a:solidFill>
                  <a:cs typeface="Calibri" pitchFamily="34" charset="0"/>
                </a:rPr>
                <a:t>Release burn up</a:t>
              </a:r>
            </a:p>
            <a:p>
              <a:pPr marL="171450" indent="-171450" defTabSz="514350">
                <a:spcBef>
                  <a:spcPts val="0"/>
                </a:spcBef>
                <a:buSzPct val="80000"/>
              </a:pPr>
              <a:endParaRPr lang="en-US" sz="750" dirty="0">
                <a:solidFill>
                  <a:schemeClr val="bg1"/>
                </a:solidFill>
                <a:latin typeface="+mn-lt"/>
                <a:cs typeface="Calibri" pitchFamily="34" charset="0"/>
              </a:endParaRPr>
            </a:p>
          </p:txBody>
        </p:sp>
        <p:sp>
          <p:nvSpPr>
            <p:cNvPr id="80" name="Text Placeholder 16">
              <a:extLst>
                <a:ext uri="{FF2B5EF4-FFF2-40B4-BE49-F238E27FC236}">
                  <a16:creationId xmlns:a16="http://schemas.microsoft.com/office/drawing/2014/main" id="{716EA32A-4F18-4B10-9EDC-C7021BCD8971}"/>
                </a:ext>
              </a:extLst>
            </p:cNvPr>
            <p:cNvSpPr txBox="1">
              <a:spLocks/>
            </p:cNvSpPr>
            <p:nvPr/>
          </p:nvSpPr>
          <p:spPr>
            <a:xfrm>
              <a:off x="693469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Working Software</a:t>
              </a:r>
            </a:p>
            <a:p>
              <a:pPr marL="171450" indent="-171450" defTabSz="514350">
                <a:spcBef>
                  <a:spcPts val="0"/>
                </a:spcBef>
                <a:buSzPct val="80000"/>
              </a:pPr>
              <a:r>
                <a:rPr lang="en-US" sz="750" dirty="0">
                  <a:solidFill>
                    <a:schemeClr val="bg1"/>
                  </a:solidFill>
                  <a:latin typeface="+mn-lt"/>
                  <a:cs typeface="Calibri" pitchFamily="34" charset="0"/>
                </a:rPr>
                <a:t>Retrospective backlog / action list</a:t>
              </a:r>
            </a:p>
            <a:p>
              <a:pPr marL="171450" indent="-171450" defTabSz="514350">
                <a:spcBef>
                  <a:spcPts val="0"/>
                </a:spcBef>
                <a:buSzPct val="80000"/>
              </a:pPr>
              <a:r>
                <a:rPr lang="en-US" sz="750" dirty="0">
                  <a:solidFill>
                    <a:schemeClr val="bg1"/>
                  </a:solidFill>
                  <a:latin typeface="+mn-lt"/>
                  <a:cs typeface="Calibri" pitchFamily="34" charset="0"/>
                </a:rPr>
                <a:t>Continuous improvement plan</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Release burn-down</a:t>
              </a:r>
            </a:p>
          </p:txBody>
        </p:sp>
        <p:sp>
          <p:nvSpPr>
            <p:cNvPr id="81" name="Text Placeholder 14">
              <a:extLst>
                <a:ext uri="{FF2B5EF4-FFF2-40B4-BE49-F238E27FC236}">
                  <a16:creationId xmlns:a16="http://schemas.microsoft.com/office/drawing/2014/main" id="{C75CE276-1877-40E0-9945-BABFE0E62AE4}"/>
                </a:ext>
              </a:extLst>
            </p:cNvPr>
            <p:cNvSpPr txBox="1">
              <a:spLocks/>
            </p:cNvSpPr>
            <p:nvPr/>
          </p:nvSpPr>
          <p:spPr>
            <a:xfrm>
              <a:off x="2761721"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Sprint backlog</a:t>
              </a:r>
            </a:p>
            <a:p>
              <a:pPr marL="171450" indent="-171450" defTabSz="514350">
                <a:spcBef>
                  <a:spcPts val="0"/>
                </a:spcBef>
                <a:buSzPct val="80000"/>
              </a:pPr>
              <a:r>
                <a:rPr lang="en-US" sz="750" dirty="0">
                  <a:solidFill>
                    <a:schemeClr val="bg1"/>
                  </a:solidFill>
                  <a:latin typeface="+mn-lt"/>
                  <a:cs typeface="Calibri" pitchFamily="34" charset="0"/>
                </a:rPr>
                <a:t>Definition of “Done”</a:t>
              </a:r>
            </a:p>
            <a:p>
              <a:pPr marL="171450" indent="-171450" defTabSz="514350">
                <a:spcBef>
                  <a:spcPts val="0"/>
                </a:spcBef>
                <a:buSzPct val="80000"/>
              </a:pPr>
              <a:r>
                <a:rPr lang="en-US" sz="750" dirty="0">
                  <a:solidFill>
                    <a:schemeClr val="bg1"/>
                  </a:solidFill>
                  <a:latin typeface="+mn-lt"/>
                  <a:cs typeface="Calibri" pitchFamily="34" charset="0"/>
                </a:rPr>
                <a:t>Test approach</a:t>
              </a:r>
            </a:p>
            <a:p>
              <a:pPr marL="171450" indent="-171450" defTabSz="514350">
                <a:spcBef>
                  <a:spcPts val="0"/>
                </a:spcBef>
                <a:buSzPct val="80000"/>
              </a:pPr>
              <a:r>
                <a:rPr lang="en-US" sz="750" dirty="0">
                  <a:solidFill>
                    <a:schemeClr val="bg1"/>
                  </a:solidFill>
                  <a:latin typeface="+mn-lt"/>
                  <a:cs typeface="Calibri" pitchFamily="34" charset="0"/>
                </a:rPr>
                <a:t>Acceptance criteria for each story</a:t>
              </a:r>
            </a:p>
            <a:p>
              <a:pPr marL="171450" indent="-171450" defTabSz="514350">
                <a:spcBef>
                  <a:spcPts val="0"/>
                </a:spcBef>
                <a:buSzPct val="80000"/>
              </a:pPr>
              <a:r>
                <a:rPr lang="en-US" sz="750" dirty="0">
                  <a:solidFill>
                    <a:schemeClr val="bg1"/>
                  </a:solidFill>
                  <a:latin typeface="+mn-lt"/>
                  <a:cs typeface="Calibri" pitchFamily="34" charset="0"/>
                </a:rPr>
                <a:t>Sprint Goal</a:t>
              </a:r>
            </a:p>
            <a:p>
              <a:pPr marL="171450" indent="-171450" defTabSz="514350">
                <a:spcBef>
                  <a:spcPts val="0"/>
                </a:spcBef>
                <a:buSzPct val="80000"/>
              </a:pPr>
              <a:r>
                <a:rPr lang="en-US" sz="750" dirty="0">
                  <a:solidFill>
                    <a:schemeClr val="bg1"/>
                  </a:solidFill>
                  <a:latin typeface="+mn-lt"/>
                  <a:cs typeface="Calibri" pitchFamily="34" charset="0"/>
                </a:rPr>
                <a:t>Documentation approach</a:t>
              </a:r>
            </a:p>
          </p:txBody>
        </p:sp>
        <p:sp>
          <p:nvSpPr>
            <p:cNvPr id="82" name="Text Placeholder 16">
              <a:extLst>
                <a:ext uri="{FF2B5EF4-FFF2-40B4-BE49-F238E27FC236}">
                  <a16:creationId xmlns:a16="http://schemas.microsoft.com/office/drawing/2014/main" id="{6441457E-027E-4BAE-979E-3B46F5A4E473}"/>
                </a:ext>
              </a:extLst>
            </p:cNvPr>
            <p:cNvSpPr txBox="1">
              <a:spLocks/>
            </p:cNvSpPr>
            <p:nvPr/>
          </p:nvSpPr>
          <p:spPr>
            <a:xfrm>
              <a:off x="485004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Impediment tracking list</a:t>
              </a:r>
            </a:p>
            <a:p>
              <a:pPr marL="171450" indent="-171450" defTabSz="514350">
                <a:spcBef>
                  <a:spcPts val="0"/>
                </a:spcBef>
                <a:buSzPct val="80000"/>
              </a:pPr>
              <a:r>
                <a:rPr lang="en-US" sz="750" dirty="0">
                  <a:solidFill>
                    <a:schemeClr val="bg1"/>
                  </a:solidFill>
                  <a:latin typeface="+mn-lt"/>
                  <a:cs typeface="Calibri" pitchFamily="34" charset="0"/>
                </a:rPr>
                <a:t>Sprint backlog prioritization</a:t>
              </a:r>
            </a:p>
            <a:p>
              <a:pPr marL="171450" indent="-171450" defTabSz="514350">
                <a:spcBef>
                  <a:spcPts val="0"/>
                </a:spcBef>
                <a:buSzPct val="80000"/>
              </a:pPr>
              <a:r>
                <a:rPr lang="en-US" sz="750" dirty="0">
                  <a:solidFill>
                    <a:schemeClr val="bg1"/>
                  </a:solidFill>
                  <a:latin typeface="+mn-lt"/>
                  <a:cs typeface="Calibri" pitchFamily="34" charset="0"/>
                </a:rPr>
                <a:t>Sprint burn-down chart</a:t>
              </a:r>
            </a:p>
            <a:p>
              <a:pPr marL="171450" indent="-171450" defTabSz="514350">
                <a:spcBef>
                  <a:spcPts val="0"/>
                </a:spcBef>
                <a:buSzPct val="80000"/>
              </a:pPr>
              <a:r>
                <a:rPr lang="en-US" sz="750" dirty="0">
                  <a:solidFill>
                    <a:schemeClr val="bg1"/>
                  </a:solidFill>
                  <a:latin typeface="+mn-lt"/>
                  <a:cs typeface="Calibri" pitchFamily="34" charset="0"/>
                </a:rPr>
                <a:t>Kanban / Scrum board</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Development documentation</a:t>
              </a:r>
            </a:p>
          </p:txBody>
        </p:sp>
        <p:sp>
          <p:nvSpPr>
            <p:cNvPr id="83" name="Text Placeholder 22">
              <a:extLst>
                <a:ext uri="{FF2B5EF4-FFF2-40B4-BE49-F238E27FC236}">
                  <a16:creationId xmlns:a16="http://schemas.microsoft.com/office/drawing/2014/main" id="{8F334541-9DF5-4D17-8201-E0871F643197}"/>
                </a:ext>
              </a:extLst>
            </p:cNvPr>
            <p:cNvSpPr txBox="1">
              <a:spLocks/>
            </p:cNvSpPr>
            <p:nvPr/>
          </p:nvSpPr>
          <p:spPr>
            <a:xfrm rot="16200000">
              <a:off x="-203071" y="2533619"/>
              <a:ext cx="1265726"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Activities</a:t>
              </a:r>
            </a:p>
          </p:txBody>
        </p:sp>
        <p:sp>
          <p:nvSpPr>
            <p:cNvPr id="84" name="Text Placeholder 22">
              <a:extLst>
                <a:ext uri="{FF2B5EF4-FFF2-40B4-BE49-F238E27FC236}">
                  <a16:creationId xmlns:a16="http://schemas.microsoft.com/office/drawing/2014/main" id="{957BE11B-EB8F-4E80-AFC7-E470279CA9AC}"/>
                </a:ext>
              </a:extLst>
            </p:cNvPr>
            <p:cNvSpPr txBox="1">
              <a:spLocks/>
            </p:cNvSpPr>
            <p:nvPr/>
          </p:nvSpPr>
          <p:spPr>
            <a:xfrm rot="16200000">
              <a:off x="-196793" y="3793064"/>
              <a:ext cx="1253162"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Output</a:t>
              </a:r>
            </a:p>
          </p:txBody>
        </p:sp>
      </p:grpSp>
      <p:sp>
        <p:nvSpPr>
          <p:cNvPr id="29" name="TextBox 28">
            <a:extLst>
              <a:ext uri="{FF2B5EF4-FFF2-40B4-BE49-F238E27FC236}">
                <a16:creationId xmlns:a16="http://schemas.microsoft.com/office/drawing/2014/main" id="{600B3266-3E81-41FE-B06B-EB4ED87F2B3D}"/>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2102241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9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EDC1F-A56F-4E8C-A5F9-CD9FCEB21E88}"/>
              </a:ext>
            </a:extLst>
          </p:cNvPr>
          <p:cNvSpPr/>
          <p:nvPr/>
        </p:nvSpPr>
        <p:spPr>
          <a:xfrm>
            <a:off x="5969804" y="0"/>
            <a:ext cx="3174196"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C4B333F-7255-4EB6-88CF-88EB466F8B37}"/>
              </a:ext>
            </a:extLst>
          </p:cNvPr>
          <p:cNvSpPr/>
          <p:nvPr/>
        </p:nvSpPr>
        <p:spPr>
          <a:xfrm>
            <a:off x="6234121" y="139700"/>
            <a:ext cx="2693996" cy="4570482"/>
          </a:xfrm>
          <a:prstGeom prst="rect">
            <a:avLst/>
          </a:prstGeom>
        </p:spPr>
        <p:txBody>
          <a:bodyPr wrap="square">
            <a:spAutoFit/>
          </a:bodyPr>
          <a:lstStyle/>
          <a:p>
            <a:pPr>
              <a:buClr>
                <a:schemeClr val="bg1"/>
              </a:buClr>
              <a:buSzPct val="80000"/>
            </a:pPr>
            <a:r>
              <a:rPr lang="en-US" b="1" dirty="0">
                <a:solidFill>
                  <a:srgbClr val="ED7D31"/>
                </a:solidFill>
                <a:latin typeface="Segoe UI" panose="020B0502040204020203" pitchFamily="34" charset="0"/>
                <a:ea typeface="Segoe UI" panose="020B0502040204020203" pitchFamily="34" charset="0"/>
                <a:cs typeface="Segoe UI" panose="020B0502040204020203" pitchFamily="34" charset="0"/>
              </a:rPr>
              <a:t>Assumptions: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Daily scrum check-in meetings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Customer Roles &amp; Responsibility</a:t>
            </a: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Require Product Owner role from customer to Articulate product strategy, vision and roadmap to stakeholders</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Prioritize and manage product </a:t>
            </a:r>
            <a:b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b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back log.</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representative to participate in daily scrum, sprint planning and retrospect meetings.</a:t>
            </a:r>
          </a:p>
          <a:p>
            <a:pPr marL="346472" lvl="2" indent="-90488" algn="just">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Roles &amp; Responsibility</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along with developers participate in daily scrum and report status	</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mitigate any risk from software delivery perspective.</a:t>
            </a: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	</a:t>
            </a:r>
          </a:p>
        </p:txBody>
      </p:sp>
      <p:sp>
        <p:nvSpPr>
          <p:cNvPr id="6" name="TextBox 5">
            <a:extLst>
              <a:ext uri="{FF2B5EF4-FFF2-40B4-BE49-F238E27FC236}">
                <a16:creationId xmlns:a16="http://schemas.microsoft.com/office/drawing/2014/main" id="{F29BD09F-5BE9-49C0-87C1-DD50193BD5EB}"/>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grpSp>
        <p:nvGrpSpPr>
          <p:cNvPr id="44" name="Group 43">
            <a:extLst>
              <a:ext uri="{FF2B5EF4-FFF2-40B4-BE49-F238E27FC236}">
                <a16:creationId xmlns:a16="http://schemas.microsoft.com/office/drawing/2014/main" id="{44037A98-D466-4535-85E9-87FDBE3ABCE9}"/>
              </a:ext>
            </a:extLst>
          </p:cNvPr>
          <p:cNvGrpSpPr/>
          <p:nvPr/>
        </p:nvGrpSpPr>
        <p:grpSpPr>
          <a:xfrm>
            <a:off x="368726" y="1057411"/>
            <a:ext cx="5300491" cy="312392"/>
            <a:chOff x="301321" y="1298711"/>
            <a:chExt cx="5300491" cy="312392"/>
          </a:xfrm>
        </p:grpSpPr>
        <p:grpSp>
          <p:nvGrpSpPr>
            <p:cNvPr id="39" name="Group 38">
              <a:extLst>
                <a:ext uri="{FF2B5EF4-FFF2-40B4-BE49-F238E27FC236}">
                  <a16:creationId xmlns:a16="http://schemas.microsoft.com/office/drawing/2014/main" id="{76409FA1-7005-40AF-B1C7-585DFEF77558}"/>
                </a:ext>
              </a:extLst>
            </p:cNvPr>
            <p:cNvGrpSpPr/>
            <p:nvPr/>
          </p:nvGrpSpPr>
          <p:grpSpPr>
            <a:xfrm>
              <a:off x="301321" y="1307503"/>
              <a:ext cx="1127976" cy="293120"/>
              <a:chOff x="301321" y="1307503"/>
              <a:chExt cx="1127976" cy="293120"/>
            </a:xfrm>
          </p:grpSpPr>
          <p:sp>
            <p:nvSpPr>
              <p:cNvPr id="15" name="Pentagon 10">
                <a:extLst>
                  <a:ext uri="{FF2B5EF4-FFF2-40B4-BE49-F238E27FC236}">
                    <a16:creationId xmlns:a16="http://schemas.microsoft.com/office/drawing/2014/main" id="{A8949F8F-CB84-437C-863A-3FA2F5F21BE0}"/>
                  </a:ext>
                </a:extLst>
              </p:cNvPr>
              <p:cNvSpPr/>
              <p:nvPr/>
            </p:nvSpPr>
            <p:spPr>
              <a:xfrm>
                <a:off x="301321" y="1307503"/>
                <a:ext cx="1127976" cy="293120"/>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16" name="Text Placeholder 12">
                <a:extLst>
                  <a:ext uri="{FF2B5EF4-FFF2-40B4-BE49-F238E27FC236}">
                    <a16:creationId xmlns:a16="http://schemas.microsoft.com/office/drawing/2014/main" id="{74E65025-2D90-461B-A16F-741ED87C8110}"/>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Define</a:t>
                </a:r>
              </a:p>
            </p:txBody>
          </p:sp>
        </p:grpSp>
        <p:grpSp>
          <p:nvGrpSpPr>
            <p:cNvPr id="5" name="Group 4">
              <a:extLst>
                <a:ext uri="{FF2B5EF4-FFF2-40B4-BE49-F238E27FC236}">
                  <a16:creationId xmlns:a16="http://schemas.microsoft.com/office/drawing/2014/main" id="{D78FC28F-04AC-4DF2-86A2-8C10A19CE922}"/>
                </a:ext>
              </a:extLst>
            </p:cNvPr>
            <p:cNvGrpSpPr/>
            <p:nvPr/>
          </p:nvGrpSpPr>
          <p:grpSpPr>
            <a:xfrm>
              <a:off x="1353422" y="1298711"/>
              <a:ext cx="1127849" cy="312392"/>
              <a:chOff x="1362214" y="1298711"/>
              <a:chExt cx="1127849" cy="312392"/>
            </a:xfrm>
          </p:grpSpPr>
          <p:sp>
            <p:nvSpPr>
              <p:cNvPr id="17" name="Chevron 12">
                <a:extLst>
                  <a:ext uri="{FF2B5EF4-FFF2-40B4-BE49-F238E27FC236}">
                    <a16:creationId xmlns:a16="http://schemas.microsoft.com/office/drawing/2014/main" id="{2812A1CF-38AA-4DC0-A2B2-F8BF841ED0A8}"/>
                  </a:ext>
                </a:extLst>
              </p:cNvPr>
              <p:cNvSpPr/>
              <p:nvPr/>
            </p:nvSpPr>
            <p:spPr>
              <a:xfrm>
                <a:off x="1362214" y="1298711"/>
                <a:ext cx="1127849" cy="312392"/>
              </a:xfrm>
              <a:prstGeom prst="chevron">
                <a:avLst/>
              </a:prstGeom>
              <a:solidFill>
                <a:schemeClr val="accent6">
                  <a:lumMod val="50000"/>
                </a:schemeClr>
              </a:solidFill>
              <a:ln>
                <a:solidFill>
                  <a:schemeClr val="accent6">
                    <a:lumMod val="50000"/>
                  </a:schemeClr>
                </a:solid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18" name="Text Placeholder 12">
                <a:extLst>
                  <a:ext uri="{FF2B5EF4-FFF2-40B4-BE49-F238E27FC236}">
                    <a16:creationId xmlns:a16="http://schemas.microsoft.com/office/drawing/2014/main" id="{CBD74B0B-82B3-44A0-90B3-FCF2DC922B9D}"/>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Design</a:t>
                </a:r>
              </a:p>
            </p:txBody>
          </p:sp>
        </p:grpSp>
        <p:grpSp>
          <p:nvGrpSpPr>
            <p:cNvPr id="43" name="Group 42">
              <a:extLst>
                <a:ext uri="{FF2B5EF4-FFF2-40B4-BE49-F238E27FC236}">
                  <a16:creationId xmlns:a16="http://schemas.microsoft.com/office/drawing/2014/main" id="{18075EDA-CCAA-4BC9-92E6-145C86BA1E50}"/>
                </a:ext>
              </a:extLst>
            </p:cNvPr>
            <p:cNvGrpSpPr/>
            <p:nvPr/>
          </p:nvGrpSpPr>
          <p:grpSpPr>
            <a:xfrm>
              <a:off x="4473963" y="1298711"/>
              <a:ext cx="1127849" cy="312392"/>
              <a:chOff x="4473963" y="1298711"/>
              <a:chExt cx="1127849" cy="312392"/>
            </a:xfrm>
          </p:grpSpPr>
          <p:grpSp>
            <p:nvGrpSpPr>
              <p:cNvPr id="21" name="Group 20">
                <a:extLst>
                  <a:ext uri="{FF2B5EF4-FFF2-40B4-BE49-F238E27FC236}">
                    <a16:creationId xmlns:a16="http://schemas.microsoft.com/office/drawing/2014/main" id="{78EF77D7-4B3B-4C91-8426-22B022509CBC}"/>
                  </a:ext>
                </a:extLst>
              </p:cNvPr>
              <p:cNvGrpSpPr/>
              <p:nvPr/>
            </p:nvGrpSpPr>
            <p:grpSpPr>
              <a:xfrm>
                <a:off x="4473963" y="1298711"/>
                <a:ext cx="1127849" cy="312392"/>
                <a:chOff x="6774246" y="1885861"/>
                <a:chExt cx="2142743" cy="228600"/>
              </a:xfrm>
              <a:solidFill>
                <a:srgbClr val="919D9D"/>
              </a:solidFill>
            </p:grpSpPr>
            <p:sp>
              <p:nvSpPr>
                <p:cNvPr id="34" name="Chevron 28">
                  <a:extLst>
                    <a:ext uri="{FF2B5EF4-FFF2-40B4-BE49-F238E27FC236}">
                      <a16:creationId xmlns:a16="http://schemas.microsoft.com/office/drawing/2014/main" id="{7A3B7EC5-1BA4-4715-A195-F963197CA8E4}"/>
                    </a:ext>
                  </a:extLst>
                </p:cNvPr>
                <p:cNvSpPr/>
                <p:nvPr/>
              </p:nvSpPr>
              <p:spPr>
                <a:xfrm>
                  <a:off x="6774246" y="1885861"/>
                  <a:ext cx="2142743" cy="228600"/>
                </a:xfrm>
                <a:prstGeom prst="chevron">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35" name="Text Placeholder 12">
                  <a:extLst>
                    <a:ext uri="{FF2B5EF4-FFF2-40B4-BE49-F238E27FC236}">
                      <a16:creationId xmlns:a16="http://schemas.microsoft.com/office/drawing/2014/main" id="{B5FCDC84-E205-4057-B65B-C0398EDEE73A}"/>
                    </a:ext>
                  </a:extLst>
                </p:cNvPr>
                <p:cNvSpPr txBox="1">
                  <a:spLocks/>
                </p:cNvSpPr>
                <p:nvPr/>
              </p:nvSpPr>
              <p:spPr>
                <a:xfrm>
                  <a:off x="8526640" y="1885861"/>
                  <a:ext cx="390349" cy="228600"/>
                </a:xfrm>
                <a:prstGeom prst="rect">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22" name="Text Placeholder 12">
                <a:extLst>
                  <a:ext uri="{FF2B5EF4-FFF2-40B4-BE49-F238E27FC236}">
                    <a16:creationId xmlns:a16="http://schemas.microsoft.com/office/drawing/2014/main" id="{9DFA75A8-615D-4775-A361-326B95A0848A}"/>
                  </a:ext>
                </a:extLst>
              </p:cNvPr>
              <p:cNvSpPr txBox="1">
                <a:spLocks/>
              </p:cNvSpPr>
              <p:nvPr/>
            </p:nvSpPr>
            <p:spPr>
              <a:xfrm>
                <a:off x="4848488" y="1317028"/>
                <a:ext cx="742028" cy="25817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1000" dirty="0">
                    <a:latin typeface="Raleway SemiBold" pitchFamily="2" charset="0"/>
                  </a:rPr>
                  <a:t>Transition</a:t>
                </a:r>
              </a:p>
            </p:txBody>
          </p:sp>
        </p:grpSp>
        <p:grpSp>
          <p:nvGrpSpPr>
            <p:cNvPr id="36" name="Group 35">
              <a:extLst>
                <a:ext uri="{FF2B5EF4-FFF2-40B4-BE49-F238E27FC236}">
                  <a16:creationId xmlns:a16="http://schemas.microsoft.com/office/drawing/2014/main" id="{EFB2043F-9BC5-44BC-857C-CF968D606D50}"/>
                </a:ext>
              </a:extLst>
            </p:cNvPr>
            <p:cNvGrpSpPr/>
            <p:nvPr/>
          </p:nvGrpSpPr>
          <p:grpSpPr>
            <a:xfrm>
              <a:off x="2393845" y="1298711"/>
              <a:ext cx="1127849" cy="312392"/>
              <a:chOff x="1362214" y="1298711"/>
              <a:chExt cx="1127849" cy="312392"/>
            </a:xfrm>
          </p:grpSpPr>
          <p:sp>
            <p:nvSpPr>
              <p:cNvPr id="37" name="Chevron 12">
                <a:extLst>
                  <a:ext uri="{FF2B5EF4-FFF2-40B4-BE49-F238E27FC236}">
                    <a16:creationId xmlns:a16="http://schemas.microsoft.com/office/drawing/2014/main" id="{5D023B3C-FBFC-4E4B-83DB-F88E06559102}"/>
                  </a:ext>
                </a:extLst>
              </p:cNvPr>
              <p:cNvSpPr/>
              <p:nvPr/>
            </p:nvSpPr>
            <p:spPr>
              <a:xfrm>
                <a:off x="1362214" y="1298711"/>
                <a:ext cx="1127849" cy="312392"/>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38" name="Text Placeholder 12">
                <a:extLst>
                  <a:ext uri="{FF2B5EF4-FFF2-40B4-BE49-F238E27FC236}">
                    <a16:creationId xmlns:a16="http://schemas.microsoft.com/office/drawing/2014/main" id="{4C0AF254-4A0E-4E57-AEE7-8A0967470892}"/>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Develop</a:t>
                </a:r>
              </a:p>
            </p:txBody>
          </p:sp>
        </p:grpSp>
        <p:grpSp>
          <p:nvGrpSpPr>
            <p:cNvPr id="40" name="Group 39">
              <a:extLst>
                <a:ext uri="{FF2B5EF4-FFF2-40B4-BE49-F238E27FC236}">
                  <a16:creationId xmlns:a16="http://schemas.microsoft.com/office/drawing/2014/main" id="{B36BC8FF-7C50-4D18-BB77-1EED6783BA99}"/>
                </a:ext>
              </a:extLst>
            </p:cNvPr>
            <p:cNvGrpSpPr/>
            <p:nvPr/>
          </p:nvGrpSpPr>
          <p:grpSpPr>
            <a:xfrm>
              <a:off x="3443288" y="1298711"/>
              <a:ext cx="1118829" cy="306252"/>
              <a:chOff x="1371234" y="1298711"/>
              <a:chExt cx="1118829" cy="306252"/>
            </a:xfrm>
          </p:grpSpPr>
          <p:sp>
            <p:nvSpPr>
              <p:cNvPr id="41" name="Chevron 12">
                <a:extLst>
                  <a:ext uri="{FF2B5EF4-FFF2-40B4-BE49-F238E27FC236}">
                    <a16:creationId xmlns:a16="http://schemas.microsoft.com/office/drawing/2014/main" id="{1420C79A-0F6C-4DBD-BCC1-9B7F5B48780F}"/>
                  </a:ext>
                </a:extLst>
              </p:cNvPr>
              <p:cNvSpPr/>
              <p:nvPr/>
            </p:nvSpPr>
            <p:spPr>
              <a:xfrm>
                <a:off x="1371234" y="1298711"/>
                <a:ext cx="1118829" cy="306252"/>
              </a:xfrm>
              <a:prstGeom prst="chevron">
                <a:avLst/>
              </a:prstGeom>
              <a:solidFill>
                <a:srgbClr val="4472C4"/>
              </a:solidFill>
              <a:ln>
                <a:solidFill>
                  <a:srgbClr val="4472C4"/>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2" name="Text Placeholder 12">
                <a:extLst>
                  <a:ext uri="{FF2B5EF4-FFF2-40B4-BE49-F238E27FC236}">
                    <a16:creationId xmlns:a16="http://schemas.microsoft.com/office/drawing/2014/main" id="{9BEEB52D-67C4-446E-90F1-BD861875F2A7}"/>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Deploy</a:t>
                </a:r>
              </a:p>
            </p:txBody>
          </p:sp>
        </p:grpSp>
      </p:grpSp>
      <p:sp>
        <p:nvSpPr>
          <p:cNvPr id="45" name="Chevron 12">
            <a:extLst>
              <a:ext uri="{FF2B5EF4-FFF2-40B4-BE49-F238E27FC236}">
                <a16:creationId xmlns:a16="http://schemas.microsoft.com/office/drawing/2014/main" id="{A9CE2B72-65BA-4894-BCA1-85B0D50BE743}"/>
              </a:ext>
            </a:extLst>
          </p:cNvPr>
          <p:cNvSpPr/>
          <p:nvPr/>
        </p:nvSpPr>
        <p:spPr>
          <a:xfrm>
            <a:off x="368726" y="1774636"/>
            <a:ext cx="1945849" cy="1037110"/>
          </a:xfrm>
          <a:prstGeom prst="chevron">
            <a:avLst/>
          </a:prstGeom>
          <a:solidFill>
            <a:schemeClr val="tx1">
              <a:lumMod val="50000"/>
              <a:lumOff val="50000"/>
            </a:schemeClr>
          </a:solidFill>
          <a:ln>
            <a:solidFill>
              <a:srgbClr val="666666"/>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8" name="Chevron 12">
            <a:extLst>
              <a:ext uri="{FF2B5EF4-FFF2-40B4-BE49-F238E27FC236}">
                <a16:creationId xmlns:a16="http://schemas.microsoft.com/office/drawing/2014/main" id="{B941EA7F-227D-45EA-9823-52C8945FAC41}"/>
              </a:ext>
            </a:extLst>
          </p:cNvPr>
          <p:cNvSpPr/>
          <p:nvPr/>
        </p:nvSpPr>
        <p:spPr>
          <a:xfrm>
            <a:off x="1809750" y="1774636"/>
            <a:ext cx="3859468" cy="1037110"/>
          </a:xfrm>
          <a:prstGeom prst="chevron">
            <a:avLst/>
          </a:prstGeom>
          <a:solidFill>
            <a:srgbClr val="00B0F0"/>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grpSp>
        <p:nvGrpSpPr>
          <p:cNvPr id="70" name="Group 69">
            <a:extLst>
              <a:ext uri="{FF2B5EF4-FFF2-40B4-BE49-F238E27FC236}">
                <a16:creationId xmlns:a16="http://schemas.microsoft.com/office/drawing/2014/main" id="{3219A8AC-D6FB-4C90-98C3-BD60BFB8EF23}"/>
              </a:ext>
            </a:extLst>
          </p:cNvPr>
          <p:cNvGrpSpPr/>
          <p:nvPr/>
        </p:nvGrpSpPr>
        <p:grpSpPr>
          <a:xfrm>
            <a:off x="1077277" y="1847947"/>
            <a:ext cx="913248" cy="250805"/>
            <a:chOff x="1206202" y="3422021"/>
            <a:chExt cx="913248" cy="250805"/>
          </a:xfrm>
        </p:grpSpPr>
        <p:sp>
          <p:nvSpPr>
            <p:cNvPr id="67" name="Diamond 66">
              <a:extLst>
                <a:ext uri="{FF2B5EF4-FFF2-40B4-BE49-F238E27FC236}">
                  <a16:creationId xmlns:a16="http://schemas.microsoft.com/office/drawing/2014/main" id="{D24E4258-0570-4698-ADB3-201D3941F61E}"/>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9" name="Text Placeholder 12">
              <a:extLst>
                <a:ext uri="{FF2B5EF4-FFF2-40B4-BE49-F238E27FC236}">
                  <a16:creationId xmlns:a16="http://schemas.microsoft.com/office/drawing/2014/main" id="{56A22C07-D117-44BA-8379-1E0ACD746F43}"/>
                </a:ext>
              </a:extLst>
            </p:cNvPr>
            <p:cNvSpPr txBox="1">
              <a:spLocks/>
            </p:cNvSpPr>
            <p:nvPr/>
          </p:nvSpPr>
          <p:spPr>
            <a:xfrm>
              <a:off x="1461229" y="3422021"/>
              <a:ext cx="658221"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Start Sprit</a:t>
              </a:r>
            </a:p>
          </p:txBody>
        </p:sp>
      </p:grpSp>
      <p:grpSp>
        <p:nvGrpSpPr>
          <p:cNvPr id="71" name="Group 70">
            <a:extLst>
              <a:ext uri="{FF2B5EF4-FFF2-40B4-BE49-F238E27FC236}">
                <a16:creationId xmlns:a16="http://schemas.microsoft.com/office/drawing/2014/main" id="{3CAA753A-12CD-4983-8DCF-830CDE4CAD5C}"/>
              </a:ext>
            </a:extLst>
          </p:cNvPr>
          <p:cNvGrpSpPr/>
          <p:nvPr/>
        </p:nvGrpSpPr>
        <p:grpSpPr>
          <a:xfrm>
            <a:off x="3688582" y="1847947"/>
            <a:ext cx="1584306" cy="250805"/>
            <a:chOff x="1206202" y="3422021"/>
            <a:chExt cx="1584306" cy="250805"/>
          </a:xfrm>
        </p:grpSpPr>
        <p:sp>
          <p:nvSpPr>
            <p:cNvPr id="72" name="Diamond 71">
              <a:extLst>
                <a:ext uri="{FF2B5EF4-FFF2-40B4-BE49-F238E27FC236}">
                  <a16:creationId xmlns:a16="http://schemas.microsoft.com/office/drawing/2014/main" id="{91C83462-8CCB-48EA-81B6-D5C145FC85CF}"/>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 Placeholder 12">
              <a:extLst>
                <a:ext uri="{FF2B5EF4-FFF2-40B4-BE49-F238E27FC236}">
                  <a16:creationId xmlns:a16="http://schemas.microsoft.com/office/drawing/2014/main" id="{AE42165C-4DD7-4524-9383-5C845107EEF2}"/>
                </a:ext>
              </a:extLst>
            </p:cNvPr>
            <p:cNvSpPr txBox="1">
              <a:spLocks/>
            </p:cNvSpPr>
            <p:nvPr/>
          </p:nvSpPr>
          <p:spPr>
            <a:xfrm>
              <a:off x="1461229" y="3422021"/>
              <a:ext cx="1329279"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Sprint Review Meeting</a:t>
              </a:r>
            </a:p>
          </p:txBody>
        </p:sp>
      </p:grpSp>
      <p:sp>
        <p:nvSpPr>
          <p:cNvPr id="80" name="Isosceles Triangle 79">
            <a:extLst>
              <a:ext uri="{FF2B5EF4-FFF2-40B4-BE49-F238E27FC236}">
                <a16:creationId xmlns:a16="http://schemas.microsoft.com/office/drawing/2014/main" id="{E8590FAC-674C-42DE-BBC9-3C4DB1E6A166}"/>
              </a:ext>
            </a:extLst>
          </p:cNvPr>
          <p:cNvSpPr/>
          <p:nvPr/>
        </p:nvSpPr>
        <p:spPr>
          <a:xfrm rot="5400000">
            <a:off x="1217420" y="2263589"/>
            <a:ext cx="74043" cy="48576"/>
          </a:xfrm>
          <a:prstGeom prst="triangle">
            <a:avLst/>
          </a:prstGeom>
          <a:solidFill>
            <a:schemeClr val="bg1"/>
          </a:solidFill>
          <a:ln>
            <a:solidFill>
              <a:schemeClr val="bg1"/>
            </a:solidFill>
          </a:ln>
          <a:effectLst>
            <a:outerShdw blurRad="50800" dist="12700" dir="2700000" sx="99000" sy="99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2" name="Straight Connector 81">
            <a:extLst>
              <a:ext uri="{FF2B5EF4-FFF2-40B4-BE49-F238E27FC236}">
                <a16:creationId xmlns:a16="http://schemas.microsoft.com/office/drawing/2014/main" id="{89CE2EFF-C970-4348-9E9D-B828CFA9B63C}"/>
              </a:ext>
            </a:extLst>
          </p:cNvPr>
          <p:cNvCxnSpPr>
            <a:cxnSpLocks/>
          </p:cNvCxnSpPr>
          <p:nvPr/>
        </p:nvCxnSpPr>
        <p:spPr>
          <a:xfrm>
            <a:off x="1100929" y="2574131"/>
            <a:ext cx="404892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90CFB0C7-E865-409C-8470-2938AF35E27A}"/>
              </a:ext>
            </a:extLst>
          </p:cNvPr>
          <p:cNvGrpSpPr/>
          <p:nvPr/>
        </p:nvGrpSpPr>
        <p:grpSpPr>
          <a:xfrm>
            <a:off x="1275401" y="2151658"/>
            <a:ext cx="3788481" cy="275537"/>
            <a:chOff x="301321" y="1298711"/>
            <a:chExt cx="4260796" cy="312392"/>
          </a:xfrm>
        </p:grpSpPr>
        <p:grpSp>
          <p:nvGrpSpPr>
            <p:cNvPr id="50" name="Group 49">
              <a:extLst>
                <a:ext uri="{FF2B5EF4-FFF2-40B4-BE49-F238E27FC236}">
                  <a16:creationId xmlns:a16="http://schemas.microsoft.com/office/drawing/2014/main" id="{4B2F6E61-558A-4776-86A2-4183FDAB5002}"/>
                </a:ext>
              </a:extLst>
            </p:cNvPr>
            <p:cNvGrpSpPr/>
            <p:nvPr/>
          </p:nvGrpSpPr>
          <p:grpSpPr>
            <a:xfrm>
              <a:off x="301321" y="1307503"/>
              <a:ext cx="1127976" cy="293120"/>
              <a:chOff x="301321" y="1307503"/>
              <a:chExt cx="1127976" cy="293120"/>
            </a:xfrm>
          </p:grpSpPr>
          <p:sp>
            <p:nvSpPr>
              <p:cNvPr id="65" name="Pentagon 10">
                <a:extLst>
                  <a:ext uri="{FF2B5EF4-FFF2-40B4-BE49-F238E27FC236}">
                    <a16:creationId xmlns:a16="http://schemas.microsoft.com/office/drawing/2014/main" id="{E2B1B502-C451-43AB-BFCF-D05FB2407E70}"/>
                  </a:ext>
                </a:extLst>
              </p:cNvPr>
              <p:cNvSpPr/>
              <p:nvPr/>
            </p:nvSpPr>
            <p:spPr>
              <a:xfrm>
                <a:off x="301321" y="1307503"/>
                <a:ext cx="1127976" cy="293120"/>
              </a:xfrm>
              <a:prstGeom prst="homePlat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chemeClr val="tx1"/>
                  </a:solidFill>
                </a:endParaRPr>
              </a:p>
            </p:txBody>
          </p:sp>
          <p:sp>
            <p:nvSpPr>
              <p:cNvPr id="66" name="Text Placeholder 12">
                <a:extLst>
                  <a:ext uri="{FF2B5EF4-FFF2-40B4-BE49-F238E27FC236}">
                    <a16:creationId xmlns:a16="http://schemas.microsoft.com/office/drawing/2014/main" id="{CFA5816A-0FFA-435C-8205-4CD52B222A58}"/>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Confirm define</a:t>
                </a:r>
              </a:p>
            </p:txBody>
          </p:sp>
        </p:grpSp>
        <p:grpSp>
          <p:nvGrpSpPr>
            <p:cNvPr id="51" name="Group 50">
              <a:extLst>
                <a:ext uri="{FF2B5EF4-FFF2-40B4-BE49-F238E27FC236}">
                  <a16:creationId xmlns:a16="http://schemas.microsoft.com/office/drawing/2014/main" id="{2101EA81-F583-4E2D-A5A8-DA2C70D8C0DA}"/>
                </a:ext>
              </a:extLst>
            </p:cNvPr>
            <p:cNvGrpSpPr/>
            <p:nvPr/>
          </p:nvGrpSpPr>
          <p:grpSpPr>
            <a:xfrm>
              <a:off x="1353422" y="1298711"/>
              <a:ext cx="1127849" cy="312392"/>
              <a:chOff x="1362214" y="1298711"/>
              <a:chExt cx="1127849" cy="312392"/>
            </a:xfrm>
          </p:grpSpPr>
          <p:sp>
            <p:nvSpPr>
              <p:cNvPr id="63" name="Chevron 12">
                <a:extLst>
                  <a:ext uri="{FF2B5EF4-FFF2-40B4-BE49-F238E27FC236}">
                    <a16:creationId xmlns:a16="http://schemas.microsoft.com/office/drawing/2014/main" id="{1FA897DB-49ED-4850-985C-1FDA5E8578F9}"/>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64" name="Text Placeholder 12">
                <a:extLst>
                  <a:ext uri="{FF2B5EF4-FFF2-40B4-BE49-F238E27FC236}">
                    <a16:creationId xmlns:a16="http://schemas.microsoft.com/office/drawing/2014/main" id="{29E8D482-07FC-469F-BDC5-8BD8AEAB80A8}"/>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Configure requirements</a:t>
                </a:r>
              </a:p>
            </p:txBody>
          </p:sp>
        </p:grpSp>
        <p:grpSp>
          <p:nvGrpSpPr>
            <p:cNvPr id="53" name="Group 52">
              <a:extLst>
                <a:ext uri="{FF2B5EF4-FFF2-40B4-BE49-F238E27FC236}">
                  <a16:creationId xmlns:a16="http://schemas.microsoft.com/office/drawing/2014/main" id="{9DC0EAD7-210D-4C47-9601-E4086DE4A240}"/>
                </a:ext>
              </a:extLst>
            </p:cNvPr>
            <p:cNvGrpSpPr/>
            <p:nvPr/>
          </p:nvGrpSpPr>
          <p:grpSpPr>
            <a:xfrm>
              <a:off x="2393845" y="1298711"/>
              <a:ext cx="1127849" cy="312392"/>
              <a:chOff x="1362214" y="1298711"/>
              <a:chExt cx="1127849" cy="312392"/>
            </a:xfrm>
          </p:grpSpPr>
          <p:sp>
            <p:nvSpPr>
              <p:cNvPr id="57" name="Chevron 12">
                <a:extLst>
                  <a:ext uri="{FF2B5EF4-FFF2-40B4-BE49-F238E27FC236}">
                    <a16:creationId xmlns:a16="http://schemas.microsoft.com/office/drawing/2014/main" id="{C67BA511-3460-415E-B2C9-31E20DB7168A}"/>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58" name="Text Placeholder 12">
                <a:extLst>
                  <a:ext uri="{FF2B5EF4-FFF2-40B4-BE49-F238E27FC236}">
                    <a16:creationId xmlns:a16="http://schemas.microsoft.com/office/drawing/2014/main" id="{E9889E20-3978-4A47-BF0B-76804C73D5D0}"/>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Validate configuration</a:t>
                </a:r>
              </a:p>
            </p:txBody>
          </p:sp>
        </p:grpSp>
        <p:grpSp>
          <p:nvGrpSpPr>
            <p:cNvPr id="54" name="Group 53">
              <a:extLst>
                <a:ext uri="{FF2B5EF4-FFF2-40B4-BE49-F238E27FC236}">
                  <a16:creationId xmlns:a16="http://schemas.microsoft.com/office/drawing/2014/main" id="{6A6F3F78-64A7-4B7C-9ABB-EB50CE87D7FF}"/>
                </a:ext>
              </a:extLst>
            </p:cNvPr>
            <p:cNvGrpSpPr/>
            <p:nvPr/>
          </p:nvGrpSpPr>
          <p:grpSpPr>
            <a:xfrm>
              <a:off x="3443288" y="1298711"/>
              <a:ext cx="1118829" cy="306252"/>
              <a:chOff x="1371234" y="1298711"/>
              <a:chExt cx="1118829" cy="306252"/>
            </a:xfrm>
          </p:grpSpPr>
          <p:sp>
            <p:nvSpPr>
              <p:cNvPr id="55" name="Chevron 12">
                <a:extLst>
                  <a:ext uri="{FF2B5EF4-FFF2-40B4-BE49-F238E27FC236}">
                    <a16:creationId xmlns:a16="http://schemas.microsoft.com/office/drawing/2014/main" id="{E6BF9C40-4195-4C72-810D-E497BB61C14C}"/>
                  </a:ext>
                </a:extLst>
              </p:cNvPr>
              <p:cNvSpPr/>
              <p:nvPr/>
            </p:nvSpPr>
            <p:spPr>
              <a:xfrm>
                <a:off x="1371234" y="1298711"/>
                <a:ext cx="1118829" cy="306252"/>
              </a:xfrm>
              <a:prstGeom prst="chevron">
                <a:avLst/>
              </a:prstGeom>
              <a:solidFill>
                <a:schemeClr val="bg1"/>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chemeClr val="tx1">
                      <a:lumMod val="75000"/>
                      <a:lumOff val="25000"/>
                    </a:schemeClr>
                  </a:solidFill>
                </a:endParaRPr>
              </a:p>
            </p:txBody>
          </p:sp>
          <p:sp>
            <p:nvSpPr>
              <p:cNvPr id="56" name="Text Placeholder 12">
                <a:extLst>
                  <a:ext uri="{FF2B5EF4-FFF2-40B4-BE49-F238E27FC236}">
                    <a16:creationId xmlns:a16="http://schemas.microsoft.com/office/drawing/2014/main" id="{120F73B9-357B-40FF-888C-88AD20C58403}"/>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Plan to deploy</a:t>
                </a:r>
              </a:p>
            </p:txBody>
          </p:sp>
        </p:grpSp>
      </p:grpSp>
      <p:cxnSp>
        <p:nvCxnSpPr>
          <p:cNvPr id="83" name="Straight Connector 82">
            <a:extLst>
              <a:ext uri="{FF2B5EF4-FFF2-40B4-BE49-F238E27FC236}">
                <a16:creationId xmlns:a16="http://schemas.microsoft.com/office/drawing/2014/main" id="{A7F0C40B-D291-4AEC-8D38-201087548C3F}"/>
              </a:ext>
            </a:extLst>
          </p:cNvPr>
          <p:cNvCxnSpPr>
            <a:cxnSpLocks/>
          </p:cNvCxnSpPr>
          <p:nvPr/>
        </p:nvCxnSpPr>
        <p:spPr>
          <a:xfrm flipV="1">
            <a:off x="1100929"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A52A1E0-FC5F-4E78-8F37-447610336EAA}"/>
              </a:ext>
            </a:extLst>
          </p:cNvPr>
          <p:cNvCxnSpPr>
            <a:cxnSpLocks/>
          </p:cNvCxnSpPr>
          <p:nvPr/>
        </p:nvCxnSpPr>
        <p:spPr>
          <a:xfrm>
            <a:off x="1100929"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F7A8264-ED69-47A5-B7CE-517B79DA3AE6}"/>
              </a:ext>
            </a:extLst>
          </p:cNvPr>
          <p:cNvCxnSpPr>
            <a:cxnSpLocks/>
          </p:cNvCxnSpPr>
          <p:nvPr/>
        </p:nvCxnSpPr>
        <p:spPr>
          <a:xfrm>
            <a:off x="5149850"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C742B0D-1D91-4387-84BA-FD3FCBEF9942}"/>
              </a:ext>
            </a:extLst>
          </p:cNvPr>
          <p:cNvCxnSpPr>
            <a:cxnSpLocks/>
          </p:cNvCxnSpPr>
          <p:nvPr/>
        </p:nvCxnSpPr>
        <p:spPr>
          <a:xfrm flipV="1">
            <a:off x="4975378"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5" name="Group 154">
            <a:extLst>
              <a:ext uri="{FF2B5EF4-FFF2-40B4-BE49-F238E27FC236}">
                <a16:creationId xmlns:a16="http://schemas.microsoft.com/office/drawing/2014/main" id="{6F471389-2228-42F2-B6DB-280599806496}"/>
              </a:ext>
            </a:extLst>
          </p:cNvPr>
          <p:cNvGrpSpPr/>
          <p:nvPr/>
        </p:nvGrpSpPr>
        <p:grpSpPr>
          <a:xfrm>
            <a:off x="995719" y="3188182"/>
            <a:ext cx="4763308" cy="1011689"/>
            <a:chOff x="776644" y="3705707"/>
            <a:chExt cx="4763308" cy="1011689"/>
          </a:xfrm>
        </p:grpSpPr>
        <p:pic>
          <p:nvPicPr>
            <p:cNvPr id="134" name="Picture 133">
              <a:extLst>
                <a:ext uri="{FF2B5EF4-FFF2-40B4-BE49-F238E27FC236}">
                  <a16:creationId xmlns:a16="http://schemas.microsoft.com/office/drawing/2014/main" id="{6DD494A0-A2CD-4FBD-ADA1-F14DE0AFC45C}"/>
                </a:ext>
              </a:extLst>
            </p:cNvPr>
            <p:cNvPicPr>
              <a:picLocks noChangeAspect="1"/>
            </p:cNvPicPr>
            <p:nvPr/>
          </p:nvPicPr>
          <p:blipFill>
            <a:blip r:embed="rId2"/>
            <a:srcRect/>
            <a:stretch/>
          </p:blipFill>
          <p:spPr>
            <a:xfrm>
              <a:off x="776644" y="3745396"/>
              <a:ext cx="4763308" cy="972000"/>
            </a:xfrm>
            <a:prstGeom prst="rect">
              <a:avLst/>
            </a:prstGeom>
          </p:spPr>
        </p:pic>
        <p:sp>
          <p:nvSpPr>
            <p:cNvPr id="135" name="TextBox 134">
              <a:extLst>
                <a:ext uri="{FF2B5EF4-FFF2-40B4-BE49-F238E27FC236}">
                  <a16:creationId xmlns:a16="http://schemas.microsoft.com/office/drawing/2014/main" id="{2CD23362-5309-426F-8798-A3F5F87B6CE0}"/>
                </a:ext>
              </a:extLst>
            </p:cNvPr>
            <p:cNvSpPr txBox="1"/>
            <p:nvPr/>
          </p:nvSpPr>
          <p:spPr>
            <a:xfrm>
              <a:off x="124905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6" name="TextBox 135">
              <a:extLst>
                <a:ext uri="{FF2B5EF4-FFF2-40B4-BE49-F238E27FC236}">
                  <a16:creationId xmlns:a16="http://schemas.microsoft.com/office/drawing/2014/main" id="{F93F351C-9EB8-49FC-9626-99D9BBCA748D}"/>
                </a:ext>
              </a:extLst>
            </p:cNvPr>
            <p:cNvSpPr txBox="1"/>
            <p:nvPr/>
          </p:nvSpPr>
          <p:spPr>
            <a:xfrm>
              <a:off x="292802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7" name="TextBox 136">
              <a:extLst>
                <a:ext uri="{FF2B5EF4-FFF2-40B4-BE49-F238E27FC236}">
                  <a16:creationId xmlns:a16="http://schemas.microsoft.com/office/drawing/2014/main" id="{986D7C7A-A63D-40F4-B4FF-CDBBD5402030}"/>
                </a:ext>
              </a:extLst>
            </p:cNvPr>
            <p:cNvSpPr txBox="1"/>
            <p:nvPr/>
          </p:nvSpPr>
          <p:spPr>
            <a:xfrm>
              <a:off x="4580420"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grpSp>
          <p:nvGrpSpPr>
            <p:cNvPr id="144" name="Group 143">
              <a:extLst>
                <a:ext uri="{FF2B5EF4-FFF2-40B4-BE49-F238E27FC236}">
                  <a16:creationId xmlns:a16="http://schemas.microsoft.com/office/drawing/2014/main" id="{50EFCF8D-CEF4-4003-B3D9-D9458D842AF6}"/>
                </a:ext>
              </a:extLst>
            </p:cNvPr>
            <p:cNvGrpSpPr/>
            <p:nvPr/>
          </p:nvGrpSpPr>
          <p:grpSpPr>
            <a:xfrm>
              <a:off x="1159952" y="3705707"/>
              <a:ext cx="882963" cy="896769"/>
              <a:chOff x="1159952" y="3705707"/>
              <a:chExt cx="882963" cy="896769"/>
            </a:xfrm>
          </p:grpSpPr>
          <p:sp>
            <p:nvSpPr>
              <p:cNvPr id="138" name="TextBox 137">
                <a:extLst>
                  <a:ext uri="{FF2B5EF4-FFF2-40B4-BE49-F238E27FC236}">
                    <a16:creationId xmlns:a16="http://schemas.microsoft.com/office/drawing/2014/main" id="{10BD3A1F-24DF-42C7-B4E0-5309A937003D}"/>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1" name="TextBox 140">
                <a:extLst>
                  <a:ext uri="{FF2B5EF4-FFF2-40B4-BE49-F238E27FC236}">
                    <a16:creationId xmlns:a16="http://schemas.microsoft.com/office/drawing/2014/main" id="{894D0405-9EAB-42F7-A9BB-FB075C5BB630}"/>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2" name="TextBox 141">
                <a:extLst>
                  <a:ext uri="{FF2B5EF4-FFF2-40B4-BE49-F238E27FC236}">
                    <a16:creationId xmlns:a16="http://schemas.microsoft.com/office/drawing/2014/main" id="{B770A340-982F-4A0F-95CB-71B11EAFA6B0}"/>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3" name="TextBox 142">
                <a:extLst>
                  <a:ext uri="{FF2B5EF4-FFF2-40B4-BE49-F238E27FC236}">
                    <a16:creationId xmlns:a16="http://schemas.microsoft.com/office/drawing/2014/main" id="{01710EEB-AC67-47D1-A99C-F8E4EC76B93D}"/>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45" name="Group 144">
              <a:extLst>
                <a:ext uri="{FF2B5EF4-FFF2-40B4-BE49-F238E27FC236}">
                  <a16:creationId xmlns:a16="http://schemas.microsoft.com/office/drawing/2014/main" id="{A4C4B150-5669-4545-9605-ECBFE2CFA476}"/>
                </a:ext>
              </a:extLst>
            </p:cNvPr>
            <p:cNvGrpSpPr/>
            <p:nvPr/>
          </p:nvGrpSpPr>
          <p:grpSpPr>
            <a:xfrm>
              <a:off x="2836362" y="3705707"/>
              <a:ext cx="882963" cy="896769"/>
              <a:chOff x="1159952" y="3705707"/>
              <a:chExt cx="882963" cy="896769"/>
            </a:xfrm>
          </p:grpSpPr>
          <p:sp>
            <p:nvSpPr>
              <p:cNvPr id="146" name="TextBox 145">
                <a:extLst>
                  <a:ext uri="{FF2B5EF4-FFF2-40B4-BE49-F238E27FC236}">
                    <a16:creationId xmlns:a16="http://schemas.microsoft.com/office/drawing/2014/main" id="{2C110828-DC9D-485D-AE0A-6757061E35A0}"/>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7" name="TextBox 146">
                <a:extLst>
                  <a:ext uri="{FF2B5EF4-FFF2-40B4-BE49-F238E27FC236}">
                    <a16:creationId xmlns:a16="http://schemas.microsoft.com/office/drawing/2014/main" id="{9212D80D-FA9B-4FF0-A58D-7B87C53031DA}"/>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8" name="TextBox 147">
                <a:extLst>
                  <a:ext uri="{FF2B5EF4-FFF2-40B4-BE49-F238E27FC236}">
                    <a16:creationId xmlns:a16="http://schemas.microsoft.com/office/drawing/2014/main" id="{E90E5411-71A3-4E10-B35E-61D60E7665F4}"/>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9" name="TextBox 148">
                <a:extLst>
                  <a:ext uri="{FF2B5EF4-FFF2-40B4-BE49-F238E27FC236}">
                    <a16:creationId xmlns:a16="http://schemas.microsoft.com/office/drawing/2014/main" id="{82CBA90E-AFA5-4418-8A45-16B8466F365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50" name="Group 149">
              <a:extLst>
                <a:ext uri="{FF2B5EF4-FFF2-40B4-BE49-F238E27FC236}">
                  <a16:creationId xmlns:a16="http://schemas.microsoft.com/office/drawing/2014/main" id="{7A1ECEF4-E28B-4102-94CF-5A4A6A629D29}"/>
                </a:ext>
              </a:extLst>
            </p:cNvPr>
            <p:cNvGrpSpPr/>
            <p:nvPr/>
          </p:nvGrpSpPr>
          <p:grpSpPr>
            <a:xfrm>
              <a:off x="4498488" y="3705707"/>
              <a:ext cx="882963" cy="896769"/>
              <a:chOff x="1159952" y="3705707"/>
              <a:chExt cx="882963" cy="896769"/>
            </a:xfrm>
          </p:grpSpPr>
          <p:sp>
            <p:nvSpPr>
              <p:cNvPr id="151" name="TextBox 150">
                <a:extLst>
                  <a:ext uri="{FF2B5EF4-FFF2-40B4-BE49-F238E27FC236}">
                    <a16:creationId xmlns:a16="http://schemas.microsoft.com/office/drawing/2014/main" id="{0549BCB1-9F7D-46CA-8936-B28117802FAE}"/>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52" name="TextBox 151">
                <a:extLst>
                  <a:ext uri="{FF2B5EF4-FFF2-40B4-BE49-F238E27FC236}">
                    <a16:creationId xmlns:a16="http://schemas.microsoft.com/office/drawing/2014/main" id="{A7E50A3C-3E0F-4500-8BBD-9FD08CD64468}"/>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53" name="TextBox 152">
                <a:extLst>
                  <a:ext uri="{FF2B5EF4-FFF2-40B4-BE49-F238E27FC236}">
                    <a16:creationId xmlns:a16="http://schemas.microsoft.com/office/drawing/2014/main" id="{C8DDE401-789D-4E9B-B68A-DF52DD77E723}"/>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54" name="TextBox 153">
                <a:extLst>
                  <a:ext uri="{FF2B5EF4-FFF2-40B4-BE49-F238E27FC236}">
                    <a16:creationId xmlns:a16="http://schemas.microsoft.com/office/drawing/2014/main" id="{D3B1D7F2-272F-4EA1-9E68-610A8544C71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sp>
        <p:nvSpPr>
          <p:cNvPr id="156" name="TextBox 155">
            <a:extLst>
              <a:ext uri="{FF2B5EF4-FFF2-40B4-BE49-F238E27FC236}">
                <a16:creationId xmlns:a16="http://schemas.microsoft.com/office/drawing/2014/main" id="{4017E1E4-85BC-4754-9D2C-C33B8C3E7361}"/>
              </a:ext>
            </a:extLst>
          </p:cNvPr>
          <p:cNvSpPr txBox="1"/>
          <p:nvPr/>
        </p:nvSpPr>
        <p:spPr>
          <a:xfrm>
            <a:off x="273476" y="3239500"/>
            <a:ext cx="800219" cy="430887"/>
          </a:xfrm>
          <a:prstGeom prst="rect">
            <a:avLst/>
          </a:prstGeom>
          <a:noFill/>
        </p:spPr>
        <p:txBody>
          <a:bodyPr wrap="none" rtlCol="0">
            <a:spAutoFit/>
          </a:bodyPr>
          <a:lstStyle/>
          <a:p>
            <a:r>
              <a:rPr lang="en-IN" sz="1050" dirty="0">
                <a:latin typeface="Roboto" panose="02000000000000000000" pitchFamily="2" charset="0"/>
                <a:ea typeface="Roboto" panose="02000000000000000000" pitchFamily="2" charset="0"/>
                <a:cs typeface="Roboto" panose="02000000000000000000" pitchFamily="2" charset="0"/>
              </a:rPr>
              <a:t>Customer</a:t>
            </a:r>
          </a:p>
          <a:p>
            <a:r>
              <a:rPr lang="en-IN" sz="1050" dirty="0">
                <a:latin typeface="Roboto" panose="02000000000000000000" pitchFamily="2" charset="0"/>
                <a:ea typeface="Roboto" panose="02000000000000000000" pitchFamily="2" charset="0"/>
                <a:cs typeface="Roboto" panose="02000000000000000000" pitchFamily="2" charset="0"/>
              </a:rPr>
              <a:t>feedback</a:t>
            </a:r>
          </a:p>
        </p:txBody>
      </p:sp>
      <p:cxnSp>
        <p:nvCxnSpPr>
          <p:cNvPr id="158" name="Straight Connector 157">
            <a:extLst>
              <a:ext uri="{FF2B5EF4-FFF2-40B4-BE49-F238E27FC236}">
                <a16:creationId xmlns:a16="http://schemas.microsoft.com/office/drawing/2014/main" id="{04F87C74-90BF-4111-B026-CB6B3072714F}"/>
              </a:ext>
            </a:extLst>
          </p:cNvPr>
          <p:cNvCxnSpPr/>
          <p:nvPr/>
        </p:nvCxnSpPr>
        <p:spPr>
          <a:xfrm flipV="1">
            <a:off x="368726" y="1369803"/>
            <a:ext cx="1060309" cy="40483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1EAD4DA-B260-4D20-8674-4DBD613925DF}"/>
              </a:ext>
            </a:extLst>
          </p:cNvPr>
          <p:cNvCxnSpPr>
            <a:cxnSpLocks/>
          </p:cNvCxnSpPr>
          <p:nvPr/>
        </p:nvCxnSpPr>
        <p:spPr>
          <a:xfrm>
            <a:off x="3377373" y="1387280"/>
            <a:ext cx="1756913" cy="38121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23247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470464" y="716080"/>
            <a:ext cx="8426659" cy="324779"/>
            <a:chOff x="893915" y="464620"/>
            <a:chExt cx="7548004" cy="324779"/>
          </a:xfrm>
        </p:grpSpPr>
        <p:sp>
          <p:nvSpPr>
            <p:cNvPr id="2" name="Round Diagonal Corner Rectangle 1"/>
            <p:cNvSpPr/>
            <p:nvPr/>
          </p:nvSpPr>
          <p:spPr>
            <a:xfrm>
              <a:off x="893915" y="464620"/>
              <a:ext cx="7548004" cy="324779"/>
            </a:xfrm>
            <a:prstGeom prst="round2DiagRect">
              <a:avLst>
                <a:gd name="adj1" fmla="val 26236"/>
                <a:gd name="adj2" fmla="val 1257"/>
              </a:avLst>
            </a:prstGeom>
            <a:solidFill>
              <a:schemeClr val="accent1"/>
            </a:solidFill>
            <a:ln w="12700" cap="flat" cmpd="sng" algn="ctr">
              <a:solidFill>
                <a:schemeClr val="accent1">
                  <a:lumMod val="40000"/>
                  <a:lumOff val="60000"/>
                </a:schemeClr>
              </a:soli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dirty="0">
                <a:solidFill>
                  <a:prstClr val="white"/>
                </a:solidFill>
                <a:latin typeface="Calibri"/>
              </a:endParaRPr>
            </a:p>
          </p:txBody>
        </p:sp>
        <p:sp>
          <p:nvSpPr>
            <p:cNvPr id="3" name="Rectangle 2"/>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4" name="Rectangle 3"/>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5" name="Rectangle 4"/>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6" name="Rectangle 5"/>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7" name="Rectangle 6"/>
            <p:cNvSpPr/>
            <p:nvPr/>
          </p:nvSpPr>
          <p:spPr>
            <a:xfrm>
              <a:off x="6508356" y="561579"/>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8" name="Rectangle 7"/>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TextBox 11"/>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S1</a:t>
              </a:r>
            </a:p>
          </p:txBody>
        </p:sp>
        <p:sp>
          <p:nvSpPr>
            <p:cNvPr id="13" name="TextBox 12"/>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S2</a:t>
              </a:r>
            </a:p>
          </p:txBody>
        </p:sp>
        <p:sp>
          <p:nvSpPr>
            <p:cNvPr id="14" name="TextBox 13"/>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S3</a:t>
              </a:r>
            </a:p>
          </p:txBody>
        </p:sp>
        <p:sp>
          <p:nvSpPr>
            <p:cNvPr id="15" name="TextBox 14"/>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S4</a:t>
              </a:r>
            </a:p>
          </p:txBody>
        </p:sp>
        <p:sp>
          <p:nvSpPr>
            <p:cNvPr id="16" name="TextBox 15"/>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S5</a:t>
              </a:r>
            </a:p>
          </p:txBody>
        </p:sp>
        <p:sp>
          <p:nvSpPr>
            <p:cNvPr id="17" name="TextBox 16"/>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S6</a:t>
              </a:r>
            </a:p>
          </p:txBody>
        </p:sp>
        <p:sp>
          <p:nvSpPr>
            <p:cNvPr id="18" name="TextBox 17"/>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S7</a:t>
              </a:r>
            </a:p>
          </p:txBody>
        </p:sp>
        <p:sp>
          <p:nvSpPr>
            <p:cNvPr id="19" name="TextBox 18"/>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S8</a:t>
              </a:r>
            </a:p>
          </p:txBody>
        </p:sp>
      </p:grpSp>
      <p:sp>
        <p:nvSpPr>
          <p:cNvPr id="20" name="Rounded Rectangle 19"/>
          <p:cNvSpPr/>
          <p:nvPr/>
        </p:nvSpPr>
        <p:spPr>
          <a:xfrm>
            <a:off x="726064" y="1725052"/>
            <a:ext cx="1857195" cy="248896"/>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1" name="Straight Connector 20"/>
          <p:cNvCxnSpPr/>
          <p:nvPr/>
        </p:nvCxnSpPr>
        <p:spPr>
          <a:xfrm rot="5400000">
            <a:off x="2133459" y="2071128"/>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1542989" y="1989032"/>
            <a:ext cx="5179388" cy="27106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5" name="Straight Connector 24"/>
          <p:cNvCxnSpPr/>
          <p:nvPr/>
        </p:nvCxnSpPr>
        <p:spPr>
          <a:xfrm>
            <a:off x="477838" y="1096408"/>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3651385" y="1019615"/>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Rounded Rectangle 29"/>
          <p:cNvSpPr/>
          <p:nvPr/>
        </p:nvSpPr>
        <p:spPr>
          <a:xfrm>
            <a:off x="1521970" y="2285369"/>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IT1 Modules</a:t>
            </a:r>
          </a:p>
        </p:txBody>
      </p:sp>
      <p:sp>
        <p:nvSpPr>
          <p:cNvPr id="32" name="Rounded Rectangle 31"/>
          <p:cNvSpPr/>
          <p:nvPr/>
        </p:nvSpPr>
        <p:spPr>
          <a:xfrm>
            <a:off x="380770" y="2314056"/>
            <a:ext cx="1062848"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4" name="Straight Connector 33"/>
          <p:cNvCxnSpPr>
            <a:cxnSpLocks/>
            <a:endCxn id="30" idx="1"/>
          </p:cNvCxnSpPr>
          <p:nvPr/>
        </p:nvCxnSpPr>
        <p:spPr>
          <a:xfrm flipH="1">
            <a:off x="1521970" y="-161996"/>
            <a:ext cx="11894" cy="266026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cxnSpLocks/>
          </p:cNvCxnSpPr>
          <p:nvPr/>
        </p:nvCxnSpPr>
        <p:spPr>
          <a:xfrm>
            <a:off x="747272" y="1040859"/>
            <a:ext cx="0" cy="661670"/>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70464" y="131480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40" name="Rounded Rectangle 39"/>
          <p:cNvSpPr/>
          <p:nvPr/>
        </p:nvSpPr>
        <p:spPr>
          <a:xfrm rot="16200000">
            <a:off x="-296068" y="1641954"/>
            <a:ext cx="1008176"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r>
              <a:rPr lang="en-US" sz="1200" b="1" kern="0" dirty="0">
                <a:solidFill>
                  <a:prstClr val="white"/>
                </a:solidFill>
                <a:latin typeface="Calibri"/>
              </a:rPr>
              <a:t>Sprints</a:t>
            </a:r>
          </a:p>
        </p:txBody>
      </p:sp>
      <p:grpSp>
        <p:nvGrpSpPr>
          <p:cNvPr id="9" name="Group 8">
            <a:extLst>
              <a:ext uri="{FF2B5EF4-FFF2-40B4-BE49-F238E27FC236}">
                <a16:creationId xmlns:a16="http://schemas.microsoft.com/office/drawing/2014/main" id="{5F241E29-8B09-49F2-A7A2-A33F49D19B46}"/>
              </a:ext>
            </a:extLst>
          </p:cNvPr>
          <p:cNvGrpSpPr/>
          <p:nvPr/>
        </p:nvGrpSpPr>
        <p:grpSpPr>
          <a:xfrm>
            <a:off x="641453" y="1309432"/>
            <a:ext cx="3186315" cy="211382"/>
            <a:chOff x="648690" y="1025034"/>
            <a:chExt cx="3186315" cy="211382"/>
          </a:xfrm>
        </p:grpSpPr>
        <p:sp>
          <p:nvSpPr>
            <p:cNvPr id="37" name="TextBox 36"/>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8" name="TextBox 37"/>
            <p:cNvSpPr txBox="1"/>
            <p:nvPr/>
          </p:nvSpPr>
          <p:spPr>
            <a:xfrm>
              <a:off x="13995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9" name="TextBox 38"/>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41" name="TextBox 40"/>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grpSp>
      <p:sp>
        <p:nvSpPr>
          <p:cNvPr id="104" name="Right Arrow 103"/>
          <p:cNvSpPr/>
          <p:nvPr/>
        </p:nvSpPr>
        <p:spPr bwMode="auto">
          <a:xfrm>
            <a:off x="7866667" y="1052122"/>
            <a:ext cx="1306082" cy="351834"/>
          </a:xfrm>
          <a:prstGeom prst="rightArrow">
            <a:avLst/>
          </a:prstGeom>
          <a:solidFill>
            <a:schemeClr val="accent1">
              <a:lumMod val="20000"/>
              <a:lumOff val="80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cxnSp>
        <p:nvCxnSpPr>
          <p:cNvPr id="107" name="Straight Connector 106"/>
          <p:cNvCxnSpPr/>
          <p:nvPr/>
        </p:nvCxnSpPr>
        <p:spPr>
          <a:xfrm rot="5400000">
            <a:off x="4377995" y="2066772"/>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834400" y="1036503"/>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3" name="Rounded Rectangle 72"/>
          <p:cNvSpPr/>
          <p:nvPr/>
        </p:nvSpPr>
        <p:spPr>
          <a:xfrm>
            <a:off x="5890545" y="2283202"/>
            <a:ext cx="1948431"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        Prod Environment Setup</a:t>
            </a:r>
          </a:p>
        </p:txBody>
      </p:sp>
      <p:grpSp>
        <p:nvGrpSpPr>
          <p:cNvPr id="68" name="Group 67">
            <a:extLst>
              <a:ext uri="{FF2B5EF4-FFF2-40B4-BE49-F238E27FC236}">
                <a16:creationId xmlns:a16="http://schemas.microsoft.com/office/drawing/2014/main" id="{618E3E95-EBAD-4C8C-AF3F-D46BB4481281}"/>
              </a:ext>
            </a:extLst>
          </p:cNvPr>
          <p:cNvGrpSpPr/>
          <p:nvPr/>
        </p:nvGrpSpPr>
        <p:grpSpPr>
          <a:xfrm>
            <a:off x="4783191" y="1261913"/>
            <a:ext cx="3186315" cy="225083"/>
            <a:chOff x="648690" y="1011333"/>
            <a:chExt cx="3186315" cy="225083"/>
          </a:xfrm>
        </p:grpSpPr>
        <p:sp>
          <p:nvSpPr>
            <p:cNvPr id="70" name="TextBox 69">
              <a:extLst>
                <a:ext uri="{FF2B5EF4-FFF2-40B4-BE49-F238E27FC236}">
                  <a16:creationId xmlns:a16="http://schemas.microsoft.com/office/drawing/2014/main" id="{ADDCF040-323F-4EA6-B19C-AC4405BB8C6B}"/>
                </a:ext>
              </a:extLst>
            </p:cNvPr>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71" name="TextBox 70">
              <a:extLst>
                <a:ext uri="{FF2B5EF4-FFF2-40B4-BE49-F238E27FC236}">
                  <a16:creationId xmlns:a16="http://schemas.microsoft.com/office/drawing/2014/main" id="{D4C9591B-C6B6-4A7E-8A66-2CEAE290FFF2}"/>
                </a:ext>
              </a:extLst>
            </p:cNvPr>
            <p:cNvSpPr txBox="1"/>
            <p:nvPr/>
          </p:nvSpPr>
          <p:spPr>
            <a:xfrm>
              <a:off x="1548789" y="1011333"/>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76" name="TextBox 75">
              <a:extLst>
                <a:ext uri="{FF2B5EF4-FFF2-40B4-BE49-F238E27FC236}">
                  <a16:creationId xmlns:a16="http://schemas.microsoft.com/office/drawing/2014/main" id="{A7C6D08C-0F72-4B4D-BC67-50CEEF766542}"/>
                </a:ext>
              </a:extLst>
            </p:cNvPr>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77" name="TextBox 76">
              <a:extLst>
                <a:ext uri="{FF2B5EF4-FFF2-40B4-BE49-F238E27FC236}">
                  <a16:creationId xmlns:a16="http://schemas.microsoft.com/office/drawing/2014/main" id="{EC7CCE66-6DAF-49C1-84D4-18F455AE4AAF}"/>
                </a:ext>
              </a:extLst>
            </p:cNvPr>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grpSp>
      <p:sp>
        <p:nvSpPr>
          <p:cNvPr id="78" name="Rounded Rectangle 27">
            <a:extLst>
              <a:ext uri="{FF2B5EF4-FFF2-40B4-BE49-F238E27FC236}">
                <a16:creationId xmlns:a16="http://schemas.microsoft.com/office/drawing/2014/main" id="{82F321D2-799D-43C8-894A-60FDC879806D}"/>
              </a:ext>
            </a:extLst>
          </p:cNvPr>
          <p:cNvSpPr/>
          <p:nvPr/>
        </p:nvSpPr>
        <p:spPr>
          <a:xfrm rot="16200000">
            <a:off x="1466731" y="3590524"/>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2</a:t>
            </a:r>
          </a:p>
        </p:txBody>
      </p:sp>
      <p:grpSp>
        <p:nvGrpSpPr>
          <p:cNvPr id="81" name="Group 80">
            <a:extLst>
              <a:ext uri="{FF2B5EF4-FFF2-40B4-BE49-F238E27FC236}">
                <a16:creationId xmlns:a16="http://schemas.microsoft.com/office/drawing/2014/main" id="{4387798F-5730-4D41-82A2-21D10F0F693C}"/>
              </a:ext>
            </a:extLst>
          </p:cNvPr>
          <p:cNvGrpSpPr/>
          <p:nvPr/>
        </p:nvGrpSpPr>
        <p:grpSpPr>
          <a:xfrm>
            <a:off x="318682" y="2863517"/>
            <a:ext cx="1214631" cy="2112513"/>
            <a:chOff x="347347" y="2649682"/>
            <a:chExt cx="1472827" cy="2112513"/>
          </a:xfrm>
        </p:grpSpPr>
        <p:sp>
          <p:nvSpPr>
            <p:cNvPr id="82" name="Line Callout 2 (Accent Bar) 60">
              <a:extLst>
                <a:ext uri="{FF2B5EF4-FFF2-40B4-BE49-F238E27FC236}">
                  <a16:creationId xmlns:a16="http://schemas.microsoft.com/office/drawing/2014/main" id="{02BFBEB7-23B3-4889-B571-BD899F8AF2E6}"/>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UX Design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Prototype</a:t>
              </a:r>
            </a:p>
            <a:p>
              <a:pPr defTabSz="914378"/>
              <a:endParaRPr lang="en-US" sz="800" kern="0" dirty="0">
                <a:latin typeface="Segoe UI" panose="020B0502040204020203" pitchFamily="34" charset="0"/>
                <a:cs typeface="Segoe UI" panose="020B0502040204020203" pitchFamily="34" charset="0"/>
              </a:endParaRPr>
            </a:p>
          </p:txBody>
        </p:sp>
        <p:sp>
          <p:nvSpPr>
            <p:cNvPr id="83" name="Rounded Rectangle 88">
              <a:extLst>
                <a:ext uri="{FF2B5EF4-FFF2-40B4-BE49-F238E27FC236}">
                  <a16:creationId xmlns:a16="http://schemas.microsoft.com/office/drawing/2014/main" id="{43DA025D-8219-4CD7-8B54-B3FB006C73E4}"/>
                </a:ext>
              </a:extLst>
            </p:cNvPr>
            <p:cNvSpPr/>
            <p:nvPr/>
          </p:nvSpPr>
          <p:spPr>
            <a:xfrm>
              <a:off x="771964" y="2649682"/>
              <a:ext cx="1048210" cy="353700"/>
            </a:xfrm>
            <a:prstGeom prst="roundRect">
              <a:avLst/>
            </a:prstGeom>
            <a:solidFill>
              <a:schemeClr val="accent1">
                <a:lumMod val="20000"/>
                <a:lumOff val="80000"/>
              </a:schemeClr>
            </a:solidFill>
            <a:ln w="9525" cap="flat" cmpd="sng" algn="ctr">
              <a:solidFill>
                <a:schemeClr val="accent1">
                  <a:lumMod val="40000"/>
                  <a:lumOff val="60000"/>
                </a:schemeClr>
              </a:solidFill>
              <a:prstDash val="dashDot"/>
            </a:ln>
            <a:effectLst/>
          </p:spPr>
          <p:txBody>
            <a:bodyPr lIns="68580" tIns="34290" rIns="68580" bIns="34290" rtlCol="0" anchor="ctr"/>
            <a:lstStyle/>
            <a:p>
              <a:pPr defTabSz="914378">
                <a:defRPr/>
              </a:pPr>
              <a:r>
                <a:rPr lang="en-US" sz="1050" kern="0" dirty="0">
                  <a:latin typeface="Calibri"/>
                </a:rPr>
                <a:t>Use Case</a:t>
              </a:r>
            </a:p>
          </p:txBody>
        </p:sp>
      </p:grpSp>
      <p:cxnSp>
        <p:nvCxnSpPr>
          <p:cNvPr id="84" name="Straight Connector 83">
            <a:extLst>
              <a:ext uri="{FF2B5EF4-FFF2-40B4-BE49-F238E27FC236}">
                <a16:creationId xmlns:a16="http://schemas.microsoft.com/office/drawing/2014/main" id="{E7000C3A-4156-4239-A4E7-817A4539E179}"/>
              </a:ext>
            </a:extLst>
          </p:cNvPr>
          <p:cNvCxnSpPr/>
          <p:nvPr/>
        </p:nvCxnSpPr>
        <p:spPr>
          <a:xfrm flipH="1">
            <a:off x="6729915" y="1010242"/>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87B3F88A-A8E7-4579-9A96-1617E633434F}"/>
              </a:ext>
            </a:extLst>
          </p:cNvPr>
          <p:cNvGrpSpPr/>
          <p:nvPr/>
        </p:nvGrpSpPr>
        <p:grpSpPr>
          <a:xfrm>
            <a:off x="5678550" y="2836479"/>
            <a:ext cx="1485345" cy="2112513"/>
            <a:chOff x="347347" y="2649682"/>
            <a:chExt cx="1472827" cy="2112513"/>
          </a:xfrm>
        </p:grpSpPr>
        <p:sp>
          <p:nvSpPr>
            <p:cNvPr id="90" name="Line Callout 2 (Accent Bar) 60">
              <a:extLst>
                <a:ext uri="{FF2B5EF4-FFF2-40B4-BE49-F238E27FC236}">
                  <a16:creationId xmlns:a16="http://schemas.microsoft.com/office/drawing/2014/main" id="{79664944-14D3-4591-8A64-67D94831D1D3}"/>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Feed Back / Changes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1" name="Rounded Rectangle 88">
              <a:extLst>
                <a:ext uri="{FF2B5EF4-FFF2-40B4-BE49-F238E27FC236}">
                  <a16:creationId xmlns:a16="http://schemas.microsoft.com/office/drawing/2014/main" id="{D8C10DEA-4B08-448F-BB8D-4EB2C2EFEA95}"/>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6" name="Group 95">
            <a:extLst>
              <a:ext uri="{FF2B5EF4-FFF2-40B4-BE49-F238E27FC236}">
                <a16:creationId xmlns:a16="http://schemas.microsoft.com/office/drawing/2014/main" id="{16B8B4F1-9F30-46C4-83C8-370586282716}"/>
              </a:ext>
            </a:extLst>
          </p:cNvPr>
          <p:cNvGrpSpPr/>
          <p:nvPr/>
        </p:nvGrpSpPr>
        <p:grpSpPr>
          <a:xfrm>
            <a:off x="7866667" y="2901078"/>
            <a:ext cx="1127520" cy="2112513"/>
            <a:chOff x="347347" y="2649682"/>
            <a:chExt cx="1472827" cy="2112513"/>
          </a:xfrm>
        </p:grpSpPr>
        <p:sp>
          <p:nvSpPr>
            <p:cNvPr id="102" name="Line Callout 2 (Accent Bar) 60">
              <a:extLst>
                <a:ext uri="{FF2B5EF4-FFF2-40B4-BE49-F238E27FC236}">
                  <a16:creationId xmlns:a16="http://schemas.microsoft.com/office/drawing/2014/main" id="{EA10423D-6195-40BD-9D77-BF4368F94492}"/>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Test / Change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ATP results</a:t>
              </a:r>
            </a:p>
            <a:p>
              <a:pPr defTabSz="914378"/>
              <a:endParaRPr lang="en-US" sz="800" kern="0" dirty="0">
                <a:latin typeface="Segoe UI" panose="020B0502040204020203" pitchFamily="34" charset="0"/>
                <a:cs typeface="Segoe UI" panose="020B0502040204020203" pitchFamily="34" charset="0"/>
              </a:endParaRPr>
            </a:p>
          </p:txBody>
        </p:sp>
        <p:sp>
          <p:nvSpPr>
            <p:cNvPr id="103" name="Rounded Rectangle 88">
              <a:extLst>
                <a:ext uri="{FF2B5EF4-FFF2-40B4-BE49-F238E27FC236}">
                  <a16:creationId xmlns:a16="http://schemas.microsoft.com/office/drawing/2014/main" id="{26B1373C-169A-42A0-B251-A50A5461773F}"/>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Verification</a:t>
              </a:r>
            </a:p>
          </p:txBody>
        </p:sp>
      </p:grpSp>
      <p:sp>
        <p:nvSpPr>
          <p:cNvPr id="114" name="Rounded Rectangle 107">
            <a:extLst>
              <a:ext uri="{FF2B5EF4-FFF2-40B4-BE49-F238E27FC236}">
                <a16:creationId xmlns:a16="http://schemas.microsoft.com/office/drawing/2014/main" id="{F39BC78B-72E3-4B85-9119-864319AD6897}"/>
              </a:ext>
            </a:extLst>
          </p:cNvPr>
          <p:cNvSpPr/>
          <p:nvPr/>
        </p:nvSpPr>
        <p:spPr>
          <a:xfrm>
            <a:off x="5810931" y="1654792"/>
            <a:ext cx="3100003" cy="274986"/>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Production Movement Sprints</a:t>
            </a:r>
          </a:p>
        </p:txBody>
      </p:sp>
      <p:sp>
        <p:nvSpPr>
          <p:cNvPr id="67" name="Rectangle 66">
            <a:extLst>
              <a:ext uri="{FF2B5EF4-FFF2-40B4-BE49-F238E27FC236}">
                <a16:creationId xmlns:a16="http://schemas.microsoft.com/office/drawing/2014/main" id="{0FAE5F2E-302D-413C-A3D4-415807BD77F1}"/>
              </a:ext>
            </a:extLst>
          </p:cNvPr>
          <p:cNvSpPr/>
          <p:nvPr/>
        </p:nvSpPr>
        <p:spPr>
          <a:xfrm>
            <a:off x="1788913" y="286954"/>
            <a:ext cx="5572020" cy="430887"/>
          </a:xfrm>
          <a:prstGeom prst="rect">
            <a:avLst/>
          </a:prstGeom>
        </p:spPr>
        <p:txBody>
          <a:bodyPr wrap="square" lIns="0">
            <a:spAutoFit/>
          </a:bodyPr>
          <a:lstStyle/>
          <a:p>
            <a:pPr algn="ctr"/>
            <a:r>
              <a:rPr lang="en-US" sz="2200" b="1" dirty="0">
                <a:solidFill>
                  <a:schemeClr val="accent1"/>
                </a:solidFill>
                <a:latin typeface="Raleway SemiBold" panose="020B0503030101060003" pitchFamily="34" charset="77"/>
              </a:rPr>
              <a:t>Sample </a:t>
            </a:r>
            <a:r>
              <a:rPr lang="en-US" sz="2200" b="1" dirty="0">
                <a:solidFill>
                  <a:schemeClr val="tx1">
                    <a:lumMod val="90000"/>
                    <a:lumOff val="10000"/>
                  </a:schemeClr>
                </a:solidFill>
                <a:latin typeface="Raleway SemiBold" panose="020B0503030101060003" pitchFamily="34" charset="77"/>
              </a:rPr>
              <a:t>Project Timeline</a:t>
            </a:r>
          </a:p>
        </p:txBody>
      </p:sp>
      <p:sp>
        <p:nvSpPr>
          <p:cNvPr id="72" name="TextBox 71">
            <a:extLst>
              <a:ext uri="{FF2B5EF4-FFF2-40B4-BE49-F238E27FC236}">
                <a16:creationId xmlns:a16="http://schemas.microsoft.com/office/drawing/2014/main" id="{A58EDD76-93A4-402E-BC09-AB4F9E9B84D2}"/>
              </a:ext>
            </a:extLst>
          </p:cNvPr>
          <p:cNvSpPr txBox="1"/>
          <p:nvPr/>
        </p:nvSpPr>
        <p:spPr>
          <a:xfrm>
            <a:off x="3494638" y="69247"/>
            <a:ext cx="2154725" cy="161583"/>
          </a:xfrm>
          <a:prstGeom prst="rect">
            <a:avLst/>
          </a:prstGeom>
          <a:noFill/>
        </p:spPr>
        <p:txBody>
          <a:bodyPr wrap="square" lIns="0" tIns="0" rIns="0" bIns="0" rtlCol="0">
            <a:spAutoFit/>
          </a:bodyPr>
          <a:lstStyle/>
          <a:p>
            <a:pPr algn="ctr"/>
            <a:r>
              <a:rPr lang="en-US" sz="1050" dirty="0">
                <a:solidFill>
                  <a:srgbClr val="FFFFFF"/>
                </a:solidFill>
                <a:latin typeface="Raleway Medium" panose="020B0503030101060003" pitchFamily="34" charset="77"/>
                <a:ea typeface="Roboto" panose="02000000000000000000" pitchFamily="2" charset="0"/>
                <a:cs typeface="Open Sans" panose="020B0606030504020204" pitchFamily="34" charset="0"/>
              </a:rPr>
              <a:t>Timeline</a:t>
            </a:r>
          </a:p>
        </p:txBody>
      </p:sp>
      <p:grpSp>
        <p:nvGrpSpPr>
          <p:cNvPr id="10" name="Group 9">
            <a:extLst>
              <a:ext uri="{FF2B5EF4-FFF2-40B4-BE49-F238E27FC236}">
                <a16:creationId xmlns:a16="http://schemas.microsoft.com/office/drawing/2014/main" id="{68E719DC-D9E6-4917-99F6-0C880425CB7F}"/>
              </a:ext>
            </a:extLst>
          </p:cNvPr>
          <p:cNvGrpSpPr/>
          <p:nvPr/>
        </p:nvGrpSpPr>
        <p:grpSpPr>
          <a:xfrm>
            <a:off x="1195979" y="3027926"/>
            <a:ext cx="1472742" cy="2112513"/>
            <a:chOff x="347347" y="2649682"/>
            <a:chExt cx="1466030" cy="2112513"/>
          </a:xfrm>
        </p:grpSpPr>
        <p:sp>
          <p:nvSpPr>
            <p:cNvPr id="61" name="Line Callout 2 (Accent Bar) 60"/>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PH1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89" name="Rounded Rectangle 88"/>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3" name="Group 92">
            <a:extLst>
              <a:ext uri="{FF2B5EF4-FFF2-40B4-BE49-F238E27FC236}">
                <a16:creationId xmlns:a16="http://schemas.microsoft.com/office/drawing/2014/main" id="{7C22E445-7E50-481C-8EF6-DCC2C73C490F}"/>
              </a:ext>
            </a:extLst>
          </p:cNvPr>
          <p:cNvGrpSpPr/>
          <p:nvPr/>
        </p:nvGrpSpPr>
        <p:grpSpPr>
          <a:xfrm>
            <a:off x="2990474" y="2836479"/>
            <a:ext cx="2135341" cy="2112513"/>
            <a:chOff x="347347" y="2649682"/>
            <a:chExt cx="1466030" cy="2112513"/>
          </a:xfrm>
        </p:grpSpPr>
        <p:sp>
          <p:nvSpPr>
            <p:cNvPr id="94" name="Line Callout 2 (Accent Bar) 60">
              <a:extLst>
                <a:ext uri="{FF2B5EF4-FFF2-40B4-BE49-F238E27FC236}">
                  <a16:creationId xmlns:a16="http://schemas.microsoft.com/office/drawing/2014/main" id="{0D6D6DE6-15CC-4EA8-95D3-83D258E818AD}"/>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5" name="Rounded Rectangle 88">
              <a:extLst>
                <a:ext uri="{FF2B5EF4-FFF2-40B4-BE49-F238E27FC236}">
                  <a16:creationId xmlns:a16="http://schemas.microsoft.com/office/drawing/2014/main" id="{B3824BDA-759E-45EE-967D-EC117BCC8A4D}"/>
                </a:ext>
              </a:extLst>
            </p:cNvPr>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sp>
        <p:nvSpPr>
          <p:cNvPr id="97" name="Rounded Rectangle 27">
            <a:extLst>
              <a:ext uri="{FF2B5EF4-FFF2-40B4-BE49-F238E27FC236}">
                <a16:creationId xmlns:a16="http://schemas.microsoft.com/office/drawing/2014/main" id="{A13316E7-3369-4710-942E-DA1A44F5C7C7}"/>
              </a:ext>
            </a:extLst>
          </p:cNvPr>
          <p:cNvSpPr/>
          <p:nvPr/>
        </p:nvSpPr>
        <p:spPr>
          <a:xfrm rot="16200000">
            <a:off x="4208719" y="3654868"/>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3</a:t>
            </a:r>
          </a:p>
        </p:txBody>
      </p:sp>
      <p:sp>
        <p:nvSpPr>
          <p:cNvPr id="28" name="Rounded Rectangle 27"/>
          <p:cNvSpPr/>
          <p:nvPr/>
        </p:nvSpPr>
        <p:spPr>
          <a:xfrm rot="16200000">
            <a:off x="-1108429" y="3547527"/>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1</a:t>
            </a:r>
          </a:p>
        </p:txBody>
      </p:sp>
      <p:sp>
        <p:nvSpPr>
          <p:cNvPr id="74" name="Rounded Rectangle 29">
            <a:extLst>
              <a:ext uri="{FF2B5EF4-FFF2-40B4-BE49-F238E27FC236}">
                <a16:creationId xmlns:a16="http://schemas.microsoft.com/office/drawing/2014/main" id="{811F8220-8113-4922-961B-298ADEAED286}"/>
              </a:ext>
            </a:extLst>
          </p:cNvPr>
          <p:cNvSpPr/>
          <p:nvPr/>
        </p:nvSpPr>
        <p:spPr>
          <a:xfrm>
            <a:off x="3056974" y="2273800"/>
            <a:ext cx="2162034"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  IT1 Modules</a:t>
            </a:r>
          </a:p>
        </p:txBody>
      </p:sp>
      <p:sp>
        <p:nvSpPr>
          <p:cNvPr id="85" name="Rounded Rectangle 29">
            <a:extLst>
              <a:ext uri="{FF2B5EF4-FFF2-40B4-BE49-F238E27FC236}">
                <a16:creationId xmlns:a16="http://schemas.microsoft.com/office/drawing/2014/main" id="{99966AB6-64F2-48E7-8EF6-F5A77A196823}"/>
              </a:ext>
            </a:extLst>
          </p:cNvPr>
          <p:cNvSpPr/>
          <p:nvPr/>
        </p:nvSpPr>
        <p:spPr>
          <a:xfrm>
            <a:off x="7989356" y="2247963"/>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Acceptance</a:t>
            </a:r>
          </a:p>
        </p:txBody>
      </p:sp>
      <p:grpSp>
        <p:nvGrpSpPr>
          <p:cNvPr id="86" name="Group 85">
            <a:extLst>
              <a:ext uri="{FF2B5EF4-FFF2-40B4-BE49-F238E27FC236}">
                <a16:creationId xmlns:a16="http://schemas.microsoft.com/office/drawing/2014/main" id="{7D769846-B137-4EFD-A558-D76B7E5658E5}"/>
              </a:ext>
            </a:extLst>
          </p:cNvPr>
          <p:cNvGrpSpPr/>
          <p:nvPr/>
        </p:nvGrpSpPr>
        <p:grpSpPr>
          <a:xfrm>
            <a:off x="6654956" y="3130983"/>
            <a:ext cx="1214631" cy="1920790"/>
            <a:chOff x="347347" y="2649682"/>
            <a:chExt cx="1472827" cy="2112513"/>
          </a:xfrm>
        </p:grpSpPr>
        <p:sp>
          <p:nvSpPr>
            <p:cNvPr id="87" name="Line Callout 2 (Accent Bar) 60">
              <a:extLst>
                <a:ext uri="{FF2B5EF4-FFF2-40B4-BE49-F238E27FC236}">
                  <a16:creationId xmlns:a16="http://schemas.microsoft.com/office/drawing/2014/main" id="{1FEC28E8-23CB-47AF-85F4-AF5265A579F0}"/>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Release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Operation</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Production App</a:t>
              </a:r>
            </a:p>
            <a:p>
              <a:pPr defTabSz="914378"/>
              <a:endParaRPr lang="en-US" sz="800" kern="0" dirty="0">
                <a:latin typeface="Segoe UI" panose="020B0502040204020203" pitchFamily="34" charset="0"/>
                <a:cs typeface="Segoe UI" panose="020B0502040204020203" pitchFamily="34" charset="0"/>
              </a:endParaRPr>
            </a:p>
          </p:txBody>
        </p:sp>
        <p:sp>
          <p:nvSpPr>
            <p:cNvPr id="98" name="Rounded Rectangle 88">
              <a:extLst>
                <a:ext uri="{FF2B5EF4-FFF2-40B4-BE49-F238E27FC236}">
                  <a16:creationId xmlns:a16="http://schemas.microsoft.com/office/drawing/2014/main" id="{AFCE4095-6E75-47CE-B7D3-A444144FA22D}"/>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Deployment</a:t>
              </a:r>
            </a:p>
          </p:txBody>
        </p:sp>
      </p:grpSp>
      <p:sp>
        <p:nvSpPr>
          <p:cNvPr id="75" name="TextBox 74">
            <a:extLst>
              <a:ext uri="{FF2B5EF4-FFF2-40B4-BE49-F238E27FC236}">
                <a16:creationId xmlns:a16="http://schemas.microsoft.com/office/drawing/2014/main" id="{5C35B843-2001-4B21-A97A-8EEE7A5D6076}"/>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598699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Box 71">
            <a:extLst>
              <a:ext uri="{FF2B5EF4-FFF2-40B4-BE49-F238E27FC236}">
                <a16:creationId xmlns:a16="http://schemas.microsoft.com/office/drawing/2014/main" id="{A58EDD76-93A4-402E-BC09-AB4F9E9B84D2}"/>
              </a:ext>
            </a:extLst>
          </p:cNvPr>
          <p:cNvSpPr txBox="1"/>
          <p:nvPr/>
        </p:nvSpPr>
        <p:spPr>
          <a:xfrm>
            <a:off x="3494638" y="69247"/>
            <a:ext cx="2154725" cy="161583"/>
          </a:xfrm>
          <a:prstGeom prst="rect">
            <a:avLst/>
          </a:prstGeom>
          <a:noFill/>
        </p:spPr>
        <p:txBody>
          <a:bodyPr wrap="square" lIns="0" tIns="0" rIns="0" bIns="0" rtlCol="0">
            <a:spAutoFit/>
          </a:bodyPr>
          <a:lstStyle/>
          <a:p>
            <a:pPr algn="ctr"/>
            <a:r>
              <a:rPr lang="en-US" sz="1050" dirty="0">
                <a:solidFill>
                  <a:srgbClr val="FFFFFF"/>
                </a:solidFill>
                <a:latin typeface="Raleway Medium" panose="020B0503030101060003" pitchFamily="34" charset="77"/>
                <a:ea typeface="Roboto" panose="02000000000000000000" pitchFamily="2" charset="0"/>
                <a:cs typeface="Open Sans" panose="020B0606030504020204" pitchFamily="34" charset="0"/>
              </a:rPr>
              <a:t>Tech Stack</a:t>
            </a:r>
          </a:p>
        </p:txBody>
      </p:sp>
      <p:grpSp>
        <p:nvGrpSpPr>
          <p:cNvPr id="22" name="Group 21">
            <a:extLst>
              <a:ext uri="{FF2B5EF4-FFF2-40B4-BE49-F238E27FC236}">
                <a16:creationId xmlns:a16="http://schemas.microsoft.com/office/drawing/2014/main" id="{A6A6BF21-CBF1-C953-0D13-A14178D68447}"/>
              </a:ext>
            </a:extLst>
          </p:cNvPr>
          <p:cNvGrpSpPr/>
          <p:nvPr/>
        </p:nvGrpSpPr>
        <p:grpSpPr>
          <a:xfrm>
            <a:off x="1065176" y="553282"/>
            <a:ext cx="6036676" cy="3748855"/>
            <a:chOff x="673394" y="1885861"/>
            <a:chExt cx="8239719" cy="2743289"/>
          </a:xfrm>
        </p:grpSpPr>
        <p:sp>
          <p:nvSpPr>
            <p:cNvPr id="29" name="Text Placeholder 12">
              <a:extLst>
                <a:ext uri="{FF2B5EF4-FFF2-40B4-BE49-F238E27FC236}">
                  <a16:creationId xmlns:a16="http://schemas.microsoft.com/office/drawing/2014/main" id="{645CBC7C-93DE-FC3F-BD5B-92EBC668C75C}"/>
                </a:ext>
              </a:extLst>
            </p:cNvPr>
            <p:cNvSpPr txBox="1">
              <a:spLocks/>
            </p:cNvSpPr>
            <p:nvPr/>
          </p:nvSpPr>
          <p:spPr>
            <a:xfrm>
              <a:off x="709224" y="1885861"/>
              <a:ext cx="1900407"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750" dirty="0"/>
            </a:p>
          </p:txBody>
        </p:sp>
        <p:sp>
          <p:nvSpPr>
            <p:cNvPr id="33" name="Text Placeholder 12">
              <a:extLst>
                <a:ext uri="{FF2B5EF4-FFF2-40B4-BE49-F238E27FC236}">
                  <a16:creationId xmlns:a16="http://schemas.microsoft.com/office/drawing/2014/main" id="{248D7162-7909-D9EB-D1FF-0455D795C35B}"/>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dirty="0"/>
                <a:t>Sprint backlog</a:t>
              </a:r>
            </a:p>
          </p:txBody>
        </p:sp>
        <p:sp>
          <p:nvSpPr>
            <p:cNvPr id="45" name="Text Placeholder 12">
              <a:extLst>
                <a:ext uri="{FF2B5EF4-FFF2-40B4-BE49-F238E27FC236}">
                  <a16:creationId xmlns:a16="http://schemas.microsoft.com/office/drawing/2014/main" id="{68E54E74-AE29-645D-4CC0-03DAA85575E4}"/>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closure</a:t>
              </a:r>
            </a:p>
          </p:txBody>
        </p:sp>
        <p:sp>
          <p:nvSpPr>
            <p:cNvPr id="50" name="Text Placeholder 14">
              <a:extLst>
                <a:ext uri="{FF2B5EF4-FFF2-40B4-BE49-F238E27FC236}">
                  <a16:creationId xmlns:a16="http://schemas.microsoft.com/office/drawing/2014/main" id="{5439111A-68FD-11D7-5E7F-3A3D4ABCD4BF}"/>
                </a:ext>
              </a:extLst>
            </p:cNvPr>
            <p:cNvSpPr txBox="1">
              <a:spLocks/>
            </p:cNvSpPr>
            <p:nvPr/>
          </p:nvSpPr>
          <p:spPr>
            <a:xfrm>
              <a:off x="673394"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cs typeface="Calibri" pitchFamily="34" charset="0"/>
                </a:rPr>
                <a:t>Release plan</a:t>
              </a:r>
            </a:p>
            <a:p>
              <a:pPr marL="171450" indent="-171450" defTabSz="514350">
                <a:spcBef>
                  <a:spcPts val="0"/>
                </a:spcBef>
                <a:buSzPct val="80000"/>
              </a:pPr>
              <a:r>
                <a:rPr lang="en-US" sz="750" dirty="0">
                  <a:solidFill>
                    <a:schemeClr val="bg1"/>
                  </a:solidFill>
                  <a:latin typeface="+mn-lt"/>
                  <a:cs typeface="Calibri" pitchFamily="34" charset="0"/>
                </a:rPr>
                <a:t>Product backlog</a:t>
              </a:r>
            </a:p>
            <a:p>
              <a:pPr marL="171450" indent="-171450" defTabSz="514350">
                <a:spcBef>
                  <a:spcPts val="0"/>
                </a:spcBef>
                <a:buSzPct val="80000"/>
              </a:pPr>
              <a:r>
                <a:rPr lang="en-US" sz="750" dirty="0">
                  <a:solidFill>
                    <a:schemeClr val="bg1"/>
                  </a:solidFill>
                  <a:cs typeface="Calibri" pitchFamily="34" charset="0"/>
                </a:rPr>
                <a:t>Release burn up</a:t>
              </a:r>
            </a:p>
            <a:p>
              <a:pPr marL="171450" indent="-171450" defTabSz="514350">
                <a:spcBef>
                  <a:spcPts val="0"/>
                </a:spcBef>
                <a:buSzPct val="80000"/>
              </a:pPr>
              <a:endParaRPr lang="en-US" sz="750" dirty="0">
                <a:solidFill>
                  <a:schemeClr val="bg1"/>
                </a:solidFill>
                <a:latin typeface="+mn-lt"/>
                <a:cs typeface="Calibri" pitchFamily="34" charset="0"/>
              </a:endParaRPr>
            </a:p>
          </p:txBody>
        </p:sp>
        <p:sp>
          <p:nvSpPr>
            <p:cNvPr id="51" name="Text Placeholder 16">
              <a:extLst>
                <a:ext uri="{FF2B5EF4-FFF2-40B4-BE49-F238E27FC236}">
                  <a16:creationId xmlns:a16="http://schemas.microsoft.com/office/drawing/2014/main" id="{C79488C2-56F8-2B44-B951-72B97304613E}"/>
                </a:ext>
              </a:extLst>
            </p:cNvPr>
            <p:cNvSpPr txBox="1">
              <a:spLocks/>
            </p:cNvSpPr>
            <p:nvPr/>
          </p:nvSpPr>
          <p:spPr>
            <a:xfrm>
              <a:off x="693469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Working Software</a:t>
              </a:r>
            </a:p>
            <a:p>
              <a:pPr marL="171450" indent="-171450" defTabSz="514350">
                <a:spcBef>
                  <a:spcPts val="0"/>
                </a:spcBef>
                <a:buSzPct val="80000"/>
              </a:pPr>
              <a:r>
                <a:rPr lang="en-US" sz="750" dirty="0">
                  <a:solidFill>
                    <a:schemeClr val="bg1"/>
                  </a:solidFill>
                  <a:latin typeface="+mn-lt"/>
                  <a:cs typeface="Calibri" pitchFamily="34" charset="0"/>
                </a:rPr>
                <a:t>Retrospective backlog / action list</a:t>
              </a:r>
            </a:p>
            <a:p>
              <a:pPr marL="171450" indent="-171450" defTabSz="514350">
                <a:spcBef>
                  <a:spcPts val="0"/>
                </a:spcBef>
                <a:buSzPct val="80000"/>
              </a:pPr>
              <a:r>
                <a:rPr lang="en-US" sz="750" dirty="0">
                  <a:solidFill>
                    <a:schemeClr val="bg1"/>
                  </a:solidFill>
                  <a:latin typeface="+mn-lt"/>
                  <a:cs typeface="Calibri" pitchFamily="34" charset="0"/>
                </a:rPr>
                <a:t>Continuous improvement plan</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Release burn-down</a:t>
              </a:r>
            </a:p>
          </p:txBody>
        </p:sp>
        <p:sp>
          <p:nvSpPr>
            <p:cNvPr id="52" name="Text Placeholder 14">
              <a:extLst>
                <a:ext uri="{FF2B5EF4-FFF2-40B4-BE49-F238E27FC236}">
                  <a16:creationId xmlns:a16="http://schemas.microsoft.com/office/drawing/2014/main" id="{C4AC3187-AD67-ED23-03BA-22FBBA5D8A62}"/>
                </a:ext>
              </a:extLst>
            </p:cNvPr>
            <p:cNvSpPr txBox="1">
              <a:spLocks/>
            </p:cNvSpPr>
            <p:nvPr/>
          </p:nvSpPr>
          <p:spPr>
            <a:xfrm>
              <a:off x="2761721"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Sprint backlog</a:t>
              </a:r>
            </a:p>
            <a:p>
              <a:pPr marL="171450" indent="-171450" defTabSz="514350">
                <a:spcBef>
                  <a:spcPts val="0"/>
                </a:spcBef>
                <a:buSzPct val="80000"/>
              </a:pPr>
              <a:r>
                <a:rPr lang="en-US" sz="750" dirty="0">
                  <a:solidFill>
                    <a:schemeClr val="bg1"/>
                  </a:solidFill>
                  <a:latin typeface="+mn-lt"/>
                  <a:cs typeface="Calibri" pitchFamily="34" charset="0"/>
                </a:rPr>
                <a:t>Definition of “Done”</a:t>
              </a:r>
            </a:p>
            <a:p>
              <a:pPr marL="171450" indent="-171450" defTabSz="514350">
                <a:spcBef>
                  <a:spcPts val="0"/>
                </a:spcBef>
                <a:buSzPct val="80000"/>
              </a:pPr>
              <a:r>
                <a:rPr lang="en-US" sz="750" dirty="0">
                  <a:solidFill>
                    <a:schemeClr val="bg1"/>
                  </a:solidFill>
                  <a:latin typeface="+mn-lt"/>
                  <a:cs typeface="Calibri" pitchFamily="34" charset="0"/>
                </a:rPr>
                <a:t>Test approach</a:t>
              </a:r>
            </a:p>
            <a:p>
              <a:pPr marL="171450" indent="-171450" defTabSz="514350">
                <a:spcBef>
                  <a:spcPts val="0"/>
                </a:spcBef>
                <a:buSzPct val="80000"/>
              </a:pPr>
              <a:r>
                <a:rPr lang="en-US" sz="750" dirty="0">
                  <a:solidFill>
                    <a:schemeClr val="bg1"/>
                  </a:solidFill>
                  <a:latin typeface="+mn-lt"/>
                  <a:cs typeface="Calibri" pitchFamily="34" charset="0"/>
                </a:rPr>
                <a:t>Acceptance criteria for each story</a:t>
              </a:r>
            </a:p>
            <a:p>
              <a:pPr marL="171450" indent="-171450" defTabSz="514350">
                <a:spcBef>
                  <a:spcPts val="0"/>
                </a:spcBef>
                <a:buSzPct val="80000"/>
              </a:pPr>
              <a:r>
                <a:rPr lang="en-US" sz="750" dirty="0">
                  <a:solidFill>
                    <a:schemeClr val="bg1"/>
                  </a:solidFill>
                  <a:latin typeface="+mn-lt"/>
                  <a:cs typeface="Calibri" pitchFamily="34" charset="0"/>
                </a:rPr>
                <a:t>Sprint Goal</a:t>
              </a:r>
            </a:p>
            <a:p>
              <a:pPr marL="171450" indent="-171450" defTabSz="514350">
                <a:spcBef>
                  <a:spcPts val="0"/>
                </a:spcBef>
                <a:buSzPct val="80000"/>
              </a:pPr>
              <a:r>
                <a:rPr lang="en-US" sz="750" dirty="0">
                  <a:solidFill>
                    <a:schemeClr val="bg1"/>
                  </a:solidFill>
                  <a:latin typeface="+mn-lt"/>
                  <a:cs typeface="Calibri" pitchFamily="34" charset="0"/>
                </a:rPr>
                <a:t>Documentation approach</a:t>
              </a:r>
            </a:p>
          </p:txBody>
        </p:sp>
        <p:sp>
          <p:nvSpPr>
            <p:cNvPr id="53" name="Text Placeholder 16">
              <a:extLst>
                <a:ext uri="{FF2B5EF4-FFF2-40B4-BE49-F238E27FC236}">
                  <a16:creationId xmlns:a16="http://schemas.microsoft.com/office/drawing/2014/main" id="{5F6CAE95-C7A7-4AF7-BDC2-2219259A6F8F}"/>
                </a:ext>
              </a:extLst>
            </p:cNvPr>
            <p:cNvSpPr txBox="1">
              <a:spLocks/>
            </p:cNvSpPr>
            <p:nvPr/>
          </p:nvSpPr>
          <p:spPr>
            <a:xfrm>
              <a:off x="485004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Impediment tracking list</a:t>
              </a:r>
            </a:p>
            <a:p>
              <a:pPr marL="171450" indent="-171450" defTabSz="514350">
                <a:spcBef>
                  <a:spcPts val="0"/>
                </a:spcBef>
                <a:buSzPct val="80000"/>
              </a:pPr>
              <a:r>
                <a:rPr lang="en-US" sz="750" dirty="0">
                  <a:solidFill>
                    <a:schemeClr val="bg1"/>
                  </a:solidFill>
                  <a:latin typeface="+mn-lt"/>
                  <a:cs typeface="Calibri" pitchFamily="34" charset="0"/>
                </a:rPr>
                <a:t>Sprint backlog prioritization</a:t>
              </a:r>
            </a:p>
            <a:p>
              <a:pPr marL="171450" indent="-171450" defTabSz="514350">
                <a:spcBef>
                  <a:spcPts val="0"/>
                </a:spcBef>
                <a:buSzPct val="80000"/>
              </a:pPr>
              <a:r>
                <a:rPr lang="en-US" sz="750" dirty="0">
                  <a:solidFill>
                    <a:schemeClr val="bg1"/>
                  </a:solidFill>
                  <a:latin typeface="+mn-lt"/>
                  <a:cs typeface="Calibri" pitchFamily="34" charset="0"/>
                </a:rPr>
                <a:t>Sprint burn-down chart</a:t>
              </a:r>
            </a:p>
            <a:p>
              <a:pPr marL="171450" indent="-171450" defTabSz="514350">
                <a:spcBef>
                  <a:spcPts val="0"/>
                </a:spcBef>
                <a:buSzPct val="80000"/>
              </a:pPr>
              <a:r>
                <a:rPr lang="en-US" sz="750" dirty="0">
                  <a:solidFill>
                    <a:schemeClr val="bg1"/>
                  </a:solidFill>
                  <a:latin typeface="+mn-lt"/>
                  <a:cs typeface="Calibri" pitchFamily="34" charset="0"/>
                </a:rPr>
                <a:t>Kanban / Scrum board</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Development documentation</a:t>
              </a:r>
            </a:p>
          </p:txBody>
        </p:sp>
      </p:grpSp>
      <p:grpSp>
        <p:nvGrpSpPr>
          <p:cNvPr id="118" name="Group 117">
            <a:extLst>
              <a:ext uri="{FF2B5EF4-FFF2-40B4-BE49-F238E27FC236}">
                <a16:creationId xmlns:a16="http://schemas.microsoft.com/office/drawing/2014/main" id="{1FD82FE6-5B4C-A63D-F3D1-AE5A6911571A}"/>
              </a:ext>
            </a:extLst>
          </p:cNvPr>
          <p:cNvGrpSpPr/>
          <p:nvPr/>
        </p:nvGrpSpPr>
        <p:grpSpPr>
          <a:xfrm>
            <a:off x="999919" y="552608"/>
            <a:ext cx="2785462" cy="2598454"/>
            <a:chOff x="999919" y="552608"/>
            <a:chExt cx="2785462" cy="2598454"/>
          </a:xfrm>
        </p:grpSpPr>
        <p:sp>
          <p:nvSpPr>
            <p:cNvPr id="58" name="Rectangle: Rounded Corners 57">
              <a:extLst>
                <a:ext uri="{FF2B5EF4-FFF2-40B4-BE49-F238E27FC236}">
                  <a16:creationId xmlns:a16="http://schemas.microsoft.com/office/drawing/2014/main" id="{AF6CAC52-6C96-D1AD-A0F2-78E2BDC1FF7E}"/>
                </a:ext>
              </a:extLst>
            </p:cNvPr>
            <p:cNvSpPr/>
            <p:nvPr/>
          </p:nvSpPr>
          <p:spPr>
            <a:xfrm>
              <a:off x="999919" y="552608"/>
              <a:ext cx="2785461" cy="3552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Front End</a:t>
              </a:r>
              <a:endParaRPr lang="en-IN" dirty="0"/>
            </a:p>
          </p:txBody>
        </p:sp>
        <p:sp>
          <p:nvSpPr>
            <p:cNvPr id="117" name="Text Placeholder 14">
              <a:extLst>
                <a:ext uri="{FF2B5EF4-FFF2-40B4-BE49-F238E27FC236}">
                  <a16:creationId xmlns:a16="http://schemas.microsoft.com/office/drawing/2014/main" id="{5DD2B128-5DB9-403E-F684-EE8E1D4E000E}"/>
                </a:ext>
              </a:extLst>
            </p:cNvPr>
            <p:cNvSpPr txBox="1">
              <a:spLocks/>
            </p:cNvSpPr>
            <p:nvPr/>
          </p:nvSpPr>
          <p:spPr>
            <a:xfrm>
              <a:off x="1062851" y="1038002"/>
              <a:ext cx="2722530" cy="2113060"/>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1400" dirty="0">
                  <a:latin typeface="+mn-lt"/>
                  <a:cs typeface="Calibri" pitchFamily="34" charset="0"/>
                </a:rPr>
                <a:t>UX  designs &amp; prototyping</a:t>
              </a:r>
            </a:p>
            <a:p>
              <a:pPr marL="571500" lvl="1" indent="-171450" defTabSz="514350">
                <a:spcBef>
                  <a:spcPts val="0"/>
                </a:spcBef>
                <a:buClr>
                  <a:srgbClr val="DA291C"/>
                </a:buClr>
                <a:buSzPct val="80000"/>
              </a:pPr>
              <a:r>
                <a:rPr lang="en-US" sz="1400" dirty="0">
                  <a:latin typeface="+mn-lt"/>
                  <a:cs typeface="Calibri" pitchFamily="34" charset="0"/>
                </a:rPr>
                <a:t>Figma / Adobe </a:t>
              </a:r>
            </a:p>
            <a:p>
              <a:pPr marL="171450" indent="-171450" defTabSz="514350">
                <a:spcBef>
                  <a:spcPts val="0"/>
                </a:spcBef>
                <a:buClr>
                  <a:srgbClr val="DA291C"/>
                </a:buClr>
                <a:buSzPct val="80000"/>
              </a:pPr>
              <a:r>
                <a:rPr lang="en-US" sz="1400" dirty="0">
                  <a:latin typeface="+mn-lt"/>
                  <a:cs typeface="Calibri" pitchFamily="34" charset="0"/>
                </a:rPr>
                <a:t>Core Web UI </a:t>
              </a:r>
            </a:p>
            <a:p>
              <a:pPr marL="571500" lvl="1" indent="-171450" defTabSz="514350">
                <a:spcBef>
                  <a:spcPts val="0"/>
                </a:spcBef>
                <a:buClr>
                  <a:srgbClr val="DA291C"/>
                </a:buClr>
                <a:buSzPct val="80000"/>
              </a:pPr>
              <a:r>
                <a:rPr lang="en-US" sz="1400" dirty="0">
                  <a:latin typeface="+mn-lt"/>
                  <a:cs typeface="Calibri" pitchFamily="34" charset="0"/>
                </a:rPr>
                <a:t>HTML5/CSS3/JAVASCRIPT </a:t>
              </a:r>
            </a:p>
            <a:p>
              <a:pPr marL="171450" indent="-171450" defTabSz="514350">
                <a:spcBef>
                  <a:spcPts val="0"/>
                </a:spcBef>
                <a:buClr>
                  <a:srgbClr val="DA291C"/>
                </a:buClr>
                <a:buSzPct val="80000"/>
              </a:pPr>
              <a:r>
                <a:rPr lang="en-US" sz="1400" dirty="0">
                  <a:latin typeface="+mn-lt"/>
                  <a:cs typeface="Calibri" pitchFamily="34" charset="0"/>
                </a:rPr>
                <a:t>Web Framework</a:t>
              </a:r>
            </a:p>
            <a:p>
              <a:pPr marL="571500" lvl="1" indent="-171450" defTabSz="514350">
                <a:spcBef>
                  <a:spcPts val="0"/>
                </a:spcBef>
                <a:buClr>
                  <a:srgbClr val="DA291C"/>
                </a:buClr>
                <a:buSzPct val="80000"/>
              </a:pPr>
              <a:r>
                <a:rPr lang="en-US" sz="1400" dirty="0">
                  <a:latin typeface="+mn-lt"/>
                  <a:cs typeface="Calibri" pitchFamily="34" charset="0"/>
                </a:rPr>
                <a:t>Reacts / Redux / Flutter </a:t>
              </a:r>
            </a:p>
            <a:p>
              <a:pPr marL="171450" indent="-171450" defTabSz="514350">
                <a:spcBef>
                  <a:spcPts val="0"/>
                </a:spcBef>
                <a:buClr>
                  <a:srgbClr val="DA291C"/>
                </a:buClr>
                <a:buSzPct val="80000"/>
              </a:pPr>
              <a:r>
                <a:rPr lang="en-US" sz="1400" dirty="0">
                  <a:latin typeface="+mn-lt"/>
                  <a:cs typeface="Calibri" pitchFamily="34" charset="0"/>
                </a:rPr>
                <a:t>Mobile Dev</a:t>
              </a:r>
            </a:p>
            <a:p>
              <a:pPr marL="571500" lvl="1" indent="-171450" defTabSz="514350">
                <a:spcBef>
                  <a:spcPts val="0"/>
                </a:spcBef>
                <a:buClr>
                  <a:srgbClr val="DA291C"/>
                </a:buClr>
                <a:buSzPct val="80000"/>
              </a:pPr>
              <a:r>
                <a:rPr lang="en-US" sz="1400" dirty="0">
                  <a:latin typeface="+mn-lt"/>
                  <a:cs typeface="Calibri" pitchFamily="34" charset="0"/>
                </a:rPr>
                <a:t>React Native / Flutter </a:t>
              </a:r>
            </a:p>
            <a:p>
              <a:pPr marL="571500" lvl="1" indent="-171450" defTabSz="514350">
                <a:spcBef>
                  <a:spcPts val="0"/>
                </a:spcBef>
                <a:buClr>
                  <a:srgbClr val="DA291C"/>
                </a:buClr>
                <a:buSzPct val="80000"/>
              </a:pPr>
              <a:endParaRPr lang="en-US" sz="1000" dirty="0">
                <a:latin typeface="+mn-lt"/>
                <a:cs typeface="Calibri" pitchFamily="34" charset="0"/>
              </a:endParaRPr>
            </a:p>
          </p:txBody>
        </p:sp>
      </p:grpSp>
      <p:grpSp>
        <p:nvGrpSpPr>
          <p:cNvPr id="119" name="Group 118">
            <a:extLst>
              <a:ext uri="{FF2B5EF4-FFF2-40B4-BE49-F238E27FC236}">
                <a16:creationId xmlns:a16="http://schemas.microsoft.com/office/drawing/2014/main" id="{EF30C8E1-3236-6CA8-D1C6-91BF7CE7AA03}"/>
              </a:ext>
            </a:extLst>
          </p:cNvPr>
          <p:cNvGrpSpPr/>
          <p:nvPr/>
        </p:nvGrpSpPr>
        <p:grpSpPr>
          <a:xfrm>
            <a:off x="4984396" y="552608"/>
            <a:ext cx="2785462" cy="2598454"/>
            <a:chOff x="999919" y="552608"/>
            <a:chExt cx="2785462" cy="2598454"/>
          </a:xfrm>
        </p:grpSpPr>
        <p:sp>
          <p:nvSpPr>
            <p:cNvPr id="120" name="Rectangle: Rounded Corners 119">
              <a:extLst>
                <a:ext uri="{FF2B5EF4-FFF2-40B4-BE49-F238E27FC236}">
                  <a16:creationId xmlns:a16="http://schemas.microsoft.com/office/drawing/2014/main" id="{012AC1C8-91DB-A649-DE29-E3A67763CB50}"/>
                </a:ext>
              </a:extLst>
            </p:cNvPr>
            <p:cNvSpPr/>
            <p:nvPr/>
          </p:nvSpPr>
          <p:spPr>
            <a:xfrm>
              <a:off x="999919" y="552608"/>
              <a:ext cx="2785461" cy="3552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Backend</a:t>
              </a:r>
              <a:endParaRPr lang="en-IN" dirty="0"/>
            </a:p>
          </p:txBody>
        </p:sp>
        <p:sp>
          <p:nvSpPr>
            <p:cNvPr id="121" name="Text Placeholder 14">
              <a:extLst>
                <a:ext uri="{FF2B5EF4-FFF2-40B4-BE49-F238E27FC236}">
                  <a16:creationId xmlns:a16="http://schemas.microsoft.com/office/drawing/2014/main" id="{C4E46391-45C6-9460-20DD-64F3DD084B91}"/>
                </a:ext>
              </a:extLst>
            </p:cNvPr>
            <p:cNvSpPr txBox="1">
              <a:spLocks/>
            </p:cNvSpPr>
            <p:nvPr/>
          </p:nvSpPr>
          <p:spPr>
            <a:xfrm>
              <a:off x="1062851" y="1038002"/>
              <a:ext cx="2722530" cy="2113060"/>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1400" dirty="0">
                  <a:latin typeface="+mn-lt"/>
                  <a:cs typeface="Calibri" pitchFamily="34" charset="0"/>
                </a:rPr>
                <a:t>API Development</a:t>
              </a:r>
            </a:p>
            <a:p>
              <a:pPr marL="571500" lvl="1" indent="-171450" defTabSz="514350">
                <a:spcBef>
                  <a:spcPts val="0"/>
                </a:spcBef>
                <a:buClr>
                  <a:srgbClr val="DA291C"/>
                </a:buClr>
                <a:buSzPct val="80000"/>
              </a:pPr>
              <a:r>
                <a:rPr lang="en-US" sz="1400" dirty="0">
                  <a:latin typeface="+mn-lt"/>
                  <a:cs typeface="Calibri" pitchFamily="34" charset="0"/>
                </a:rPr>
                <a:t>Golang/ Node-</a:t>
              </a:r>
              <a:r>
                <a:rPr lang="en-US" sz="1400" dirty="0" err="1">
                  <a:latin typeface="+mn-lt"/>
                  <a:cs typeface="Calibri" pitchFamily="34" charset="0"/>
                </a:rPr>
                <a:t>Js</a:t>
              </a:r>
              <a:r>
                <a:rPr lang="en-US" sz="1400" dirty="0">
                  <a:latin typeface="+mn-lt"/>
                  <a:cs typeface="Calibri" pitchFamily="34" charset="0"/>
                </a:rPr>
                <a:t> / Java / Lambda / Serverless</a:t>
              </a:r>
            </a:p>
            <a:p>
              <a:pPr marL="171450" indent="-171450" defTabSz="514350">
                <a:spcBef>
                  <a:spcPts val="0"/>
                </a:spcBef>
                <a:buClr>
                  <a:srgbClr val="DA291C"/>
                </a:buClr>
                <a:buSzPct val="80000"/>
              </a:pPr>
              <a:r>
                <a:rPr lang="en-US" sz="1400" dirty="0">
                  <a:latin typeface="+mn-lt"/>
                  <a:cs typeface="Calibri" pitchFamily="34" charset="0"/>
                </a:rPr>
                <a:t>Tests</a:t>
              </a:r>
            </a:p>
            <a:p>
              <a:pPr marL="571500" lvl="1" indent="-171450" defTabSz="514350">
                <a:spcBef>
                  <a:spcPts val="0"/>
                </a:spcBef>
                <a:buClr>
                  <a:srgbClr val="DA291C"/>
                </a:buClr>
                <a:buSzPct val="80000"/>
              </a:pPr>
              <a:r>
                <a:rPr lang="en-US" sz="1400" dirty="0">
                  <a:latin typeface="+mn-lt"/>
                  <a:cs typeface="Calibri" pitchFamily="34" charset="0"/>
                </a:rPr>
                <a:t>Junit5/ Cucumber BDD / Gatling/Post Man  </a:t>
              </a:r>
            </a:p>
            <a:p>
              <a:pPr marL="171450" indent="-171450" defTabSz="514350">
                <a:spcBef>
                  <a:spcPts val="0"/>
                </a:spcBef>
                <a:buClr>
                  <a:srgbClr val="DA291C"/>
                </a:buClr>
                <a:buSzPct val="80000"/>
              </a:pPr>
              <a:r>
                <a:rPr lang="en-US" sz="1400" dirty="0">
                  <a:latin typeface="+mn-lt"/>
                  <a:cs typeface="Calibri" pitchFamily="34" charset="0"/>
                </a:rPr>
                <a:t>Data Bases</a:t>
              </a:r>
            </a:p>
            <a:p>
              <a:pPr marL="571500" lvl="1" indent="-171450" defTabSz="514350">
                <a:spcBef>
                  <a:spcPts val="0"/>
                </a:spcBef>
                <a:buClr>
                  <a:srgbClr val="DA291C"/>
                </a:buClr>
                <a:buSzPct val="80000"/>
              </a:pPr>
              <a:r>
                <a:rPr lang="en-US" sz="1400" dirty="0">
                  <a:latin typeface="+mn-lt"/>
                  <a:cs typeface="Calibri" pitchFamily="34" charset="0"/>
                </a:rPr>
                <a:t>Postgres , Mongo , Dynamo, Redis , OpenSearch, metric Db</a:t>
              </a:r>
            </a:p>
            <a:p>
              <a:pPr marL="571500" lvl="1" indent="-171450" defTabSz="514350">
                <a:spcBef>
                  <a:spcPts val="0"/>
                </a:spcBef>
                <a:buClr>
                  <a:srgbClr val="DA291C"/>
                </a:buClr>
                <a:buSzPct val="80000"/>
              </a:pPr>
              <a:endParaRPr lang="en-US" sz="1000" dirty="0">
                <a:latin typeface="+mn-lt"/>
                <a:cs typeface="Calibri" pitchFamily="34" charset="0"/>
              </a:endParaRPr>
            </a:p>
          </p:txBody>
        </p:sp>
      </p:grpSp>
    </p:spTree>
    <p:extLst>
      <p:ext uri="{BB962C8B-B14F-4D97-AF65-F5344CB8AC3E}">
        <p14:creationId xmlns:p14="http://schemas.microsoft.com/office/powerpoint/2010/main" val="1189988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7C478D541D6174AA77107583A259864" ma:contentTypeVersion="4" ma:contentTypeDescription="Create a new document." ma:contentTypeScope="" ma:versionID="6aa4fae692c1ff43e35373b033661ad6">
  <xsd:schema xmlns:xsd="http://www.w3.org/2001/XMLSchema" xmlns:xs="http://www.w3.org/2001/XMLSchema" xmlns:p="http://schemas.microsoft.com/office/2006/metadata/properties" xmlns:ns2="ff405f1e-6196-4298-8e35-fbecc950cb7b" targetNamespace="http://schemas.microsoft.com/office/2006/metadata/properties" ma:root="true" ma:fieldsID="98c1a472ba01282ba882d7e661592592" ns2:_="">
    <xsd:import namespace="ff405f1e-6196-4298-8e35-fbecc950cb7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405f1e-6196-4298-8e35-fbecc950cb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21F4AC2-0AEA-4354-802A-609AA4E08D71}">
  <ds:schemaRefs>
    <ds:schemaRef ds:uri="http://schemas.microsoft.com/sharepoint/v3/contenttype/forms"/>
  </ds:schemaRefs>
</ds:datastoreItem>
</file>

<file path=customXml/itemProps2.xml><?xml version="1.0" encoding="utf-8"?>
<ds:datastoreItem xmlns:ds="http://schemas.openxmlformats.org/officeDocument/2006/customXml" ds:itemID="{7820D18E-F63F-49C2-965E-6C5E03B4CC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405f1e-6196-4298-8e35-fbecc950cb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1BF9A0-A380-42E8-B81F-03D2471160C1}">
  <ds:schemaRefs>
    <ds:schemaRef ds:uri="http://purl.org/dc/terms/"/>
    <ds:schemaRef ds:uri="http://www.w3.org/XML/1998/namespace"/>
    <ds:schemaRef ds:uri="http://schemas.microsoft.com/office/2006/metadata/properties"/>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Slice</Template>
  <TotalTime>1172</TotalTime>
  <Words>746</Words>
  <Application>Microsoft Office PowerPoint</Application>
  <PresentationFormat>On-screen Show (16:9)</PresentationFormat>
  <Paragraphs>230</Paragraphs>
  <Slides>6</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vt:i4>
      </vt:variant>
    </vt:vector>
  </HeadingPairs>
  <TitlesOfParts>
    <vt:vector size="17" baseType="lpstr">
      <vt:lpstr>Arial</vt:lpstr>
      <vt:lpstr>Calibri</vt:lpstr>
      <vt:lpstr>Calibri Light</vt:lpstr>
      <vt:lpstr>Raleway ExtraBold</vt:lpstr>
      <vt:lpstr>Raleway Medium</vt:lpstr>
      <vt:lpstr>Raleway SemiBold</vt:lpstr>
      <vt:lpstr>Roboto</vt:lpstr>
      <vt:lpstr>Rockwell</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High-level future state road map</dc:title>
  <dc:creator>Akbar Khan</dc:creator>
  <cp:lastModifiedBy>Papu Bhattacharya</cp:lastModifiedBy>
  <cp:revision>106</cp:revision>
  <dcterms:created xsi:type="dcterms:W3CDTF">2020-06-25T11:39:16Z</dcterms:created>
  <dcterms:modified xsi:type="dcterms:W3CDTF">2023-03-31T10:33:32Z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0x01010057C478D541D6174AA77107583A259864</vt:lpwstr>
  </property>
</Properties>
</file>