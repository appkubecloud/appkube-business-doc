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00" r:id="rId2"/>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12-10-2021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12-10-2021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12-10-2021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12-10-2021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493AF4A-7DEE-478F-9ADC-9B9F7B0B0BF3}"/>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6F375B67-6DF0-462F-B481-A8CEEE348AA8}"/>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Senior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a:t>
            </a:r>
            <a:r>
              <a:rPr lang="en-IN" sz="2200" dirty="0" err="1">
                <a:latin typeface="Raleway SemiBold" pitchFamily="2" charset="0"/>
              </a:rPr>
              <a:t>Satnam</a:t>
            </a:r>
            <a:r>
              <a:rPr lang="en-IN" sz="2200" dirty="0">
                <a:latin typeface="Raleway SemiBold" pitchFamily="2" charset="0"/>
              </a:rPr>
              <a:t> </a:t>
            </a:r>
          </a:p>
        </p:txBody>
      </p:sp>
      <p:sp>
        <p:nvSpPr>
          <p:cNvPr id="11" name="TextBox 10">
            <a:extLst>
              <a:ext uri="{FF2B5EF4-FFF2-40B4-BE49-F238E27FC236}">
                <a16:creationId xmlns:a16="http://schemas.microsoft.com/office/drawing/2014/main" id="{C7D1F129-4F2E-4DC2-81FC-C31066808C81}"/>
              </a:ext>
            </a:extLst>
          </p:cNvPr>
          <p:cNvSpPr txBox="1"/>
          <p:nvPr/>
        </p:nvSpPr>
        <p:spPr>
          <a:xfrm>
            <a:off x="449998" y="800934"/>
            <a:ext cx="3350821" cy="6401753"/>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design, development and production support of java services. Applied design patterns, data model and UML  to write highly scalable java microservices services running in distributed computing environment. </a:t>
            </a:r>
          </a:p>
          <a:p>
            <a:endParaRPr lang="en-IN" sz="1400" dirty="0"/>
          </a:p>
          <a:p>
            <a:r>
              <a:rPr lang="en-IN" dirty="0">
                <a:latin typeface="Raleway SemiBold" pitchFamily="2" charset="0"/>
              </a:rPr>
              <a:t>Expertise</a:t>
            </a:r>
          </a:p>
          <a:p>
            <a:pPr marL="171454" indent="-171454">
              <a:buFont typeface="Arial" panose="020B0604020202020204" pitchFamily="34" charset="0"/>
              <a:buChar char="•"/>
            </a:pPr>
            <a:r>
              <a:rPr lang="en-US" sz="1200" dirty="0">
                <a:latin typeface="Raleway Medium" pitchFamily="2" charset="0"/>
              </a:rPr>
              <a:t>Developing, reviewing and executing on java business services and provide e2e production support. </a:t>
            </a:r>
          </a:p>
          <a:p>
            <a:pPr marL="171454" indent="-171454">
              <a:buFont typeface="Arial" panose="020B0604020202020204" pitchFamily="34" charset="0"/>
              <a:buChar char="•"/>
            </a:pPr>
            <a:r>
              <a:rPr lang="en-US" sz="1200" dirty="0">
                <a:latin typeface="Raleway Medium" pitchFamily="2" charset="0"/>
              </a:rPr>
              <a:t>Has experience in designing the solutions (UML/ERD) for requirement.</a:t>
            </a:r>
          </a:p>
          <a:p>
            <a:pPr marL="171454" indent="-171454">
              <a:buFont typeface="Arial" panose="020B0604020202020204" pitchFamily="34" charset="0"/>
              <a:buChar char="•"/>
            </a:pPr>
            <a:r>
              <a:rPr lang="en-US" sz="1200" dirty="0">
                <a:latin typeface="Raleway Medium" pitchFamily="2" charset="0"/>
              </a:rPr>
              <a:t>Has experience in developing a highly modular microservices based product.</a:t>
            </a:r>
          </a:p>
          <a:p>
            <a:pPr marL="171454" indent="-171454">
              <a:buFont typeface="Arial" panose="020B0604020202020204" pitchFamily="34" charset="0"/>
              <a:buChar char="•"/>
            </a:pPr>
            <a:r>
              <a:rPr lang="en-US" sz="1200" dirty="0">
                <a:latin typeface="Raleway Medium" pitchFamily="2" charset="0"/>
              </a:rPr>
              <a:t>Has experience of working with third party SDK’s and integration services</a:t>
            </a:r>
          </a:p>
          <a:p>
            <a:pPr marL="171454" indent="-171454">
              <a:buFont typeface="Arial" panose="020B0604020202020204" pitchFamily="34" charset="0"/>
              <a:buChar char="•"/>
            </a:pPr>
            <a:r>
              <a:rPr lang="en-US" sz="1200" dirty="0">
                <a:latin typeface="Raleway Medium" pitchFamily="2" charset="0"/>
              </a:rPr>
              <a:t>Has experience in the areas of multithreading, scalability, and application of design patterns supporting high availability services</a:t>
            </a:r>
            <a:endParaRPr lang="en-IN" sz="1200" dirty="0">
              <a:latin typeface="Raleway Medium" pitchFamily="2" charset="0"/>
            </a:endParaRPr>
          </a:p>
          <a:p>
            <a:pPr marL="171454" indent="-171454">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4" indent="-171454">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2" name="TextBox 11">
            <a:extLst>
              <a:ext uri="{FF2B5EF4-FFF2-40B4-BE49-F238E27FC236}">
                <a16:creationId xmlns:a16="http://schemas.microsoft.com/office/drawing/2014/main" id="{3C7C8453-6731-4026-BBFA-1DA66C04E94D}"/>
              </a:ext>
            </a:extLst>
          </p:cNvPr>
          <p:cNvSpPr txBox="1"/>
          <p:nvPr/>
        </p:nvSpPr>
        <p:spPr>
          <a:xfrm>
            <a:off x="4107045" y="1462323"/>
            <a:ext cx="7875848" cy="2585323"/>
          </a:xfrm>
          <a:prstGeom prst="rect">
            <a:avLst/>
          </a:prstGeom>
          <a:noFill/>
        </p:spPr>
        <p:txBody>
          <a:bodyPr wrap="square" rtlCol="0">
            <a:spAutoFit/>
          </a:bodyPr>
          <a:lstStyle/>
          <a:p>
            <a:r>
              <a:rPr lang="en-IN" dirty="0">
                <a:latin typeface="Raleway SemiBold" pitchFamily="2" charset="0"/>
              </a:rPr>
              <a:t>Synectiks </a:t>
            </a:r>
            <a:r>
              <a:rPr lang="en-IN" dirty="0" err="1">
                <a:latin typeface="Raleway SemiBold" pitchFamily="2" charset="0"/>
              </a:rPr>
              <a:t>Appkube</a:t>
            </a:r>
            <a:r>
              <a:rPr lang="en-IN" dirty="0">
                <a:latin typeface="Raleway SemiBold" pitchFamily="2" charset="0"/>
              </a:rPr>
              <a:t>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the cloud java SDK’s to write cloud orchestrator services</a:t>
            </a: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compliance engine</a:t>
            </a:r>
          </a:p>
          <a:p>
            <a:pPr marL="171454" indent="-171454">
              <a:buFont typeface="Arial" panose="020B0604020202020204" pitchFamily="34" charset="0"/>
              <a:buChar char="•"/>
            </a:pPr>
            <a:r>
              <a:rPr lang="en-US" sz="1200" dirty="0">
                <a:latin typeface="Raleway Medium" pitchFamily="2" charset="0"/>
              </a:rPr>
              <a:t>Wrote plugin-based module on plugin framework to make services more modular</a:t>
            </a:r>
          </a:p>
          <a:p>
            <a:pPr marL="171454" indent="-171454">
              <a:buFont typeface="Arial" panose="020B0604020202020204" pitchFamily="34" charset="0"/>
              <a:buChar char="•"/>
            </a:pPr>
            <a:r>
              <a:rPr lang="en-US" sz="1200" dirty="0">
                <a:latin typeface="Raleway Medium" pitchFamily="2" charset="0"/>
              </a:rPr>
              <a:t>Worked on Integration pattern between internal and external services </a:t>
            </a:r>
          </a:p>
          <a:p>
            <a:pPr marL="171454" indent="-171454">
              <a:buFont typeface="Arial" panose="020B0604020202020204" pitchFamily="34" charset="0"/>
              <a:buChar char="•"/>
            </a:pPr>
            <a:r>
              <a:rPr lang="en-US" sz="1200" dirty="0">
                <a:latin typeface="Raleway Medium" pitchFamily="2" charset="0"/>
              </a:rPr>
              <a:t>Worked with UI team for integration of UI with API</a:t>
            </a:r>
          </a:p>
          <a:p>
            <a:pPr marL="171454" indent="-171454">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4" indent="-171454">
              <a:buFont typeface="Arial" panose="020B0604020202020204" pitchFamily="34" charset="0"/>
              <a:buChar char="•"/>
            </a:pPr>
            <a:r>
              <a:rPr lang="en-US" sz="1200" dirty="0">
                <a:latin typeface="Raleway Medium" pitchFamily="2" charset="0"/>
              </a:rPr>
              <a:t>Worked on docker composer to create local Dev Env</a:t>
            </a:r>
          </a:p>
          <a:p>
            <a:pPr marL="171454" indent="-171454">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deployment automation.</a:t>
            </a:r>
          </a:p>
          <a:p>
            <a:pPr marL="171454" indent="-171454">
              <a:buFont typeface="Arial" panose="020B0604020202020204" pitchFamily="34" charset="0"/>
              <a:buChar char="•"/>
            </a:pPr>
            <a:r>
              <a:rPr lang="en-US" sz="1200" dirty="0">
                <a:latin typeface="Raleway Medium" pitchFamily="2" charset="0"/>
              </a:rPr>
              <a:t>Worked on postman simulator API</a:t>
            </a:r>
            <a:r>
              <a:rPr lang="en-IN" sz="1200" dirty="0">
                <a:latin typeface="Raleway Medium" pitchFamily="2" charset="0"/>
              </a:rPr>
              <a:t>.</a:t>
            </a:r>
          </a:p>
        </p:txBody>
      </p:sp>
      <p:sp>
        <p:nvSpPr>
          <p:cNvPr id="13" name="TextBox 12">
            <a:extLst>
              <a:ext uri="{FF2B5EF4-FFF2-40B4-BE49-F238E27FC236}">
                <a16:creationId xmlns:a16="http://schemas.microsoft.com/office/drawing/2014/main" id="{6A09D5B9-E1DE-459C-848A-815E5BD3C531}"/>
              </a:ext>
            </a:extLst>
          </p:cNvPr>
          <p:cNvSpPr txBox="1"/>
          <p:nvPr/>
        </p:nvSpPr>
        <p:spPr>
          <a:xfrm>
            <a:off x="4107046" y="4168833"/>
            <a:ext cx="7634957" cy="2215991"/>
          </a:xfrm>
          <a:prstGeom prst="rect">
            <a:avLst/>
          </a:prstGeom>
          <a:noFill/>
        </p:spPr>
        <p:txBody>
          <a:bodyPr wrap="square" rtlCol="0">
            <a:spAutoFit/>
          </a:bodyPr>
          <a:lstStyle/>
          <a:p>
            <a:r>
              <a:rPr lang="en-IN" dirty="0">
                <a:latin typeface="Raleway SemiBold" pitchFamily="2" charset="0"/>
              </a:rPr>
              <a:t>Procurement Management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Admin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
        <p:nvSpPr>
          <p:cNvPr id="14" name="Rectangle 13">
            <a:extLst>
              <a:ext uri="{FF2B5EF4-FFF2-40B4-BE49-F238E27FC236}">
                <a16:creationId xmlns:a16="http://schemas.microsoft.com/office/drawing/2014/main" id="{6D159987-93B0-4FB2-99B2-7FA868768E65}"/>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16DF07B5-289A-420F-83E5-CF0531EE871E}"/>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3180744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1208</TotalTime>
  <Words>404</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Raleway ExtraBold</vt:lpstr>
      <vt:lpstr>Raleway Medium</vt:lpstr>
      <vt:lpstr>Raleway SemiBold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43</cp:revision>
  <dcterms:created xsi:type="dcterms:W3CDTF">2021-09-22T11:31:43Z</dcterms:created>
  <dcterms:modified xsi:type="dcterms:W3CDTF">2021-10-12T12:31:49Z</dcterms:modified>
</cp:coreProperties>
</file>