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412" r:id="rId2"/>
  </p:sldIdLst>
  <p:sldSz cx="12193588" cy="828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519" y="1355149"/>
            <a:ext cx="10364550" cy="2882806"/>
          </a:xfrm>
        </p:spPr>
        <p:txBody>
          <a:bodyPr anchor="b"/>
          <a:lstStyle>
            <a:lvl1pPr algn="ctr">
              <a:defRPr sz="72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199" y="4349128"/>
            <a:ext cx="9145191" cy="1999179"/>
          </a:xfrm>
        </p:spPr>
        <p:txBody>
          <a:bodyPr/>
          <a:lstStyle>
            <a:lvl1pPr marL="0" indent="0" algn="ctr">
              <a:buNone/>
              <a:defRPr sz="2898"/>
            </a:lvl1pPr>
            <a:lvl2pPr marL="552023" indent="0" algn="ctr">
              <a:buNone/>
              <a:defRPr sz="2415"/>
            </a:lvl2pPr>
            <a:lvl3pPr marL="1104047" indent="0" algn="ctr">
              <a:buNone/>
              <a:defRPr sz="2173"/>
            </a:lvl3pPr>
            <a:lvl4pPr marL="1656070" indent="0" algn="ctr">
              <a:buNone/>
              <a:defRPr sz="1932"/>
            </a:lvl4pPr>
            <a:lvl5pPr marL="2208093" indent="0" algn="ctr">
              <a:buNone/>
              <a:defRPr sz="1932"/>
            </a:lvl5pPr>
            <a:lvl6pPr marL="2760116" indent="0" algn="ctr">
              <a:buNone/>
              <a:defRPr sz="1932"/>
            </a:lvl6pPr>
            <a:lvl7pPr marL="3312140" indent="0" algn="ctr">
              <a:buNone/>
              <a:defRPr sz="1932"/>
            </a:lvl7pPr>
            <a:lvl8pPr marL="3864163" indent="0" algn="ctr">
              <a:buNone/>
              <a:defRPr sz="1932"/>
            </a:lvl8pPr>
            <a:lvl9pPr marL="4416186" indent="0" algn="ctr">
              <a:buNone/>
              <a:defRPr sz="193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864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616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9" y="2064352"/>
            <a:ext cx="10516970" cy="3444416"/>
          </a:xfrm>
        </p:spPr>
        <p:txBody>
          <a:bodyPr anchor="b"/>
          <a:lstStyle>
            <a:lvl1pPr>
              <a:defRPr sz="72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9" y="5541353"/>
            <a:ext cx="10516970" cy="1811337"/>
          </a:xfrm>
        </p:spPr>
        <p:txBody>
          <a:bodyPr/>
          <a:lstStyle>
            <a:lvl1pPr marL="0" indent="0">
              <a:buNone/>
              <a:defRPr sz="2898">
                <a:solidFill>
                  <a:schemeClr val="tx1"/>
                </a:solidFill>
              </a:defRPr>
            </a:lvl1pPr>
            <a:lvl2pPr marL="552023" indent="0">
              <a:buNone/>
              <a:defRPr sz="2415">
                <a:solidFill>
                  <a:schemeClr val="tx1">
                    <a:tint val="75000"/>
                  </a:schemeClr>
                </a:solidFill>
              </a:defRPr>
            </a:lvl2pPr>
            <a:lvl3pPr marL="1104047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3pPr>
            <a:lvl4pPr marL="1656070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4pPr>
            <a:lvl5pPr marL="2208093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5pPr>
            <a:lvl6pPr marL="2760116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6pPr>
            <a:lvl7pPr marL="3312140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7pPr>
            <a:lvl8pPr marL="3864163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8pPr>
            <a:lvl9pPr marL="4416186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37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2204273"/>
            <a:ext cx="5182275" cy="525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2204273"/>
            <a:ext cx="5182275" cy="5253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392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440856"/>
            <a:ext cx="10516970" cy="1600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9" y="2029849"/>
            <a:ext cx="5158458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9" y="3024646"/>
            <a:ext cx="5158458" cy="4448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5" y="2029849"/>
            <a:ext cx="5183863" cy="994797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5" y="3024646"/>
            <a:ext cx="5183863" cy="4448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460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701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002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552027"/>
            <a:ext cx="3932750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1192226"/>
            <a:ext cx="6173004" cy="5884451"/>
          </a:xfrm>
        </p:spPr>
        <p:txBody>
          <a:bodyPr/>
          <a:lstStyle>
            <a:lvl1pPr>
              <a:defRPr sz="3864"/>
            </a:lvl1pPr>
            <a:lvl2pPr>
              <a:defRPr sz="3381"/>
            </a:lvl2pPr>
            <a:lvl3pPr>
              <a:defRPr sz="2898"/>
            </a:lvl3pPr>
            <a:lvl4pPr>
              <a:defRPr sz="2415"/>
            </a:lvl4pPr>
            <a:lvl5pPr>
              <a:defRPr sz="2415"/>
            </a:lvl5pPr>
            <a:lvl6pPr>
              <a:defRPr sz="2415"/>
            </a:lvl6pPr>
            <a:lvl7pPr>
              <a:defRPr sz="2415"/>
            </a:lvl7pPr>
            <a:lvl8pPr>
              <a:defRPr sz="2415"/>
            </a:lvl8pPr>
            <a:lvl9pPr>
              <a:defRPr sz="24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7" y="2484120"/>
            <a:ext cx="3932750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776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552027"/>
            <a:ext cx="3932750" cy="1932093"/>
          </a:xfrm>
        </p:spPr>
        <p:txBody>
          <a:bodyPr anchor="b"/>
          <a:lstStyle>
            <a:lvl1pPr>
              <a:defRPr sz="38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1192226"/>
            <a:ext cx="6173004" cy="5884451"/>
          </a:xfrm>
        </p:spPr>
        <p:txBody>
          <a:bodyPr anchor="t"/>
          <a:lstStyle>
            <a:lvl1pPr marL="0" indent="0">
              <a:buNone/>
              <a:defRPr sz="3864"/>
            </a:lvl1pPr>
            <a:lvl2pPr marL="552023" indent="0">
              <a:buNone/>
              <a:defRPr sz="3381"/>
            </a:lvl2pPr>
            <a:lvl3pPr marL="1104047" indent="0">
              <a:buNone/>
              <a:defRPr sz="2898"/>
            </a:lvl3pPr>
            <a:lvl4pPr marL="1656070" indent="0">
              <a:buNone/>
              <a:defRPr sz="2415"/>
            </a:lvl4pPr>
            <a:lvl5pPr marL="2208093" indent="0">
              <a:buNone/>
              <a:defRPr sz="2415"/>
            </a:lvl5pPr>
            <a:lvl6pPr marL="2760116" indent="0">
              <a:buNone/>
              <a:defRPr sz="2415"/>
            </a:lvl6pPr>
            <a:lvl7pPr marL="3312140" indent="0">
              <a:buNone/>
              <a:defRPr sz="2415"/>
            </a:lvl7pPr>
            <a:lvl8pPr marL="3864163" indent="0">
              <a:buNone/>
              <a:defRPr sz="2415"/>
            </a:lvl8pPr>
            <a:lvl9pPr marL="4416186" indent="0">
              <a:buNone/>
              <a:defRPr sz="241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7" y="2484120"/>
            <a:ext cx="3932750" cy="4602140"/>
          </a:xfrm>
        </p:spPr>
        <p:txBody>
          <a:bodyPr/>
          <a:lstStyle>
            <a:lvl1pPr marL="0" indent="0">
              <a:buNone/>
              <a:defRPr sz="1932"/>
            </a:lvl1pPr>
            <a:lvl2pPr marL="552023" indent="0">
              <a:buNone/>
              <a:defRPr sz="1690"/>
            </a:lvl2pPr>
            <a:lvl3pPr marL="1104047" indent="0">
              <a:buNone/>
              <a:defRPr sz="1449"/>
            </a:lvl3pPr>
            <a:lvl4pPr marL="1656070" indent="0">
              <a:buNone/>
              <a:defRPr sz="1207"/>
            </a:lvl4pPr>
            <a:lvl5pPr marL="2208093" indent="0">
              <a:buNone/>
              <a:defRPr sz="1207"/>
            </a:lvl5pPr>
            <a:lvl6pPr marL="2760116" indent="0">
              <a:buNone/>
              <a:defRPr sz="1207"/>
            </a:lvl6pPr>
            <a:lvl7pPr marL="3312140" indent="0">
              <a:buNone/>
              <a:defRPr sz="1207"/>
            </a:lvl7pPr>
            <a:lvl8pPr marL="3864163" indent="0">
              <a:buNone/>
              <a:defRPr sz="1207"/>
            </a:lvl8pPr>
            <a:lvl9pPr marL="4416186" indent="0">
              <a:buNone/>
              <a:defRPr sz="12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4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469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440855"/>
            <a:ext cx="2629242" cy="70172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10" y="440855"/>
            <a:ext cx="7735307" cy="70172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79E0-A901-4333-8FD2-197B2445B707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025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440856"/>
            <a:ext cx="10516970" cy="1600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2204273"/>
            <a:ext cx="10516970" cy="5253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7674706"/>
            <a:ext cx="2743557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079E0-A901-4333-8FD2-197B2445B707}" type="datetimeFigureOut">
              <a:rPr lang="en-IN" smtClean="0"/>
              <a:t>14-10-2021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7674706"/>
            <a:ext cx="4115336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7674706"/>
            <a:ext cx="2743557" cy="4408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51414-827F-4D15-9469-924D8E48AE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86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104047" rtl="0" eaLnBrk="1" latinLnBrk="0" hangingPunct="1">
        <a:lnSpc>
          <a:spcPct val="90000"/>
        </a:lnSpc>
        <a:spcBef>
          <a:spcPct val="0"/>
        </a:spcBef>
        <a:buNone/>
        <a:defRPr sz="53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6012" indent="-276012" algn="l" defTabSz="1104047" rtl="0" eaLnBrk="1" latinLnBrk="0" hangingPunct="1">
        <a:lnSpc>
          <a:spcPct val="90000"/>
        </a:lnSpc>
        <a:spcBef>
          <a:spcPts val="1207"/>
        </a:spcBef>
        <a:buFont typeface="Arial" panose="020B0604020202020204" pitchFamily="34" charset="0"/>
        <a:buChar char="•"/>
        <a:defRPr sz="3381" kern="1200">
          <a:solidFill>
            <a:schemeClr val="tx1"/>
          </a:solidFill>
          <a:latin typeface="+mn-lt"/>
          <a:ea typeface="+mn-ea"/>
          <a:cs typeface="+mn-cs"/>
        </a:defRPr>
      </a:lvl1pPr>
      <a:lvl2pPr marL="82803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898" kern="1200">
          <a:solidFill>
            <a:schemeClr val="tx1"/>
          </a:solidFill>
          <a:latin typeface="+mn-lt"/>
          <a:ea typeface="+mn-ea"/>
          <a:cs typeface="+mn-cs"/>
        </a:defRPr>
      </a:lvl2pPr>
      <a:lvl3pPr marL="138005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415" kern="1200">
          <a:solidFill>
            <a:schemeClr val="tx1"/>
          </a:solidFill>
          <a:latin typeface="+mn-lt"/>
          <a:ea typeface="+mn-ea"/>
          <a:cs typeface="+mn-cs"/>
        </a:defRPr>
      </a:lvl3pPr>
      <a:lvl4pPr marL="1932081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48410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303612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588151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4140175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692198" indent="-276012" algn="l" defTabSz="1104047" rtl="0" eaLnBrk="1" latinLnBrk="0" hangingPunct="1">
        <a:lnSpc>
          <a:spcPct val="90000"/>
        </a:lnSpc>
        <a:spcBef>
          <a:spcPts val="604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1pPr>
      <a:lvl2pPr marL="55202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2pPr>
      <a:lvl3pPr marL="1104047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65607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20809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2760116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312140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3864163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416186" algn="l" defTabSz="1104047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856E72C-E4EC-4F72-9310-13853C0DBA5F}"/>
              </a:ext>
            </a:extLst>
          </p:cNvPr>
          <p:cNvSpPr/>
          <p:nvPr/>
        </p:nvSpPr>
        <p:spPr>
          <a:xfrm>
            <a:off x="320996" y="659602"/>
            <a:ext cx="3576728" cy="73433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730A20-05C6-4DBA-854A-2AC1D9509F82}"/>
              </a:ext>
            </a:extLst>
          </p:cNvPr>
          <p:cNvSpPr txBox="1"/>
          <p:nvPr/>
        </p:nvSpPr>
        <p:spPr>
          <a:xfrm>
            <a:off x="449998" y="145038"/>
            <a:ext cx="46992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0070C0"/>
                </a:solidFill>
                <a:latin typeface="Raleway SemiBold" pitchFamily="2" charset="0"/>
              </a:rPr>
              <a:t>Java Engineer  </a:t>
            </a:r>
            <a:r>
              <a:rPr lang="en-IN" sz="2200" dirty="0">
                <a:latin typeface="Raleway SemiBold" pitchFamily="2" charset="0"/>
              </a:rPr>
              <a:t> </a:t>
            </a:r>
            <a:r>
              <a:rPr lang="en-IN" sz="2200" dirty="0">
                <a:solidFill>
                  <a:srgbClr val="0070C0"/>
                </a:solidFill>
                <a:latin typeface="Raleway SemiBold" pitchFamily="2" charset="0"/>
              </a:rPr>
              <a:t>|</a:t>
            </a:r>
            <a:r>
              <a:rPr lang="en-IN" sz="2200" dirty="0">
                <a:latin typeface="Raleway SemiBold" pitchFamily="2" charset="0"/>
              </a:rPr>
              <a:t>   </a:t>
            </a:r>
            <a:r>
              <a:rPr lang="en-IN" sz="2200" dirty="0" err="1">
                <a:latin typeface="Raleway SemiBold" pitchFamily="2" charset="0"/>
              </a:rPr>
              <a:t>Akhila</a:t>
            </a:r>
            <a:endParaRPr lang="en-IN" sz="2200" dirty="0">
              <a:latin typeface="Raleway SemiBold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2F9C68-96C0-46FC-B8AA-80A07778AC41}"/>
              </a:ext>
            </a:extLst>
          </p:cNvPr>
          <p:cNvSpPr txBox="1"/>
          <p:nvPr/>
        </p:nvSpPr>
        <p:spPr>
          <a:xfrm>
            <a:off x="449998" y="800934"/>
            <a:ext cx="335082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Raleway SemiBold" pitchFamily="2" charset="0"/>
              </a:rPr>
              <a:t>Summary</a:t>
            </a:r>
          </a:p>
          <a:p>
            <a:r>
              <a:rPr lang="en-IN" sz="1200" dirty="0">
                <a:latin typeface="Raleway Medium" panose="020B0604020202020204" pitchFamily="2" charset="0"/>
              </a:rPr>
              <a:t>Has good experience in software development using Java8, Spring Boot, </a:t>
            </a:r>
            <a:r>
              <a:rPr lang="en-IN" sz="1200" dirty="0" err="1">
                <a:latin typeface="Raleway Medium" panose="020B0604020202020204" pitchFamily="2" charset="0"/>
              </a:rPr>
              <a:t>GraphQL</a:t>
            </a:r>
            <a:r>
              <a:rPr lang="en-IN" sz="1200" dirty="0">
                <a:latin typeface="Raleway Medium" panose="020B0604020202020204" pitchFamily="2" charset="0"/>
              </a:rPr>
              <a:t> Microservices, PostgreSQL , </a:t>
            </a:r>
            <a:r>
              <a:rPr lang="en-IN" sz="1200" dirty="0" err="1">
                <a:latin typeface="Raleway Medium" panose="020B0604020202020204" pitchFamily="2" charset="0"/>
              </a:rPr>
              <a:t>Mongodb</a:t>
            </a:r>
            <a:r>
              <a:rPr lang="en-IN" sz="1200" dirty="0">
                <a:latin typeface="Raleway Medium" panose="020B0604020202020204" pitchFamily="2" charset="0"/>
              </a:rPr>
              <a:t>, </a:t>
            </a:r>
            <a:r>
              <a:rPr lang="en-IN" sz="1200" dirty="0" err="1">
                <a:latin typeface="Raleway Medium" panose="020B0604020202020204" pitchFamily="2" charset="0"/>
              </a:rPr>
              <a:t>Mssql</a:t>
            </a:r>
            <a:r>
              <a:rPr lang="en-IN" sz="1200" dirty="0">
                <a:latin typeface="Raleway Medium" panose="020B0604020202020204" pitchFamily="2" charset="0"/>
              </a:rPr>
              <a:t>, Elasticsearch</a:t>
            </a:r>
          </a:p>
          <a:p>
            <a:endParaRPr lang="en-IN" dirty="0"/>
          </a:p>
          <a:p>
            <a:r>
              <a:rPr lang="en-IN" dirty="0">
                <a:latin typeface="Raleway SemiBold" pitchFamily="2" charset="0"/>
              </a:rPr>
              <a:t>Expertise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Has experience in designing the solutions (UML/ERD) for requirement.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Good knowledge in Java8, JPA, Maven, microservices, databases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Basic understanding of Linux commands and docker containers.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ExtraBold" pitchFamily="2" charset="0"/>
              </a:rPr>
              <a:t>Tools Used  </a:t>
            </a:r>
            <a:r>
              <a:rPr lang="en-IN" sz="1200" dirty="0">
                <a:latin typeface="Raleway Medium" pitchFamily="2" charset="0"/>
              </a:rPr>
              <a:t>-- IntelliJ, Data grip, Git, Postman, Docker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ExtraBold" pitchFamily="2" charset="0"/>
              </a:rPr>
              <a:t>Database Used </a:t>
            </a:r>
            <a:r>
              <a:rPr lang="en-IN" sz="1200" dirty="0">
                <a:latin typeface="Raleway Medium" pitchFamily="2" charset="0"/>
              </a:rPr>
              <a:t>-- PostgreSQL, Mongodb, Elasticsearch , SQL Server</a:t>
            </a:r>
          </a:p>
          <a:p>
            <a:endParaRPr lang="en-IN" dirty="0"/>
          </a:p>
          <a:p>
            <a:r>
              <a:rPr lang="en-IN" dirty="0">
                <a:latin typeface="Raleway SemiBold" pitchFamily="2" charset="0"/>
              </a:rPr>
              <a:t>Qualification</a:t>
            </a:r>
          </a:p>
          <a:p>
            <a:r>
              <a:rPr lang="en-IN" sz="1200" dirty="0">
                <a:latin typeface="Raleway Medium" pitchFamily="2" charset="0"/>
              </a:rPr>
              <a:t>Has Bachelor Degree in Computer Science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2228EB-C9F7-4900-AAED-AA9DC63B387A}"/>
              </a:ext>
            </a:extLst>
          </p:cNvPr>
          <p:cNvSpPr txBox="1"/>
          <p:nvPr/>
        </p:nvSpPr>
        <p:spPr>
          <a:xfrm>
            <a:off x="3929821" y="1385592"/>
            <a:ext cx="763495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Raleway SemiBold" pitchFamily="2" charset="0"/>
              </a:rPr>
              <a:t>Education Management Application</a:t>
            </a:r>
          </a:p>
          <a:p>
            <a:r>
              <a:rPr lang="en-IN" sz="1200" dirty="0">
                <a:solidFill>
                  <a:srgbClr val="0070C0"/>
                </a:solidFill>
                <a:latin typeface="Raleway SemiBold" pitchFamily="2" charset="0"/>
              </a:rPr>
              <a:t>(Java8, Spring Boot, JPA, PostgreSQL, Elasticsearch, Docker)</a:t>
            </a:r>
          </a:p>
          <a:p>
            <a:endParaRPr lang="en-IN" sz="1200" dirty="0">
              <a:latin typeface="Raleway Medium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Designed the  data model and entity structure for Admission and Fees Module.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Developed JPA’s  and CRUD for the Admission and Fees module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Worked on all the API  required for Admin portal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Tested all the API’s with Postman collection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Wrote Junit5 tests for modules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Wrote some BDD tests with cucumber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Worked on the code fixes for Errors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Worked on metrics / log / traces integration with operation system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Raleway Medium" pitchFamily="2" charset="0"/>
              </a:rPr>
              <a:t>Worked with UI team for integration of UI with API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1D10BB-C009-4393-83AC-FF4768A1467E}"/>
              </a:ext>
            </a:extLst>
          </p:cNvPr>
          <p:cNvSpPr/>
          <p:nvPr/>
        </p:nvSpPr>
        <p:spPr>
          <a:xfrm>
            <a:off x="3880425" y="659602"/>
            <a:ext cx="7990582" cy="669852"/>
          </a:xfrm>
          <a:prstGeom prst="rect">
            <a:avLst/>
          </a:prstGeom>
          <a:solidFill>
            <a:srgbClr val="0062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282399-4360-4241-9B87-60AEDA9B4048}"/>
              </a:ext>
            </a:extLst>
          </p:cNvPr>
          <p:cNvSpPr txBox="1"/>
          <p:nvPr/>
        </p:nvSpPr>
        <p:spPr>
          <a:xfrm>
            <a:off x="4107045" y="800934"/>
            <a:ext cx="324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Raleway SemiBold" pitchFamily="2" charset="0"/>
              </a:rPr>
              <a:t>Recent Engagements</a:t>
            </a:r>
            <a:endParaRPr lang="en-IN" sz="1200" dirty="0">
              <a:solidFill>
                <a:schemeClr val="bg1"/>
              </a:solidFill>
              <a:latin typeface="Raleway SemiBold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12DD3E-3FBE-4664-B789-BD5908786847}"/>
              </a:ext>
            </a:extLst>
          </p:cNvPr>
          <p:cNvSpPr txBox="1"/>
          <p:nvPr/>
        </p:nvSpPr>
        <p:spPr>
          <a:xfrm>
            <a:off x="3897724" y="4494152"/>
            <a:ext cx="763495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Raleway SemiBold" pitchFamily="2" charset="0"/>
              </a:rPr>
              <a:t>Ticketing and Notification</a:t>
            </a:r>
          </a:p>
          <a:p>
            <a:r>
              <a:rPr lang="en-IN" sz="1200" dirty="0">
                <a:solidFill>
                  <a:srgbClr val="0070C0"/>
                </a:solidFill>
                <a:latin typeface="Raleway SemiBold" pitchFamily="2" charset="0"/>
              </a:rPr>
              <a:t>(Java8, Spring Boot, JPA, PostgreSQL, Elasticsearch, Docker)</a:t>
            </a:r>
          </a:p>
          <a:p>
            <a:endParaRPr lang="en-IN" sz="1200" dirty="0">
              <a:latin typeface="Raleway Medium" pitchFamily="2" charset="0"/>
            </a:endParaRPr>
          </a:p>
          <a:p>
            <a:pPr marL="171454" indent="-171454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applying Design Patterns &amp;  develop Data Model</a:t>
            </a:r>
          </a:p>
          <a:p>
            <a:pPr marL="171454" indent="-171454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all the API  required for portal</a:t>
            </a:r>
          </a:p>
          <a:p>
            <a:pPr marL="171454" indent="-171454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Authentication , MFA and Security framework for product portals</a:t>
            </a:r>
          </a:p>
          <a:p>
            <a:pPr marL="171454" indent="-171454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developing a highly scalable alert notification framework</a:t>
            </a:r>
          </a:p>
          <a:p>
            <a:pPr marL="171454" indent="-171454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Wrote docker composers for Dev env creation and tests.</a:t>
            </a:r>
          </a:p>
          <a:p>
            <a:pPr marL="171454" indent="-171454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closely with the QA, project management and business teams on solution implementation</a:t>
            </a:r>
          </a:p>
          <a:p>
            <a:pPr marL="171454" indent="-171454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on the code fixes for Errors</a:t>
            </a:r>
          </a:p>
          <a:p>
            <a:pPr marL="171454" indent="-171454">
              <a:buFont typeface="Arial" panose="020B0604020202020204" pitchFamily="34" charset="0"/>
              <a:buChar char="•"/>
            </a:pPr>
            <a:r>
              <a:rPr lang="en-US" sz="1200" dirty="0">
                <a:latin typeface="Raleway Medium" pitchFamily="2" charset="0"/>
              </a:rPr>
              <a:t>Worked with UI team for integration of UI with API</a:t>
            </a:r>
            <a:endParaRPr lang="en-IN" sz="1200" dirty="0">
              <a:latin typeface="Raleway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184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1208</TotalTime>
  <Words>286</Words>
  <Application>Microsoft Office PowerPoint</Application>
  <PresentationFormat>Custom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Raleway ExtraBold</vt:lpstr>
      <vt:lpstr>Raleway Medium</vt:lpstr>
      <vt:lpstr>Raleway SemiBold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Imran Mohd</dc:creator>
  <cp:lastModifiedBy>Papu Bhattacharya</cp:lastModifiedBy>
  <cp:revision>43</cp:revision>
  <dcterms:created xsi:type="dcterms:W3CDTF">2021-09-22T11:31:43Z</dcterms:created>
  <dcterms:modified xsi:type="dcterms:W3CDTF">2021-10-14T06:19:43Z</dcterms:modified>
</cp:coreProperties>
</file>