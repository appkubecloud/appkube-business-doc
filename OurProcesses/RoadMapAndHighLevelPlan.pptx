
<file path=[Content_Types].xml><?xml version="1.0" encoding="utf-8"?>
<Types xmlns="http://schemas.openxmlformats.org/package/2006/content-types">
  <Default Extension="emf" ContentType="image/x-em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723" r:id="rId4"/>
  </p:sldMasterIdLst>
  <p:notesMasterIdLst>
    <p:notesMasterId r:id="rId11"/>
  </p:notesMasterIdLst>
  <p:handoutMasterIdLst>
    <p:handoutMasterId r:id="rId12"/>
  </p:handoutMasterIdLst>
  <p:sldIdLst>
    <p:sldId id="935" r:id="rId5"/>
    <p:sldId id="931" r:id="rId6"/>
    <p:sldId id="331" r:id="rId7"/>
    <p:sldId id="340" r:id="rId8"/>
    <p:sldId id="934" r:id="rId9"/>
    <p:sldId id="932" r:id="rId10"/>
  </p:sldIdLst>
  <p:sldSz cx="9144000" cy="5143500" type="screen16x9"/>
  <p:notesSz cx="9601200" cy="7315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708" userDrawn="1">
          <p15:clr>
            <a:srgbClr val="A4A3A4"/>
          </p15:clr>
        </p15:guide>
        <p15:guide id="2" pos="355">
          <p15:clr>
            <a:srgbClr val="A4A3A4"/>
          </p15:clr>
        </p15:guide>
        <p15:guide id="3" orient="horz" pos="1212" userDrawn="1">
          <p15:clr>
            <a:srgbClr val="A4A3A4"/>
          </p15:clr>
        </p15:guide>
        <p15:guide id="4" orient="horz" pos="948" userDrawn="1">
          <p15:clr>
            <a:srgbClr val="A4A3A4"/>
          </p15:clr>
        </p15:guide>
        <p15:guide id="5" orient="horz" pos="2964" userDrawn="1">
          <p15:clr>
            <a:srgbClr val="A4A3A4"/>
          </p15:clr>
        </p15:guide>
        <p15:guide id="6" orient="horz" pos="516" userDrawn="1">
          <p15:clr>
            <a:srgbClr val="A4A3A4"/>
          </p15:clr>
        </p15:guide>
        <p15:guide id="7" orient="horz" pos="1190">
          <p15:clr>
            <a:srgbClr val="A4A3A4"/>
          </p15:clr>
        </p15:guide>
        <p15:guide id="8" orient="horz" pos="750">
          <p15:clr>
            <a:srgbClr val="A4A3A4"/>
          </p15:clr>
        </p15:guide>
        <p15:guide id="9" orient="horz" pos="2916">
          <p15:clr>
            <a:srgbClr val="A4A3A4"/>
          </p15:clr>
        </p15:guide>
        <p15:guide id="10" pos="145">
          <p15:clr>
            <a:srgbClr val="A4A3A4"/>
          </p15:clr>
        </p15:guide>
        <p15:guide id="11" pos="5617">
          <p15:clr>
            <a:srgbClr val="A4A3A4"/>
          </p15:clr>
        </p15:guide>
        <p15:guide id="12" pos="2881">
          <p15:clr>
            <a:srgbClr val="A4A3A4"/>
          </p15:clr>
        </p15:guide>
      </p15:sldGuideLst>
    </p:ext>
    <p:ext uri="{2D200454-40CA-4A62-9FC3-DE9A4176ACB9}">
      <p15:notesGuideLst xmlns:p15="http://schemas.microsoft.com/office/powerpoint/2012/main">
        <p15:guide id="1" orient="horz" pos="3024" userDrawn="1">
          <p15:clr>
            <a:srgbClr val="A4A3A4"/>
          </p15:clr>
        </p15:guide>
        <p15:guide id="2" pos="2304" userDrawn="1">
          <p15:clr>
            <a:srgbClr val="A4A3A4"/>
          </p15:clr>
        </p15:guide>
        <p15:guide id="3" orient="horz" pos="2304">
          <p15:clr>
            <a:srgbClr val="A4A3A4"/>
          </p15:clr>
        </p15:guide>
        <p15:guide id="4" pos="3024">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irban Banerjee" initials="AB" lastIdx="10"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7D31"/>
    <a:srgbClr val="4472C4"/>
    <a:srgbClr val="E7B18C"/>
    <a:srgbClr val="F1D580"/>
    <a:srgbClr val="E17328"/>
    <a:srgbClr val="D9AA18"/>
    <a:srgbClr val="E9B000"/>
    <a:srgbClr val="C4C4C4"/>
    <a:srgbClr val="9B9B9B"/>
    <a:srgbClr val="EBB4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425" autoAdjust="0"/>
    <p:restoredTop sz="91799" autoAdjust="0"/>
  </p:normalViewPr>
  <p:slideViewPr>
    <p:cSldViewPr snapToGrid="0">
      <p:cViewPr varScale="1">
        <p:scale>
          <a:sx n="104" d="100"/>
          <a:sy n="104" d="100"/>
        </p:scale>
        <p:origin x="950" y="82"/>
      </p:cViewPr>
      <p:guideLst>
        <p:guide orient="horz" pos="708"/>
        <p:guide pos="355"/>
        <p:guide orient="horz" pos="1212"/>
        <p:guide orient="horz" pos="948"/>
        <p:guide orient="horz" pos="2964"/>
        <p:guide orient="horz" pos="516"/>
        <p:guide orient="horz" pos="1190"/>
        <p:guide orient="horz" pos="750"/>
        <p:guide orient="horz" pos="2916"/>
        <p:guide pos="145"/>
        <p:guide pos="5617"/>
        <p:guide pos="2881"/>
      </p:guideLst>
    </p:cSldViewPr>
  </p:slideViewPr>
  <p:outlineViewPr>
    <p:cViewPr>
      <p:scale>
        <a:sx n="33" d="100"/>
        <a:sy n="33" d="100"/>
      </p:scale>
      <p:origin x="0" y="174"/>
    </p:cViewPr>
  </p:outlineViewPr>
  <p:notesTextViewPr>
    <p:cViewPr>
      <p:scale>
        <a:sx n="100" d="100"/>
        <a:sy n="100" d="100"/>
      </p:scale>
      <p:origin x="0" y="0"/>
    </p:cViewPr>
  </p:notesTextViewPr>
  <p:sorterViewPr>
    <p:cViewPr>
      <p:scale>
        <a:sx n="100" d="100"/>
        <a:sy n="100" d="100"/>
      </p:scale>
      <p:origin x="0" y="5490"/>
    </p:cViewPr>
  </p:sorterViewPr>
  <p:notesViewPr>
    <p:cSldViewPr snapToGrid="0">
      <p:cViewPr varScale="1">
        <p:scale>
          <a:sx n="81" d="100"/>
          <a:sy n="81" d="100"/>
        </p:scale>
        <p:origin x="2112" y="53"/>
      </p:cViewPr>
      <p:guideLst>
        <p:guide orient="horz" pos="3024"/>
        <p:guide pos="2304"/>
        <p:guide orient="horz" pos="2304"/>
        <p:guide pos="3024"/>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commentAuthors" Target="commentAuthor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handoutMaster" Target="handoutMasters/handout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sz="quarter" idx="1"/>
          </p:nvPr>
        </p:nvSpPr>
        <p:spPr>
          <a:xfrm>
            <a:off x="5438459" y="0"/>
            <a:ext cx="4160520" cy="365760"/>
          </a:xfrm>
          <a:prstGeom prst="rect">
            <a:avLst/>
          </a:prstGeom>
        </p:spPr>
        <p:txBody>
          <a:bodyPr vert="horz" lIns="96648" tIns="48325" rIns="96648" bIns="48325" rtlCol="0"/>
          <a:lstStyle>
            <a:lvl1pPr algn="r">
              <a:defRPr sz="1300"/>
            </a:lvl1pPr>
          </a:lstStyle>
          <a:p>
            <a:fld id="{1B9E88C5-C104-1D4D-887E-00A617007132}" type="datetimeFigureOut">
              <a:rPr lang="en-US" smtClean="0"/>
              <a:pPr/>
              <a:t>7/12/2021</a:t>
            </a:fld>
            <a:endParaRPr lang="en-US" dirty="0"/>
          </a:p>
        </p:txBody>
      </p:sp>
      <p:sp>
        <p:nvSpPr>
          <p:cNvPr id="4" name="Footer Placeholder 3"/>
          <p:cNvSpPr>
            <a:spLocks noGrp="1"/>
          </p:cNvSpPr>
          <p:nvPr>
            <p:ph type="ftr" sz="quarter" idx="2"/>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5" name="Slide Number Placeholder 4"/>
          <p:cNvSpPr>
            <a:spLocks noGrp="1"/>
          </p:cNvSpPr>
          <p:nvPr>
            <p:ph type="sldNum" sz="quarter" idx="3"/>
          </p:nvPr>
        </p:nvSpPr>
        <p:spPr>
          <a:xfrm>
            <a:off x="5438459" y="6948171"/>
            <a:ext cx="4160520" cy="365760"/>
          </a:xfrm>
          <a:prstGeom prst="rect">
            <a:avLst/>
          </a:prstGeom>
        </p:spPr>
        <p:txBody>
          <a:bodyPr vert="horz" lIns="96648" tIns="48325" rIns="96648" bIns="48325" rtlCol="0" anchor="b"/>
          <a:lstStyle>
            <a:lvl1pPr algn="r">
              <a:defRPr sz="1300"/>
            </a:lvl1pPr>
          </a:lstStyle>
          <a:p>
            <a:fld id="{AE1561C0-4582-414D-9482-B90AA17E5928}" type="slidenum">
              <a:rPr lang="en-US" smtClean="0"/>
              <a:pPr/>
              <a:t>‹#›</a:t>
            </a:fld>
            <a:endParaRPr lang="en-US" dirty="0"/>
          </a:p>
        </p:txBody>
      </p:sp>
    </p:spTree>
    <p:extLst>
      <p:ext uri="{BB962C8B-B14F-4D97-AF65-F5344CB8AC3E}">
        <p14:creationId xmlns:p14="http://schemas.microsoft.com/office/powerpoint/2010/main" val="2730367342"/>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4160520" cy="365760"/>
          </a:xfrm>
          <a:prstGeom prst="rect">
            <a:avLst/>
          </a:prstGeom>
        </p:spPr>
        <p:txBody>
          <a:bodyPr vert="horz" lIns="96648" tIns="48325" rIns="96648" bIns="48325" rtlCol="0"/>
          <a:lstStyle>
            <a:lvl1pPr algn="l">
              <a:defRPr sz="1300"/>
            </a:lvl1pPr>
          </a:lstStyle>
          <a:p>
            <a:endParaRPr lang="en-US" dirty="0"/>
          </a:p>
        </p:txBody>
      </p:sp>
      <p:sp>
        <p:nvSpPr>
          <p:cNvPr id="3" name="Date Placeholder 2"/>
          <p:cNvSpPr>
            <a:spLocks noGrp="1"/>
          </p:cNvSpPr>
          <p:nvPr>
            <p:ph type="dt" idx="1"/>
          </p:nvPr>
        </p:nvSpPr>
        <p:spPr>
          <a:xfrm>
            <a:off x="5438459" y="0"/>
            <a:ext cx="4160520" cy="365760"/>
          </a:xfrm>
          <a:prstGeom prst="rect">
            <a:avLst/>
          </a:prstGeom>
        </p:spPr>
        <p:txBody>
          <a:bodyPr vert="horz" lIns="96648" tIns="48325" rIns="96648" bIns="48325" rtlCol="0"/>
          <a:lstStyle>
            <a:lvl1pPr algn="r">
              <a:defRPr sz="1300"/>
            </a:lvl1pPr>
          </a:lstStyle>
          <a:p>
            <a:fld id="{0F237061-72E3-FC45-B1DA-EE364FA20673}" type="datetimeFigureOut">
              <a:rPr lang="en-US" smtClean="0"/>
              <a:pPr/>
              <a:t>7/12/2021</a:t>
            </a:fld>
            <a:endParaRPr lang="en-US" dirty="0"/>
          </a:p>
        </p:txBody>
      </p:sp>
      <p:sp>
        <p:nvSpPr>
          <p:cNvPr id="4" name="Slide Image Placeholder 3"/>
          <p:cNvSpPr>
            <a:spLocks noGrp="1" noRot="1" noChangeAspect="1"/>
          </p:cNvSpPr>
          <p:nvPr>
            <p:ph type="sldImg" idx="2"/>
          </p:nvPr>
        </p:nvSpPr>
        <p:spPr>
          <a:xfrm>
            <a:off x="2362200" y="549275"/>
            <a:ext cx="4876800" cy="2743200"/>
          </a:xfrm>
          <a:prstGeom prst="rect">
            <a:avLst/>
          </a:prstGeom>
          <a:noFill/>
          <a:ln w="12700">
            <a:solidFill>
              <a:prstClr val="black"/>
            </a:solidFill>
          </a:ln>
        </p:spPr>
        <p:txBody>
          <a:bodyPr vert="horz" lIns="96648" tIns="48325" rIns="96648" bIns="48325" rtlCol="0" anchor="ctr"/>
          <a:lstStyle/>
          <a:p>
            <a:endParaRPr lang="en-US" dirty="0"/>
          </a:p>
        </p:txBody>
      </p:sp>
      <p:sp>
        <p:nvSpPr>
          <p:cNvPr id="5" name="Notes Placeholder 4"/>
          <p:cNvSpPr>
            <a:spLocks noGrp="1"/>
          </p:cNvSpPr>
          <p:nvPr>
            <p:ph type="body" sz="quarter" idx="3"/>
          </p:nvPr>
        </p:nvSpPr>
        <p:spPr>
          <a:xfrm>
            <a:off x="960121" y="3474720"/>
            <a:ext cx="7680960" cy="3291840"/>
          </a:xfrm>
          <a:prstGeom prst="rect">
            <a:avLst/>
          </a:prstGeom>
        </p:spPr>
        <p:txBody>
          <a:bodyPr vert="horz" lIns="96648" tIns="48325" rIns="96648" bIns="48325"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6948171"/>
            <a:ext cx="4160520" cy="365760"/>
          </a:xfrm>
          <a:prstGeom prst="rect">
            <a:avLst/>
          </a:prstGeom>
        </p:spPr>
        <p:txBody>
          <a:bodyPr vert="horz" lIns="96648" tIns="48325" rIns="96648" bIns="48325" rtlCol="0" anchor="b"/>
          <a:lstStyle>
            <a:lvl1pPr algn="l">
              <a:defRPr sz="1300"/>
            </a:lvl1pPr>
          </a:lstStyle>
          <a:p>
            <a:endParaRPr lang="en-US" dirty="0"/>
          </a:p>
        </p:txBody>
      </p:sp>
      <p:sp>
        <p:nvSpPr>
          <p:cNvPr id="7" name="Slide Number Placeholder 6"/>
          <p:cNvSpPr>
            <a:spLocks noGrp="1"/>
          </p:cNvSpPr>
          <p:nvPr>
            <p:ph type="sldNum" sz="quarter" idx="5"/>
          </p:nvPr>
        </p:nvSpPr>
        <p:spPr>
          <a:xfrm>
            <a:off x="5438459" y="6948171"/>
            <a:ext cx="4160520" cy="365760"/>
          </a:xfrm>
          <a:prstGeom prst="rect">
            <a:avLst/>
          </a:prstGeom>
        </p:spPr>
        <p:txBody>
          <a:bodyPr vert="horz" lIns="96648" tIns="48325" rIns="96648" bIns="48325" rtlCol="0" anchor="b"/>
          <a:lstStyle>
            <a:lvl1pPr algn="r">
              <a:defRPr sz="1300"/>
            </a:lvl1pPr>
          </a:lstStyle>
          <a:p>
            <a:fld id="{11D4D097-0016-D44A-A908-ADB1EED4D51F}" type="slidenum">
              <a:rPr lang="en-US" smtClean="0"/>
              <a:pPr/>
              <a:t>‹#›</a:t>
            </a:fld>
            <a:endParaRPr lang="en-US" dirty="0"/>
          </a:p>
        </p:txBody>
      </p:sp>
    </p:spTree>
    <p:extLst>
      <p:ext uri="{BB962C8B-B14F-4D97-AF65-F5344CB8AC3E}">
        <p14:creationId xmlns:p14="http://schemas.microsoft.com/office/powerpoint/2010/main" val="92465252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1</a:t>
            </a:fld>
            <a:endParaRPr lang="en-US" dirty="0"/>
          </a:p>
        </p:txBody>
      </p:sp>
    </p:spTree>
    <p:extLst>
      <p:ext uri="{BB962C8B-B14F-4D97-AF65-F5344CB8AC3E}">
        <p14:creationId xmlns:p14="http://schemas.microsoft.com/office/powerpoint/2010/main" val="79035551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C0DFF67-9BFD-4416-9077-7693E6EC4916}" type="slidenum">
              <a:rPr lang="en-US" smtClean="0"/>
              <a:t>2</a:t>
            </a:fld>
            <a:endParaRPr lang="en-US"/>
          </a:p>
        </p:txBody>
      </p:sp>
    </p:spTree>
    <p:extLst>
      <p:ext uri="{BB962C8B-B14F-4D97-AF65-F5344CB8AC3E}">
        <p14:creationId xmlns:p14="http://schemas.microsoft.com/office/powerpoint/2010/main" val="4595170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11D4D097-0016-D44A-A908-ADB1EED4D51F}" type="slidenum">
              <a:rPr lang="en-US" smtClean="0"/>
              <a:pPr/>
              <a:t>3</a:t>
            </a:fld>
            <a:endParaRPr lang="en-US" dirty="0"/>
          </a:p>
        </p:txBody>
      </p:sp>
    </p:spTree>
    <p:extLst>
      <p:ext uri="{BB962C8B-B14F-4D97-AF65-F5344CB8AC3E}">
        <p14:creationId xmlns:p14="http://schemas.microsoft.com/office/powerpoint/2010/main" val="25422069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21C470-AD6E-4186-B9D1-F5CD3B500E2B}"/>
              </a:ext>
            </a:extLst>
          </p:cNvPr>
          <p:cNvSpPr>
            <a:spLocks noGrp="1"/>
          </p:cNvSpPr>
          <p:nvPr>
            <p:ph type="ctrTitle"/>
          </p:nvPr>
        </p:nvSpPr>
        <p:spPr>
          <a:xfrm>
            <a:off x="1143000" y="841772"/>
            <a:ext cx="6858000" cy="1790700"/>
          </a:xfrm>
        </p:spPr>
        <p:txBody>
          <a:bodyPr anchor="b"/>
          <a:lstStyle>
            <a:lvl1pPr algn="ctr">
              <a:defRPr sz="4500"/>
            </a:lvl1pPr>
          </a:lstStyle>
          <a:p>
            <a:r>
              <a:rPr lang="en-US"/>
              <a:t>Click to edit Master title style</a:t>
            </a:r>
          </a:p>
        </p:txBody>
      </p:sp>
      <p:sp>
        <p:nvSpPr>
          <p:cNvPr id="3" name="Subtitle 2">
            <a:extLst>
              <a:ext uri="{FF2B5EF4-FFF2-40B4-BE49-F238E27FC236}">
                <a16:creationId xmlns:a16="http://schemas.microsoft.com/office/drawing/2014/main" id="{D83C95E8-2456-4167-873C-DCE7CAAC3803}"/>
              </a:ext>
            </a:extLst>
          </p:cNvPr>
          <p:cNvSpPr>
            <a:spLocks noGrp="1"/>
          </p:cNvSpPr>
          <p:nvPr>
            <p:ph type="subTitle" idx="1"/>
          </p:nvPr>
        </p:nvSpPr>
        <p:spPr>
          <a:xfrm>
            <a:off x="1143000" y="2701528"/>
            <a:ext cx="6858000" cy="124182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p>
        </p:txBody>
      </p:sp>
      <p:sp>
        <p:nvSpPr>
          <p:cNvPr id="4" name="Date Placeholder 3">
            <a:extLst>
              <a:ext uri="{FF2B5EF4-FFF2-40B4-BE49-F238E27FC236}">
                <a16:creationId xmlns:a16="http://schemas.microsoft.com/office/drawing/2014/main" id="{F2A8EA70-3D9F-4AF5-98CD-ADBF6098E199}"/>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23F43C81-0BFA-4130-A65D-D3CC845059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67E84D5-BB7E-4E36-BDD6-EFE15F39073F}"/>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98991981"/>
      </p:ext>
    </p:extLst>
  </p:cSld>
  <p:clrMapOvr>
    <a:masterClrMapping/>
  </p:clrMapOvr>
  <p:hf hdr="0" ft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2413E0-DD14-47F6-9B7F-42FBF614043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A229E49-3498-4403-82C4-B1F6B86D591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F197E07-562F-45F1-837C-60309DDD771F}"/>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0CEF44FE-B2E7-4C3E-A0FF-6663FE339F2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47BC22-0663-4485-AAEC-0BD58F22644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379444002"/>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6F4CC4-3A0B-4712-A9F7-8EFECAA65EAC}"/>
              </a:ext>
            </a:extLst>
          </p:cNvPr>
          <p:cNvSpPr>
            <a:spLocks noGrp="1"/>
          </p:cNvSpPr>
          <p:nvPr>
            <p:ph type="title"/>
          </p:nvPr>
        </p:nvSpPr>
        <p:spPr>
          <a:xfrm>
            <a:off x="623888" y="1282304"/>
            <a:ext cx="7886700" cy="2139553"/>
          </a:xfrm>
        </p:spPr>
        <p:txBody>
          <a:bodyPr anchor="b"/>
          <a:lstStyle>
            <a:lvl1pPr>
              <a:defRPr sz="4500"/>
            </a:lvl1pPr>
          </a:lstStyle>
          <a:p>
            <a:r>
              <a:rPr lang="en-US"/>
              <a:t>Click to edit Master title style</a:t>
            </a:r>
          </a:p>
        </p:txBody>
      </p:sp>
      <p:sp>
        <p:nvSpPr>
          <p:cNvPr id="3" name="Text Placeholder 2">
            <a:extLst>
              <a:ext uri="{FF2B5EF4-FFF2-40B4-BE49-F238E27FC236}">
                <a16:creationId xmlns:a16="http://schemas.microsoft.com/office/drawing/2014/main" id="{F0C75C78-E1BE-4358-BCCB-44D8FE6C9488}"/>
              </a:ext>
            </a:extLst>
          </p:cNvPr>
          <p:cNvSpPr>
            <a:spLocks noGrp="1"/>
          </p:cNvSpPr>
          <p:nvPr>
            <p:ph type="body" idx="1"/>
          </p:nvPr>
        </p:nvSpPr>
        <p:spPr>
          <a:xfrm>
            <a:off x="623888" y="3442098"/>
            <a:ext cx="7886700" cy="1125140"/>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B735536-F69A-4616-A789-DA0A622B9244}"/>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9A658AAC-821A-44AE-8EE6-C0A1200FCE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DF20430-D5EC-4964-B716-240956BB231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432167756"/>
      </p:ext>
    </p:extLst>
  </p:cSld>
  <p:clrMapOvr>
    <a:masterClrMapping/>
  </p:clrMapOvr>
  <p:hf hdr="0" ft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F428F0-303B-4830-9E52-17B2E6DD965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5EB1E4-6C50-4BA0-AB4A-0E170CA477AE}"/>
              </a:ext>
            </a:extLst>
          </p:cNvPr>
          <p:cNvSpPr>
            <a:spLocks noGrp="1"/>
          </p:cNvSpPr>
          <p:nvPr>
            <p:ph sz="half" idx="1"/>
          </p:nvPr>
        </p:nvSpPr>
        <p:spPr>
          <a:xfrm>
            <a:off x="6286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7C525F4-5C5E-4C65-A4B4-F4613C63D38B}"/>
              </a:ext>
            </a:extLst>
          </p:cNvPr>
          <p:cNvSpPr>
            <a:spLocks noGrp="1"/>
          </p:cNvSpPr>
          <p:nvPr>
            <p:ph sz="half" idx="2"/>
          </p:nvPr>
        </p:nvSpPr>
        <p:spPr>
          <a:xfrm>
            <a:off x="4629150" y="1369219"/>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0B5BC1C-BB68-4BEF-8C5B-5F1CE4BEA347}"/>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6" name="Footer Placeholder 5">
            <a:extLst>
              <a:ext uri="{FF2B5EF4-FFF2-40B4-BE49-F238E27FC236}">
                <a16:creationId xmlns:a16="http://schemas.microsoft.com/office/drawing/2014/main" id="{DC2B7364-CEC3-4B58-A2E4-650734E4FFE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C36CBE-3367-47A8-A624-5AA9168A8C4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579010347"/>
      </p:ext>
    </p:extLst>
  </p:cSld>
  <p:clrMapOvr>
    <a:masterClrMapping/>
  </p:clrMapOvr>
  <p:hf hdr="0" ft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9F2DC-7C77-423C-B5AA-22D7DD08DE8D}"/>
              </a:ext>
            </a:extLst>
          </p:cNvPr>
          <p:cNvSpPr>
            <a:spLocks noGrp="1"/>
          </p:cNvSpPr>
          <p:nvPr>
            <p:ph type="title"/>
          </p:nvPr>
        </p:nvSpPr>
        <p:spPr>
          <a:xfrm>
            <a:off x="629841" y="273844"/>
            <a:ext cx="7886700" cy="994172"/>
          </a:xfrm>
        </p:spPr>
        <p:txBody>
          <a:bodyPr/>
          <a:lstStyle/>
          <a:p>
            <a:r>
              <a:rPr lang="en-US"/>
              <a:t>Click to edit Master title style</a:t>
            </a:r>
          </a:p>
        </p:txBody>
      </p:sp>
      <p:sp>
        <p:nvSpPr>
          <p:cNvPr id="3" name="Text Placeholder 2">
            <a:extLst>
              <a:ext uri="{FF2B5EF4-FFF2-40B4-BE49-F238E27FC236}">
                <a16:creationId xmlns:a16="http://schemas.microsoft.com/office/drawing/2014/main" id="{C83FEFCC-4ACB-4A5B-A4AC-E10B7B40D568}"/>
              </a:ext>
            </a:extLst>
          </p:cNvPr>
          <p:cNvSpPr>
            <a:spLocks noGrp="1"/>
          </p:cNvSpPr>
          <p:nvPr>
            <p:ph type="body" idx="1"/>
          </p:nvPr>
        </p:nvSpPr>
        <p:spPr>
          <a:xfrm>
            <a:off x="629842" y="1260872"/>
            <a:ext cx="3868340"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a:extLst>
              <a:ext uri="{FF2B5EF4-FFF2-40B4-BE49-F238E27FC236}">
                <a16:creationId xmlns:a16="http://schemas.microsoft.com/office/drawing/2014/main" id="{5928E7C7-CF83-449D-ACC7-0141E70E6AD9}"/>
              </a:ext>
            </a:extLst>
          </p:cNvPr>
          <p:cNvSpPr>
            <a:spLocks noGrp="1"/>
          </p:cNvSpPr>
          <p:nvPr>
            <p:ph sz="half" idx="2"/>
          </p:nvPr>
        </p:nvSpPr>
        <p:spPr>
          <a:xfrm>
            <a:off x="629842" y="1878806"/>
            <a:ext cx="3868340"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7D6AC6-B8C6-4A02-8F99-A7E0F493353C}"/>
              </a:ext>
            </a:extLst>
          </p:cNvPr>
          <p:cNvSpPr>
            <a:spLocks noGrp="1"/>
          </p:cNvSpPr>
          <p:nvPr>
            <p:ph type="body" sz="quarter" idx="3"/>
          </p:nvPr>
        </p:nvSpPr>
        <p:spPr>
          <a:xfrm>
            <a:off x="4629150" y="1260872"/>
            <a:ext cx="3887391" cy="617934"/>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a:extLst>
              <a:ext uri="{FF2B5EF4-FFF2-40B4-BE49-F238E27FC236}">
                <a16:creationId xmlns:a16="http://schemas.microsoft.com/office/drawing/2014/main" id="{8F8F52BC-C951-4B70-9938-2B204E1F4B9C}"/>
              </a:ext>
            </a:extLst>
          </p:cNvPr>
          <p:cNvSpPr>
            <a:spLocks noGrp="1"/>
          </p:cNvSpPr>
          <p:nvPr>
            <p:ph sz="quarter" idx="4"/>
          </p:nvPr>
        </p:nvSpPr>
        <p:spPr>
          <a:xfrm>
            <a:off x="4629150" y="1878806"/>
            <a:ext cx="3887391" cy="27634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D733799-1F0E-4495-8FE1-72980475DDDD}"/>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8" name="Footer Placeholder 7">
            <a:extLst>
              <a:ext uri="{FF2B5EF4-FFF2-40B4-BE49-F238E27FC236}">
                <a16:creationId xmlns:a16="http://schemas.microsoft.com/office/drawing/2014/main" id="{27F4A26C-594B-4849-ADE7-BDD65FA6FD9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10AB182-1C5B-41A4-992A-A46157BC102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589604878"/>
      </p:ext>
    </p:extLst>
  </p:cSld>
  <p:clrMapOvr>
    <a:masterClrMapping/>
  </p:clrMapOvr>
  <p:hf hdr="0" ft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E4E026-9521-49F9-9910-4E59D0EE7E9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390F577-9C03-4D72-B18C-3DB7A3079E7A}"/>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4" name="Footer Placeholder 3">
            <a:extLst>
              <a:ext uri="{FF2B5EF4-FFF2-40B4-BE49-F238E27FC236}">
                <a16:creationId xmlns:a16="http://schemas.microsoft.com/office/drawing/2014/main" id="{2A5D3A2E-13DC-495D-90A7-7A4E5FDF7DB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CE97EF5E-5D2B-4CCD-B2BC-2A9FAD1D2DA4}"/>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6" name="Rectangle 5">
            <a:extLst>
              <a:ext uri="{FF2B5EF4-FFF2-40B4-BE49-F238E27FC236}">
                <a16:creationId xmlns:a16="http://schemas.microsoft.com/office/drawing/2014/main" id="{B10C55AE-6A42-40C6-97AE-E89CE4E6C939}"/>
              </a:ext>
            </a:extLst>
          </p:cNvPr>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315346752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4418A9C-B077-499A-8FA9-DFFA04A07D06}"/>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3" name="Footer Placeholder 2">
            <a:extLst>
              <a:ext uri="{FF2B5EF4-FFF2-40B4-BE49-F238E27FC236}">
                <a16:creationId xmlns:a16="http://schemas.microsoft.com/office/drawing/2014/main" id="{463B566F-A0BB-400C-A181-7DA718D963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F758D3B-0ADC-4EE2-8119-D2FEA44A894F}"/>
              </a:ext>
            </a:extLst>
          </p:cNvPr>
          <p:cNvSpPr>
            <a:spLocks noGrp="1"/>
          </p:cNvSpPr>
          <p:nvPr>
            <p:ph type="sldNum" sz="quarter" idx="12"/>
          </p:nvPr>
        </p:nvSpPr>
        <p:spPr/>
        <p:txBody>
          <a:bodyPr/>
          <a:lstStyle/>
          <a:p>
            <a:fld id="{8ECA14B2-F45F-4421-8663-2E4CBFF6CDB4}" type="slidenum">
              <a:rPr lang="en-US" smtClean="0"/>
              <a:t>‹#›</a:t>
            </a:fld>
            <a:endParaRPr lang="en-US"/>
          </a:p>
        </p:txBody>
      </p:sp>
      <p:sp>
        <p:nvSpPr>
          <p:cNvPr id="5" name="Graphic 5">
            <a:extLst>
              <a:ext uri="{FF2B5EF4-FFF2-40B4-BE49-F238E27FC236}">
                <a16:creationId xmlns:a16="http://schemas.microsoft.com/office/drawing/2014/main" id="{B8F8BF69-64D7-4398-A323-00B3D8B0C0C0}"/>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376080980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3AE1F1-69D8-4AB9-A2CB-D1008002AAAC}"/>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Content Placeholder 2">
            <a:extLst>
              <a:ext uri="{FF2B5EF4-FFF2-40B4-BE49-F238E27FC236}">
                <a16:creationId xmlns:a16="http://schemas.microsoft.com/office/drawing/2014/main" id="{F920CFE4-0CFA-4BB0-99D2-46954FDDAFDF}"/>
              </a:ext>
            </a:extLst>
          </p:cNvPr>
          <p:cNvSpPr>
            <a:spLocks noGrp="1"/>
          </p:cNvSpPr>
          <p:nvPr>
            <p:ph idx="1"/>
          </p:nvPr>
        </p:nvSpPr>
        <p:spPr>
          <a:xfrm>
            <a:off x="3887391" y="740569"/>
            <a:ext cx="4629150" cy="3655219"/>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2C256C7-FCFA-43F1-94D2-4A905D203211}"/>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96D5FC62-A4D6-4E31-874E-E2F7D31AD553}"/>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6" name="Footer Placeholder 5">
            <a:extLst>
              <a:ext uri="{FF2B5EF4-FFF2-40B4-BE49-F238E27FC236}">
                <a16:creationId xmlns:a16="http://schemas.microsoft.com/office/drawing/2014/main" id="{7A567646-D893-4414-BAEC-A3578E0E0F6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ACF64B9-EAA5-4849-872E-8A5B5815208D}"/>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1836220739"/>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309EF-03C5-4888-88B5-4EA70E425490}"/>
              </a:ext>
            </a:extLst>
          </p:cNvPr>
          <p:cNvSpPr>
            <a:spLocks noGrp="1"/>
          </p:cNvSpPr>
          <p:nvPr>
            <p:ph type="title"/>
          </p:nvPr>
        </p:nvSpPr>
        <p:spPr>
          <a:xfrm>
            <a:off x="629841" y="342900"/>
            <a:ext cx="2949178" cy="1200150"/>
          </a:xfrm>
        </p:spPr>
        <p:txBody>
          <a:bodyPr anchor="b"/>
          <a:lstStyle>
            <a:lvl1pPr>
              <a:defRPr sz="2400"/>
            </a:lvl1pPr>
          </a:lstStyle>
          <a:p>
            <a:r>
              <a:rPr lang="en-US"/>
              <a:t>Click to edit Master title style</a:t>
            </a:r>
          </a:p>
        </p:txBody>
      </p:sp>
      <p:sp>
        <p:nvSpPr>
          <p:cNvPr id="3" name="Picture Placeholder 2">
            <a:extLst>
              <a:ext uri="{FF2B5EF4-FFF2-40B4-BE49-F238E27FC236}">
                <a16:creationId xmlns:a16="http://schemas.microsoft.com/office/drawing/2014/main" id="{B08A5960-079A-48E1-843B-4F5A89112DBB}"/>
              </a:ext>
            </a:extLst>
          </p:cNvPr>
          <p:cNvSpPr>
            <a:spLocks noGrp="1"/>
          </p:cNvSpPr>
          <p:nvPr>
            <p:ph type="pic" idx="1"/>
          </p:nvPr>
        </p:nvSpPr>
        <p:spPr>
          <a:xfrm>
            <a:off x="3887391" y="740569"/>
            <a:ext cx="4629150" cy="3655219"/>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a:extLst>
              <a:ext uri="{FF2B5EF4-FFF2-40B4-BE49-F238E27FC236}">
                <a16:creationId xmlns:a16="http://schemas.microsoft.com/office/drawing/2014/main" id="{DED5F0BC-0F2D-4FBE-B9F3-4AA42F04CC13}"/>
              </a:ext>
            </a:extLst>
          </p:cNvPr>
          <p:cNvSpPr>
            <a:spLocks noGrp="1"/>
          </p:cNvSpPr>
          <p:nvPr>
            <p:ph type="body" sz="half" idx="2"/>
          </p:nvPr>
        </p:nvSpPr>
        <p:spPr>
          <a:xfrm>
            <a:off x="629841" y="1543050"/>
            <a:ext cx="2949178" cy="2858691"/>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a:extLst>
              <a:ext uri="{FF2B5EF4-FFF2-40B4-BE49-F238E27FC236}">
                <a16:creationId xmlns:a16="http://schemas.microsoft.com/office/drawing/2014/main" id="{B89127A3-FA32-49FB-9287-668F7ED6DF56}"/>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6" name="Footer Placeholder 5">
            <a:extLst>
              <a:ext uri="{FF2B5EF4-FFF2-40B4-BE49-F238E27FC236}">
                <a16:creationId xmlns:a16="http://schemas.microsoft.com/office/drawing/2014/main" id="{E7882F0A-7C33-4891-8DDC-058E2B9CE86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204B07F-B89D-44C8-9955-21F878CB402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78031905"/>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CF3897-2A10-48CC-B46F-A4984195FF3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A8313DE-D904-4D6D-A071-8078EACABB7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208042B-5B4A-4A4A-91CB-597523F4FBF3}"/>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AD9FBA54-D886-4643-8534-A20CFD9E3A7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8AA205-DC56-4C6D-B193-E25F0A4A1D59}"/>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661360278"/>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643D52B-5A56-4B4C-9B42-D9A53D157502}"/>
              </a:ext>
            </a:extLst>
          </p:cNvPr>
          <p:cNvSpPr>
            <a:spLocks noGrp="1"/>
          </p:cNvSpPr>
          <p:nvPr>
            <p:ph type="title" orient="vert"/>
          </p:nvPr>
        </p:nvSpPr>
        <p:spPr>
          <a:xfrm>
            <a:off x="6543675" y="273844"/>
            <a:ext cx="1971675" cy="4358879"/>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92A10A3-6943-4364-97E4-E652E32B323F}"/>
              </a:ext>
            </a:extLst>
          </p:cNvPr>
          <p:cNvSpPr>
            <a:spLocks noGrp="1"/>
          </p:cNvSpPr>
          <p:nvPr>
            <p:ph type="body" orient="vert" idx="1"/>
          </p:nvPr>
        </p:nvSpPr>
        <p:spPr>
          <a:xfrm>
            <a:off x="628650" y="273844"/>
            <a:ext cx="5800725" cy="435887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11A199-B825-4041-8038-B421CFEF7369}"/>
              </a:ext>
            </a:extLst>
          </p:cNvPr>
          <p:cNvSpPr>
            <a:spLocks noGrp="1"/>
          </p:cNvSpPr>
          <p:nvPr>
            <p:ph type="dt" sz="half" idx="10"/>
          </p:nvPr>
        </p:nvSpPr>
        <p:spPr/>
        <p:txBody>
          <a:body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630F5A77-474F-4406-90D1-B956A7B3E30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D88F4A5-AF5C-4AA5-BA15-0F4D22CF1B24}"/>
              </a:ext>
            </a:extLst>
          </p:cNvPr>
          <p:cNvSpPr>
            <a:spLocks noGrp="1"/>
          </p:cNvSpPr>
          <p:nvPr>
            <p:ph type="sldNum" sz="quarter" idx="12"/>
          </p:nvPr>
        </p:nvSpPr>
        <p:spPr/>
        <p:txBody>
          <a:bodyPr/>
          <a:lstStyle/>
          <a:p>
            <a:fld id="{8ECA14B2-F45F-4421-8663-2E4CBFF6CDB4}" type="slidenum">
              <a:rPr lang="en-US" smtClean="0"/>
              <a:t>‹#›</a:t>
            </a:fld>
            <a:endParaRPr lang="en-US"/>
          </a:p>
        </p:txBody>
      </p:sp>
    </p:spTree>
    <p:extLst>
      <p:ext uri="{BB962C8B-B14F-4D97-AF65-F5344CB8AC3E}">
        <p14:creationId xmlns:p14="http://schemas.microsoft.com/office/powerpoint/2010/main" val="2837694370"/>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tandard Body Slide with Headline and Subhead">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3429000"/>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D6EC5702-CC6C-449A-9363-23B4FFE00979}" type="datetime1">
              <a:rPr lang="en-US" smtClean="0"/>
              <a:t>7/12/2021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ver Slide Option 2">
    <p:spTree>
      <p:nvGrpSpPr>
        <p:cNvPr id="1" name=""/>
        <p:cNvGrpSpPr/>
        <p:nvPr/>
      </p:nvGrpSpPr>
      <p:grpSpPr>
        <a:xfrm>
          <a:off x="0" y="0"/>
          <a:ext cx="0" cy="0"/>
          <a:chOff x="0" y="0"/>
          <a:chExt cx="0" cy="0"/>
        </a:xfrm>
      </p:grpSpPr>
      <p:sp>
        <p:nvSpPr>
          <p:cNvPr id="8" name="Picture Placeholder 7"/>
          <p:cNvSpPr>
            <a:spLocks noGrp="1"/>
          </p:cNvSpPr>
          <p:nvPr>
            <p:ph type="pic" sz="quarter" idx="13"/>
          </p:nvPr>
        </p:nvSpPr>
        <p:spPr>
          <a:xfrm>
            <a:off x="0" y="1885949"/>
            <a:ext cx="9144000" cy="2743201"/>
          </a:xfrm>
        </p:spPr>
        <p:txBody>
          <a:bodyPr anchor="ctr" anchorCtr="0"/>
          <a:lstStyle>
            <a:lvl1pPr marL="0" indent="0" algn="ctr">
              <a:buFontTx/>
              <a:buNone/>
              <a:defRPr sz="1200"/>
            </a:lvl1pPr>
          </a:lstStyle>
          <a:p>
            <a:endParaRPr lang="en-US" dirty="0"/>
          </a:p>
        </p:txBody>
      </p:sp>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baseline="0"/>
            </a:lvl1pPr>
          </a:lstStyle>
          <a:p>
            <a:r>
              <a:rPr lang="en-US" dirty="0"/>
              <a:t>Slide Title</a:t>
            </a:r>
          </a:p>
        </p:txBody>
      </p:sp>
      <p:sp>
        <p:nvSpPr>
          <p:cNvPr id="6" name="Text Placeholder 12"/>
          <p:cNvSpPr>
            <a:spLocks noGrp="1"/>
          </p:cNvSpPr>
          <p:nvPr>
            <p:ph type="body" sz="quarter" idx="12" hasCustomPrompt="1"/>
          </p:nvPr>
        </p:nvSpPr>
        <p:spPr>
          <a:xfrm>
            <a:off x="228600" y="731520"/>
            <a:ext cx="6483096" cy="457200"/>
          </a:xfrm>
        </p:spPr>
        <p:txBody>
          <a:bodyPr lIns="0" tIns="0" rIns="0" bIns="0">
            <a:noAutofit/>
          </a:bodyPr>
          <a:lstStyle>
            <a:lvl1pPr marL="0" indent="0">
              <a:spcBef>
                <a:spcPts val="0"/>
              </a:spcBef>
              <a:buFontTx/>
              <a:buNone/>
              <a:defRPr sz="1800"/>
            </a:lvl1pPr>
          </a:lstStyle>
          <a:p>
            <a:pPr lvl="0"/>
            <a:r>
              <a:rPr lang="en-US" dirty="0"/>
              <a:t>Subhead</a:t>
            </a:r>
          </a:p>
        </p:txBody>
      </p:sp>
      <p:sp>
        <p:nvSpPr>
          <p:cNvPr id="10" name="Rectangle 9"/>
          <p:cNvSpPr/>
          <p:nvPr userDrawn="1"/>
        </p:nvSpPr>
        <p:spPr>
          <a:xfrm>
            <a:off x="8704716" y="4879337"/>
            <a:ext cx="218782" cy="159035"/>
          </a:xfrm>
          <a:prstGeom prst="rect">
            <a:avLst/>
          </a:prstGeom>
          <a:ln>
            <a:noFill/>
          </a:ln>
        </p:spPr>
        <p:style>
          <a:lnRef idx="2">
            <a:schemeClr val="dk1"/>
          </a:lnRef>
          <a:fillRef idx="1">
            <a:schemeClr val="lt1"/>
          </a:fillRef>
          <a:effectRef idx="0">
            <a:schemeClr val="dk1"/>
          </a:effectRef>
          <a:fontRef idx="minor">
            <a:schemeClr val="dk1"/>
          </a:fontRef>
        </p:style>
        <p:txBody>
          <a:bodyPr rtlCol="0" anchor="ctr"/>
          <a:lstStyle/>
          <a:p>
            <a:pPr algn="ctr"/>
            <a:endParaRPr lang="en-US" dirty="0"/>
          </a:p>
        </p:txBody>
      </p:sp>
      <p:pic>
        <p:nvPicPr>
          <p:cNvPr id="11" name="Picture 10" descr="hitachi-consulting-logo-rendered.png"/>
          <p:cNvPicPr>
            <a:picLocks noChangeAspect="1"/>
          </p:cNvPicPr>
          <p:nvPr userDrawn="1"/>
        </p:nvPicPr>
        <p:blipFill>
          <a:blip r:embed="rId2"/>
          <a:stretch>
            <a:fillRect/>
          </a:stretch>
        </p:blipFill>
        <p:spPr>
          <a:xfrm>
            <a:off x="230188" y="4714875"/>
            <a:ext cx="1798009" cy="352519"/>
          </a:xfrm>
          <a:prstGeom prst="rect">
            <a:avLst/>
          </a:prstGeom>
        </p:spPr>
      </p:pic>
      <p:pic>
        <p:nvPicPr>
          <p:cNvPr id="13" name="Picture 12" descr="hitachi-inspire-the-next-logo.png"/>
          <p:cNvPicPr>
            <a:picLocks noChangeAspect="1"/>
          </p:cNvPicPr>
          <p:nvPr userDrawn="1"/>
        </p:nvPicPr>
        <p:blipFill>
          <a:blip r:embed="rId3">
            <a:alphaModFix/>
          </a:blip>
          <a:stretch>
            <a:fillRect/>
          </a:stretch>
        </p:blipFill>
        <p:spPr>
          <a:xfrm>
            <a:off x="7740438" y="128016"/>
            <a:ext cx="1289130" cy="522320"/>
          </a:xfrm>
          <a:prstGeom prst="rect">
            <a:avLst/>
          </a:prstGeom>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Divider Option 1">
    <p:spTree>
      <p:nvGrpSpPr>
        <p:cNvPr id="1" name=""/>
        <p:cNvGrpSpPr/>
        <p:nvPr/>
      </p:nvGrpSpPr>
      <p:grpSpPr>
        <a:xfrm>
          <a:off x="0" y="0"/>
          <a:ext cx="0" cy="0"/>
          <a:chOff x="0" y="0"/>
          <a:chExt cx="0" cy="0"/>
        </a:xfrm>
      </p:grpSpPr>
      <p:sp>
        <p:nvSpPr>
          <p:cNvPr id="17" name="Picture Placeholder 16"/>
          <p:cNvSpPr>
            <a:spLocks noGrp="1"/>
          </p:cNvSpPr>
          <p:nvPr>
            <p:ph type="pic" sz="quarter" idx="14"/>
          </p:nvPr>
        </p:nvSpPr>
        <p:spPr>
          <a:xfrm>
            <a:off x="0" y="1200150"/>
            <a:ext cx="9144000" cy="3429000"/>
          </a:xfrm>
        </p:spPr>
        <p:txBody>
          <a:bodyPr anchor="ctr" anchorCtr="0">
            <a:noAutofit/>
          </a:bodyPr>
          <a:lstStyle>
            <a:lvl1pPr marL="0" indent="0" algn="ctr">
              <a:buFontTx/>
              <a:buNone/>
              <a:defRPr sz="1200"/>
            </a:lvl1pPr>
          </a:lstStyle>
          <a:p>
            <a:endParaRPr lang="en-US" dirty="0"/>
          </a:p>
        </p:txBody>
      </p:sp>
      <p:pic>
        <p:nvPicPr>
          <p:cNvPr id="7" name="Picture 6"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1"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Divider Option 2">
    <p:spTree>
      <p:nvGrpSpPr>
        <p:cNvPr id="1" name=""/>
        <p:cNvGrpSpPr/>
        <p:nvPr/>
      </p:nvGrpSpPr>
      <p:grpSpPr>
        <a:xfrm>
          <a:off x="0" y="0"/>
          <a:ext cx="0" cy="0"/>
          <a:chOff x="0" y="0"/>
          <a:chExt cx="0" cy="0"/>
        </a:xfrm>
      </p:grpSpPr>
      <p:sp>
        <p:nvSpPr>
          <p:cNvPr id="18" name="Picture Placeholder 16"/>
          <p:cNvSpPr>
            <a:spLocks noGrp="1"/>
          </p:cNvSpPr>
          <p:nvPr>
            <p:ph type="pic" sz="quarter" idx="15"/>
          </p:nvPr>
        </p:nvSpPr>
        <p:spPr>
          <a:xfrm>
            <a:off x="0" y="1200151"/>
            <a:ext cx="5430837" cy="3428999"/>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4"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Divider Option 3">
    <p:spTree>
      <p:nvGrpSpPr>
        <p:cNvPr id="1" name=""/>
        <p:cNvGrpSpPr/>
        <p:nvPr/>
      </p:nvGrpSpPr>
      <p:grpSpPr>
        <a:xfrm>
          <a:off x="0" y="0"/>
          <a:ext cx="0" cy="0"/>
          <a:chOff x="0" y="0"/>
          <a:chExt cx="0" cy="0"/>
        </a:xfrm>
      </p:grpSpPr>
      <p:sp>
        <p:nvSpPr>
          <p:cNvPr id="15" name="Picture Placeholder 14"/>
          <p:cNvSpPr>
            <a:spLocks noGrp="1"/>
          </p:cNvSpPr>
          <p:nvPr>
            <p:ph type="pic" sz="quarter" idx="15"/>
          </p:nvPr>
        </p:nvSpPr>
        <p:spPr>
          <a:xfrm>
            <a:off x="0" y="1889125"/>
            <a:ext cx="9144000" cy="2740025"/>
          </a:xfrm>
        </p:spPr>
        <p:txBody>
          <a:bodyPr anchor="ctr" anchorCtr="0">
            <a:noAutofit/>
          </a:bodyPr>
          <a:lstStyle>
            <a:lvl1pPr algn="ctr">
              <a:buNone/>
              <a:defRPr sz="1200"/>
            </a:lvl1pPr>
          </a:lstStyle>
          <a:p>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1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OC Background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Tree>
    <p:extLst>
      <p:ext uri="{BB962C8B-B14F-4D97-AF65-F5344CB8AC3E}">
        <p14:creationId xmlns:p14="http://schemas.microsoft.com/office/powerpoint/2010/main" val="174796649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ocess and Table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vl1pPr>
          </a:lstStyle>
          <a:p>
            <a:r>
              <a:rPr lang="en-US" dirty="0"/>
              <a:t>Slide Title</a:t>
            </a:r>
          </a:p>
        </p:txBody>
      </p:sp>
      <p:sp>
        <p:nvSpPr>
          <p:cNvPr id="24" name="Text Placeholder 12"/>
          <p:cNvSpPr>
            <a:spLocks noGrp="1"/>
          </p:cNvSpPr>
          <p:nvPr>
            <p:ph type="body" sz="quarter" idx="24"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pic>
        <p:nvPicPr>
          <p:cNvPr id="23" name="Picture 22"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25"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69235B16-92EC-4ADE-AC67-A1F32B564842}" type="datetime1">
              <a:rPr lang="en-US" smtClean="0"/>
              <a:t>7/12/2021</a:t>
            </a:fld>
            <a:endParaRPr lang="en-US" dirty="0"/>
          </a:p>
        </p:txBody>
      </p:sp>
      <p:sp>
        <p:nvSpPr>
          <p:cNvPr id="26"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27" name="Straight Connector 26"/>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28"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2286000" cy="457200"/>
          </a:xfrm>
        </p:spPr>
        <p:txBody>
          <a:bodyPr anchor="ctr" anchorCtr="0">
            <a:noAutofit/>
          </a:bodyPr>
          <a:lstStyle>
            <a:lvl1pPr algn="ctr">
              <a:buNone/>
              <a:defRPr sz="1200"/>
            </a:lvl1pPr>
          </a:lstStyle>
          <a:p>
            <a:endParaRPr lang="en-US" dirty="0"/>
          </a:p>
        </p:txBody>
      </p:sp>
      <p:sp>
        <p:nvSpPr>
          <p:cNvPr id="29" name="Picture Placeholder 16"/>
          <p:cNvSpPr>
            <a:spLocks noGrp="1"/>
          </p:cNvSpPr>
          <p:nvPr>
            <p:ph type="pic" sz="quarter" idx="25"/>
          </p:nvPr>
        </p:nvSpPr>
        <p:spPr>
          <a:xfrm>
            <a:off x="230188" y="2452688"/>
            <a:ext cx="2286000" cy="457200"/>
          </a:xfrm>
        </p:spPr>
        <p:txBody>
          <a:bodyPr anchor="ctr" anchorCtr="0">
            <a:noAutofit/>
          </a:bodyPr>
          <a:lstStyle>
            <a:lvl1pPr algn="ctr">
              <a:buNone/>
              <a:defRPr sz="1200"/>
            </a:lvl1pPr>
          </a:lstStyle>
          <a:p>
            <a:endParaRPr lang="en-US" dirty="0"/>
          </a:p>
        </p:txBody>
      </p:sp>
      <p:sp>
        <p:nvSpPr>
          <p:cNvPr id="30" name="Picture Placeholder 16"/>
          <p:cNvSpPr>
            <a:spLocks noGrp="1"/>
          </p:cNvSpPr>
          <p:nvPr>
            <p:ph type="pic" sz="quarter" idx="26"/>
          </p:nvPr>
        </p:nvSpPr>
        <p:spPr>
          <a:xfrm>
            <a:off x="230188" y="3014663"/>
            <a:ext cx="2286000" cy="457200"/>
          </a:xfrm>
        </p:spPr>
        <p:txBody>
          <a:bodyPr anchor="ctr" anchorCtr="0">
            <a:noAutofit/>
          </a:bodyPr>
          <a:lstStyle>
            <a:lvl1pPr algn="ctr">
              <a:buNone/>
              <a:defRPr sz="1200"/>
            </a:lvl1pPr>
          </a:lstStyle>
          <a:p>
            <a:endParaRPr lang="en-US" dirty="0"/>
          </a:p>
        </p:txBody>
      </p:sp>
      <p:sp>
        <p:nvSpPr>
          <p:cNvPr id="31" name="Picture Placeholder 16"/>
          <p:cNvSpPr>
            <a:spLocks noGrp="1"/>
          </p:cNvSpPr>
          <p:nvPr>
            <p:ph type="pic" sz="quarter" idx="27"/>
          </p:nvPr>
        </p:nvSpPr>
        <p:spPr>
          <a:xfrm>
            <a:off x="230188" y="3578225"/>
            <a:ext cx="2286000" cy="457200"/>
          </a:xfrm>
        </p:spPr>
        <p:txBody>
          <a:bodyPr anchor="ctr" anchorCtr="0">
            <a:noAutofit/>
          </a:bodyPr>
          <a:lstStyle>
            <a:lvl1pPr algn="ctr">
              <a:buNone/>
              <a:defRPr sz="1200"/>
            </a:lvl1pPr>
          </a:lstStyle>
          <a:p>
            <a:endParaRPr lang="en-US" dirty="0"/>
          </a:p>
        </p:txBody>
      </p:sp>
      <p:sp>
        <p:nvSpPr>
          <p:cNvPr id="32" name="Picture Placeholder 16"/>
          <p:cNvSpPr>
            <a:spLocks noGrp="1"/>
          </p:cNvSpPr>
          <p:nvPr>
            <p:ph type="pic" sz="quarter" idx="28"/>
          </p:nvPr>
        </p:nvSpPr>
        <p:spPr>
          <a:xfrm>
            <a:off x="230188" y="4141788"/>
            <a:ext cx="2286000" cy="457200"/>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276029225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Multiple Graph Option 1 Mast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28600" y="274320"/>
            <a:ext cx="6483096" cy="457200"/>
          </a:xfrm>
          <a:prstGeom prst="rect">
            <a:avLst/>
          </a:prstGeom>
        </p:spPr>
        <p:txBody>
          <a:bodyPr lIns="0" tIns="0" rIns="0" bIns="0" anchor="b" anchorCtr="0"/>
          <a:lstStyle>
            <a:lvl1pPr>
              <a:defRPr>
                <a:latin typeface="Arial"/>
              </a:defRPr>
            </a:lvl1pPr>
          </a:lstStyle>
          <a:p>
            <a:r>
              <a:rPr lang="en-US" dirty="0"/>
              <a:t>Slide Title</a:t>
            </a:r>
          </a:p>
        </p:txBody>
      </p:sp>
      <p:sp>
        <p:nvSpPr>
          <p:cNvPr id="6" name="Text Placeholder 12"/>
          <p:cNvSpPr>
            <a:spLocks noGrp="1"/>
          </p:cNvSpPr>
          <p:nvPr>
            <p:ph type="body" sz="quarter" idx="13" hasCustomPrompt="1"/>
          </p:nvPr>
        </p:nvSpPr>
        <p:spPr>
          <a:xfrm>
            <a:off x="228600" y="731520"/>
            <a:ext cx="6483096" cy="457200"/>
          </a:xfrm>
        </p:spPr>
        <p:txBody>
          <a:bodyPr lIns="0" tIns="0" rIns="0" bIns="0">
            <a:noAutofit/>
          </a:bodyPr>
          <a:lstStyle>
            <a:lvl1pPr marL="0" indent="0">
              <a:spcBef>
                <a:spcPts val="0"/>
              </a:spcBef>
              <a:buFontTx/>
              <a:buNone/>
              <a:defRPr sz="1800" baseline="0"/>
            </a:lvl1pPr>
          </a:lstStyle>
          <a:p>
            <a:pPr lvl="0"/>
            <a:r>
              <a:rPr lang="en-US" dirty="0"/>
              <a:t>Subhead</a:t>
            </a:r>
          </a:p>
        </p:txBody>
      </p:sp>
      <p:sp>
        <p:nvSpPr>
          <p:cNvPr id="7" name="Text Placeholder 12"/>
          <p:cNvSpPr>
            <a:spLocks noGrp="1"/>
          </p:cNvSpPr>
          <p:nvPr>
            <p:ph type="body" sz="quarter" idx="14"/>
          </p:nvPr>
        </p:nvSpPr>
        <p:spPr>
          <a:xfrm>
            <a:off x="230188" y="1200150"/>
            <a:ext cx="8686800" cy="688975"/>
          </a:xfrm>
        </p:spPr>
        <p:txBody>
          <a:bodyPr lIns="0" tIns="0" rIns="0" bIns="0">
            <a:noAutofit/>
          </a:bodyPr>
          <a:lstStyle>
            <a:lvl1pPr marL="0" indent="0">
              <a:spcBef>
                <a:spcPts val="0"/>
              </a:spcBef>
              <a:buFontTx/>
              <a:buNone/>
              <a:defRPr sz="1200" baseline="0">
                <a:solidFill>
                  <a:srgbClr val="000000"/>
                </a:solidFill>
              </a:defRPr>
            </a:lvl1pPr>
          </a:lstStyle>
          <a:p>
            <a:pPr lvl="0"/>
            <a:endParaRPr lang="en-US" dirty="0"/>
          </a:p>
        </p:txBody>
      </p:sp>
      <p:pic>
        <p:nvPicPr>
          <p:cNvPr id="8" name="Picture 7" descr="hitachi-consulting-logo-rendered.png"/>
          <p:cNvPicPr>
            <a:picLocks noChangeAspect="1"/>
          </p:cNvPicPr>
          <p:nvPr userDrawn="1"/>
        </p:nvPicPr>
        <p:blipFill>
          <a:blip r:embed="rId2"/>
          <a:stretch>
            <a:fillRect/>
          </a:stretch>
        </p:blipFill>
        <p:spPr>
          <a:xfrm>
            <a:off x="6885432" y="225962"/>
            <a:ext cx="1798009" cy="352519"/>
          </a:xfrm>
          <a:prstGeom prst="rect">
            <a:avLst/>
          </a:prstGeom>
        </p:spPr>
      </p:pic>
      <p:sp>
        <p:nvSpPr>
          <p:cNvPr id="9" name="Date Placeholder 3"/>
          <p:cNvSpPr>
            <a:spLocks noGrp="1"/>
          </p:cNvSpPr>
          <p:nvPr>
            <p:ph type="dt" sz="half" idx="2"/>
          </p:nvPr>
        </p:nvSpPr>
        <p:spPr>
          <a:xfrm>
            <a:off x="6775704" y="4830696"/>
            <a:ext cx="1682496" cy="228600"/>
          </a:xfrm>
          <a:prstGeom prst="rect">
            <a:avLst/>
          </a:prstGeom>
        </p:spPr>
        <p:txBody>
          <a:bodyPr vert="horz" lIns="0" tIns="0" rIns="0" bIns="0" rtlCol="0" anchor="ctr"/>
          <a:lstStyle>
            <a:lvl1pPr algn="r">
              <a:defRPr sz="800">
                <a:solidFill>
                  <a:schemeClr val="tx1">
                    <a:tint val="75000"/>
                  </a:schemeClr>
                </a:solidFill>
                <a:latin typeface="Arial"/>
              </a:defRPr>
            </a:lvl1pPr>
          </a:lstStyle>
          <a:p>
            <a:fld id="{C48BA28F-F5EE-4CA9-83D1-C0DADD8673A3}" type="datetime1">
              <a:rPr lang="en-US" smtClean="0"/>
              <a:t>7/12/2021</a:t>
            </a:fld>
            <a:endParaRPr lang="en-US" dirty="0"/>
          </a:p>
        </p:txBody>
      </p:sp>
      <p:sp>
        <p:nvSpPr>
          <p:cNvPr id="10" name="Slide Number Placeholder 5"/>
          <p:cNvSpPr>
            <a:spLocks noGrp="1"/>
          </p:cNvSpPr>
          <p:nvPr>
            <p:ph type="sldNum" sz="quarter" idx="4"/>
          </p:nvPr>
        </p:nvSpPr>
        <p:spPr>
          <a:xfrm>
            <a:off x="8688499" y="4830692"/>
            <a:ext cx="228600" cy="228600"/>
          </a:xfrm>
          <a:prstGeom prst="rect">
            <a:avLst/>
          </a:prstGeom>
        </p:spPr>
        <p:txBody>
          <a:bodyPr vert="horz" lIns="0" tIns="0" rIns="0" bIns="0" rtlCol="0" anchor="ctr"/>
          <a:lstStyle>
            <a:lvl1pPr algn="l">
              <a:defRPr sz="800">
                <a:solidFill>
                  <a:schemeClr val="tx1">
                    <a:tint val="75000"/>
                  </a:schemeClr>
                </a:solidFill>
                <a:latin typeface="Arial"/>
              </a:defRPr>
            </a:lvl1pPr>
          </a:lstStyle>
          <a:p>
            <a:fld id="{4D82F6D6-BD64-564F-BDB4-3E98167DF08D}" type="slidenum">
              <a:rPr lang="en-US" smtClean="0"/>
              <a:pPr/>
              <a:t>‹#›</a:t>
            </a:fld>
            <a:endParaRPr lang="en-US" dirty="0"/>
          </a:p>
        </p:txBody>
      </p:sp>
      <p:cxnSp>
        <p:nvCxnSpPr>
          <p:cNvPr id="11" name="Straight Connector 10"/>
          <p:cNvCxnSpPr/>
          <p:nvPr userDrawn="1"/>
        </p:nvCxnSpPr>
        <p:spPr>
          <a:xfrm rot="5400000">
            <a:off x="8529532" y="4946102"/>
            <a:ext cx="77629" cy="1588"/>
          </a:xfrm>
          <a:prstGeom prst="line">
            <a:avLst/>
          </a:prstGeom>
          <a:ln w="6350">
            <a:solidFill>
              <a:srgbClr val="DA291C"/>
            </a:solidFill>
          </a:ln>
          <a:effectLst/>
        </p:spPr>
        <p:style>
          <a:lnRef idx="2">
            <a:schemeClr val="accent1"/>
          </a:lnRef>
          <a:fillRef idx="0">
            <a:schemeClr val="accent1"/>
          </a:fillRef>
          <a:effectRef idx="1">
            <a:schemeClr val="accent1"/>
          </a:effectRef>
          <a:fontRef idx="minor">
            <a:schemeClr val="tx1"/>
          </a:fontRef>
        </p:style>
      </p:cxnSp>
      <p:sp>
        <p:nvSpPr>
          <p:cNvPr id="36" name="Date Placeholder 3"/>
          <p:cNvSpPr txBox="1">
            <a:spLocks/>
          </p:cNvSpPr>
          <p:nvPr userDrawn="1"/>
        </p:nvSpPr>
        <p:spPr>
          <a:xfrm>
            <a:off x="230188" y="4830696"/>
            <a:ext cx="4343400" cy="228600"/>
          </a:xfrm>
          <a:prstGeom prst="rect">
            <a:avLst/>
          </a:prstGeom>
        </p:spPr>
        <p:txBody>
          <a:bodyPr vert="horz" lIns="0" tIns="0" rIns="0" bIns="0" rtlCol="0" anchor="ctr"/>
          <a:lstStyle>
            <a:defPPr>
              <a:defRPr lang="en-US"/>
            </a:defPPr>
            <a:lvl1pPr marL="0" algn="r" defTabSz="457200" rtl="0" eaLnBrk="1" latinLnBrk="0" hangingPunct="1">
              <a:defRPr sz="800" kern="1200">
                <a:solidFill>
                  <a:schemeClr val="tx1">
                    <a:tint val="75000"/>
                  </a:schemeClr>
                </a:solidFill>
                <a:latin typeface="Arial"/>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l"/>
            <a:r>
              <a:rPr lang="en-US" sz="800" kern="1200" dirty="0">
                <a:solidFill>
                  <a:schemeClr val="tx1">
                    <a:tint val="75000"/>
                  </a:schemeClr>
                </a:solidFill>
                <a:effectLst/>
                <a:latin typeface="Arial"/>
                <a:ea typeface="+mn-ea"/>
                <a:cs typeface="+mn-cs"/>
              </a:rPr>
              <a:t>© 2016 Hitachi Consulting Corporation.  All rights reserved. Proprietary and confidential.</a:t>
            </a:r>
          </a:p>
        </p:txBody>
      </p:sp>
      <p:sp>
        <p:nvSpPr>
          <p:cNvPr id="22" name="Picture Placeholder 16"/>
          <p:cNvSpPr>
            <a:spLocks noGrp="1"/>
          </p:cNvSpPr>
          <p:nvPr>
            <p:ph type="pic" sz="quarter" idx="15"/>
          </p:nvPr>
        </p:nvSpPr>
        <p:spPr>
          <a:xfrm>
            <a:off x="230186" y="1889125"/>
            <a:ext cx="4233672" cy="1225296"/>
          </a:xfrm>
        </p:spPr>
        <p:txBody>
          <a:bodyPr anchor="ctr" anchorCtr="0">
            <a:noAutofit/>
          </a:bodyPr>
          <a:lstStyle>
            <a:lvl1pPr algn="ctr">
              <a:buNone/>
              <a:defRPr sz="1200"/>
            </a:lvl1pPr>
          </a:lstStyle>
          <a:p>
            <a:endParaRPr lang="en-US" dirty="0"/>
          </a:p>
        </p:txBody>
      </p:sp>
      <p:sp>
        <p:nvSpPr>
          <p:cNvPr id="23" name="Picture Placeholder 16"/>
          <p:cNvSpPr>
            <a:spLocks noGrp="1"/>
          </p:cNvSpPr>
          <p:nvPr>
            <p:ph type="pic" sz="quarter" idx="16"/>
          </p:nvPr>
        </p:nvSpPr>
        <p:spPr>
          <a:xfrm>
            <a:off x="4680462" y="1889125"/>
            <a:ext cx="4233672" cy="1225296"/>
          </a:xfrm>
        </p:spPr>
        <p:txBody>
          <a:bodyPr anchor="ctr" anchorCtr="0">
            <a:noAutofit/>
          </a:bodyPr>
          <a:lstStyle>
            <a:lvl1pPr algn="ctr">
              <a:buNone/>
              <a:defRPr sz="1200"/>
            </a:lvl1pPr>
          </a:lstStyle>
          <a:p>
            <a:endParaRPr lang="en-US" dirty="0"/>
          </a:p>
        </p:txBody>
      </p:sp>
      <p:sp>
        <p:nvSpPr>
          <p:cNvPr id="24" name="Picture Placeholder 16"/>
          <p:cNvSpPr>
            <a:spLocks noGrp="1"/>
          </p:cNvSpPr>
          <p:nvPr>
            <p:ph type="pic" sz="quarter" idx="17"/>
          </p:nvPr>
        </p:nvSpPr>
        <p:spPr>
          <a:xfrm>
            <a:off x="230186" y="3378816"/>
            <a:ext cx="4233672" cy="1225296"/>
          </a:xfrm>
        </p:spPr>
        <p:txBody>
          <a:bodyPr anchor="ctr" anchorCtr="0">
            <a:noAutofit/>
          </a:bodyPr>
          <a:lstStyle>
            <a:lvl1pPr algn="ctr">
              <a:buNone/>
              <a:defRPr sz="1200"/>
            </a:lvl1pPr>
          </a:lstStyle>
          <a:p>
            <a:endParaRPr lang="en-US" dirty="0"/>
          </a:p>
        </p:txBody>
      </p:sp>
      <p:sp>
        <p:nvSpPr>
          <p:cNvPr id="25" name="Picture Placeholder 16"/>
          <p:cNvSpPr>
            <a:spLocks noGrp="1"/>
          </p:cNvSpPr>
          <p:nvPr>
            <p:ph type="pic" sz="quarter" idx="18"/>
          </p:nvPr>
        </p:nvSpPr>
        <p:spPr>
          <a:xfrm>
            <a:off x="4680462" y="3378816"/>
            <a:ext cx="4233672" cy="1225296"/>
          </a:xfrm>
        </p:spPr>
        <p:txBody>
          <a:bodyPr anchor="ctr" anchorCtr="0">
            <a:noAutofit/>
          </a:bodyPr>
          <a:lstStyle>
            <a:lvl1pPr algn="ctr">
              <a:buNone/>
              <a:defRPr sz="1200"/>
            </a:lvl1pPr>
          </a:lstStyle>
          <a:p>
            <a:endParaRPr lang="en-US" dirty="0"/>
          </a:p>
        </p:txBody>
      </p:sp>
    </p:spTree>
    <p:extLst>
      <p:ext uri="{BB962C8B-B14F-4D97-AF65-F5344CB8AC3E}">
        <p14:creationId xmlns:p14="http://schemas.microsoft.com/office/powerpoint/2010/main" val="18695324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Rectangle 2"/>
          <p:cNvSpPr/>
          <p:nvPr userDrawn="1"/>
        </p:nvSpPr>
        <p:spPr>
          <a:xfrm>
            <a:off x="313381" y="4915450"/>
            <a:ext cx="4065124" cy="2280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lIns="91430" tIns="45715" rIns="91430" bIns="45715" rtlCol="0" anchor="ctr"/>
          <a:lstStyle/>
          <a:p>
            <a:pPr algn="ctr"/>
            <a:endParaRPr lang="en-US" dirty="0"/>
          </a:p>
        </p:txBody>
      </p:sp>
    </p:spTree>
    <p:extLst>
      <p:ext uri="{BB962C8B-B14F-4D97-AF65-F5344CB8AC3E}">
        <p14:creationId xmlns:p14="http://schemas.microsoft.com/office/powerpoint/2010/main" val="89211035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Text Placeholder 53"/>
          <p:cNvSpPr>
            <a:spLocks noGrp="1"/>
          </p:cNvSpPr>
          <p:nvPr>
            <p:ph idx="1" hasCustomPrompt="1"/>
          </p:nvPr>
        </p:nvSpPr>
        <p:spPr>
          <a:xfrm>
            <a:off x="264161" y="1244666"/>
            <a:ext cx="8575039" cy="1494768"/>
          </a:xfrm>
          <a:prstGeom prst="rect">
            <a:avLst/>
          </a:prstGeom>
        </p:spPr>
        <p:txBody>
          <a:bodyPr vert="horz" wrap="square" lIns="91430" tIns="91440" rIns="91430" bIns="91440" rtlCol="0">
            <a:spAutoFit/>
          </a:bodyPr>
          <a:lstStyle>
            <a:lvl1pPr marL="280953" indent="-280953">
              <a:buSzPct val="55000"/>
              <a:buFont typeface="Wingdings" charset="2"/>
              <a:buChar char="u"/>
              <a:defRPr sz="1800"/>
            </a:lvl1pPr>
            <a:lvl2pPr>
              <a:defRPr sz="1600"/>
            </a:lvl2pPr>
            <a:lvl3pPr marL="855557" indent="-280953">
              <a:buClr>
                <a:schemeClr val="tx2"/>
              </a:buClr>
              <a:buFont typeface="Wingdings" charset="2"/>
              <a:buChar char="§"/>
              <a:defRPr sz="1600"/>
            </a:lvl3pPr>
            <a:lvl4pPr>
              <a:defRPr sz="1600" baseline="0"/>
            </a:lvl4pPr>
          </a:lstStyle>
          <a:p>
            <a:pPr lvl="0"/>
            <a:r>
              <a:rPr lang="en-US" dirty="0"/>
              <a:t>Click to add text</a:t>
            </a:r>
          </a:p>
          <a:p>
            <a:pPr lvl="1"/>
            <a:r>
              <a:rPr lang="en-US" dirty="0"/>
              <a:t>Second level</a:t>
            </a:r>
          </a:p>
          <a:p>
            <a:pPr lvl="2"/>
            <a:r>
              <a:rPr lang="en-US" dirty="0"/>
              <a:t>Third level</a:t>
            </a:r>
          </a:p>
          <a:p>
            <a:pPr lvl="3"/>
            <a:r>
              <a:rPr lang="en-US" dirty="0"/>
              <a:t>Forth level</a:t>
            </a:r>
          </a:p>
        </p:txBody>
      </p:sp>
      <p:sp>
        <p:nvSpPr>
          <p:cNvPr id="4" name="Text Placeholder 5"/>
          <p:cNvSpPr>
            <a:spLocks noGrp="1"/>
          </p:cNvSpPr>
          <p:nvPr>
            <p:ph type="body" sz="quarter" idx="24"/>
          </p:nvPr>
        </p:nvSpPr>
        <p:spPr>
          <a:xfrm>
            <a:off x="264160" y="877455"/>
            <a:ext cx="8575040" cy="369332"/>
          </a:xfrm>
          <a:prstGeom prst="rect">
            <a:avLst/>
          </a:prstGeom>
        </p:spPr>
        <p:txBody>
          <a:bodyPr>
            <a:spAutoFit/>
          </a:bodyPr>
          <a:lstStyle>
            <a:lvl1pPr marL="0" indent="0">
              <a:buNone/>
              <a:defRPr sz="1800" b="0"/>
            </a:lvl1pPr>
          </a:lstStyle>
          <a:p>
            <a:r>
              <a:rPr lang="en-US" dirty="0"/>
              <a:t>Slide subtitle</a:t>
            </a:r>
          </a:p>
        </p:txBody>
      </p:sp>
    </p:spTree>
    <p:extLst>
      <p:ext uri="{BB962C8B-B14F-4D97-AF65-F5344CB8AC3E}">
        <p14:creationId xmlns:p14="http://schemas.microsoft.com/office/powerpoint/2010/main" val="38905931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userDrawn="1">
  <p:cSld name="1_Custom Layout">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FCF76628-BC36-2846-9551-8543357C417F}"/>
              </a:ext>
            </a:extLst>
          </p:cNvPr>
          <p:cNvSpPr>
            <a:spLocks noGrp="1"/>
          </p:cNvSpPr>
          <p:nvPr>
            <p:ph type="dt" sz="half" idx="10"/>
          </p:nvPr>
        </p:nvSpPr>
        <p:spPr/>
        <p:txBody>
          <a:bodyPr/>
          <a:lstStyle/>
          <a:p>
            <a:endParaRPr lang="en-US" dirty="0"/>
          </a:p>
        </p:txBody>
      </p:sp>
      <p:sp>
        <p:nvSpPr>
          <p:cNvPr id="4" name="Footer Placeholder 3">
            <a:extLst>
              <a:ext uri="{FF2B5EF4-FFF2-40B4-BE49-F238E27FC236}">
                <a16:creationId xmlns:a16="http://schemas.microsoft.com/office/drawing/2014/main" id="{01B51878-DE82-2E48-91DA-6912F7BF6A78}"/>
              </a:ext>
            </a:extLst>
          </p:cNvPr>
          <p:cNvSpPr>
            <a:spLocks noGrp="1"/>
          </p:cNvSpPr>
          <p:nvPr>
            <p:ph type="ftr" sz="quarter" idx="11"/>
          </p:nvPr>
        </p:nvSpPr>
        <p:spPr/>
        <p:txBody>
          <a:bodyPr/>
          <a:lstStyle/>
          <a:p>
            <a:endParaRPr lang="en-US" dirty="0"/>
          </a:p>
        </p:txBody>
      </p:sp>
      <p:sp>
        <p:nvSpPr>
          <p:cNvPr id="8" name="Graphic 5">
            <a:extLst>
              <a:ext uri="{FF2B5EF4-FFF2-40B4-BE49-F238E27FC236}">
                <a16:creationId xmlns:a16="http://schemas.microsoft.com/office/drawing/2014/main" id="{DCFC08EF-7FE6-E944-A777-63DB76A50D04}"/>
              </a:ext>
            </a:extLst>
          </p:cNvPr>
          <p:cNvSpPr>
            <a:spLocks noChangeAspect="1"/>
          </p:cNvSpPr>
          <p:nvPr userDrawn="1"/>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Tree>
    <p:extLst>
      <p:ext uri="{BB962C8B-B14F-4D97-AF65-F5344CB8AC3E}">
        <p14:creationId xmlns:p14="http://schemas.microsoft.com/office/powerpoint/2010/main" val="21710291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userDrawn="1">
  <p:cSld name="17_Пользовательский макет">
    <p:spTree>
      <p:nvGrpSpPr>
        <p:cNvPr id="1" name=""/>
        <p:cNvGrpSpPr/>
        <p:nvPr/>
      </p:nvGrpSpPr>
      <p:grpSpPr>
        <a:xfrm>
          <a:off x="0" y="0"/>
          <a:ext cx="0" cy="0"/>
          <a:chOff x="0" y="0"/>
          <a:chExt cx="0" cy="0"/>
        </a:xfrm>
      </p:grpSpPr>
      <p:sp>
        <p:nvSpPr>
          <p:cNvPr id="7" name="Рисунок 7"/>
          <p:cNvSpPr>
            <a:spLocks noGrp="1"/>
          </p:cNvSpPr>
          <p:nvPr>
            <p:ph type="pic" sz="quarter" idx="10"/>
          </p:nvPr>
        </p:nvSpPr>
        <p:spPr>
          <a:xfrm>
            <a:off x="2785188"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423853091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11_Пользовательский макет">
    <p:spTree>
      <p:nvGrpSpPr>
        <p:cNvPr id="1" name=""/>
        <p:cNvGrpSpPr/>
        <p:nvPr/>
      </p:nvGrpSpPr>
      <p:grpSpPr>
        <a:xfrm>
          <a:off x="0" y="0"/>
          <a:ext cx="0" cy="0"/>
          <a:chOff x="0" y="0"/>
          <a:chExt cx="0" cy="0"/>
        </a:xfrm>
      </p:grpSpPr>
      <p:sp>
        <p:nvSpPr>
          <p:cNvPr id="3" name="Прямоугольник 6">
            <a:extLst>
              <a:ext uri="{FF2B5EF4-FFF2-40B4-BE49-F238E27FC236}">
                <a16:creationId xmlns:a16="http://schemas.microsoft.com/office/drawing/2014/main" id="{0F6B3C34-BC18-4C25-AA33-07C5907A217C}"/>
              </a:ext>
            </a:extLst>
          </p:cNvPr>
          <p:cNvSpPr/>
          <p:nvPr userDrawn="1"/>
        </p:nvSpPr>
        <p:spPr>
          <a:xfrm>
            <a:off x="6359128" y="0"/>
            <a:ext cx="2784872"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sz="1350" dirty="0"/>
          </a:p>
        </p:txBody>
      </p:sp>
      <p:sp>
        <p:nvSpPr>
          <p:cNvPr id="4" name="Прямоугольник 7">
            <a:extLst>
              <a:ext uri="{FF2B5EF4-FFF2-40B4-BE49-F238E27FC236}">
                <a16:creationId xmlns:a16="http://schemas.microsoft.com/office/drawing/2014/main" id="{2EA17AA2-7945-40FC-9355-4675866C879A}"/>
              </a:ext>
            </a:extLst>
          </p:cNvPr>
          <p:cNvSpPr>
            <a:spLocks noChangeArrowheads="1"/>
          </p:cNvSpPr>
          <p:nvPr userDrawn="1"/>
        </p:nvSpPr>
        <p:spPr bwMode="auto">
          <a:xfrm>
            <a:off x="309906" y="4829175"/>
            <a:ext cx="306495" cy="196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Raleway SemiBold" panose="020B0003030101060003" pitchFamily="34" charset="0"/>
              </a:defRPr>
            </a:lvl1pPr>
            <a:lvl2pPr marL="742950" indent="-285750">
              <a:defRPr>
                <a:solidFill>
                  <a:schemeClr val="tx1"/>
                </a:solidFill>
                <a:latin typeface="Raleway SemiBold" panose="020B0003030101060003" pitchFamily="34" charset="0"/>
              </a:defRPr>
            </a:lvl2pPr>
            <a:lvl3pPr marL="1143000" indent="-228600">
              <a:defRPr>
                <a:solidFill>
                  <a:schemeClr val="tx1"/>
                </a:solidFill>
                <a:latin typeface="Raleway SemiBold" panose="020B0003030101060003" pitchFamily="34" charset="0"/>
              </a:defRPr>
            </a:lvl3pPr>
            <a:lvl4pPr marL="1600200" indent="-228600">
              <a:defRPr>
                <a:solidFill>
                  <a:schemeClr val="tx1"/>
                </a:solidFill>
                <a:latin typeface="Raleway SemiBold" panose="020B0003030101060003" pitchFamily="34" charset="0"/>
              </a:defRPr>
            </a:lvl4pPr>
            <a:lvl5pPr marL="2057400" indent="-228600">
              <a:defRPr>
                <a:solidFill>
                  <a:schemeClr val="tx1"/>
                </a:solidFill>
                <a:latin typeface="Raleway SemiBold" panose="020B0003030101060003" pitchFamily="34" charset="0"/>
              </a:defRPr>
            </a:lvl5pPr>
            <a:lvl6pPr marL="2514600" indent="-228600" fontAlgn="base">
              <a:spcBef>
                <a:spcPct val="0"/>
              </a:spcBef>
              <a:spcAft>
                <a:spcPct val="0"/>
              </a:spcAft>
              <a:defRPr>
                <a:solidFill>
                  <a:schemeClr val="tx1"/>
                </a:solidFill>
                <a:latin typeface="Raleway SemiBold" panose="020B0003030101060003" pitchFamily="34" charset="0"/>
              </a:defRPr>
            </a:lvl6pPr>
            <a:lvl7pPr marL="2971800" indent="-228600" fontAlgn="base">
              <a:spcBef>
                <a:spcPct val="0"/>
              </a:spcBef>
              <a:spcAft>
                <a:spcPct val="0"/>
              </a:spcAft>
              <a:defRPr>
                <a:solidFill>
                  <a:schemeClr val="tx1"/>
                </a:solidFill>
                <a:latin typeface="Raleway SemiBold" panose="020B0003030101060003" pitchFamily="34" charset="0"/>
              </a:defRPr>
            </a:lvl7pPr>
            <a:lvl8pPr marL="3429000" indent="-228600" fontAlgn="base">
              <a:spcBef>
                <a:spcPct val="0"/>
              </a:spcBef>
              <a:spcAft>
                <a:spcPct val="0"/>
              </a:spcAft>
              <a:defRPr>
                <a:solidFill>
                  <a:schemeClr val="tx1"/>
                </a:solidFill>
                <a:latin typeface="Raleway SemiBold" panose="020B0003030101060003" pitchFamily="34" charset="0"/>
              </a:defRPr>
            </a:lvl8pPr>
            <a:lvl9pPr marL="3886200" indent="-228600" fontAlgn="base">
              <a:spcBef>
                <a:spcPct val="0"/>
              </a:spcBef>
              <a:spcAft>
                <a:spcPct val="0"/>
              </a:spcAft>
              <a:defRPr>
                <a:solidFill>
                  <a:schemeClr val="tx1"/>
                </a:solidFill>
                <a:latin typeface="Raleway SemiBold" panose="020B0003030101060003" pitchFamily="34" charset="0"/>
              </a:defRPr>
            </a:lvl9pPr>
          </a:lstStyle>
          <a:p>
            <a:pPr algn="ctr" eaLnBrk="1" hangingPunct="1">
              <a:defRPr/>
            </a:pPr>
            <a:fld id="{C7D08EDB-785C-43C0-BE23-041849E8AED4}" type="slidenum">
              <a:rPr lang="ru-RU" altLang="ru-RU" sz="675" smtClean="0">
                <a:ea typeface="Lato" panose="020F0502020204030203" pitchFamily="34" charset="0"/>
                <a:cs typeface="Poppins SemiBold" panose="02000000000000000000" pitchFamily="2" charset="0"/>
              </a:rPr>
              <a:pPr algn="ctr" eaLnBrk="1" hangingPunct="1">
                <a:defRPr/>
              </a:pPr>
              <a:t>‹#›</a:t>
            </a:fld>
            <a:endParaRPr lang="ru-RU" altLang="ru-RU" sz="900">
              <a:ea typeface="Lato" panose="020F0502020204030203" pitchFamily="34" charset="0"/>
              <a:cs typeface="Poppins SemiBold" panose="02000000000000000000" pitchFamily="2" charset="0"/>
            </a:endParaRPr>
          </a:p>
        </p:txBody>
      </p:sp>
      <p:pic>
        <p:nvPicPr>
          <p:cNvPr id="5" name="Рисунок 8">
            <a:extLst>
              <a:ext uri="{FF2B5EF4-FFF2-40B4-BE49-F238E27FC236}">
                <a16:creationId xmlns:a16="http://schemas.microsoft.com/office/drawing/2014/main" id="{207AB24F-3E63-4B3A-B708-5619D6A838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a:fillRect/>
          </a:stretch>
        </p:blipFill>
        <p:spPr bwMode="auto">
          <a:xfrm>
            <a:off x="403622" y="255985"/>
            <a:ext cx="119063" cy="120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Рисунок 7"/>
          <p:cNvSpPr>
            <a:spLocks noGrp="1"/>
          </p:cNvSpPr>
          <p:nvPr>
            <p:ph type="pic" sz="quarter" idx="10"/>
          </p:nvPr>
        </p:nvSpPr>
        <p:spPr>
          <a:xfrm>
            <a:off x="4578171" y="0"/>
            <a:ext cx="1780642" cy="5143500"/>
          </a:xfrm>
        </p:spPr>
        <p:txBody>
          <a:bodyPr rtlCol="0">
            <a:normAutofit/>
          </a:bodyPr>
          <a:lstStyle/>
          <a:p>
            <a:pPr lvl="0"/>
            <a:endParaRPr lang="ru-RU" noProof="0" dirty="0"/>
          </a:p>
        </p:txBody>
      </p:sp>
    </p:spTree>
    <p:extLst>
      <p:ext uri="{BB962C8B-B14F-4D97-AF65-F5344CB8AC3E}">
        <p14:creationId xmlns:p14="http://schemas.microsoft.com/office/powerpoint/2010/main" val="27984225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1"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up)">
                                      <p:cBhvr>
                                        <p:cTn id="7" dur="35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4536B8-BC4D-477E-BD3E-1E14E11F4311}"/>
              </a:ext>
            </a:extLst>
          </p:cNvPr>
          <p:cNvSpPr>
            <a:spLocks noGrp="1"/>
          </p:cNvSpPr>
          <p:nvPr>
            <p:ph type="title"/>
          </p:nvPr>
        </p:nvSpPr>
        <p:spPr>
          <a:xfrm>
            <a:off x="628650" y="273844"/>
            <a:ext cx="7886700" cy="994172"/>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7B19134-91FE-46CC-B0FB-BEDBEF5880F1}"/>
              </a:ext>
            </a:extLst>
          </p:cNvPr>
          <p:cNvSpPr>
            <a:spLocks noGrp="1"/>
          </p:cNvSpPr>
          <p:nvPr>
            <p:ph type="body" idx="1"/>
          </p:nvPr>
        </p:nvSpPr>
        <p:spPr>
          <a:xfrm>
            <a:off x="628650" y="1369219"/>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58AF512-084F-4371-A0B6-8088CB77895C}"/>
              </a:ext>
            </a:extLst>
          </p:cNvPr>
          <p:cNvSpPr>
            <a:spLocks noGrp="1"/>
          </p:cNvSpPr>
          <p:nvPr>
            <p:ph type="dt" sz="half" idx="2"/>
          </p:nvPr>
        </p:nvSpPr>
        <p:spPr>
          <a:xfrm>
            <a:off x="628650" y="4767263"/>
            <a:ext cx="2057400" cy="273844"/>
          </a:xfrm>
          <a:prstGeom prst="rect">
            <a:avLst/>
          </a:prstGeom>
        </p:spPr>
        <p:txBody>
          <a:bodyPr vert="horz" lIns="91440" tIns="45720" rIns="91440" bIns="45720" rtlCol="0" anchor="ctr"/>
          <a:lstStyle>
            <a:lvl1pPr algn="l">
              <a:defRPr sz="900">
                <a:solidFill>
                  <a:schemeClr val="tx1">
                    <a:tint val="75000"/>
                  </a:schemeClr>
                </a:solidFill>
              </a:defRPr>
            </a:lvl1pPr>
          </a:lstStyle>
          <a:p>
            <a:fld id="{EEA2FC0F-490E-4037-809F-EE94D2F34D5E}" type="datetimeFigureOut">
              <a:rPr lang="en-US" smtClean="0"/>
              <a:t>7/12/2021</a:t>
            </a:fld>
            <a:endParaRPr lang="en-US"/>
          </a:p>
        </p:txBody>
      </p:sp>
      <p:sp>
        <p:nvSpPr>
          <p:cNvPr id="5" name="Footer Placeholder 4">
            <a:extLst>
              <a:ext uri="{FF2B5EF4-FFF2-40B4-BE49-F238E27FC236}">
                <a16:creationId xmlns:a16="http://schemas.microsoft.com/office/drawing/2014/main" id="{1E09B006-DED5-43AC-A255-C435A76BF942}"/>
              </a:ext>
            </a:extLst>
          </p:cNvPr>
          <p:cNvSpPr>
            <a:spLocks noGrp="1"/>
          </p:cNvSpPr>
          <p:nvPr>
            <p:ph type="ftr" sz="quarter" idx="3"/>
          </p:nvPr>
        </p:nvSpPr>
        <p:spPr>
          <a:xfrm>
            <a:off x="3028950" y="4767263"/>
            <a:ext cx="3086100" cy="273844"/>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195B28A4-A031-40DC-89D6-956EADB64DCD}"/>
              </a:ext>
            </a:extLst>
          </p:cNvPr>
          <p:cNvSpPr>
            <a:spLocks noGrp="1"/>
          </p:cNvSpPr>
          <p:nvPr>
            <p:ph type="sldNum" sz="quarter" idx="4"/>
          </p:nvPr>
        </p:nvSpPr>
        <p:spPr>
          <a:xfrm>
            <a:off x="6457950" y="4767263"/>
            <a:ext cx="2057400" cy="273844"/>
          </a:xfrm>
          <a:prstGeom prst="rect">
            <a:avLst/>
          </a:prstGeom>
        </p:spPr>
        <p:txBody>
          <a:bodyPr vert="horz" lIns="91440" tIns="45720" rIns="91440" bIns="45720" rtlCol="0" anchor="ctr"/>
          <a:lstStyle>
            <a:lvl1pPr algn="r">
              <a:defRPr sz="900">
                <a:solidFill>
                  <a:schemeClr val="tx1">
                    <a:tint val="75000"/>
                  </a:schemeClr>
                </a:solidFill>
              </a:defRPr>
            </a:lvl1pPr>
          </a:lstStyle>
          <a:p>
            <a:fld id="{8ECA14B2-F45F-4421-8663-2E4CBFF6CDB4}" type="slidenum">
              <a:rPr lang="en-US" smtClean="0"/>
              <a:t>‹#›</a:t>
            </a:fld>
            <a:endParaRPr lang="en-US"/>
          </a:p>
        </p:txBody>
      </p:sp>
    </p:spTree>
    <p:extLst>
      <p:ext uri="{BB962C8B-B14F-4D97-AF65-F5344CB8AC3E}">
        <p14:creationId xmlns:p14="http://schemas.microsoft.com/office/powerpoint/2010/main" val="3421864977"/>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27" r:id="rId4"/>
    <p:sldLayoutId id="2147483728" r:id="rId5"/>
    <p:sldLayoutId id="2147483729" r:id="rId6"/>
    <p:sldLayoutId id="2147483730" r:id="rId7"/>
    <p:sldLayoutId id="2147483731" r:id="rId8"/>
    <p:sldLayoutId id="2147483732" r:id="rId9"/>
    <p:sldLayoutId id="2147483733" r:id="rId10"/>
    <p:sldLayoutId id="2147483734" r:id="rId11"/>
    <p:sldLayoutId id="2147483654" r:id="rId12"/>
    <p:sldLayoutId id="2147483701" r:id="rId13"/>
    <p:sldLayoutId id="2147483668" r:id="rId14"/>
    <p:sldLayoutId id="2147483670" r:id="rId15"/>
    <p:sldLayoutId id="2147483671" r:id="rId16"/>
    <p:sldLayoutId id="2147483716" r:id="rId17"/>
    <p:sldLayoutId id="2147483708" r:id="rId18"/>
    <p:sldLayoutId id="2147483709" r:id="rId19"/>
    <p:sldLayoutId id="2147483718" r:id="rId20"/>
    <p:sldLayoutId id="2147483719" r:id="rId21"/>
    <p:sldLayoutId id="2147483736" r:id="rId22"/>
    <p:sldLayoutId id="2147483737" r:id="rId23"/>
    <p:sldLayoutId id="2147483738" r:id="rId24"/>
  </p:sldLayoutIdLst>
  <p:hf hdr="0" ftr="0"/>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2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3.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CD42E3-9462-2449-BFC5-DCCCBBD463F4}"/>
              </a:ext>
            </a:extLst>
          </p:cNvPr>
          <p:cNvSpPr txBox="1"/>
          <p:nvPr/>
        </p:nvSpPr>
        <p:spPr>
          <a:xfrm>
            <a:off x="3494638" y="69247"/>
            <a:ext cx="2154725" cy="215444"/>
          </a:xfrm>
          <a:prstGeom prst="rect">
            <a:avLst/>
          </a:prstGeom>
          <a:noFill/>
        </p:spPr>
        <p:txBody>
          <a:bodyPr wrap="square" lIns="0" tIns="0" rIns="0" bIns="0" rtlCol="0">
            <a:spAutoFit/>
          </a:bodyPr>
          <a:lstStyle/>
          <a:p>
            <a:pPr algn="ctr"/>
            <a:r>
              <a:rPr lang="en-US" sz="1400" b="1" dirty="0">
                <a:solidFill>
                  <a:srgbClr val="FFFFFF"/>
                </a:solidFill>
                <a:latin typeface="Raleway Medium" panose="020B0503030101060003" pitchFamily="34" charset="77"/>
                <a:ea typeface="Roboto" panose="02000000000000000000" pitchFamily="2" charset="0"/>
                <a:cs typeface="Open Sans" panose="020B0606030504020204" pitchFamily="34" charset="0"/>
              </a:rPr>
              <a:t>PHASE 1</a:t>
            </a:r>
          </a:p>
        </p:txBody>
      </p:sp>
      <p:pic>
        <p:nvPicPr>
          <p:cNvPr id="8" name="Picture 7">
            <a:extLst>
              <a:ext uri="{FF2B5EF4-FFF2-40B4-BE49-F238E27FC236}">
                <a16:creationId xmlns:a16="http://schemas.microsoft.com/office/drawing/2014/main" id="{E49327F7-AB32-4C23-9093-D11F3629CE81}"/>
              </a:ext>
            </a:extLst>
          </p:cNvPr>
          <p:cNvPicPr>
            <a:picLocks noChangeAspect="1"/>
          </p:cNvPicPr>
          <p:nvPr/>
        </p:nvPicPr>
        <p:blipFill>
          <a:blip r:embed="rId3"/>
          <a:srcRect/>
          <a:stretch/>
        </p:blipFill>
        <p:spPr>
          <a:xfrm>
            <a:off x="191726" y="1139300"/>
            <a:ext cx="8782665" cy="2864898"/>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4" name="TextBox 3">
            <a:extLst>
              <a:ext uri="{FF2B5EF4-FFF2-40B4-BE49-F238E27FC236}">
                <a16:creationId xmlns:a16="http://schemas.microsoft.com/office/drawing/2014/main" id="{0AB76513-CA1B-4480-B410-7EC644F79A3E}"/>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spTree>
    <p:extLst>
      <p:ext uri="{BB962C8B-B14F-4D97-AF65-F5344CB8AC3E}">
        <p14:creationId xmlns:p14="http://schemas.microsoft.com/office/powerpoint/2010/main" val="3114705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9" name="Group 58"/>
          <p:cNvGrpSpPr/>
          <p:nvPr/>
        </p:nvGrpSpPr>
        <p:grpSpPr>
          <a:xfrm>
            <a:off x="470464" y="716080"/>
            <a:ext cx="8426659" cy="324779"/>
            <a:chOff x="893915" y="464620"/>
            <a:chExt cx="7548004" cy="324779"/>
          </a:xfrm>
        </p:grpSpPr>
        <p:sp>
          <p:nvSpPr>
            <p:cNvPr id="2" name="Round Diagonal Corner Rectangle 1"/>
            <p:cNvSpPr/>
            <p:nvPr/>
          </p:nvSpPr>
          <p:spPr>
            <a:xfrm>
              <a:off x="893915" y="464620"/>
              <a:ext cx="7548004" cy="324779"/>
            </a:xfrm>
            <a:prstGeom prst="round2DiagRect">
              <a:avLst>
                <a:gd name="adj1" fmla="val 26236"/>
                <a:gd name="adj2" fmla="val 1257"/>
              </a:avLst>
            </a:prstGeom>
            <a:solidFill>
              <a:schemeClr val="accent1"/>
            </a:solidFill>
            <a:ln w="12700" cap="flat" cmpd="sng" algn="ctr">
              <a:solidFill>
                <a:schemeClr val="accent1">
                  <a:lumMod val="40000"/>
                  <a:lumOff val="60000"/>
                </a:schemeClr>
              </a:solid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endParaRPr lang="en-US" sz="1200" kern="0" dirty="0">
                <a:solidFill>
                  <a:prstClr val="white"/>
                </a:solidFill>
                <a:latin typeface="Calibri"/>
              </a:endParaRPr>
            </a:p>
          </p:txBody>
        </p:sp>
        <p:sp>
          <p:nvSpPr>
            <p:cNvPr id="3" name="Rectangle 2"/>
            <p:cNvSpPr/>
            <p:nvPr/>
          </p:nvSpPr>
          <p:spPr>
            <a:xfrm>
              <a:off x="1804808"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4" name="Rectangle 3"/>
            <p:cNvSpPr/>
            <p:nvPr/>
          </p:nvSpPr>
          <p:spPr>
            <a:xfrm>
              <a:off x="2799304"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5" name="Rectangle 4"/>
            <p:cNvSpPr/>
            <p:nvPr/>
          </p:nvSpPr>
          <p:spPr>
            <a:xfrm>
              <a:off x="4758699"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6" name="Rectangle 5"/>
            <p:cNvSpPr/>
            <p:nvPr/>
          </p:nvSpPr>
          <p:spPr>
            <a:xfrm>
              <a:off x="566577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7" name="Rectangle 6"/>
            <p:cNvSpPr/>
            <p:nvPr/>
          </p:nvSpPr>
          <p:spPr>
            <a:xfrm>
              <a:off x="6508356" y="561579"/>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8" name="Rectangle 7"/>
            <p:cNvSpPr/>
            <p:nvPr/>
          </p:nvSpPr>
          <p:spPr>
            <a:xfrm>
              <a:off x="7479923"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1" name="Rectangle 10"/>
            <p:cNvSpPr/>
            <p:nvPr/>
          </p:nvSpPr>
          <p:spPr>
            <a:xfrm>
              <a:off x="3716166" y="601583"/>
              <a:ext cx="14183" cy="187816"/>
            </a:xfrm>
            <a:prstGeom prst="rect">
              <a:avLst/>
            </a:prstGeom>
            <a:solidFill>
              <a:srgbClr val="FFFFFF"/>
            </a:solidFill>
            <a:ln w="25400" cap="flat" cmpd="sng" algn="ctr">
              <a:noFill/>
              <a:prstDash val="solid"/>
            </a:ln>
            <a:effectLst/>
          </p:spPr>
          <p:txBody>
            <a:bodyPr lIns="68580" tIns="34290" rIns="68580" bIns="34290" rtlCol="0" anchor="ctr"/>
            <a:lstStyle/>
            <a:p>
              <a:pPr algn="ctr" defTabSz="914378">
                <a:defRPr/>
              </a:pPr>
              <a:endParaRPr lang="en-US" sz="1200" kern="0">
                <a:solidFill>
                  <a:prstClr val="white"/>
                </a:solidFill>
                <a:latin typeface="Calibri"/>
              </a:endParaRPr>
            </a:p>
          </p:txBody>
        </p:sp>
        <p:sp>
          <p:nvSpPr>
            <p:cNvPr id="12" name="TextBox 11"/>
            <p:cNvSpPr txBox="1"/>
            <p:nvPr/>
          </p:nvSpPr>
          <p:spPr>
            <a:xfrm>
              <a:off x="1026054"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S1</a:t>
              </a:r>
            </a:p>
          </p:txBody>
        </p:sp>
        <p:sp>
          <p:nvSpPr>
            <p:cNvPr id="13" name="TextBox 12"/>
            <p:cNvSpPr txBox="1"/>
            <p:nvPr/>
          </p:nvSpPr>
          <p:spPr>
            <a:xfrm>
              <a:off x="1942915"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M1 S2</a:t>
              </a:r>
            </a:p>
          </p:txBody>
        </p:sp>
        <p:sp>
          <p:nvSpPr>
            <p:cNvPr id="14" name="TextBox 13"/>
            <p:cNvSpPr txBox="1"/>
            <p:nvPr/>
          </p:nvSpPr>
          <p:spPr>
            <a:xfrm>
              <a:off x="2937411" y="510824"/>
              <a:ext cx="654830"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S3</a:t>
              </a:r>
            </a:p>
          </p:txBody>
        </p:sp>
        <p:sp>
          <p:nvSpPr>
            <p:cNvPr id="15" name="TextBox 14"/>
            <p:cNvSpPr txBox="1"/>
            <p:nvPr/>
          </p:nvSpPr>
          <p:spPr>
            <a:xfrm>
              <a:off x="3854273" y="510824"/>
              <a:ext cx="780502"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M2 S4</a:t>
              </a:r>
            </a:p>
          </p:txBody>
        </p:sp>
        <p:sp>
          <p:nvSpPr>
            <p:cNvPr id="16" name="TextBox 15"/>
            <p:cNvSpPr txBox="1"/>
            <p:nvPr/>
          </p:nvSpPr>
          <p:spPr>
            <a:xfrm>
              <a:off x="4896806"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S5</a:t>
              </a:r>
            </a:p>
          </p:txBody>
        </p:sp>
        <p:sp>
          <p:nvSpPr>
            <p:cNvPr id="17" name="TextBox 16"/>
            <p:cNvSpPr txBox="1"/>
            <p:nvPr/>
          </p:nvSpPr>
          <p:spPr>
            <a:xfrm>
              <a:off x="5803881"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M3 S6</a:t>
              </a:r>
            </a:p>
          </p:txBody>
        </p:sp>
        <p:sp>
          <p:nvSpPr>
            <p:cNvPr id="18" name="TextBox 17"/>
            <p:cNvSpPr txBox="1"/>
            <p:nvPr/>
          </p:nvSpPr>
          <p:spPr>
            <a:xfrm>
              <a:off x="6710955"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S7</a:t>
              </a:r>
            </a:p>
          </p:txBody>
        </p:sp>
        <p:sp>
          <p:nvSpPr>
            <p:cNvPr id="19" name="TextBox 18"/>
            <p:cNvSpPr txBox="1"/>
            <p:nvPr/>
          </p:nvSpPr>
          <p:spPr>
            <a:xfrm>
              <a:off x="7618023" y="510824"/>
              <a:ext cx="645043" cy="253916"/>
            </a:xfrm>
            <a:prstGeom prst="rect">
              <a:avLst/>
            </a:prstGeom>
            <a:noFill/>
          </p:spPr>
          <p:txBody>
            <a:bodyPr wrap="square" lIns="68580" tIns="34290" rIns="68580" bIns="34290" rtlCol="0">
              <a:spAutoFit/>
            </a:bodyPr>
            <a:lstStyle/>
            <a:p>
              <a:pPr algn="ctr" defTabSz="914378"/>
              <a:r>
                <a:rPr lang="en-GB" sz="1200" b="1" dirty="0">
                  <a:solidFill>
                    <a:srgbClr val="FFFFFF"/>
                  </a:solidFill>
                  <a:latin typeface="Calibri"/>
                </a:rPr>
                <a:t>M4 S8</a:t>
              </a:r>
            </a:p>
          </p:txBody>
        </p:sp>
      </p:grpSp>
      <p:sp>
        <p:nvSpPr>
          <p:cNvPr id="20" name="Rounded Rectangle 19"/>
          <p:cNvSpPr/>
          <p:nvPr/>
        </p:nvSpPr>
        <p:spPr>
          <a:xfrm>
            <a:off x="726064" y="1725052"/>
            <a:ext cx="1857195" cy="248896"/>
          </a:xfrm>
          <a:prstGeom prst="roundRect">
            <a:avLst/>
          </a:prstGeom>
          <a:solidFill>
            <a:srgbClr val="CC0000"/>
          </a:solidFill>
          <a:ln w="9525" cap="flat" cmpd="sng" algn="ctr">
            <a:gradFill flip="none" rotWithShape="1">
              <a:gsLst>
                <a:gs pos="0">
                  <a:srgbClr val="BF0103">
                    <a:lumMod val="40000"/>
                    <a:lumOff val="60000"/>
                  </a:srgbClr>
                </a:gs>
                <a:gs pos="100000">
                  <a:srgbClr val="BF0103">
                    <a:lumMod val="40000"/>
                    <a:lumOff val="60000"/>
                  </a:srgbClr>
                </a:gs>
                <a:gs pos="50000">
                  <a:srgbClr val="BF0103">
                    <a:lumMod val="20000"/>
                    <a:lumOff val="8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Design Sprints</a:t>
            </a:r>
          </a:p>
        </p:txBody>
      </p:sp>
      <p:cxnSp>
        <p:nvCxnSpPr>
          <p:cNvPr id="21" name="Straight Connector 20"/>
          <p:cNvCxnSpPr/>
          <p:nvPr/>
        </p:nvCxnSpPr>
        <p:spPr>
          <a:xfrm rot="5400000">
            <a:off x="2133459" y="2071128"/>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3" name="Rounded Rectangle 22"/>
          <p:cNvSpPr/>
          <p:nvPr/>
        </p:nvSpPr>
        <p:spPr>
          <a:xfrm>
            <a:off x="1542989" y="1989032"/>
            <a:ext cx="5179388" cy="271067"/>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Development Sprints</a:t>
            </a:r>
          </a:p>
        </p:txBody>
      </p:sp>
      <p:cxnSp>
        <p:nvCxnSpPr>
          <p:cNvPr id="25" name="Straight Connector 24"/>
          <p:cNvCxnSpPr/>
          <p:nvPr/>
        </p:nvCxnSpPr>
        <p:spPr>
          <a:xfrm>
            <a:off x="477838" y="1096408"/>
            <a:ext cx="0" cy="880993"/>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flipH="1">
            <a:off x="3651385" y="1019615"/>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0" name="Rounded Rectangle 29"/>
          <p:cNvSpPr/>
          <p:nvPr/>
        </p:nvSpPr>
        <p:spPr>
          <a:xfrm>
            <a:off x="1521970" y="2285369"/>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a:t>
            </a:r>
          </a:p>
          <a:p>
            <a:pPr algn="ctr" defTabSz="914378">
              <a:defRPr/>
            </a:pPr>
            <a:r>
              <a:rPr lang="en-US" sz="1000" kern="0" dirty="0">
                <a:latin typeface="Calibri"/>
              </a:rPr>
              <a:t>IT1 Modules</a:t>
            </a:r>
          </a:p>
        </p:txBody>
      </p:sp>
      <p:sp>
        <p:nvSpPr>
          <p:cNvPr id="32" name="Rounded Rectangle 31"/>
          <p:cNvSpPr/>
          <p:nvPr/>
        </p:nvSpPr>
        <p:spPr>
          <a:xfrm>
            <a:off x="380770" y="2314056"/>
            <a:ext cx="1062848"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Requirements Documentation</a:t>
            </a:r>
          </a:p>
        </p:txBody>
      </p:sp>
      <p:cxnSp>
        <p:nvCxnSpPr>
          <p:cNvPr id="34" name="Straight Connector 33"/>
          <p:cNvCxnSpPr>
            <a:cxnSpLocks/>
            <a:endCxn id="30" idx="1"/>
          </p:cNvCxnSpPr>
          <p:nvPr/>
        </p:nvCxnSpPr>
        <p:spPr>
          <a:xfrm flipH="1">
            <a:off x="1521970" y="-161996"/>
            <a:ext cx="11894" cy="266026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35" name="Straight Connector 34"/>
          <p:cNvCxnSpPr>
            <a:cxnSpLocks/>
          </p:cNvCxnSpPr>
          <p:nvPr/>
        </p:nvCxnSpPr>
        <p:spPr>
          <a:xfrm>
            <a:off x="747272" y="1040859"/>
            <a:ext cx="0" cy="661670"/>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470464" y="1314809"/>
            <a:ext cx="311313" cy="207749"/>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S0</a:t>
            </a:r>
          </a:p>
        </p:txBody>
      </p:sp>
      <p:sp>
        <p:nvSpPr>
          <p:cNvPr id="40" name="Rounded Rectangle 39"/>
          <p:cNvSpPr/>
          <p:nvPr/>
        </p:nvSpPr>
        <p:spPr>
          <a:xfrm rot="16200000">
            <a:off x="-296068" y="1641954"/>
            <a:ext cx="1008176"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defRPr/>
            </a:pPr>
            <a:r>
              <a:rPr lang="en-US" sz="1200" b="1" kern="0" dirty="0">
                <a:solidFill>
                  <a:prstClr val="white"/>
                </a:solidFill>
                <a:latin typeface="Calibri"/>
              </a:rPr>
              <a:t>Sprints</a:t>
            </a:r>
          </a:p>
        </p:txBody>
      </p:sp>
      <p:grpSp>
        <p:nvGrpSpPr>
          <p:cNvPr id="9" name="Group 8">
            <a:extLst>
              <a:ext uri="{FF2B5EF4-FFF2-40B4-BE49-F238E27FC236}">
                <a16:creationId xmlns:a16="http://schemas.microsoft.com/office/drawing/2014/main" id="{5F241E29-8B09-49F2-A7A2-A33F49D19B46}"/>
              </a:ext>
            </a:extLst>
          </p:cNvPr>
          <p:cNvGrpSpPr/>
          <p:nvPr/>
        </p:nvGrpSpPr>
        <p:grpSpPr>
          <a:xfrm>
            <a:off x="641453" y="1309432"/>
            <a:ext cx="3186315" cy="211382"/>
            <a:chOff x="648690" y="1025034"/>
            <a:chExt cx="3186315" cy="211382"/>
          </a:xfrm>
        </p:grpSpPr>
        <p:sp>
          <p:nvSpPr>
            <p:cNvPr id="37" name="TextBox 36"/>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S1</a:t>
              </a:r>
            </a:p>
          </p:txBody>
        </p:sp>
        <p:sp>
          <p:nvSpPr>
            <p:cNvPr id="38" name="TextBox 37"/>
            <p:cNvSpPr txBox="1"/>
            <p:nvPr/>
          </p:nvSpPr>
          <p:spPr>
            <a:xfrm>
              <a:off x="13995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S2</a:t>
              </a:r>
            </a:p>
          </p:txBody>
        </p:sp>
        <p:sp>
          <p:nvSpPr>
            <p:cNvPr id="39" name="TextBox 38"/>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S3</a:t>
              </a:r>
            </a:p>
          </p:txBody>
        </p:sp>
        <p:sp>
          <p:nvSpPr>
            <p:cNvPr id="41" name="TextBox 40"/>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S4</a:t>
              </a:r>
            </a:p>
          </p:txBody>
        </p:sp>
      </p:grpSp>
      <p:sp>
        <p:nvSpPr>
          <p:cNvPr id="104" name="Right Arrow 103"/>
          <p:cNvSpPr/>
          <p:nvPr/>
        </p:nvSpPr>
        <p:spPr bwMode="auto">
          <a:xfrm>
            <a:off x="7866667" y="1052122"/>
            <a:ext cx="1306082" cy="351834"/>
          </a:xfrm>
          <a:prstGeom prst="rightArrow">
            <a:avLst/>
          </a:prstGeom>
          <a:solidFill>
            <a:schemeClr val="accent1">
              <a:lumMod val="20000"/>
              <a:lumOff val="80000"/>
            </a:schemeClr>
          </a:solidFill>
          <a:ln w="6350" cap="flat" cmpd="sng" algn="ctr">
            <a:solidFill>
              <a:schemeClr val="tx1"/>
            </a:solidFill>
            <a:prstDash val="dashDot"/>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algn="ctr" defTabSz="914378"/>
            <a:r>
              <a:rPr lang="en-US" sz="1050" kern="0" dirty="0">
                <a:latin typeface="Segoe UI" panose="020B0502040204020203" pitchFamily="34" charset="0"/>
                <a:cs typeface="Segoe UI" panose="020B0502040204020203" pitchFamily="34" charset="0"/>
              </a:rPr>
              <a:t>Future Phases</a:t>
            </a:r>
          </a:p>
        </p:txBody>
      </p:sp>
      <p:cxnSp>
        <p:nvCxnSpPr>
          <p:cNvPr id="107" name="Straight Connector 106"/>
          <p:cNvCxnSpPr/>
          <p:nvPr/>
        </p:nvCxnSpPr>
        <p:spPr>
          <a:xfrm rot="5400000">
            <a:off x="4377995" y="2066772"/>
            <a:ext cx="914400" cy="1588"/>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p:nvPr/>
        </p:nvCxnSpPr>
        <p:spPr>
          <a:xfrm flipH="1">
            <a:off x="4834400" y="1036503"/>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73" name="Rounded Rectangle 72"/>
          <p:cNvSpPr/>
          <p:nvPr/>
        </p:nvSpPr>
        <p:spPr>
          <a:xfrm>
            <a:off x="5890545" y="2283202"/>
            <a:ext cx="1948431" cy="430132"/>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        Prod Environment Setup</a:t>
            </a:r>
          </a:p>
        </p:txBody>
      </p:sp>
      <p:grpSp>
        <p:nvGrpSpPr>
          <p:cNvPr id="68" name="Group 67">
            <a:extLst>
              <a:ext uri="{FF2B5EF4-FFF2-40B4-BE49-F238E27FC236}">
                <a16:creationId xmlns:a16="http://schemas.microsoft.com/office/drawing/2014/main" id="{618E3E95-EBAD-4C8C-AF3F-D46BB4481281}"/>
              </a:ext>
            </a:extLst>
          </p:cNvPr>
          <p:cNvGrpSpPr/>
          <p:nvPr/>
        </p:nvGrpSpPr>
        <p:grpSpPr>
          <a:xfrm>
            <a:off x="4783191" y="1261913"/>
            <a:ext cx="3186315" cy="225083"/>
            <a:chOff x="648690" y="1011333"/>
            <a:chExt cx="3186315" cy="225083"/>
          </a:xfrm>
        </p:grpSpPr>
        <p:sp>
          <p:nvSpPr>
            <p:cNvPr id="70" name="TextBox 69">
              <a:extLst>
                <a:ext uri="{FF2B5EF4-FFF2-40B4-BE49-F238E27FC236}">
                  <a16:creationId xmlns:a16="http://schemas.microsoft.com/office/drawing/2014/main" id="{ADDCF040-323F-4EA6-B19C-AC4405BB8C6B}"/>
                </a:ext>
              </a:extLst>
            </p:cNvPr>
            <p:cNvSpPr txBox="1"/>
            <p:nvPr/>
          </p:nvSpPr>
          <p:spPr>
            <a:xfrm>
              <a:off x="64869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S5</a:t>
              </a:r>
            </a:p>
          </p:txBody>
        </p:sp>
        <p:sp>
          <p:nvSpPr>
            <p:cNvPr id="71" name="TextBox 70">
              <a:extLst>
                <a:ext uri="{FF2B5EF4-FFF2-40B4-BE49-F238E27FC236}">
                  <a16:creationId xmlns:a16="http://schemas.microsoft.com/office/drawing/2014/main" id="{D4C9591B-C6B6-4A7E-8A66-2CEAE290FFF2}"/>
                </a:ext>
              </a:extLst>
            </p:cNvPr>
            <p:cNvSpPr txBox="1"/>
            <p:nvPr/>
          </p:nvSpPr>
          <p:spPr>
            <a:xfrm>
              <a:off x="1548789" y="1011333"/>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S6</a:t>
              </a:r>
            </a:p>
          </p:txBody>
        </p:sp>
        <p:sp>
          <p:nvSpPr>
            <p:cNvPr id="76" name="TextBox 75">
              <a:extLst>
                <a:ext uri="{FF2B5EF4-FFF2-40B4-BE49-F238E27FC236}">
                  <a16:creationId xmlns:a16="http://schemas.microsoft.com/office/drawing/2014/main" id="{A7C6D08C-0F72-4B4D-BC67-50CEEF766542}"/>
                </a:ext>
              </a:extLst>
            </p:cNvPr>
            <p:cNvSpPr txBox="1"/>
            <p:nvPr/>
          </p:nvSpPr>
          <p:spPr>
            <a:xfrm>
              <a:off x="2492530"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S7</a:t>
              </a:r>
            </a:p>
          </p:txBody>
        </p:sp>
        <p:sp>
          <p:nvSpPr>
            <p:cNvPr id="77" name="TextBox 76">
              <a:extLst>
                <a:ext uri="{FF2B5EF4-FFF2-40B4-BE49-F238E27FC236}">
                  <a16:creationId xmlns:a16="http://schemas.microsoft.com/office/drawing/2014/main" id="{EC7CCE66-6DAF-49C1-84D4-18F455AE4AAF}"/>
                </a:ext>
              </a:extLst>
            </p:cNvPr>
            <p:cNvSpPr txBox="1"/>
            <p:nvPr/>
          </p:nvSpPr>
          <p:spPr>
            <a:xfrm>
              <a:off x="3520855" y="1025034"/>
              <a:ext cx="314150" cy="211382"/>
            </a:xfrm>
            <a:prstGeom prst="rect">
              <a:avLst/>
            </a:prstGeom>
            <a:noFill/>
          </p:spPr>
          <p:txBody>
            <a:bodyPr wrap="square" lIns="68580" tIns="34290" rIns="68580" bIns="34290" rtlCol="0">
              <a:spAutoFit/>
            </a:bodyPr>
            <a:lstStyle/>
            <a:p>
              <a:pPr algn="ctr" defTabSz="914378"/>
              <a:r>
                <a:rPr lang="en-GB" sz="900" b="1" dirty="0">
                  <a:solidFill>
                    <a:srgbClr val="BF0103"/>
                  </a:solidFill>
                  <a:latin typeface="Rockwell" pitchFamily="18" charset="0"/>
                </a:rPr>
                <a:t>S8</a:t>
              </a:r>
            </a:p>
          </p:txBody>
        </p:sp>
      </p:grpSp>
      <p:sp>
        <p:nvSpPr>
          <p:cNvPr id="78" name="Rounded Rectangle 27">
            <a:extLst>
              <a:ext uri="{FF2B5EF4-FFF2-40B4-BE49-F238E27FC236}">
                <a16:creationId xmlns:a16="http://schemas.microsoft.com/office/drawing/2014/main" id="{82F321D2-799D-43C8-894A-60FDC879806D}"/>
              </a:ext>
            </a:extLst>
          </p:cNvPr>
          <p:cNvSpPr/>
          <p:nvPr/>
        </p:nvSpPr>
        <p:spPr>
          <a:xfrm rot="16200000">
            <a:off x="1466731" y="3590524"/>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2</a:t>
            </a:r>
          </a:p>
        </p:txBody>
      </p:sp>
      <p:grpSp>
        <p:nvGrpSpPr>
          <p:cNvPr id="81" name="Group 80">
            <a:extLst>
              <a:ext uri="{FF2B5EF4-FFF2-40B4-BE49-F238E27FC236}">
                <a16:creationId xmlns:a16="http://schemas.microsoft.com/office/drawing/2014/main" id="{4387798F-5730-4D41-82A2-21D10F0F693C}"/>
              </a:ext>
            </a:extLst>
          </p:cNvPr>
          <p:cNvGrpSpPr/>
          <p:nvPr/>
        </p:nvGrpSpPr>
        <p:grpSpPr>
          <a:xfrm>
            <a:off x="318682" y="2863517"/>
            <a:ext cx="1214631" cy="2112513"/>
            <a:chOff x="347347" y="2649682"/>
            <a:chExt cx="1472827" cy="2112513"/>
          </a:xfrm>
        </p:grpSpPr>
        <p:sp>
          <p:nvSpPr>
            <p:cNvPr id="82" name="Line Callout 2 (Accent Bar) 60">
              <a:extLst>
                <a:ext uri="{FF2B5EF4-FFF2-40B4-BE49-F238E27FC236}">
                  <a16:creationId xmlns:a16="http://schemas.microsoft.com/office/drawing/2014/main" id="{02BFBEB7-23B3-4889-B571-BD899F8AF2E6}"/>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UX Design </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Review </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 Cases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Design Prototype</a:t>
              </a:r>
            </a:p>
            <a:p>
              <a:pPr defTabSz="914378"/>
              <a:endParaRPr lang="en-US" sz="800" kern="0" dirty="0">
                <a:latin typeface="Segoe UI" panose="020B0502040204020203" pitchFamily="34" charset="0"/>
                <a:cs typeface="Segoe UI" panose="020B0502040204020203" pitchFamily="34" charset="0"/>
              </a:endParaRPr>
            </a:p>
          </p:txBody>
        </p:sp>
        <p:sp>
          <p:nvSpPr>
            <p:cNvPr id="83" name="Rounded Rectangle 88">
              <a:extLst>
                <a:ext uri="{FF2B5EF4-FFF2-40B4-BE49-F238E27FC236}">
                  <a16:creationId xmlns:a16="http://schemas.microsoft.com/office/drawing/2014/main" id="{43DA025D-8219-4CD7-8B54-B3FB006C73E4}"/>
                </a:ext>
              </a:extLst>
            </p:cNvPr>
            <p:cNvSpPr/>
            <p:nvPr/>
          </p:nvSpPr>
          <p:spPr>
            <a:xfrm>
              <a:off x="771964" y="2649682"/>
              <a:ext cx="1048210" cy="353700"/>
            </a:xfrm>
            <a:prstGeom prst="roundRect">
              <a:avLst/>
            </a:prstGeom>
            <a:solidFill>
              <a:schemeClr val="accent1">
                <a:lumMod val="20000"/>
                <a:lumOff val="80000"/>
              </a:schemeClr>
            </a:solidFill>
            <a:ln w="9525" cap="flat" cmpd="sng" algn="ctr">
              <a:solidFill>
                <a:schemeClr val="accent1">
                  <a:lumMod val="40000"/>
                  <a:lumOff val="60000"/>
                </a:schemeClr>
              </a:solidFill>
              <a:prstDash val="dashDot"/>
            </a:ln>
            <a:effectLst/>
          </p:spPr>
          <p:txBody>
            <a:bodyPr lIns="68580" tIns="34290" rIns="68580" bIns="34290" rtlCol="0" anchor="ctr"/>
            <a:lstStyle/>
            <a:p>
              <a:pPr defTabSz="914378">
                <a:defRPr/>
              </a:pPr>
              <a:r>
                <a:rPr lang="en-US" sz="1050" kern="0" dirty="0">
                  <a:latin typeface="Calibri"/>
                </a:rPr>
                <a:t>Use Case</a:t>
              </a:r>
            </a:p>
          </p:txBody>
        </p:sp>
      </p:grpSp>
      <p:cxnSp>
        <p:nvCxnSpPr>
          <p:cNvPr id="84" name="Straight Connector 83">
            <a:extLst>
              <a:ext uri="{FF2B5EF4-FFF2-40B4-BE49-F238E27FC236}">
                <a16:creationId xmlns:a16="http://schemas.microsoft.com/office/drawing/2014/main" id="{E7000C3A-4156-4239-A4E7-817A4539E179}"/>
              </a:ext>
            </a:extLst>
          </p:cNvPr>
          <p:cNvCxnSpPr/>
          <p:nvPr/>
        </p:nvCxnSpPr>
        <p:spPr>
          <a:xfrm flipH="1">
            <a:off x="6729915" y="1010242"/>
            <a:ext cx="7538" cy="2882494"/>
          </a:xfrm>
          <a:prstGeom prst="line">
            <a:avLst/>
          </a:prstGeom>
          <a:ln w="6350">
            <a:solidFill>
              <a:schemeClr val="tx2">
                <a:lumMod val="40000"/>
                <a:lumOff val="60000"/>
              </a:schemeClr>
            </a:solidFill>
            <a:prstDash val="sysDash"/>
          </a:ln>
        </p:spPr>
        <p:style>
          <a:lnRef idx="1">
            <a:schemeClr val="accent1"/>
          </a:lnRef>
          <a:fillRef idx="0">
            <a:schemeClr val="accent1"/>
          </a:fillRef>
          <a:effectRef idx="0">
            <a:schemeClr val="accent1"/>
          </a:effectRef>
          <a:fontRef idx="minor">
            <a:schemeClr val="tx1"/>
          </a:fontRef>
        </p:style>
      </p:cxnSp>
      <p:grpSp>
        <p:nvGrpSpPr>
          <p:cNvPr id="88" name="Group 87">
            <a:extLst>
              <a:ext uri="{FF2B5EF4-FFF2-40B4-BE49-F238E27FC236}">
                <a16:creationId xmlns:a16="http://schemas.microsoft.com/office/drawing/2014/main" id="{87B3F88A-A8E7-4579-9A96-1617E633434F}"/>
              </a:ext>
            </a:extLst>
          </p:cNvPr>
          <p:cNvGrpSpPr/>
          <p:nvPr/>
        </p:nvGrpSpPr>
        <p:grpSpPr>
          <a:xfrm>
            <a:off x="5678550" y="2836479"/>
            <a:ext cx="1485345" cy="2112513"/>
            <a:chOff x="347347" y="2649682"/>
            <a:chExt cx="1472827" cy="2112513"/>
          </a:xfrm>
        </p:grpSpPr>
        <p:sp>
          <p:nvSpPr>
            <p:cNvPr id="90" name="Line Callout 2 (Accent Bar) 60">
              <a:extLst>
                <a:ext uri="{FF2B5EF4-FFF2-40B4-BE49-F238E27FC236}">
                  <a16:creationId xmlns:a16="http://schemas.microsoft.com/office/drawing/2014/main" id="{79664944-14D3-4591-8A64-67D94831D1D3}"/>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Feed Back / Changes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IT3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1" name="Rounded Rectangle 88">
              <a:extLst>
                <a:ext uri="{FF2B5EF4-FFF2-40B4-BE49-F238E27FC236}">
                  <a16:creationId xmlns:a16="http://schemas.microsoft.com/office/drawing/2014/main" id="{D8C10DEA-4B08-448F-BB8D-4EB2C2EFEA95}"/>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6" name="Group 95">
            <a:extLst>
              <a:ext uri="{FF2B5EF4-FFF2-40B4-BE49-F238E27FC236}">
                <a16:creationId xmlns:a16="http://schemas.microsoft.com/office/drawing/2014/main" id="{16B8B4F1-9F30-46C4-83C8-370586282716}"/>
              </a:ext>
            </a:extLst>
          </p:cNvPr>
          <p:cNvGrpSpPr/>
          <p:nvPr/>
        </p:nvGrpSpPr>
        <p:grpSpPr>
          <a:xfrm>
            <a:off x="7866667" y="2901078"/>
            <a:ext cx="1127520" cy="2112513"/>
            <a:chOff x="347347" y="2649682"/>
            <a:chExt cx="1472827" cy="2112513"/>
          </a:xfrm>
        </p:grpSpPr>
        <p:sp>
          <p:nvSpPr>
            <p:cNvPr id="102" name="Line Callout 2 (Accent Bar) 60">
              <a:extLst>
                <a:ext uri="{FF2B5EF4-FFF2-40B4-BE49-F238E27FC236}">
                  <a16:creationId xmlns:a16="http://schemas.microsoft.com/office/drawing/2014/main" id="{EA10423D-6195-40BD-9D77-BF4368F94492}"/>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Test / Change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ATP results</a:t>
              </a:r>
            </a:p>
            <a:p>
              <a:pPr defTabSz="914378"/>
              <a:endParaRPr lang="en-US" sz="800" kern="0" dirty="0">
                <a:latin typeface="Segoe UI" panose="020B0502040204020203" pitchFamily="34" charset="0"/>
                <a:cs typeface="Segoe UI" panose="020B0502040204020203" pitchFamily="34" charset="0"/>
              </a:endParaRPr>
            </a:p>
          </p:txBody>
        </p:sp>
        <p:sp>
          <p:nvSpPr>
            <p:cNvPr id="103" name="Rounded Rectangle 88">
              <a:extLst>
                <a:ext uri="{FF2B5EF4-FFF2-40B4-BE49-F238E27FC236}">
                  <a16:creationId xmlns:a16="http://schemas.microsoft.com/office/drawing/2014/main" id="{26B1373C-169A-42A0-B251-A50A5461773F}"/>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Verification</a:t>
              </a:r>
            </a:p>
          </p:txBody>
        </p:sp>
      </p:grpSp>
      <p:sp>
        <p:nvSpPr>
          <p:cNvPr id="114" name="Rounded Rectangle 107">
            <a:extLst>
              <a:ext uri="{FF2B5EF4-FFF2-40B4-BE49-F238E27FC236}">
                <a16:creationId xmlns:a16="http://schemas.microsoft.com/office/drawing/2014/main" id="{F39BC78B-72E3-4B85-9119-864319AD6897}"/>
              </a:ext>
            </a:extLst>
          </p:cNvPr>
          <p:cNvSpPr/>
          <p:nvPr/>
        </p:nvSpPr>
        <p:spPr>
          <a:xfrm>
            <a:off x="5810931" y="1654792"/>
            <a:ext cx="3100003" cy="274986"/>
          </a:xfrm>
          <a:prstGeom prst="roundRect">
            <a:avLst/>
          </a:prstGeom>
          <a:solidFill>
            <a:srgbClr val="00B050"/>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solid"/>
          </a:ln>
          <a:effectLst/>
        </p:spPr>
        <p:txBody>
          <a:bodyPr lIns="68580" tIns="34290" rIns="68580" bIns="34290" rtlCol="0" anchor="ctr"/>
          <a:lstStyle/>
          <a:p>
            <a:pPr algn="ctr" defTabSz="914378">
              <a:defRPr/>
            </a:pPr>
            <a:r>
              <a:rPr lang="en-US" sz="1200" kern="0" dirty="0">
                <a:solidFill>
                  <a:prstClr val="white"/>
                </a:solidFill>
                <a:latin typeface="Calibri"/>
              </a:rPr>
              <a:t>Production Movement Sprints</a:t>
            </a:r>
          </a:p>
        </p:txBody>
      </p:sp>
      <p:sp>
        <p:nvSpPr>
          <p:cNvPr id="67" name="Rectangle 66">
            <a:extLst>
              <a:ext uri="{FF2B5EF4-FFF2-40B4-BE49-F238E27FC236}">
                <a16:creationId xmlns:a16="http://schemas.microsoft.com/office/drawing/2014/main" id="{0FAE5F2E-302D-413C-A3D4-415807BD77F1}"/>
              </a:ext>
            </a:extLst>
          </p:cNvPr>
          <p:cNvSpPr/>
          <p:nvPr/>
        </p:nvSpPr>
        <p:spPr>
          <a:xfrm>
            <a:off x="1788913" y="286954"/>
            <a:ext cx="5572020" cy="430887"/>
          </a:xfrm>
          <a:prstGeom prst="rect">
            <a:avLst/>
          </a:prstGeom>
        </p:spPr>
        <p:txBody>
          <a:bodyPr wrap="square" lIns="0">
            <a:spAutoFit/>
          </a:bodyPr>
          <a:lstStyle/>
          <a:p>
            <a:pPr algn="ctr"/>
            <a:r>
              <a:rPr lang="en-US" sz="2200" b="1" dirty="0">
                <a:solidFill>
                  <a:schemeClr val="accent1"/>
                </a:solidFill>
                <a:latin typeface="Raleway SemiBold" panose="020B0503030101060003" pitchFamily="34" charset="77"/>
              </a:rPr>
              <a:t>Proposed </a:t>
            </a:r>
            <a:r>
              <a:rPr lang="en-US" sz="2200" b="1" dirty="0">
                <a:solidFill>
                  <a:schemeClr val="tx1">
                    <a:lumMod val="90000"/>
                    <a:lumOff val="10000"/>
                  </a:schemeClr>
                </a:solidFill>
                <a:latin typeface="Raleway SemiBold" panose="020B0503030101060003" pitchFamily="34" charset="77"/>
              </a:rPr>
              <a:t>Project Timeline</a:t>
            </a:r>
          </a:p>
        </p:txBody>
      </p:sp>
      <p:sp>
        <p:nvSpPr>
          <p:cNvPr id="72" name="TextBox 71">
            <a:extLst>
              <a:ext uri="{FF2B5EF4-FFF2-40B4-BE49-F238E27FC236}">
                <a16:creationId xmlns:a16="http://schemas.microsoft.com/office/drawing/2014/main" id="{A58EDD76-93A4-402E-BC09-AB4F9E9B84D2}"/>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Timeline</a:t>
            </a:r>
          </a:p>
        </p:txBody>
      </p:sp>
      <p:grpSp>
        <p:nvGrpSpPr>
          <p:cNvPr id="10" name="Group 9">
            <a:extLst>
              <a:ext uri="{FF2B5EF4-FFF2-40B4-BE49-F238E27FC236}">
                <a16:creationId xmlns:a16="http://schemas.microsoft.com/office/drawing/2014/main" id="{68E719DC-D9E6-4917-99F6-0C880425CB7F}"/>
              </a:ext>
            </a:extLst>
          </p:cNvPr>
          <p:cNvGrpSpPr/>
          <p:nvPr/>
        </p:nvGrpSpPr>
        <p:grpSpPr>
          <a:xfrm>
            <a:off x="1195979" y="3027926"/>
            <a:ext cx="1472742" cy="2112513"/>
            <a:chOff x="347347" y="2649682"/>
            <a:chExt cx="1466030" cy="2112513"/>
          </a:xfrm>
        </p:grpSpPr>
        <p:sp>
          <p:nvSpPr>
            <p:cNvPr id="61" name="Line Callout 2 (Accent Bar) 60"/>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PH1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IT1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89" name="Rounded Rectangle 88"/>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grpSp>
        <p:nvGrpSpPr>
          <p:cNvPr id="93" name="Group 92">
            <a:extLst>
              <a:ext uri="{FF2B5EF4-FFF2-40B4-BE49-F238E27FC236}">
                <a16:creationId xmlns:a16="http://schemas.microsoft.com/office/drawing/2014/main" id="{7C22E445-7E50-481C-8EF6-DCC2C73C490F}"/>
              </a:ext>
            </a:extLst>
          </p:cNvPr>
          <p:cNvGrpSpPr/>
          <p:nvPr/>
        </p:nvGrpSpPr>
        <p:grpSpPr>
          <a:xfrm>
            <a:off x="2990474" y="2836479"/>
            <a:ext cx="2135341" cy="2112513"/>
            <a:chOff x="347347" y="2649682"/>
            <a:chExt cx="1466030" cy="2112513"/>
          </a:xfrm>
        </p:grpSpPr>
        <p:sp>
          <p:nvSpPr>
            <p:cNvPr id="94" name="Line Callout 2 (Accent Bar) 60">
              <a:extLst>
                <a:ext uri="{FF2B5EF4-FFF2-40B4-BE49-F238E27FC236}">
                  <a16:creationId xmlns:a16="http://schemas.microsoft.com/office/drawing/2014/main" id="{0D6D6DE6-15CC-4EA8-95D3-83D258E818AD}"/>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Implement 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IT2 Modules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User Guide</a:t>
              </a:r>
            </a:p>
            <a:p>
              <a:pPr defTabSz="914378"/>
              <a:endParaRPr lang="en-US" sz="800" kern="0" dirty="0">
                <a:latin typeface="Segoe UI" panose="020B0502040204020203" pitchFamily="34" charset="0"/>
                <a:cs typeface="Segoe UI" panose="020B0502040204020203" pitchFamily="34" charset="0"/>
              </a:endParaRPr>
            </a:p>
          </p:txBody>
        </p:sp>
        <p:sp>
          <p:nvSpPr>
            <p:cNvPr id="95" name="Rounded Rectangle 88">
              <a:extLst>
                <a:ext uri="{FF2B5EF4-FFF2-40B4-BE49-F238E27FC236}">
                  <a16:creationId xmlns:a16="http://schemas.microsoft.com/office/drawing/2014/main" id="{B3824BDA-759E-45EE-967D-EC117BCC8A4D}"/>
                </a:ext>
              </a:extLst>
            </p:cNvPr>
            <p:cNvSpPr/>
            <p:nvPr/>
          </p:nvSpPr>
          <p:spPr>
            <a:xfrm>
              <a:off x="771964" y="2649682"/>
              <a:ext cx="1041413"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Implementation</a:t>
              </a:r>
            </a:p>
          </p:txBody>
        </p:sp>
      </p:grpSp>
      <p:sp>
        <p:nvSpPr>
          <p:cNvPr id="97" name="Rounded Rectangle 27">
            <a:extLst>
              <a:ext uri="{FF2B5EF4-FFF2-40B4-BE49-F238E27FC236}">
                <a16:creationId xmlns:a16="http://schemas.microsoft.com/office/drawing/2014/main" id="{A13316E7-3369-4710-942E-DA1A44F5C7C7}"/>
              </a:ext>
            </a:extLst>
          </p:cNvPr>
          <p:cNvSpPr/>
          <p:nvPr/>
        </p:nvSpPr>
        <p:spPr>
          <a:xfrm rot="16200000">
            <a:off x="4208719" y="3654868"/>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3</a:t>
            </a:r>
          </a:p>
        </p:txBody>
      </p:sp>
      <p:sp>
        <p:nvSpPr>
          <p:cNvPr id="28" name="Rounded Rectangle 27"/>
          <p:cNvSpPr/>
          <p:nvPr/>
        </p:nvSpPr>
        <p:spPr>
          <a:xfrm rot="16200000">
            <a:off x="-1108429" y="3547527"/>
            <a:ext cx="2632893" cy="278657"/>
          </a:xfrm>
          <a:prstGeom prst="roundRect">
            <a:avLst/>
          </a:prstGeom>
          <a:solidFill>
            <a:srgbClr val="ED7D31"/>
          </a:solidFill>
          <a:ln w="9525" cap="flat" cmpd="sng" algn="ctr">
            <a:noFill/>
            <a:prstDash val="solid"/>
          </a:ln>
          <a:effectLst>
            <a:outerShdw blurRad="50800" dist="38100" dir="5400000" algn="t" rotWithShape="0">
              <a:prstClr val="black">
                <a:alpha val="25000"/>
              </a:prstClr>
            </a:outerShdw>
          </a:effectLst>
        </p:spPr>
        <p:txBody>
          <a:bodyPr lIns="68580" tIns="34290" rIns="68580" bIns="34290" rtlCol="0" anchor="ctr"/>
          <a:lstStyle/>
          <a:p>
            <a:pPr algn="ctr" defTabSz="914378"/>
            <a:r>
              <a:rPr lang="en-US" sz="1200" b="1" kern="0" dirty="0">
                <a:solidFill>
                  <a:prstClr val="white"/>
                </a:solidFill>
                <a:latin typeface="Calibri"/>
              </a:rPr>
              <a:t>Iteration 1</a:t>
            </a:r>
          </a:p>
        </p:txBody>
      </p:sp>
      <p:sp>
        <p:nvSpPr>
          <p:cNvPr id="74" name="Rounded Rectangle 29">
            <a:extLst>
              <a:ext uri="{FF2B5EF4-FFF2-40B4-BE49-F238E27FC236}">
                <a16:creationId xmlns:a16="http://schemas.microsoft.com/office/drawing/2014/main" id="{811F8220-8113-4922-961B-298ADEAED286}"/>
              </a:ext>
            </a:extLst>
          </p:cNvPr>
          <p:cNvSpPr/>
          <p:nvPr/>
        </p:nvSpPr>
        <p:spPr>
          <a:xfrm>
            <a:off x="3056974" y="2273800"/>
            <a:ext cx="2162034"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Implementation  IT1 Modules</a:t>
            </a:r>
          </a:p>
        </p:txBody>
      </p:sp>
      <p:sp>
        <p:nvSpPr>
          <p:cNvPr id="85" name="Rounded Rectangle 29">
            <a:extLst>
              <a:ext uri="{FF2B5EF4-FFF2-40B4-BE49-F238E27FC236}">
                <a16:creationId xmlns:a16="http://schemas.microsoft.com/office/drawing/2014/main" id="{99966AB6-64F2-48E7-8EF6-F5A77A196823}"/>
              </a:ext>
            </a:extLst>
          </p:cNvPr>
          <p:cNvSpPr/>
          <p:nvPr/>
        </p:nvSpPr>
        <p:spPr>
          <a:xfrm>
            <a:off x="7989356" y="2247963"/>
            <a:ext cx="1091521" cy="425798"/>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algn="ctr" defTabSz="914378">
              <a:defRPr/>
            </a:pPr>
            <a:r>
              <a:rPr lang="en-US" sz="1000" kern="0" dirty="0">
                <a:latin typeface="Calibri"/>
              </a:rPr>
              <a:t>Acceptance</a:t>
            </a:r>
          </a:p>
        </p:txBody>
      </p:sp>
      <p:grpSp>
        <p:nvGrpSpPr>
          <p:cNvPr id="86" name="Group 85">
            <a:extLst>
              <a:ext uri="{FF2B5EF4-FFF2-40B4-BE49-F238E27FC236}">
                <a16:creationId xmlns:a16="http://schemas.microsoft.com/office/drawing/2014/main" id="{7D769846-B137-4EFD-A558-D76B7E5658E5}"/>
              </a:ext>
            </a:extLst>
          </p:cNvPr>
          <p:cNvGrpSpPr/>
          <p:nvPr/>
        </p:nvGrpSpPr>
        <p:grpSpPr>
          <a:xfrm>
            <a:off x="6654956" y="3130983"/>
            <a:ext cx="1214631" cy="1920790"/>
            <a:chOff x="347347" y="2649682"/>
            <a:chExt cx="1472827" cy="2112513"/>
          </a:xfrm>
        </p:grpSpPr>
        <p:sp>
          <p:nvSpPr>
            <p:cNvPr id="87" name="Line Callout 2 (Accent Bar) 60">
              <a:extLst>
                <a:ext uri="{FF2B5EF4-FFF2-40B4-BE49-F238E27FC236}">
                  <a16:creationId xmlns:a16="http://schemas.microsoft.com/office/drawing/2014/main" id="{1FEC28E8-23CB-47AF-85F4-AF5265A579F0}"/>
                </a:ext>
              </a:extLst>
            </p:cNvPr>
            <p:cNvSpPr/>
            <p:nvPr/>
          </p:nvSpPr>
          <p:spPr bwMode="auto">
            <a:xfrm>
              <a:off x="347347" y="3078747"/>
              <a:ext cx="1294897" cy="1683448"/>
            </a:xfrm>
            <a:prstGeom prst="accentCallout2">
              <a:avLst>
                <a:gd name="adj1" fmla="val -605"/>
                <a:gd name="adj2" fmla="val 5299"/>
                <a:gd name="adj3" fmla="val -19126"/>
                <a:gd name="adj4" fmla="val 31953"/>
                <a:gd name="adj5" fmla="val -19749"/>
                <a:gd name="adj6" fmla="val 32141"/>
              </a:avLst>
            </a:prstGeom>
            <a:solidFill>
              <a:srgbClr val="FFFFFF"/>
            </a:solidFill>
            <a:ln w="6350" cap="flat" cmpd="sng" algn="ctr">
              <a:solidFill>
                <a:schemeClr val="accent5"/>
              </a:solidFill>
              <a:prstDash val="solid"/>
              <a:miter lim="800000"/>
              <a:headEnd type="none" w="med" len="med"/>
              <a:tailEnd type="none" w="med" len="med"/>
            </a:ln>
            <a:effectLst/>
          </p:spPr>
          <p:txBody>
            <a:bodyPr rot="0" spcFirstLastPara="0" vertOverflow="overflow" horzOverflow="overflow" vert="horz" wrap="square" lIns="182880" tIns="146304" rIns="182880" bIns="146304" numCol="1" spcCol="0" rtlCol="0" fromWordArt="0" anchor="ctr" anchorCtr="0" forceAA="0" compatLnSpc="1">
              <a:prstTxWarp prst="textNoShape">
                <a:avLst/>
              </a:prstTxWarp>
              <a:noAutofit/>
            </a:bodyPr>
            <a:lstStyle/>
            <a:p>
              <a:pPr defTabSz="914378"/>
              <a:r>
                <a:rPr lang="en-US" sz="800" b="1" kern="0" dirty="0">
                  <a:latin typeface="Segoe UI" panose="020B0502040204020203" pitchFamily="34" charset="0"/>
                  <a:cs typeface="Segoe UI" panose="020B0502040204020203" pitchFamily="34" charset="0"/>
                </a:rPr>
                <a:t>Activities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Deployment</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Release</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Operation</a:t>
              </a:r>
            </a:p>
            <a:p>
              <a:pPr defTabSz="914378"/>
              <a:endParaRPr lang="en-US" sz="800" kern="0" dirty="0">
                <a:latin typeface="Segoe UI" panose="020B0502040204020203" pitchFamily="34" charset="0"/>
                <a:cs typeface="Segoe UI" panose="020B0502040204020203" pitchFamily="34" charset="0"/>
              </a:endParaRPr>
            </a:p>
            <a:p>
              <a:pPr defTabSz="914378"/>
              <a:r>
                <a:rPr lang="en-US" sz="800" b="1" kern="0" dirty="0">
                  <a:latin typeface="Segoe UI" panose="020B0502040204020203" pitchFamily="34" charset="0"/>
                  <a:cs typeface="Segoe UI" panose="020B0502040204020203" pitchFamily="34" charset="0"/>
                </a:rPr>
                <a:t>Artifacts</a:t>
              </a:r>
            </a:p>
            <a:p>
              <a:pPr marL="112713" indent="-112713" defTabSz="914378">
                <a:buFont typeface="Arial" panose="020B0604020202020204" pitchFamily="34" charset="0"/>
                <a:buChar char="•"/>
              </a:pPr>
              <a:r>
                <a:rPr lang="en-US" sz="800" kern="0" dirty="0">
                  <a:latin typeface="Segoe UI" panose="020B0502040204020203" pitchFamily="34" charset="0"/>
                  <a:cs typeface="Segoe UI" panose="020B0502040204020203" pitchFamily="34" charset="0"/>
                </a:rPr>
                <a:t>Production App</a:t>
              </a:r>
            </a:p>
            <a:p>
              <a:pPr defTabSz="914378"/>
              <a:endParaRPr lang="en-US" sz="800" kern="0" dirty="0">
                <a:latin typeface="Segoe UI" panose="020B0502040204020203" pitchFamily="34" charset="0"/>
                <a:cs typeface="Segoe UI" panose="020B0502040204020203" pitchFamily="34" charset="0"/>
              </a:endParaRPr>
            </a:p>
          </p:txBody>
        </p:sp>
        <p:sp>
          <p:nvSpPr>
            <p:cNvPr id="98" name="Rounded Rectangle 88">
              <a:extLst>
                <a:ext uri="{FF2B5EF4-FFF2-40B4-BE49-F238E27FC236}">
                  <a16:creationId xmlns:a16="http://schemas.microsoft.com/office/drawing/2014/main" id="{AFCE4095-6E75-47CE-B7D3-A444144FA22D}"/>
                </a:ext>
              </a:extLst>
            </p:cNvPr>
            <p:cNvSpPr/>
            <p:nvPr/>
          </p:nvSpPr>
          <p:spPr>
            <a:xfrm>
              <a:off x="771964" y="2649682"/>
              <a:ext cx="1048210" cy="353700"/>
            </a:xfrm>
            <a:prstGeom prst="roundRect">
              <a:avLst/>
            </a:prstGeom>
            <a:solidFill>
              <a:schemeClr val="accent1">
                <a:lumMod val="20000"/>
                <a:lumOff val="80000"/>
              </a:schemeClr>
            </a:solidFill>
            <a:ln w="9525" cap="flat" cmpd="sng" algn="ctr">
              <a:gradFill flip="none" rotWithShape="1">
                <a:gsLst>
                  <a:gs pos="0">
                    <a:srgbClr val="70AD46">
                      <a:lumMod val="60000"/>
                      <a:lumOff val="40000"/>
                    </a:srgbClr>
                  </a:gs>
                  <a:gs pos="50000">
                    <a:srgbClr val="70AD46">
                      <a:lumMod val="20000"/>
                      <a:lumOff val="80000"/>
                    </a:srgbClr>
                  </a:gs>
                  <a:gs pos="100000">
                    <a:srgbClr val="70AD46">
                      <a:lumMod val="60000"/>
                      <a:lumOff val="40000"/>
                    </a:srgbClr>
                  </a:gs>
                </a:gsLst>
                <a:lin ang="0" scaled="1"/>
                <a:tileRect/>
              </a:gradFill>
              <a:prstDash val="dashDot"/>
            </a:ln>
            <a:effectLst/>
          </p:spPr>
          <p:txBody>
            <a:bodyPr lIns="68580" tIns="34290" rIns="68580" bIns="34290" rtlCol="0" anchor="ctr"/>
            <a:lstStyle/>
            <a:p>
              <a:pPr defTabSz="914378">
                <a:defRPr/>
              </a:pPr>
              <a:r>
                <a:rPr lang="en-US" sz="1050" kern="0" dirty="0">
                  <a:latin typeface="Calibri"/>
                </a:rPr>
                <a:t>Deployment</a:t>
              </a:r>
            </a:p>
          </p:txBody>
        </p:sp>
      </p:grpSp>
      <p:sp>
        <p:nvSpPr>
          <p:cNvPr id="75" name="TextBox 74">
            <a:extLst>
              <a:ext uri="{FF2B5EF4-FFF2-40B4-BE49-F238E27FC236}">
                <a16:creationId xmlns:a16="http://schemas.microsoft.com/office/drawing/2014/main" id="{5C35B843-2001-4B21-A97A-8EEE7A5D6076}"/>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spTree>
    <p:extLst>
      <p:ext uri="{BB962C8B-B14F-4D97-AF65-F5344CB8AC3E}">
        <p14:creationId xmlns:p14="http://schemas.microsoft.com/office/powerpoint/2010/main" val="24158297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A6427CB0-0FE1-4879-889F-1079806F0174}"/>
              </a:ext>
            </a:extLst>
          </p:cNvPr>
          <p:cNvSpPr/>
          <p:nvPr/>
        </p:nvSpPr>
        <p:spPr>
          <a:xfrm>
            <a:off x="-1" y="0"/>
            <a:ext cx="2803743"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4220" y="1344708"/>
            <a:ext cx="2913651"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000" dirty="0">
                <a:solidFill>
                  <a:schemeClr val="accent2">
                    <a:lumMod val="75000"/>
                  </a:schemeClr>
                </a:solidFill>
                <a:latin typeface="Raleway ExtraBold" panose="020B0903030101060003" pitchFamily="34" charset="0"/>
              </a:rPr>
              <a:t>Methodology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110538" y="2562981"/>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050" dirty="0">
                <a:solidFill>
                  <a:schemeClr val="tx1">
                    <a:lumMod val="95000"/>
                    <a:lumOff val="5000"/>
                  </a:schemeClr>
                </a:solidFill>
                <a:latin typeface="Segoe UI" panose="020B0502040204020203" pitchFamily="34" charset="0"/>
                <a:cs typeface="Segoe UI" panose="020B0502040204020203" pitchFamily="34" charset="0"/>
              </a:rPr>
              <a:t>When recommending an Agile execution approach, Synectiks considers the following core activities and concepts to be the most critical to the success of project execution. While we are willing to be flexible on our execution approach, we believe that eliminating these activities reduces the effectiveness of the agile approach.</a:t>
            </a:r>
          </a:p>
        </p:txBody>
      </p:sp>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3123353" y="29319"/>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Process &amp; Approaches</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grpSp>
        <p:nvGrpSpPr>
          <p:cNvPr id="65" name="Group 64">
            <a:extLst>
              <a:ext uri="{FF2B5EF4-FFF2-40B4-BE49-F238E27FC236}">
                <a16:creationId xmlns:a16="http://schemas.microsoft.com/office/drawing/2014/main" id="{2C7DD8AD-AEF8-4235-A84A-ABC99C225622}"/>
              </a:ext>
            </a:extLst>
          </p:cNvPr>
          <p:cNvGrpSpPr/>
          <p:nvPr/>
        </p:nvGrpSpPr>
        <p:grpSpPr>
          <a:xfrm>
            <a:off x="2779776" y="1342692"/>
            <a:ext cx="6364224" cy="3748855"/>
            <a:chOff x="230185" y="1885861"/>
            <a:chExt cx="8686803" cy="2743289"/>
          </a:xfrm>
        </p:grpSpPr>
        <p:sp>
          <p:nvSpPr>
            <p:cNvPr id="66" name="Rectangle 256">
              <a:extLst>
                <a:ext uri="{FF2B5EF4-FFF2-40B4-BE49-F238E27FC236}">
                  <a16:creationId xmlns:a16="http://schemas.microsoft.com/office/drawing/2014/main" id="{3B24C640-E013-456A-881B-2027C53FC852}"/>
                </a:ext>
              </a:extLst>
            </p:cNvPr>
            <p:cNvSpPr>
              <a:spLocks noChangeArrowheads="1"/>
            </p:cNvSpPr>
            <p:nvPr/>
          </p:nvSpPr>
          <p:spPr bwMode="auto">
            <a:xfrm flipH="1">
              <a:off x="673397" y="3366086"/>
              <a:ext cx="8229600" cy="1253162"/>
            </a:xfrm>
            <a:prstGeom prst="rect">
              <a:avLst/>
            </a:prstGeom>
            <a:solidFill>
              <a:srgbClr val="00B0F0"/>
            </a:solidFill>
            <a:ln w="12700">
              <a:noFill/>
              <a:miter lim="800000"/>
              <a:headEnd/>
              <a:tailEnd/>
            </a:ln>
          </p:spPr>
          <p:txBody>
            <a:bodyPr wrap="none" anchor="ctr">
              <a:noAutofit/>
            </a:bodyPr>
            <a:lstStyle/>
            <a:p>
              <a:endParaRPr lang="en-US" sz="1125" b="1" dirty="0">
                <a:solidFill>
                  <a:srgbClr val="4D4D4D"/>
                </a:solidFill>
              </a:endParaRPr>
            </a:p>
          </p:txBody>
        </p:sp>
        <p:sp>
          <p:nvSpPr>
            <p:cNvPr id="67" name="Pentagon 10">
              <a:extLst>
                <a:ext uri="{FF2B5EF4-FFF2-40B4-BE49-F238E27FC236}">
                  <a16:creationId xmlns:a16="http://schemas.microsoft.com/office/drawing/2014/main" id="{2847BC25-7953-4843-9436-EFC4F7376898}"/>
                </a:ext>
              </a:extLst>
            </p:cNvPr>
            <p:cNvSpPr/>
            <p:nvPr/>
          </p:nvSpPr>
          <p:spPr>
            <a:xfrm>
              <a:off x="673395" y="1885861"/>
              <a:ext cx="2050537" cy="214497"/>
            </a:xfrm>
            <a:prstGeom prst="homePlate">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lIns="51433" tIns="25717" rIns="51433" bIns="25717" rtlCol="0" anchor="ctr"/>
            <a:lstStyle/>
            <a:p>
              <a:pPr algn="ctr" defTabSz="342892"/>
              <a:endParaRPr lang="en-US" sz="1350" dirty="0">
                <a:solidFill>
                  <a:srgbClr val="FFFFFF"/>
                </a:solidFill>
              </a:endParaRPr>
            </a:p>
          </p:txBody>
        </p:sp>
        <p:sp>
          <p:nvSpPr>
            <p:cNvPr id="68" name="Text Placeholder 12">
              <a:extLst>
                <a:ext uri="{FF2B5EF4-FFF2-40B4-BE49-F238E27FC236}">
                  <a16:creationId xmlns:a16="http://schemas.microsoft.com/office/drawing/2014/main" id="{5A260B9F-F9C7-42F0-9D8C-21AE6CAA8658}"/>
                </a:ext>
              </a:extLst>
            </p:cNvPr>
            <p:cNvSpPr txBox="1">
              <a:spLocks/>
            </p:cNvSpPr>
            <p:nvPr/>
          </p:nvSpPr>
          <p:spPr>
            <a:xfrm>
              <a:off x="709224" y="1885861"/>
              <a:ext cx="1900408"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r>
                <a:rPr lang="en-US" sz="750" dirty="0"/>
                <a:t>Release plan / product backlog</a:t>
              </a:r>
            </a:p>
          </p:txBody>
        </p:sp>
        <p:sp>
          <p:nvSpPr>
            <p:cNvPr id="69" name="Chevron 12">
              <a:extLst>
                <a:ext uri="{FF2B5EF4-FFF2-40B4-BE49-F238E27FC236}">
                  <a16:creationId xmlns:a16="http://schemas.microsoft.com/office/drawing/2014/main" id="{37ABA2E3-A7C3-4D65-9177-296BA25D8F2C}"/>
                </a:ext>
              </a:extLst>
            </p:cNvPr>
            <p:cNvSpPr/>
            <p:nvPr/>
          </p:nvSpPr>
          <p:spPr>
            <a:xfrm>
              <a:off x="2685324" y="1885861"/>
              <a:ext cx="2112125" cy="228600"/>
            </a:xfrm>
            <a:prstGeom prst="chevron">
              <a:avLst/>
            </a:prstGeom>
            <a:solidFill>
              <a:schemeClr val="accent4"/>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0" name="Text Placeholder 12">
              <a:extLst>
                <a:ext uri="{FF2B5EF4-FFF2-40B4-BE49-F238E27FC236}">
                  <a16:creationId xmlns:a16="http://schemas.microsoft.com/office/drawing/2014/main" id="{02BCA679-0832-4A20-B636-60599DBB3C65}"/>
                </a:ext>
              </a:extLst>
            </p:cNvPr>
            <p:cNvSpPr txBox="1">
              <a:spLocks/>
            </p:cNvSpPr>
            <p:nvPr/>
          </p:nvSpPr>
          <p:spPr>
            <a:xfrm>
              <a:off x="2718041" y="1885861"/>
              <a:ext cx="1965108"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dirty="0"/>
                <a:t>Sprint backlog</a:t>
              </a:r>
            </a:p>
          </p:txBody>
        </p:sp>
        <p:sp>
          <p:nvSpPr>
            <p:cNvPr id="71" name="Chevron 14">
              <a:extLst>
                <a:ext uri="{FF2B5EF4-FFF2-40B4-BE49-F238E27FC236}">
                  <a16:creationId xmlns:a16="http://schemas.microsoft.com/office/drawing/2014/main" id="{C160150C-D6AA-42C5-8A23-121491D6B65A}"/>
                </a:ext>
              </a:extLst>
            </p:cNvPr>
            <p:cNvSpPr/>
            <p:nvPr/>
          </p:nvSpPr>
          <p:spPr>
            <a:xfrm>
              <a:off x="4758842" y="1885861"/>
              <a:ext cx="2125841" cy="228600"/>
            </a:xfrm>
            <a:prstGeom prst="chevron">
              <a:avLst/>
            </a:prstGeom>
            <a:solidFill>
              <a:schemeClr val="accent6"/>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defTabSz="342892"/>
              <a:endParaRPr lang="en-US" sz="1350" dirty="0">
                <a:solidFill>
                  <a:srgbClr val="000000"/>
                </a:solidFill>
              </a:endParaRPr>
            </a:p>
          </p:txBody>
        </p:sp>
        <p:sp>
          <p:nvSpPr>
            <p:cNvPr id="72" name="Text Placeholder 12">
              <a:extLst>
                <a:ext uri="{FF2B5EF4-FFF2-40B4-BE49-F238E27FC236}">
                  <a16:creationId xmlns:a16="http://schemas.microsoft.com/office/drawing/2014/main" id="{40F39DEB-0C0D-4BBA-9958-2B0BF97FFA55}"/>
                </a:ext>
              </a:extLst>
            </p:cNvPr>
            <p:cNvSpPr txBox="1">
              <a:spLocks/>
            </p:cNvSpPr>
            <p:nvPr/>
          </p:nvSpPr>
          <p:spPr>
            <a:xfrm>
              <a:off x="5269930" y="1885861"/>
              <a:ext cx="1500453" cy="217926"/>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goal</a:t>
              </a:r>
            </a:p>
          </p:txBody>
        </p:sp>
        <p:grpSp>
          <p:nvGrpSpPr>
            <p:cNvPr id="73" name="Group 72">
              <a:extLst>
                <a:ext uri="{FF2B5EF4-FFF2-40B4-BE49-F238E27FC236}">
                  <a16:creationId xmlns:a16="http://schemas.microsoft.com/office/drawing/2014/main" id="{C9A64970-01BA-49BC-ABB9-4B4D850E2B45}"/>
                </a:ext>
              </a:extLst>
            </p:cNvPr>
            <p:cNvGrpSpPr/>
            <p:nvPr/>
          </p:nvGrpSpPr>
          <p:grpSpPr>
            <a:xfrm>
              <a:off x="6884683" y="1885861"/>
              <a:ext cx="2032305" cy="228600"/>
              <a:chOff x="6774246" y="1885861"/>
              <a:chExt cx="2142743" cy="228600"/>
            </a:xfrm>
            <a:solidFill>
              <a:srgbClr val="919D9D"/>
            </a:solidFill>
          </p:grpSpPr>
          <p:sp>
            <p:nvSpPr>
              <p:cNvPr id="85" name="Chevron 28">
                <a:extLst>
                  <a:ext uri="{FF2B5EF4-FFF2-40B4-BE49-F238E27FC236}">
                    <a16:creationId xmlns:a16="http://schemas.microsoft.com/office/drawing/2014/main" id="{06DB56EB-9A54-4542-ADD7-CD184297F045}"/>
                  </a:ext>
                </a:extLst>
              </p:cNvPr>
              <p:cNvSpPr/>
              <p:nvPr/>
            </p:nvSpPr>
            <p:spPr>
              <a:xfrm>
                <a:off x="6774246" y="1885861"/>
                <a:ext cx="2142743" cy="228600"/>
              </a:xfrm>
              <a:prstGeom prst="chevron">
                <a:avLst/>
              </a:prstGeom>
              <a:solidFill>
                <a:schemeClr val="accent1"/>
              </a:solidFill>
              <a:ln>
                <a:noFill/>
              </a:ln>
            </p:spPr>
            <p:style>
              <a:lnRef idx="0">
                <a:scrgbClr r="0" g="0" b="0"/>
              </a:lnRef>
              <a:fillRef idx="0">
                <a:scrgbClr r="0" g="0" b="0"/>
              </a:fillRef>
              <a:effectRef idx="0">
                <a:scrgbClr r="0" g="0" b="0"/>
              </a:effectRef>
              <a:fontRef idx="minor">
                <a:schemeClr val="lt1"/>
              </a:fontRef>
            </p:style>
            <p:txBody>
              <a:bodyPr lIns="51433" tIns="25717" rIns="51433" bIns="25717" rtlCol="0" anchor="ctr"/>
              <a:lstStyle/>
              <a:p>
                <a:pPr algn="ctr" defTabSz="342892"/>
                <a:endParaRPr lang="en-US" sz="1350" dirty="0">
                  <a:solidFill>
                    <a:srgbClr val="000000"/>
                  </a:solidFill>
                </a:endParaRPr>
              </a:p>
            </p:txBody>
          </p:sp>
          <p:sp>
            <p:nvSpPr>
              <p:cNvPr id="86" name="Text Placeholder 12">
                <a:extLst>
                  <a:ext uri="{FF2B5EF4-FFF2-40B4-BE49-F238E27FC236}">
                    <a16:creationId xmlns:a16="http://schemas.microsoft.com/office/drawing/2014/main" id="{1A527340-F2F9-433F-B2B1-D5F8AE5EEEB8}"/>
                  </a:ext>
                </a:extLst>
              </p:cNvPr>
              <p:cNvSpPr txBox="1">
                <a:spLocks/>
              </p:cNvSpPr>
              <p:nvPr/>
            </p:nvSpPr>
            <p:spPr>
              <a:xfrm>
                <a:off x="8526640" y="1885861"/>
                <a:ext cx="390348" cy="228600"/>
              </a:xfrm>
              <a:prstGeom prst="rect">
                <a:avLst/>
              </a:prstGeom>
              <a:solidFill>
                <a:srgbClr val="4472C4"/>
              </a:solidFill>
            </p:spPr>
            <p:txBody>
              <a:bodyPr tIns="68580" bIns="68580" anchor="ctr" anchorCtr="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0" indent="0">
                  <a:buNone/>
                </a:pPr>
                <a:endParaRPr lang="en-US" sz="750" dirty="0">
                  <a:solidFill>
                    <a:schemeClr val="bg1"/>
                  </a:solidFill>
                </a:endParaRPr>
              </a:p>
            </p:txBody>
          </p:sp>
        </p:grpSp>
        <p:sp>
          <p:nvSpPr>
            <p:cNvPr id="74" name="Text Placeholder 12">
              <a:extLst>
                <a:ext uri="{FF2B5EF4-FFF2-40B4-BE49-F238E27FC236}">
                  <a16:creationId xmlns:a16="http://schemas.microsoft.com/office/drawing/2014/main" id="{1B7FC394-33D0-484D-B153-EFB1ADA7E3B9}"/>
                </a:ext>
              </a:extLst>
            </p:cNvPr>
            <p:cNvSpPr txBox="1">
              <a:spLocks/>
            </p:cNvSpPr>
            <p:nvPr/>
          </p:nvSpPr>
          <p:spPr>
            <a:xfrm>
              <a:off x="7257207" y="1885861"/>
              <a:ext cx="1545481" cy="228600"/>
            </a:xfrm>
            <a:prstGeom prst="rect">
              <a:avLst/>
            </a:prstGeom>
          </p:spPr>
          <p:txBody>
            <a:bodyPr vert="horz" lIns="0" tIns="0" rIns="0" bIns="0" rtlCol="0" anchor="ctr" anchorCtr="0">
              <a:noAutofit/>
            </a:bodyPr>
            <a:lstStyle>
              <a:lvl1pPr marL="0" indent="0" algn="r" defTabSz="457200" rtl="0" eaLnBrk="1" latinLnBrk="0" hangingPunct="1">
                <a:spcBef>
                  <a:spcPts val="0"/>
                </a:spcBef>
                <a:buSzPct val="75000"/>
                <a:buFontTx/>
                <a:buNone/>
                <a:defRPr sz="1500" kern="1200" baseline="0">
                  <a:solidFill>
                    <a:schemeClr val="bg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l"/>
              <a:r>
                <a:rPr lang="en-US" sz="750" dirty="0"/>
                <a:t>Sprint closure</a:t>
              </a:r>
            </a:p>
          </p:txBody>
        </p:sp>
        <p:sp>
          <p:nvSpPr>
            <p:cNvPr id="75" name="Text Placeholder 14">
              <a:extLst>
                <a:ext uri="{FF2B5EF4-FFF2-40B4-BE49-F238E27FC236}">
                  <a16:creationId xmlns:a16="http://schemas.microsoft.com/office/drawing/2014/main" id="{8B2C581F-0E58-4B18-BCCF-6BB072555007}"/>
                </a:ext>
              </a:extLst>
            </p:cNvPr>
            <p:cNvSpPr txBox="1">
              <a:spLocks/>
            </p:cNvSpPr>
            <p:nvPr/>
          </p:nvSpPr>
          <p:spPr>
            <a:xfrm>
              <a:off x="673394"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Vision, ROI and project cadence</a:t>
              </a:r>
            </a:p>
            <a:p>
              <a:pPr marL="171450" indent="-171450" defTabSz="514350">
                <a:spcBef>
                  <a:spcPts val="0"/>
                </a:spcBef>
                <a:buClr>
                  <a:srgbClr val="DA291C"/>
                </a:buClr>
                <a:buSzPct val="80000"/>
              </a:pPr>
              <a:r>
                <a:rPr lang="en-US" sz="750" dirty="0">
                  <a:latin typeface="+mn-lt"/>
                  <a:cs typeface="Calibri" pitchFamily="34" charset="0"/>
                </a:rPr>
                <a:t>Creation of themes, epics </a:t>
              </a:r>
              <a:br>
                <a:rPr lang="en-US" sz="750" dirty="0">
                  <a:latin typeface="+mn-lt"/>
                  <a:cs typeface="Calibri" pitchFamily="34" charset="0"/>
                </a:rPr>
              </a:br>
              <a:r>
                <a:rPr lang="en-US" sz="750" dirty="0">
                  <a:latin typeface="+mn-lt"/>
                  <a:cs typeface="Calibri" pitchFamily="34" charset="0"/>
                </a:rPr>
                <a:t>and user stories</a:t>
              </a:r>
            </a:p>
            <a:p>
              <a:pPr marL="171450" indent="-171450" defTabSz="514350">
                <a:spcBef>
                  <a:spcPts val="0"/>
                </a:spcBef>
                <a:buClr>
                  <a:srgbClr val="DA291C"/>
                </a:buClr>
                <a:buSzPct val="80000"/>
              </a:pPr>
              <a:r>
                <a:rPr lang="en-US" sz="750" dirty="0">
                  <a:latin typeface="+mn-lt"/>
                  <a:cs typeface="Calibri" pitchFamily="34" charset="0"/>
                </a:rPr>
                <a:t>Prioritization of backlog items and grooming</a:t>
              </a:r>
            </a:p>
          </p:txBody>
        </p:sp>
        <p:sp>
          <p:nvSpPr>
            <p:cNvPr id="76" name="Text Placeholder 16">
              <a:extLst>
                <a:ext uri="{FF2B5EF4-FFF2-40B4-BE49-F238E27FC236}">
                  <a16:creationId xmlns:a16="http://schemas.microsoft.com/office/drawing/2014/main" id="{1A0AFC46-0CE1-4091-BAA7-A44E8130828E}"/>
                </a:ext>
              </a:extLst>
            </p:cNvPr>
            <p:cNvSpPr txBox="1">
              <a:spLocks/>
            </p:cNvSpPr>
            <p:nvPr/>
          </p:nvSpPr>
          <p:spPr>
            <a:xfrm>
              <a:off x="693469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Deployment activities</a:t>
              </a:r>
            </a:p>
            <a:p>
              <a:pPr marL="171450" indent="-171450" defTabSz="514350">
                <a:spcBef>
                  <a:spcPts val="0"/>
                </a:spcBef>
                <a:buClr>
                  <a:srgbClr val="DA291C"/>
                </a:buClr>
                <a:buSzPct val="80000"/>
              </a:pPr>
              <a:r>
                <a:rPr lang="en-US" sz="750" dirty="0">
                  <a:latin typeface="+mn-lt"/>
                  <a:cs typeface="Calibri" pitchFamily="34" charset="0"/>
                </a:rPr>
                <a:t>Showcase / demonstration</a:t>
              </a:r>
            </a:p>
            <a:p>
              <a:pPr marL="171450" indent="-171450" defTabSz="514350">
                <a:spcBef>
                  <a:spcPts val="0"/>
                </a:spcBef>
                <a:buClr>
                  <a:srgbClr val="DA291C"/>
                </a:buClr>
                <a:buSzPct val="80000"/>
              </a:pPr>
              <a:r>
                <a:rPr lang="en-US" sz="750" dirty="0">
                  <a:latin typeface="+mn-lt"/>
                  <a:cs typeface="Calibri" pitchFamily="34" charset="0"/>
                </a:rPr>
                <a:t>UAT</a:t>
              </a:r>
            </a:p>
            <a:p>
              <a:pPr marL="171450" indent="-171450" defTabSz="514350">
                <a:spcBef>
                  <a:spcPts val="0"/>
                </a:spcBef>
                <a:buClr>
                  <a:srgbClr val="DA291C"/>
                </a:buClr>
                <a:buSzPct val="80000"/>
              </a:pPr>
              <a:r>
                <a:rPr lang="en-US" sz="750" dirty="0">
                  <a:latin typeface="+mn-lt"/>
                  <a:cs typeface="Calibri" pitchFamily="34" charset="0"/>
                </a:rPr>
                <a:t>Backlog grooming</a:t>
              </a:r>
            </a:p>
            <a:p>
              <a:pPr marL="171450" indent="-171450" defTabSz="514350">
                <a:spcBef>
                  <a:spcPts val="0"/>
                </a:spcBef>
                <a:buClr>
                  <a:srgbClr val="DA291C"/>
                </a:buClr>
                <a:buSzPct val="80000"/>
              </a:pPr>
              <a:r>
                <a:rPr lang="en-US" sz="750" dirty="0">
                  <a:latin typeface="+mn-lt"/>
                  <a:cs typeface="Calibri" pitchFamily="34" charset="0"/>
                </a:rPr>
                <a:t>Retrospective</a:t>
              </a:r>
            </a:p>
            <a:p>
              <a:pPr marL="171450" indent="-171450" defTabSz="514350">
                <a:spcBef>
                  <a:spcPts val="0"/>
                </a:spcBef>
                <a:buClr>
                  <a:srgbClr val="DA291C"/>
                </a:buClr>
                <a:buSzPct val="80000"/>
              </a:pPr>
              <a:r>
                <a:rPr lang="en-US" sz="750" dirty="0">
                  <a:latin typeface="+mn-lt"/>
                  <a:cs typeface="Calibri" pitchFamily="34" charset="0"/>
                </a:rPr>
                <a:t>Release burn-down</a:t>
              </a:r>
            </a:p>
          </p:txBody>
        </p:sp>
        <p:sp>
          <p:nvSpPr>
            <p:cNvPr id="77" name="Text Placeholder 14">
              <a:extLst>
                <a:ext uri="{FF2B5EF4-FFF2-40B4-BE49-F238E27FC236}">
                  <a16:creationId xmlns:a16="http://schemas.microsoft.com/office/drawing/2014/main" id="{4604C8C2-C6CA-4FC6-B41E-13C041521E90}"/>
                </a:ext>
              </a:extLst>
            </p:cNvPr>
            <p:cNvSpPr txBox="1">
              <a:spLocks/>
            </p:cNvSpPr>
            <p:nvPr/>
          </p:nvSpPr>
          <p:spPr>
            <a:xfrm>
              <a:off x="2761721"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cs typeface="Calibri" pitchFamily="34" charset="0"/>
                </a:rPr>
                <a:t>Develop definition of “Done” </a:t>
              </a:r>
            </a:p>
            <a:p>
              <a:pPr marL="171450" indent="-171450" defTabSz="514350">
                <a:spcBef>
                  <a:spcPts val="0"/>
                </a:spcBef>
                <a:buClr>
                  <a:srgbClr val="DA291C"/>
                </a:buClr>
                <a:buSzPct val="80000"/>
              </a:pPr>
              <a:r>
                <a:rPr lang="en-US" sz="750" dirty="0">
                  <a:latin typeface="+mn-lt"/>
                  <a:cs typeface="Calibri" pitchFamily="34" charset="0"/>
                </a:rPr>
                <a:t>Sprint backlog refinement</a:t>
              </a:r>
            </a:p>
            <a:p>
              <a:pPr marL="171450" indent="-171450" defTabSz="514350">
                <a:spcBef>
                  <a:spcPts val="0"/>
                </a:spcBef>
                <a:buClr>
                  <a:srgbClr val="DA291C"/>
                </a:buClr>
                <a:buSzPct val="80000"/>
              </a:pPr>
              <a:r>
                <a:rPr lang="en-US" sz="750" dirty="0">
                  <a:latin typeface="+mn-lt"/>
                  <a:cs typeface="Calibri" pitchFamily="34" charset="0"/>
                </a:rPr>
                <a:t>Develop acceptance criteria</a:t>
              </a:r>
            </a:p>
            <a:p>
              <a:pPr marL="171450" indent="-171450" defTabSz="514350">
                <a:spcBef>
                  <a:spcPts val="0"/>
                </a:spcBef>
                <a:buClr>
                  <a:srgbClr val="DA291C"/>
                </a:buClr>
                <a:buSzPct val="80000"/>
              </a:pPr>
              <a:r>
                <a:rPr lang="en-US" sz="750" dirty="0">
                  <a:cs typeface="Calibri" pitchFamily="34" charset="0"/>
                </a:rPr>
                <a:t>Assign story points</a:t>
              </a:r>
              <a:endParaRPr lang="en-US" sz="750" dirty="0">
                <a:latin typeface="+mn-lt"/>
                <a:cs typeface="Calibri" pitchFamily="34" charset="0"/>
              </a:endParaRPr>
            </a:p>
            <a:p>
              <a:pPr marL="171450" indent="-171450" defTabSz="514350">
                <a:spcBef>
                  <a:spcPts val="0"/>
                </a:spcBef>
                <a:buClr>
                  <a:srgbClr val="DA291C"/>
                </a:buClr>
                <a:buSzPct val="80000"/>
              </a:pPr>
              <a:r>
                <a:rPr lang="en-US" sz="750" dirty="0">
                  <a:latin typeface="+mn-lt"/>
                  <a:cs typeface="Calibri" pitchFamily="34" charset="0"/>
                </a:rPr>
                <a:t>Develop testing approach</a:t>
              </a:r>
            </a:p>
            <a:p>
              <a:pPr marL="171450" indent="-171450" defTabSz="514350">
                <a:spcBef>
                  <a:spcPts val="0"/>
                </a:spcBef>
                <a:buClr>
                  <a:srgbClr val="DA291C"/>
                </a:buClr>
                <a:buSzPct val="80000"/>
              </a:pPr>
              <a:r>
                <a:rPr lang="en-US" sz="750" dirty="0">
                  <a:latin typeface="+mn-lt"/>
                  <a:cs typeface="Calibri" pitchFamily="34" charset="0"/>
                </a:rPr>
                <a:t>Create, develop and assign tasks</a:t>
              </a:r>
            </a:p>
          </p:txBody>
        </p:sp>
        <p:sp>
          <p:nvSpPr>
            <p:cNvPr id="78" name="Text Placeholder 16">
              <a:extLst>
                <a:ext uri="{FF2B5EF4-FFF2-40B4-BE49-F238E27FC236}">
                  <a16:creationId xmlns:a16="http://schemas.microsoft.com/office/drawing/2014/main" id="{E9ED737A-2969-4149-B538-B437D9CBB916}"/>
                </a:ext>
              </a:extLst>
            </p:cNvPr>
            <p:cNvSpPr txBox="1">
              <a:spLocks/>
            </p:cNvSpPr>
            <p:nvPr/>
          </p:nvSpPr>
          <p:spPr>
            <a:xfrm>
              <a:off x="4850048" y="2198651"/>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Clr>
                  <a:srgbClr val="DA291C"/>
                </a:buClr>
                <a:buSzPct val="80000"/>
              </a:pPr>
              <a:r>
                <a:rPr lang="en-US" sz="750" dirty="0">
                  <a:latin typeface="+mn-lt"/>
                  <a:cs typeface="Calibri" pitchFamily="34" charset="0"/>
                </a:rPr>
                <a:t>Daily Scrum meetings</a:t>
              </a:r>
            </a:p>
            <a:p>
              <a:pPr marL="171450" indent="-171450" defTabSz="514350">
                <a:spcBef>
                  <a:spcPts val="0"/>
                </a:spcBef>
                <a:buClr>
                  <a:srgbClr val="DA291C"/>
                </a:buClr>
                <a:buSzPct val="80000"/>
              </a:pPr>
              <a:r>
                <a:rPr lang="en-US" sz="750" dirty="0">
                  <a:latin typeface="+mn-lt"/>
                  <a:cs typeface="Calibri" pitchFamily="34" charset="0"/>
                </a:rPr>
                <a:t>Development</a:t>
              </a:r>
            </a:p>
            <a:p>
              <a:pPr marL="171450" indent="-171450" defTabSz="514350">
                <a:spcBef>
                  <a:spcPts val="0"/>
                </a:spcBef>
                <a:buClr>
                  <a:srgbClr val="DA291C"/>
                </a:buClr>
                <a:buSzPct val="80000"/>
              </a:pPr>
              <a:r>
                <a:rPr lang="en-US" sz="750" dirty="0">
                  <a:latin typeface="+mn-lt"/>
                  <a:cs typeface="Calibri" pitchFamily="34" charset="0"/>
                </a:rPr>
                <a:t>Weekly builds and reviews</a:t>
              </a:r>
            </a:p>
            <a:p>
              <a:pPr marL="171450" indent="-171450" defTabSz="514350">
                <a:spcBef>
                  <a:spcPts val="0"/>
                </a:spcBef>
                <a:buClr>
                  <a:srgbClr val="DA291C"/>
                </a:buClr>
                <a:buSzPct val="80000"/>
              </a:pPr>
              <a:r>
                <a:rPr lang="en-US" sz="750" dirty="0">
                  <a:latin typeface="+mn-lt"/>
                  <a:cs typeface="Calibri" pitchFamily="34" charset="0"/>
                </a:rPr>
                <a:t>Continuous integration </a:t>
              </a:r>
              <a:br>
                <a:rPr lang="en-US" sz="750" dirty="0">
                  <a:latin typeface="+mn-lt"/>
                  <a:cs typeface="Calibri" pitchFamily="34" charset="0"/>
                </a:rPr>
              </a:br>
              <a:r>
                <a:rPr lang="en-US" sz="750" dirty="0">
                  <a:latin typeface="+mn-lt"/>
                  <a:cs typeface="Calibri" pitchFamily="34" charset="0"/>
                </a:rPr>
                <a:t>and testing</a:t>
              </a:r>
            </a:p>
            <a:p>
              <a:pPr marL="171450" indent="-171450" defTabSz="514350">
                <a:spcBef>
                  <a:spcPts val="0"/>
                </a:spcBef>
                <a:buClr>
                  <a:srgbClr val="DA291C"/>
                </a:buClr>
                <a:buSzPct val="80000"/>
              </a:pPr>
              <a:r>
                <a:rPr lang="en-US" sz="750" dirty="0">
                  <a:latin typeface="+mn-lt"/>
                  <a:cs typeface="Calibri" pitchFamily="34" charset="0"/>
                </a:rPr>
                <a:t>Impediment removal</a:t>
              </a:r>
            </a:p>
            <a:p>
              <a:pPr marL="171450" indent="-171450" defTabSz="514350">
                <a:spcBef>
                  <a:spcPts val="0"/>
                </a:spcBef>
                <a:buClr>
                  <a:srgbClr val="DA291C"/>
                </a:buClr>
                <a:buSzPct val="80000"/>
              </a:pPr>
              <a:r>
                <a:rPr lang="en-US" sz="750" dirty="0">
                  <a:latin typeface="+mn-lt"/>
                  <a:cs typeface="Calibri" pitchFamily="34" charset="0"/>
                </a:rPr>
                <a:t>Update documentation</a:t>
              </a:r>
            </a:p>
          </p:txBody>
        </p:sp>
        <p:sp>
          <p:nvSpPr>
            <p:cNvPr id="79" name="Text Placeholder 14">
              <a:extLst>
                <a:ext uri="{FF2B5EF4-FFF2-40B4-BE49-F238E27FC236}">
                  <a16:creationId xmlns:a16="http://schemas.microsoft.com/office/drawing/2014/main" id="{D7FB132A-2C13-4B8A-9B84-290FE3A56DDF}"/>
                </a:ext>
              </a:extLst>
            </p:cNvPr>
            <p:cNvSpPr txBox="1">
              <a:spLocks/>
            </p:cNvSpPr>
            <p:nvPr/>
          </p:nvSpPr>
          <p:spPr>
            <a:xfrm>
              <a:off x="673394"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cs typeface="Calibri" pitchFamily="34" charset="0"/>
                </a:rPr>
                <a:t>Release plan</a:t>
              </a:r>
            </a:p>
            <a:p>
              <a:pPr marL="171450" indent="-171450" defTabSz="514350">
                <a:spcBef>
                  <a:spcPts val="0"/>
                </a:spcBef>
                <a:buSzPct val="80000"/>
              </a:pPr>
              <a:r>
                <a:rPr lang="en-US" sz="750" dirty="0">
                  <a:solidFill>
                    <a:schemeClr val="bg1"/>
                  </a:solidFill>
                  <a:latin typeface="+mn-lt"/>
                  <a:cs typeface="Calibri" pitchFamily="34" charset="0"/>
                </a:rPr>
                <a:t>Product backlog</a:t>
              </a:r>
            </a:p>
            <a:p>
              <a:pPr marL="171450" indent="-171450" defTabSz="514350">
                <a:spcBef>
                  <a:spcPts val="0"/>
                </a:spcBef>
                <a:buSzPct val="80000"/>
              </a:pPr>
              <a:r>
                <a:rPr lang="en-US" sz="750" dirty="0">
                  <a:solidFill>
                    <a:schemeClr val="bg1"/>
                  </a:solidFill>
                  <a:cs typeface="Calibri" pitchFamily="34" charset="0"/>
                </a:rPr>
                <a:t>Release burn up</a:t>
              </a:r>
            </a:p>
            <a:p>
              <a:pPr marL="171450" indent="-171450" defTabSz="514350">
                <a:spcBef>
                  <a:spcPts val="0"/>
                </a:spcBef>
                <a:buSzPct val="80000"/>
              </a:pPr>
              <a:endParaRPr lang="en-US" sz="750" dirty="0">
                <a:solidFill>
                  <a:schemeClr val="bg1"/>
                </a:solidFill>
                <a:latin typeface="+mn-lt"/>
                <a:cs typeface="Calibri" pitchFamily="34" charset="0"/>
              </a:endParaRPr>
            </a:p>
          </p:txBody>
        </p:sp>
        <p:sp>
          <p:nvSpPr>
            <p:cNvPr id="80" name="Text Placeholder 16">
              <a:extLst>
                <a:ext uri="{FF2B5EF4-FFF2-40B4-BE49-F238E27FC236}">
                  <a16:creationId xmlns:a16="http://schemas.microsoft.com/office/drawing/2014/main" id="{716EA32A-4F18-4B10-9EDC-C7021BCD8971}"/>
                </a:ext>
              </a:extLst>
            </p:cNvPr>
            <p:cNvSpPr txBox="1">
              <a:spLocks/>
            </p:cNvSpPr>
            <p:nvPr/>
          </p:nvSpPr>
          <p:spPr>
            <a:xfrm>
              <a:off x="693469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Working Software</a:t>
              </a:r>
            </a:p>
            <a:p>
              <a:pPr marL="171450" indent="-171450" defTabSz="514350">
                <a:spcBef>
                  <a:spcPts val="0"/>
                </a:spcBef>
                <a:buSzPct val="80000"/>
              </a:pPr>
              <a:r>
                <a:rPr lang="en-US" sz="750" dirty="0">
                  <a:solidFill>
                    <a:schemeClr val="bg1"/>
                  </a:solidFill>
                  <a:latin typeface="+mn-lt"/>
                  <a:cs typeface="Calibri" pitchFamily="34" charset="0"/>
                </a:rPr>
                <a:t>Retrospective backlog / action list</a:t>
              </a:r>
            </a:p>
            <a:p>
              <a:pPr marL="171450" indent="-171450" defTabSz="514350">
                <a:spcBef>
                  <a:spcPts val="0"/>
                </a:spcBef>
                <a:buSzPct val="80000"/>
              </a:pPr>
              <a:r>
                <a:rPr lang="en-US" sz="750" dirty="0">
                  <a:solidFill>
                    <a:schemeClr val="bg1"/>
                  </a:solidFill>
                  <a:latin typeface="+mn-lt"/>
                  <a:cs typeface="Calibri" pitchFamily="34" charset="0"/>
                </a:rPr>
                <a:t>Continuous improvement plan</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Release burn-down</a:t>
              </a:r>
            </a:p>
          </p:txBody>
        </p:sp>
        <p:sp>
          <p:nvSpPr>
            <p:cNvPr id="81" name="Text Placeholder 14">
              <a:extLst>
                <a:ext uri="{FF2B5EF4-FFF2-40B4-BE49-F238E27FC236}">
                  <a16:creationId xmlns:a16="http://schemas.microsoft.com/office/drawing/2014/main" id="{C75CE276-1877-40E0-9945-BABFE0E62AE4}"/>
                </a:ext>
              </a:extLst>
            </p:cNvPr>
            <p:cNvSpPr txBox="1">
              <a:spLocks/>
            </p:cNvSpPr>
            <p:nvPr/>
          </p:nvSpPr>
          <p:spPr>
            <a:xfrm>
              <a:off x="2761721"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Sprint backlog</a:t>
              </a:r>
            </a:p>
            <a:p>
              <a:pPr marL="171450" indent="-171450" defTabSz="514350">
                <a:spcBef>
                  <a:spcPts val="0"/>
                </a:spcBef>
                <a:buSzPct val="80000"/>
              </a:pPr>
              <a:r>
                <a:rPr lang="en-US" sz="750" dirty="0">
                  <a:solidFill>
                    <a:schemeClr val="bg1"/>
                  </a:solidFill>
                  <a:latin typeface="+mn-lt"/>
                  <a:cs typeface="Calibri" pitchFamily="34" charset="0"/>
                </a:rPr>
                <a:t>Definition of “Done”</a:t>
              </a:r>
            </a:p>
            <a:p>
              <a:pPr marL="171450" indent="-171450" defTabSz="514350">
                <a:spcBef>
                  <a:spcPts val="0"/>
                </a:spcBef>
                <a:buSzPct val="80000"/>
              </a:pPr>
              <a:r>
                <a:rPr lang="en-US" sz="750" dirty="0">
                  <a:solidFill>
                    <a:schemeClr val="bg1"/>
                  </a:solidFill>
                  <a:latin typeface="+mn-lt"/>
                  <a:cs typeface="Calibri" pitchFamily="34" charset="0"/>
                </a:rPr>
                <a:t>Test approach</a:t>
              </a:r>
            </a:p>
            <a:p>
              <a:pPr marL="171450" indent="-171450" defTabSz="514350">
                <a:spcBef>
                  <a:spcPts val="0"/>
                </a:spcBef>
                <a:buSzPct val="80000"/>
              </a:pPr>
              <a:r>
                <a:rPr lang="en-US" sz="750" dirty="0">
                  <a:solidFill>
                    <a:schemeClr val="bg1"/>
                  </a:solidFill>
                  <a:latin typeface="+mn-lt"/>
                  <a:cs typeface="Calibri" pitchFamily="34" charset="0"/>
                </a:rPr>
                <a:t>Acceptance criteria for each story</a:t>
              </a:r>
            </a:p>
            <a:p>
              <a:pPr marL="171450" indent="-171450" defTabSz="514350">
                <a:spcBef>
                  <a:spcPts val="0"/>
                </a:spcBef>
                <a:buSzPct val="80000"/>
              </a:pPr>
              <a:r>
                <a:rPr lang="en-US" sz="750" dirty="0">
                  <a:solidFill>
                    <a:schemeClr val="bg1"/>
                  </a:solidFill>
                  <a:latin typeface="+mn-lt"/>
                  <a:cs typeface="Calibri" pitchFamily="34" charset="0"/>
                </a:rPr>
                <a:t>Sprint Goal</a:t>
              </a:r>
            </a:p>
            <a:p>
              <a:pPr marL="171450" indent="-171450" defTabSz="514350">
                <a:spcBef>
                  <a:spcPts val="0"/>
                </a:spcBef>
                <a:buSzPct val="80000"/>
              </a:pPr>
              <a:r>
                <a:rPr lang="en-US" sz="750" dirty="0">
                  <a:solidFill>
                    <a:schemeClr val="bg1"/>
                  </a:solidFill>
                  <a:latin typeface="+mn-lt"/>
                  <a:cs typeface="Calibri" pitchFamily="34" charset="0"/>
                </a:rPr>
                <a:t>Documentation approach</a:t>
              </a:r>
            </a:p>
          </p:txBody>
        </p:sp>
        <p:sp>
          <p:nvSpPr>
            <p:cNvPr id="82" name="Text Placeholder 16">
              <a:extLst>
                <a:ext uri="{FF2B5EF4-FFF2-40B4-BE49-F238E27FC236}">
                  <a16:creationId xmlns:a16="http://schemas.microsoft.com/office/drawing/2014/main" id="{6441457E-027E-4BAE-979E-3B46F5A4E473}"/>
                </a:ext>
              </a:extLst>
            </p:cNvPr>
            <p:cNvSpPr txBox="1">
              <a:spLocks/>
            </p:cNvSpPr>
            <p:nvPr/>
          </p:nvSpPr>
          <p:spPr>
            <a:xfrm>
              <a:off x="4850048" y="3461715"/>
              <a:ext cx="1978415" cy="1167435"/>
            </a:xfrm>
            <a:prstGeom prst="rect">
              <a:avLst/>
            </a:prstGeom>
          </p:spPr>
          <p:txBody>
            <a:bodyPr lIns="68580" tIns="0" rIns="68580" bIns="0"/>
            <a:lstStyle>
              <a:lvl1pPr marL="342900" indent="-342900" algn="l" defTabSz="457200" rtl="0" eaLnBrk="1" latinLnBrk="0" hangingPunct="1">
                <a:spcBef>
                  <a:spcPct val="20000"/>
                </a:spcBef>
                <a:buSzPct val="75000"/>
                <a:buFont typeface="Wingdings" panose="05000000000000000000" pitchFamily="2" charset="2"/>
                <a:buChar char="u"/>
                <a:defRPr sz="2400" kern="1200">
                  <a:solidFill>
                    <a:schemeClr val="tx1"/>
                  </a:solidFill>
                  <a:latin typeface="Arial"/>
                  <a:ea typeface="+mn-ea"/>
                  <a:cs typeface="+mn-cs"/>
                </a:defRPr>
              </a:lvl1pPr>
              <a:lvl2pPr marL="742950" indent="-285750" algn="l" defTabSz="457200" rtl="0" eaLnBrk="1" latinLnBrk="0" hangingPunct="1">
                <a:spcBef>
                  <a:spcPct val="20000"/>
                </a:spcBef>
                <a:buFont typeface="Arial"/>
                <a:buChar char="–"/>
                <a:defRPr sz="2000" kern="1200">
                  <a:solidFill>
                    <a:schemeClr val="tx1"/>
                  </a:solidFill>
                  <a:latin typeface="Arial"/>
                  <a:ea typeface="+mn-ea"/>
                  <a:cs typeface="+mn-cs"/>
                </a:defRPr>
              </a:lvl2pPr>
              <a:lvl3pPr marL="1143000" indent="-228600" algn="l" defTabSz="457200" rtl="0" eaLnBrk="1" latinLnBrk="0" hangingPunct="1">
                <a:spcBef>
                  <a:spcPct val="20000"/>
                </a:spcBef>
                <a:buFont typeface="Arial" panose="020B0604020202020204" pitchFamily="34" charset="0"/>
                <a:buChar char="■"/>
                <a:defRPr sz="1800" kern="1200">
                  <a:solidFill>
                    <a:schemeClr val="tx1"/>
                  </a:solidFill>
                  <a:latin typeface="Arial"/>
                  <a:ea typeface="+mn-ea"/>
                  <a:cs typeface="+mn-cs"/>
                </a:defRPr>
              </a:lvl3pPr>
              <a:lvl4pPr marL="1600200" indent="-228600" algn="l" defTabSz="457200" rtl="0" eaLnBrk="1" latinLnBrk="0" hangingPunct="1">
                <a:spcBef>
                  <a:spcPct val="20000"/>
                </a:spcBef>
                <a:buFont typeface="Arial"/>
                <a:buChar char="–"/>
                <a:defRPr sz="1600" kern="1200">
                  <a:solidFill>
                    <a:schemeClr val="tx1"/>
                  </a:solidFill>
                  <a:latin typeface="Arial"/>
                  <a:ea typeface="+mn-ea"/>
                  <a:cs typeface="+mn-cs"/>
                </a:defRPr>
              </a:lvl4pPr>
              <a:lvl5pPr marL="2057400" indent="-228600" algn="l" defTabSz="457200" rtl="0" eaLnBrk="1" latinLnBrk="0" hangingPunct="1">
                <a:spcBef>
                  <a:spcPct val="20000"/>
                </a:spcBef>
                <a:buFont typeface="Arial"/>
                <a:buChar char="»"/>
                <a:defRPr sz="14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marL="171450" indent="-171450" defTabSz="514350">
                <a:spcBef>
                  <a:spcPts val="0"/>
                </a:spcBef>
                <a:buSzPct val="80000"/>
              </a:pPr>
              <a:r>
                <a:rPr lang="en-US" sz="750" dirty="0">
                  <a:solidFill>
                    <a:schemeClr val="bg1"/>
                  </a:solidFill>
                  <a:latin typeface="+mn-lt"/>
                  <a:cs typeface="Calibri" pitchFamily="34" charset="0"/>
                </a:rPr>
                <a:t>Impediment tracking list</a:t>
              </a:r>
            </a:p>
            <a:p>
              <a:pPr marL="171450" indent="-171450" defTabSz="514350">
                <a:spcBef>
                  <a:spcPts val="0"/>
                </a:spcBef>
                <a:buSzPct val="80000"/>
              </a:pPr>
              <a:r>
                <a:rPr lang="en-US" sz="750" dirty="0">
                  <a:solidFill>
                    <a:schemeClr val="bg1"/>
                  </a:solidFill>
                  <a:latin typeface="+mn-lt"/>
                  <a:cs typeface="Calibri" pitchFamily="34" charset="0"/>
                </a:rPr>
                <a:t>Sprint backlog prioritization</a:t>
              </a:r>
            </a:p>
            <a:p>
              <a:pPr marL="171450" indent="-171450" defTabSz="514350">
                <a:spcBef>
                  <a:spcPts val="0"/>
                </a:spcBef>
                <a:buSzPct val="80000"/>
              </a:pPr>
              <a:r>
                <a:rPr lang="en-US" sz="750" dirty="0">
                  <a:solidFill>
                    <a:schemeClr val="bg1"/>
                  </a:solidFill>
                  <a:latin typeface="+mn-lt"/>
                  <a:cs typeface="Calibri" pitchFamily="34" charset="0"/>
                </a:rPr>
                <a:t>Sprint burn-down chart</a:t>
              </a:r>
            </a:p>
            <a:p>
              <a:pPr marL="171450" indent="-171450" defTabSz="514350">
                <a:spcBef>
                  <a:spcPts val="0"/>
                </a:spcBef>
                <a:buSzPct val="80000"/>
              </a:pPr>
              <a:r>
                <a:rPr lang="en-US" sz="750" dirty="0">
                  <a:solidFill>
                    <a:schemeClr val="bg1"/>
                  </a:solidFill>
                  <a:latin typeface="+mn-lt"/>
                  <a:cs typeface="Calibri" pitchFamily="34" charset="0"/>
                </a:rPr>
                <a:t>Kanban / Scrum board</a:t>
              </a:r>
            </a:p>
            <a:p>
              <a:pPr marL="171450" indent="-171450" defTabSz="514350">
                <a:spcBef>
                  <a:spcPts val="0"/>
                </a:spcBef>
                <a:buSzPct val="80000"/>
              </a:pPr>
              <a:r>
                <a:rPr lang="en-US" sz="750" dirty="0">
                  <a:solidFill>
                    <a:schemeClr val="bg1"/>
                  </a:solidFill>
                  <a:latin typeface="+mn-lt"/>
                  <a:cs typeface="Calibri" pitchFamily="34" charset="0"/>
                </a:rPr>
                <a:t>Defect management</a:t>
              </a:r>
            </a:p>
            <a:p>
              <a:pPr marL="171450" indent="-171450" defTabSz="514350">
                <a:spcBef>
                  <a:spcPts val="0"/>
                </a:spcBef>
                <a:buSzPct val="80000"/>
              </a:pPr>
              <a:r>
                <a:rPr lang="en-US" sz="750" dirty="0">
                  <a:solidFill>
                    <a:schemeClr val="bg1"/>
                  </a:solidFill>
                  <a:latin typeface="+mn-lt"/>
                  <a:cs typeface="Calibri" pitchFamily="34" charset="0"/>
                </a:rPr>
                <a:t>Development documentation</a:t>
              </a:r>
            </a:p>
          </p:txBody>
        </p:sp>
        <p:sp>
          <p:nvSpPr>
            <p:cNvPr id="83" name="Text Placeholder 22">
              <a:extLst>
                <a:ext uri="{FF2B5EF4-FFF2-40B4-BE49-F238E27FC236}">
                  <a16:creationId xmlns:a16="http://schemas.microsoft.com/office/drawing/2014/main" id="{8F334541-9DF5-4D17-8201-E0871F643197}"/>
                </a:ext>
              </a:extLst>
            </p:cNvPr>
            <p:cNvSpPr txBox="1">
              <a:spLocks/>
            </p:cNvSpPr>
            <p:nvPr/>
          </p:nvSpPr>
          <p:spPr>
            <a:xfrm rot="16200000">
              <a:off x="-203071" y="2533619"/>
              <a:ext cx="1265726"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Activities</a:t>
              </a:r>
            </a:p>
          </p:txBody>
        </p:sp>
        <p:sp>
          <p:nvSpPr>
            <p:cNvPr id="84" name="Text Placeholder 22">
              <a:extLst>
                <a:ext uri="{FF2B5EF4-FFF2-40B4-BE49-F238E27FC236}">
                  <a16:creationId xmlns:a16="http://schemas.microsoft.com/office/drawing/2014/main" id="{957BE11B-EB8F-4E80-AFC7-E470279CA9AC}"/>
                </a:ext>
              </a:extLst>
            </p:cNvPr>
            <p:cNvSpPr txBox="1">
              <a:spLocks/>
            </p:cNvSpPr>
            <p:nvPr/>
          </p:nvSpPr>
          <p:spPr>
            <a:xfrm rot="16200000">
              <a:off x="-196793" y="3793064"/>
              <a:ext cx="1253162" cy="399205"/>
            </a:xfrm>
            <a:prstGeom prst="rect">
              <a:avLst/>
            </a:prstGeom>
          </p:spPr>
          <p:txBody>
            <a:bodyPr lIns="0" tIns="0" rIns="0" bIns="0" anchor="ctr" anchorCtr="0"/>
            <a:lstStyle>
              <a:lvl1pPr marL="0" indent="0" algn="l" defTabSz="457200" rtl="0" eaLnBrk="1" latinLnBrk="0" hangingPunct="1">
                <a:spcBef>
                  <a:spcPct val="20000"/>
                </a:spcBef>
                <a:buSzPct val="75000"/>
                <a:buFontTx/>
                <a:buNone/>
                <a:defRPr sz="1200" kern="1200">
                  <a:solidFill>
                    <a:schemeClr val="tx1"/>
                  </a:solidFill>
                  <a:latin typeface="Arial"/>
                  <a:ea typeface="+mn-ea"/>
                  <a:cs typeface="+mn-cs"/>
                </a:defRPr>
              </a:lvl1pPr>
              <a:lvl2pPr marL="233363" indent="-233363" algn="l" defTabSz="457200" rtl="0" eaLnBrk="1" latinLnBrk="0" hangingPunct="1">
                <a:spcBef>
                  <a:spcPct val="20000"/>
                </a:spcBef>
                <a:buClr>
                  <a:srgbClr val="DA291C"/>
                </a:buClr>
                <a:buSzPct val="80000"/>
                <a:buFont typeface="Wingdings" panose="05000000000000000000" pitchFamily="2" charset="2"/>
                <a:buChar char="u"/>
                <a:defRPr sz="1200" kern="1200">
                  <a:solidFill>
                    <a:schemeClr val="tx1"/>
                  </a:solidFill>
                  <a:latin typeface="Arial"/>
                  <a:ea typeface="+mn-ea"/>
                  <a:cs typeface="+mn-cs"/>
                </a:defRPr>
              </a:lvl2pPr>
              <a:lvl3pPr marL="461963" indent="-228600" algn="l" defTabSz="457200" rtl="0" eaLnBrk="1" latinLnBrk="0" hangingPunct="1">
                <a:spcBef>
                  <a:spcPct val="20000"/>
                </a:spcBef>
                <a:buFont typeface="Arial" panose="020B0604020202020204" pitchFamily="34" charset="0"/>
                <a:buChar char="–"/>
                <a:defRPr sz="1200" kern="1200">
                  <a:solidFill>
                    <a:schemeClr val="tx1"/>
                  </a:solidFill>
                  <a:latin typeface="Arial"/>
                  <a:ea typeface="+mn-ea"/>
                  <a:cs typeface="+mn-cs"/>
                </a:defRPr>
              </a:lvl3pPr>
              <a:lvl4pPr marL="685800" indent="-228600" algn="l" defTabSz="457200" rtl="0" eaLnBrk="1" latinLnBrk="0" hangingPunct="1">
                <a:spcBef>
                  <a:spcPct val="20000"/>
                </a:spcBef>
                <a:buClr>
                  <a:srgbClr val="919D9D"/>
                </a:buClr>
                <a:buFont typeface="Arial" panose="020B0604020202020204" pitchFamily="34" charset="0"/>
                <a:buChar char="■"/>
                <a:defRPr sz="1200" kern="1200">
                  <a:solidFill>
                    <a:schemeClr val="tx1"/>
                  </a:solidFill>
                  <a:latin typeface="Arial"/>
                  <a:ea typeface="+mn-ea"/>
                  <a:cs typeface="+mn-cs"/>
                </a:defRPr>
              </a:lvl4pPr>
              <a:lvl5pPr marL="909638" indent="-219075" algn="l" defTabSz="457200" rtl="0" eaLnBrk="1" latinLnBrk="0" hangingPunct="1">
                <a:spcBef>
                  <a:spcPct val="20000"/>
                </a:spcBef>
                <a:buFont typeface="Arial"/>
                <a:buChar char="»"/>
                <a:defRPr sz="1200" kern="1200">
                  <a:solidFill>
                    <a:schemeClr val="tx1"/>
                  </a:solidFill>
                  <a:latin typeface="Arial"/>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a:lstStyle>
            <a:p>
              <a:pPr algn="ctr"/>
              <a:r>
                <a:rPr lang="en-US" sz="750" b="1" dirty="0">
                  <a:solidFill>
                    <a:srgbClr val="919D9D"/>
                  </a:solidFill>
                </a:rPr>
                <a:t>Output</a:t>
              </a:r>
            </a:p>
          </p:txBody>
        </p:sp>
      </p:grpSp>
      <p:sp>
        <p:nvSpPr>
          <p:cNvPr id="29" name="TextBox 28">
            <a:extLst>
              <a:ext uri="{FF2B5EF4-FFF2-40B4-BE49-F238E27FC236}">
                <a16:creationId xmlns:a16="http://schemas.microsoft.com/office/drawing/2014/main" id="{600B3266-3E81-41FE-B06B-EB4ED87F2B3D}"/>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spTree>
    <p:extLst>
      <p:ext uri="{BB962C8B-B14F-4D97-AF65-F5344CB8AC3E}">
        <p14:creationId xmlns:p14="http://schemas.microsoft.com/office/powerpoint/2010/main" val="21022412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900"/>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5EAEDC1F-A56F-4E8C-A5F9-CD9FCEB21E88}"/>
              </a:ext>
            </a:extLst>
          </p:cNvPr>
          <p:cNvSpPr/>
          <p:nvPr/>
        </p:nvSpPr>
        <p:spPr>
          <a:xfrm>
            <a:off x="6336792" y="0"/>
            <a:ext cx="2807208"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35732" y="1342692"/>
            <a:ext cx="3787378" cy="49167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3300" dirty="0">
                <a:solidFill>
                  <a:schemeClr val="bg1"/>
                </a:solidFill>
                <a:latin typeface="Raleway ExtraBold" panose="020B0903030101060003" pitchFamily="34" charset="0"/>
              </a:rPr>
              <a:t>Methodology </a:t>
            </a:r>
          </a:p>
        </p:txBody>
      </p:sp>
      <p:pic>
        <p:nvPicPr>
          <p:cNvPr id="28" name="Picture 2">
            <a:extLst>
              <a:ext uri="{FF2B5EF4-FFF2-40B4-BE49-F238E27FC236}">
                <a16:creationId xmlns:a16="http://schemas.microsoft.com/office/drawing/2014/main" id="{6FA3D891-12C7-41DC-B082-DC9891D165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823" y="1055098"/>
            <a:ext cx="6245969" cy="290484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Rectangle 2">
            <a:extLst>
              <a:ext uri="{FF2B5EF4-FFF2-40B4-BE49-F238E27FC236}">
                <a16:creationId xmlns:a16="http://schemas.microsoft.com/office/drawing/2014/main" id="{BC4B333F-7255-4EB6-88CF-88EB466F8B37}"/>
              </a:ext>
            </a:extLst>
          </p:cNvPr>
          <p:cNvSpPr/>
          <p:nvPr/>
        </p:nvSpPr>
        <p:spPr>
          <a:xfrm>
            <a:off x="6336792" y="0"/>
            <a:ext cx="2807208" cy="4408899"/>
          </a:xfrm>
          <a:prstGeom prst="rect">
            <a:avLst/>
          </a:prstGeom>
        </p:spPr>
        <p:txBody>
          <a:bodyPr wrap="square">
            <a:spAutoFit/>
          </a:bodyPr>
          <a:lstStyle/>
          <a:p>
            <a:pPr>
              <a:buClr>
                <a:schemeClr val="bg1"/>
              </a:buClr>
              <a:buSzPct val="80000"/>
            </a:pPr>
            <a:r>
              <a:rPr lang="en-US" b="1" dirty="0">
                <a:solidFill>
                  <a:srgbClr val="ED7D31"/>
                </a:solidFill>
                <a:latin typeface="Segoe UI" panose="020B0502040204020203" pitchFamily="34" charset="0"/>
                <a:ea typeface="Segoe UI" panose="020B0502040204020203" pitchFamily="34" charset="0"/>
                <a:cs typeface="Segoe UI" panose="020B0502040204020203" pitchFamily="34" charset="0"/>
              </a:rPr>
              <a:t>Assumptions: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214313" indent="-214313">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2 weeks design / development sprints</a:t>
            </a:r>
          </a:p>
          <a:p>
            <a:pPr marL="214313" indent="-214313">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Daily scrum check-in meetings</a:t>
            </a: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Acclaro Roles &amp; Responsibility</a:t>
            </a:r>
          </a:p>
          <a:p>
            <a:pPr marL="345281" lvl="1" indent="-214313" algn="just">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Require Product Owner role from customer to Articulate product strategy, vision and roadmap to stakeholders</a:t>
            </a:r>
          </a:p>
          <a:p>
            <a:pPr marL="345281" lvl="1" indent="-214313" algn="just">
              <a:buClr>
                <a:schemeClr val="bg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Prioritize and manage product back log.</a:t>
            </a:r>
          </a:p>
          <a:p>
            <a:pPr marL="345281" lvl="1" indent="-214313" algn="just">
              <a:buClr>
                <a:schemeClr val="bg1"/>
              </a:buClr>
              <a:buSzPct val="80000"/>
              <a:buFont typeface="Arial" panose="020B0604020202020204" pitchFamily="34" charset="0"/>
              <a:buChar char="•"/>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345281" lvl="1" indent="-214313" algn="just">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representative to participate in daily scrum, sprint planning and retrospect meetings.</a:t>
            </a:r>
          </a:p>
          <a:p>
            <a:pPr marL="346472" lvl="2" indent="-90488" algn="just">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endPar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endParaRP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Roles &amp; Responsibility</a:t>
            </a:r>
          </a:p>
          <a:p>
            <a:pPr marL="214313" indent="-214313">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along with developers participate in daily scrum and report status	</a:t>
            </a:r>
          </a:p>
          <a:p>
            <a:pPr marL="214313" indent="-214313">
              <a:buClr>
                <a:schemeClr val="bg1"/>
              </a:buClr>
              <a:buSzPct val="80000"/>
              <a:buFont typeface="Arial" panose="020B0604020202020204" pitchFamily="34" charset="0"/>
              <a:buChar char="•"/>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Synectiks PM mitigate any risk from software delivery perspective.</a:t>
            </a:r>
          </a:p>
          <a:p>
            <a:pPr marL="131267" indent="-131267">
              <a:buClr>
                <a:schemeClr val="bg1"/>
              </a:buClr>
              <a:buSzPct val="80000"/>
            </a:pPr>
            <a:r>
              <a:rPr lang="en-US" sz="1050" dirty="0">
                <a:solidFill>
                  <a:schemeClr val="tx1">
                    <a:lumMod val="95000"/>
                    <a:lumOff val="5000"/>
                  </a:schemeClr>
                </a:solidFill>
                <a:latin typeface="Segoe UI" panose="020B0502040204020203" pitchFamily="34" charset="0"/>
                <a:ea typeface="Segoe UI" panose="020B0502040204020203" pitchFamily="34" charset="0"/>
                <a:cs typeface="Segoe UI" panose="020B0502040204020203" pitchFamily="34" charset="0"/>
              </a:rPr>
              <a:t>	</a:t>
            </a:r>
          </a:p>
        </p:txBody>
      </p:sp>
      <p:sp>
        <p:nvSpPr>
          <p:cNvPr id="6" name="TextBox 5">
            <a:extLst>
              <a:ext uri="{FF2B5EF4-FFF2-40B4-BE49-F238E27FC236}">
                <a16:creationId xmlns:a16="http://schemas.microsoft.com/office/drawing/2014/main" id="{F29BD09F-5BE9-49C0-87C1-DD50193BD5EB}"/>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spTree>
    <p:extLst>
      <p:ext uri="{BB962C8B-B14F-4D97-AF65-F5344CB8AC3E}">
        <p14:creationId xmlns:p14="http://schemas.microsoft.com/office/powerpoint/2010/main" val="239223247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A08B940-179C-41CD-BB49-50181EC921C5}"/>
              </a:ext>
            </a:extLst>
          </p:cNvPr>
          <p:cNvSpPr txBox="1">
            <a:spLocks noChangeArrowheads="1"/>
          </p:cNvSpPr>
          <p:nvPr/>
        </p:nvSpPr>
        <p:spPr bwMode="auto">
          <a:xfrm>
            <a:off x="187508" y="1344700"/>
            <a:ext cx="2607309" cy="4396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nSpc>
                <a:spcPts val="3075"/>
              </a:lnSpc>
              <a:spcBef>
                <a:spcPct val="0"/>
              </a:spcBef>
              <a:buNone/>
            </a:pPr>
            <a:r>
              <a:rPr lang="en-US" altLang="ru-RU" sz="1600" dirty="0">
                <a:solidFill>
                  <a:srgbClr val="ED7D31"/>
                </a:solidFill>
                <a:latin typeface="Raleway ExtraBold" panose="020B0903030101060003" pitchFamily="34" charset="0"/>
              </a:rPr>
              <a:t>Development  Principle </a:t>
            </a:r>
          </a:p>
        </p:txBody>
      </p:sp>
      <p:sp>
        <p:nvSpPr>
          <p:cNvPr id="8" name="Подзаголовок 2">
            <a:extLst>
              <a:ext uri="{FF2B5EF4-FFF2-40B4-BE49-F238E27FC236}">
                <a16:creationId xmlns:a16="http://schemas.microsoft.com/office/drawing/2014/main" id="{CBDC2927-E90F-407B-B2F1-76837D30B7F3}"/>
              </a:ext>
            </a:extLst>
          </p:cNvPr>
          <p:cNvSpPr txBox="1">
            <a:spLocks/>
          </p:cNvSpPr>
          <p:nvPr/>
        </p:nvSpPr>
        <p:spPr>
          <a:xfrm>
            <a:off x="324388" y="1943544"/>
            <a:ext cx="2294334" cy="2109604"/>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sz="1200" dirty="0">
                <a:solidFill>
                  <a:schemeClr val="tx1">
                    <a:lumMod val="95000"/>
                    <a:lumOff val="5000"/>
                  </a:schemeClr>
                </a:solidFill>
              </a:rPr>
              <a:t>We build custom solutions based on Cloud Native principles with micro-service-based architecture , driven by DevSecOps approach to add development velocity and site reliability. While we are willing to be flexible on our execution approach, we believe that adopting the most modern technology stacks and architecture principles are critical to the project success.</a:t>
            </a:r>
          </a:p>
        </p:txBody>
      </p:sp>
      <p:sp>
        <p:nvSpPr>
          <p:cNvPr id="27" name="TextBox 26">
            <a:extLst>
              <a:ext uri="{FF2B5EF4-FFF2-40B4-BE49-F238E27FC236}">
                <a16:creationId xmlns:a16="http://schemas.microsoft.com/office/drawing/2014/main" id="{24AB4FFD-0C3F-4C30-A082-65FCFF0A8670}"/>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pic>
        <p:nvPicPr>
          <p:cNvPr id="3" name="Picture 2">
            <a:extLst>
              <a:ext uri="{FF2B5EF4-FFF2-40B4-BE49-F238E27FC236}">
                <a16:creationId xmlns:a16="http://schemas.microsoft.com/office/drawing/2014/main" id="{7F97DF68-A58F-46A9-9491-402630B2B71C}"/>
              </a:ext>
            </a:extLst>
          </p:cNvPr>
          <p:cNvPicPr>
            <a:picLocks noChangeAspect="1"/>
          </p:cNvPicPr>
          <p:nvPr/>
        </p:nvPicPr>
        <p:blipFill>
          <a:blip r:embed="rId2"/>
          <a:stretch>
            <a:fillRect/>
          </a:stretch>
        </p:blipFill>
        <p:spPr>
          <a:xfrm>
            <a:off x="2966140" y="585608"/>
            <a:ext cx="5964264" cy="3925571"/>
          </a:xfrm>
          <a:prstGeom prst="rect">
            <a:avLst/>
          </a:prstGeom>
        </p:spPr>
      </p:pic>
      <p:sp>
        <p:nvSpPr>
          <p:cNvPr id="16" name="TextBox 15">
            <a:extLst>
              <a:ext uri="{FF2B5EF4-FFF2-40B4-BE49-F238E27FC236}">
                <a16:creationId xmlns:a16="http://schemas.microsoft.com/office/drawing/2014/main" id="{E64B8C39-A285-4958-B3A7-39947DFA1D14}"/>
              </a:ext>
            </a:extLst>
          </p:cNvPr>
          <p:cNvSpPr txBox="1">
            <a:spLocks noChangeArrowheads="1"/>
          </p:cNvSpPr>
          <p:nvPr/>
        </p:nvSpPr>
        <p:spPr bwMode="auto">
          <a:xfrm>
            <a:off x="1678010" y="73563"/>
            <a:ext cx="5422058" cy="6924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700" dirty="0">
                <a:latin typeface="Raleway ExtraBold" panose="020B0903030101060003" pitchFamily="34" charset="0"/>
              </a:rPr>
              <a:t>Architectures &amp; Development</a:t>
            </a:r>
          </a:p>
          <a:p>
            <a:pPr algn="r" eaLnBrk="1" hangingPunct="1">
              <a:lnSpc>
                <a:spcPct val="100000"/>
              </a:lnSpc>
              <a:spcBef>
                <a:spcPct val="0"/>
              </a:spcBef>
              <a:buFontTx/>
              <a:buNone/>
            </a:pPr>
            <a:endParaRPr lang="en-US" altLang="ru-RU" sz="1200" dirty="0">
              <a:latin typeface="Raleway ExtraBold" panose="020B0903030101060003" pitchFamily="34" charset="0"/>
            </a:endParaRPr>
          </a:p>
        </p:txBody>
      </p:sp>
    </p:spTree>
    <p:extLst>
      <p:ext uri="{BB962C8B-B14F-4D97-AF65-F5344CB8AC3E}">
        <p14:creationId xmlns:p14="http://schemas.microsoft.com/office/powerpoint/2010/main" val="3486295905"/>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7"/>
                                        </p:tgtEl>
                                        <p:attrNameLst>
                                          <p:attrName>style.visibility</p:attrName>
                                        </p:attrNameLst>
                                      </p:cBhvr>
                                      <p:to>
                                        <p:strVal val="visible"/>
                                      </p:to>
                                    </p:set>
                                    <p:anim calcmode="lin" valueType="num">
                                      <p:cBhvr>
                                        <p:cTn id="7" dur="250" fill="hold"/>
                                        <p:tgtEl>
                                          <p:spTgt spid="7"/>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7"/>
                                        </p:tgtEl>
                                        <p:attrNameLst>
                                          <p:attrName>ppt_y</p:attrName>
                                        </p:attrNameLst>
                                      </p:cBhvr>
                                      <p:tavLst>
                                        <p:tav tm="0">
                                          <p:val>
                                            <p:strVal val="#ppt_y"/>
                                          </p:val>
                                        </p:tav>
                                        <p:tav tm="100000">
                                          <p:val>
                                            <p:strVal val="#ppt_y"/>
                                          </p:val>
                                        </p:tav>
                                      </p:tavLst>
                                    </p:anim>
                                    <p:anim calcmode="lin" valueType="num">
                                      <p:cBhvr>
                                        <p:cTn id="9" dur="250" fill="hold"/>
                                        <p:tgtEl>
                                          <p:spTgt spid="7"/>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7"/>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7"/>
                                        </p:tgtEl>
                                      </p:cBhvr>
                                    </p:animEffect>
                                  </p:childTnLst>
                                </p:cTn>
                              </p:par>
                            </p:childTnLst>
                          </p:cTn>
                        </p:par>
                        <p:par>
                          <p:cTn id="12" fill="hold" nodeType="afterGroup">
                            <p:stCondLst>
                              <p:cond delay="725"/>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400"/>
                                        <p:tgtEl>
                                          <p:spTgt spid="8"/>
                                        </p:tgtEl>
                                      </p:cBhvr>
                                    </p:animEffect>
                                  </p:childTnLst>
                                </p:cTn>
                              </p:par>
                            </p:childTnLst>
                          </p:cTn>
                        </p:par>
                        <p:par>
                          <p:cTn id="16" fill="hold">
                            <p:stCondLst>
                              <p:cond delay="1125"/>
                            </p:stCondLst>
                            <p:childTnLst>
                              <p:par>
                                <p:cTn id="17" presetID="41" presetClass="entr" presetSubtype="0" fill="hold" grpId="0" nodeType="afterEffect">
                                  <p:stCondLst>
                                    <p:cond delay="0"/>
                                  </p:stCondLst>
                                  <p:iterate type="lt">
                                    <p:tmPct val="10000"/>
                                  </p:iterate>
                                  <p:childTnLst>
                                    <p:set>
                                      <p:cBhvr>
                                        <p:cTn id="18" dur="1" fill="hold">
                                          <p:stCondLst>
                                            <p:cond delay="0"/>
                                          </p:stCondLst>
                                        </p:cTn>
                                        <p:tgtEl>
                                          <p:spTgt spid="16"/>
                                        </p:tgtEl>
                                        <p:attrNameLst>
                                          <p:attrName>style.visibility</p:attrName>
                                        </p:attrNameLst>
                                      </p:cBhvr>
                                      <p:to>
                                        <p:strVal val="visible"/>
                                      </p:to>
                                    </p:set>
                                    <p:anim calcmode="lin" valueType="num">
                                      <p:cBhvr>
                                        <p:cTn id="19" dur="250" fill="hold"/>
                                        <p:tgtEl>
                                          <p:spTgt spid="16"/>
                                        </p:tgtEl>
                                        <p:attrNameLst>
                                          <p:attrName>ppt_x</p:attrName>
                                        </p:attrNameLst>
                                      </p:cBhvr>
                                      <p:tavLst>
                                        <p:tav tm="0">
                                          <p:val>
                                            <p:strVal val="#ppt_x"/>
                                          </p:val>
                                        </p:tav>
                                        <p:tav tm="50000">
                                          <p:val>
                                            <p:strVal val="#ppt_x+.1"/>
                                          </p:val>
                                        </p:tav>
                                        <p:tav tm="100000">
                                          <p:val>
                                            <p:strVal val="#ppt_x"/>
                                          </p:val>
                                        </p:tav>
                                      </p:tavLst>
                                    </p:anim>
                                    <p:anim calcmode="lin" valueType="num">
                                      <p:cBhvr>
                                        <p:cTn id="20" dur="250" fill="hold"/>
                                        <p:tgtEl>
                                          <p:spTgt spid="16"/>
                                        </p:tgtEl>
                                        <p:attrNameLst>
                                          <p:attrName>ppt_y</p:attrName>
                                        </p:attrNameLst>
                                      </p:cBhvr>
                                      <p:tavLst>
                                        <p:tav tm="0">
                                          <p:val>
                                            <p:strVal val="#ppt_y"/>
                                          </p:val>
                                        </p:tav>
                                        <p:tav tm="100000">
                                          <p:val>
                                            <p:strVal val="#ppt_y"/>
                                          </p:val>
                                        </p:tav>
                                      </p:tavLst>
                                    </p:anim>
                                    <p:anim calcmode="lin" valueType="num">
                                      <p:cBhvr>
                                        <p:cTn id="21" dur="250" fill="hold"/>
                                        <p:tgtEl>
                                          <p:spTgt spid="16"/>
                                        </p:tgtEl>
                                        <p:attrNameLst>
                                          <p:attrName>ppt_h</p:attrName>
                                        </p:attrNameLst>
                                      </p:cBhvr>
                                      <p:tavLst>
                                        <p:tav tm="0">
                                          <p:val>
                                            <p:strVal val="#ppt_h/10"/>
                                          </p:val>
                                        </p:tav>
                                        <p:tav tm="50000">
                                          <p:val>
                                            <p:strVal val="#ppt_h+.01"/>
                                          </p:val>
                                        </p:tav>
                                        <p:tav tm="100000">
                                          <p:val>
                                            <p:strVal val="#ppt_h"/>
                                          </p:val>
                                        </p:tav>
                                      </p:tavLst>
                                    </p:anim>
                                    <p:anim calcmode="lin" valueType="num">
                                      <p:cBhvr>
                                        <p:cTn id="22" dur="250" fill="hold"/>
                                        <p:tgtEl>
                                          <p:spTgt spid="16"/>
                                        </p:tgtEl>
                                        <p:attrNameLst>
                                          <p:attrName>ppt_w</p:attrName>
                                        </p:attrNameLst>
                                      </p:cBhvr>
                                      <p:tavLst>
                                        <p:tav tm="0">
                                          <p:val>
                                            <p:strVal val="#ppt_w/10"/>
                                          </p:val>
                                        </p:tav>
                                        <p:tav tm="50000">
                                          <p:val>
                                            <p:strVal val="#ppt_w+.01"/>
                                          </p:val>
                                        </p:tav>
                                        <p:tav tm="100000">
                                          <p:val>
                                            <p:strVal val="#ppt_w"/>
                                          </p:val>
                                        </p:tav>
                                      </p:tavLst>
                                    </p:anim>
                                    <p:animEffect transition="in" filter="fade">
                                      <p:cBhvr>
                                        <p:cTn id="23" dur="250" tmFilter="0,0; .5, 1; 1, 1"/>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Graphic 5">
            <a:extLst>
              <a:ext uri="{FF2B5EF4-FFF2-40B4-BE49-F238E27FC236}">
                <a16:creationId xmlns:a16="http://schemas.microsoft.com/office/drawing/2014/main" id="{EE8208B9-9262-4F51-B0F5-90ADB3900F27}"/>
              </a:ext>
            </a:extLst>
          </p:cNvPr>
          <p:cNvSpPr>
            <a:spLocks noChangeAspect="1"/>
          </p:cNvSpPr>
          <p:nvPr/>
        </p:nvSpPr>
        <p:spPr>
          <a:xfrm>
            <a:off x="3079321" y="1"/>
            <a:ext cx="2985359" cy="290786"/>
          </a:xfrm>
          <a:custGeom>
            <a:avLst/>
            <a:gdLst>
              <a:gd name="connsiteX0" fmla="*/ 5298019 w 5298018"/>
              <a:gd name="connsiteY0" fmla="*/ 0 h 475749"/>
              <a:gd name="connsiteX1" fmla="*/ 4792594 w 5298018"/>
              <a:gd name="connsiteY1" fmla="*/ 475749 h 475749"/>
              <a:gd name="connsiteX2" fmla="*/ 505473 w 5298018"/>
              <a:gd name="connsiteY2" fmla="*/ 475749 h 475749"/>
              <a:gd name="connsiteX3" fmla="*/ 0 w 5298018"/>
              <a:gd name="connsiteY3" fmla="*/ 0 h 475749"/>
            </a:gdLst>
            <a:ahLst/>
            <a:cxnLst>
              <a:cxn ang="0">
                <a:pos x="connsiteX0" y="connsiteY0"/>
              </a:cxn>
              <a:cxn ang="0">
                <a:pos x="connsiteX1" y="connsiteY1"/>
              </a:cxn>
              <a:cxn ang="0">
                <a:pos x="connsiteX2" y="connsiteY2"/>
              </a:cxn>
              <a:cxn ang="0">
                <a:pos x="connsiteX3" y="connsiteY3"/>
              </a:cxn>
            </a:cxnLst>
            <a:rect l="l" t="t" r="r" b="b"/>
            <a:pathLst>
              <a:path w="5298018" h="475749">
                <a:moveTo>
                  <a:pt x="5298019" y="0"/>
                </a:moveTo>
                <a:cubicBezTo>
                  <a:pt x="4930695" y="172726"/>
                  <a:pt x="5133304" y="475749"/>
                  <a:pt x="4792594" y="475749"/>
                </a:cubicBezTo>
                <a:lnTo>
                  <a:pt x="505473" y="475749"/>
                </a:lnTo>
                <a:cubicBezTo>
                  <a:pt x="164763" y="475749"/>
                  <a:pt x="367324" y="172726"/>
                  <a:pt x="0" y="0"/>
                </a:cubicBezTo>
                <a:close/>
              </a:path>
            </a:pathLst>
          </a:custGeom>
          <a:solidFill>
            <a:schemeClr val="accent1"/>
          </a:solidFill>
          <a:ln w="4881" cap="flat">
            <a:noFill/>
            <a:prstDash val="solid"/>
            <a:miter/>
          </a:ln>
        </p:spPr>
        <p:txBody>
          <a:bodyPr rtlCol="0" anchor="ctr"/>
          <a:lstStyle/>
          <a:p>
            <a:endParaRPr lang="en-EG" sz="1350"/>
          </a:p>
        </p:txBody>
      </p:sp>
      <p:sp>
        <p:nvSpPr>
          <p:cNvPr id="37" name="TextBox 36">
            <a:extLst>
              <a:ext uri="{FF2B5EF4-FFF2-40B4-BE49-F238E27FC236}">
                <a16:creationId xmlns:a16="http://schemas.microsoft.com/office/drawing/2014/main" id="{A32FCD10-DA02-4D55-B283-1225D1AF3794}"/>
              </a:ext>
            </a:extLst>
          </p:cNvPr>
          <p:cNvSpPr txBox="1"/>
          <p:nvPr/>
        </p:nvSpPr>
        <p:spPr>
          <a:xfrm>
            <a:off x="3494638" y="69247"/>
            <a:ext cx="2154725" cy="161583"/>
          </a:xfrm>
          <a:prstGeom prst="rect">
            <a:avLst/>
          </a:prstGeom>
          <a:noFill/>
        </p:spPr>
        <p:txBody>
          <a:bodyPr wrap="square" lIns="0" tIns="0" rIns="0" bIns="0" rtlCol="0">
            <a:spAutoFit/>
          </a:bodyPr>
          <a:lstStyle/>
          <a:p>
            <a:pPr algn="ctr"/>
            <a:r>
              <a:rPr lang="en-US" sz="1050" dirty="0">
                <a:solidFill>
                  <a:srgbClr val="FFFFFF"/>
                </a:solidFill>
                <a:latin typeface="Raleway Medium" panose="020B0503030101060003" pitchFamily="34" charset="77"/>
                <a:ea typeface="Roboto" panose="02000000000000000000" pitchFamily="2" charset="0"/>
                <a:cs typeface="Open Sans" panose="020B0606030504020204" pitchFamily="34" charset="0"/>
              </a:rPr>
              <a:t>Effort</a:t>
            </a:r>
          </a:p>
        </p:txBody>
      </p:sp>
      <p:graphicFrame>
        <p:nvGraphicFramePr>
          <p:cNvPr id="6" name="Table 6">
            <a:extLst>
              <a:ext uri="{FF2B5EF4-FFF2-40B4-BE49-F238E27FC236}">
                <a16:creationId xmlns:a16="http://schemas.microsoft.com/office/drawing/2014/main" id="{A689305A-2907-4D9A-B1BD-AF10A275E219}"/>
              </a:ext>
            </a:extLst>
          </p:cNvPr>
          <p:cNvGraphicFramePr>
            <a:graphicFrameLocks noGrp="1"/>
          </p:cNvGraphicFramePr>
          <p:nvPr>
            <p:extLst>
              <p:ext uri="{D42A27DB-BD31-4B8C-83A1-F6EECF244321}">
                <p14:modId xmlns:p14="http://schemas.microsoft.com/office/powerpoint/2010/main" val="1973954216"/>
              </p:ext>
            </p:extLst>
          </p:nvPr>
        </p:nvGraphicFramePr>
        <p:xfrm>
          <a:off x="774289" y="886336"/>
          <a:ext cx="7610169" cy="3874412"/>
        </p:xfrm>
        <a:graphic>
          <a:graphicData uri="http://schemas.openxmlformats.org/drawingml/2006/table">
            <a:tbl>
              <a:tblPr firstRow="1" bandRow="1">
                <a:tableStyleId>{5C22544A-7EE6-4342-B048-85BDC9FD1C3A}</a:tableStyleId>
              </a:tblPr>
              <a:tblGrid>
                <a:gridCol w="2270060">
                  <a:extLst>
                    <a:ext uri="{9D8B030D-6E8A-4147-A177-3AD203B41FA5}">
                      <a16:colId xmlns:a16="http://schemas.microsoft.com/office/drawing/2014/main" val="3779735484"/>
                    </a:ext>
                  </a:extLst>
                </a:gridCol>
                <a:gridCol w="1798269">
                  <a:extLst>
                    <a:ext uri="{9D8B030D-6E8A-4147-A177-3AD203B41FA5}">
                      <a16:colId xmlns:a16="http://schemas.microsoft.com/office/drawing/2014/main" val="2697330320"/>
                    </a:ext>
                  </a:extLst>
                </a:gridCol>
                <a:gridCol w="1595053">
                  <a:extLst>
                    <a:ext uri="{9D8B030D-6E8A-4147-A177-3AD203B41FA5}">
                      <a16:colId xmlns:a16="http://schemas.microsoft.com/office/drawing/2014/main" val="2307761282"/>
                    </a:ext>
                  </a:extLst>
                </a:gridCol>
                <a:gridCol w="1946787">
                  <a:extLst>
                    <a:ext uri="{9D8B030D-6E8A-4147-A177-3AD203B41FA5}">
                      <a16:colId xmlns:a16="http://schemas.microsoft.com/office/drawing/2014/main" val="485506438"/>
                    </a:ext>
                  </a:extLst>
                </a:gridCol>
              </a:tblGrid>
              <a:tr h="428446">
                <a:tc>
                  <a:txBody>
                    <a:bodyPr/>
                    <a:lstStyle/>
                    <a:p>
                      <a:pPr algn="ctr">
                        <a:lnSpc>
                          <a:spcPct val="100000"/>
                        </a:lnSpc>
                      </a:pPr>
                      <a:r>
                        <a:rPr lang="en-US" sz="1800" dirty="0"/>
                        <a:t>Task</a:t>
                      </a:r>
                    </a:p>
                  </a:txBody>
                  <a:tcPr/>
                </a:tc>
                <a:tc>
                  <a:txBody>
                    <a:bodyPr/>
                    <a:lstStyle/>
                    <a:p>
                      <a:pPr algn="ctr"/>
                      <a:r>
                        <a:rPr lang="en-US" sz="1800" dirty="0"/>
                        <a:t>Role</a:t>
                      </a:r>
                    </a:p>
                  </a:txBody>
                  <a:tcPr/>
                </a:tc>
                <a:tc>
                  <a:txBody>
                    <a:bodyPr/>
                    <a:lstStyle/>
                    <a:p>
                      <a:pPr algn="ctr"/>
                      <a:r>
                        <a:rPr lang="en-US" sz="1800" dirty="0"/>
                        <a:t>Effort</a:t>
                      </a:r>
                    </a:p>
                  </a:txBody>
                  <a:tcPr/>
                </a:tc>
                <a:tc>
                  <a:txBody>
                    <a:bodyPr/>
                    <a:lstStyle/>
                    <a:p>
                      <a:pPr algn="ctr"/>
                      <a:r>
                        <a:rPr lang="en-US" sz="1800" dirty="0"/>
                        <a:t>Pricing</a:t>
                      </a:r>
                    </a:p>
                  </a:txBody>
                  <a:tcPr/>
                </a:tc>
                <a:extLst>
                  <a:ext uri="{0D108BD9-81ED-4DB2-BD59-A6C34878D82A}">
                    <a16:rowId xmlns:a16="http://schemas.microsoft.com/office/drawing/2014/main" val="1995526989"/>
                  </a:ext>
                </a:extLst>
              </a:tr>
              <a:tr h="428446">
                <a:tc>
                  <a:txBody>
                    <a:bodyPr/>
                    <a:lstStyle/>
                    <a:p>
                      <a:pPr algn="ctr"/>
                      <a:r>
                        <a:rPr lang="en-US" dirty="0"/>
                        <a:t>Product and Release Management</a:t>
                      </a:r>
                    </a:p>
                  </a:txBody>
                  <a:tcPr/>
                </a:tc>
                <a:tc>
                  <a:txBody>
                    <a:bodyPr/>
                    <a:lstStyle/>
                    <a:p>
                      <a:pPr algn="ctr"/>
                      <a:r>
                        <a:rPr lang="en-US" dirty="0"/>
                        <a:t>Project Manager</a:t>
                      </a:r>
                    </a:p>
                  </a:txBody>
                  <a:tcPr/>
                </a:tc>
                <a:tc>
                  <a:txBody>
                    <a:bodyPr/>
                    <a:lstStyle/>
                    <a:p>
                      <a:pPr algn="ctr"/>
                      <a:r>
                        <a:rPr lang="en-US" dirty="0"/>
                        <a:t>4 Man Months </a:t>
                      </a:r>
                    </a:p>
                  </a:txBody>
                  <a:tcPr/>
                </a:tc>
                <a:tc>
                  <a:txBody>
                    <a:bodyPr/>
                    <a:lstStyle/>
                    <a:p>
                      <a:pPr algn="ctr"/>
                      <a:r>
                        <a:rPr lang="en-US" dirty="0"/>
                        <a:t>Rate 20 USD/</a:t>
                      </a:r>
                      <a:r>
                        <a:rPr lang="en-US" dirty="0" err="1"/>
                        <a:t>Hr</a:t>
                      </a:r>
                      <a:endParaRPr lang="en-US" dirty="0"/>
                    </a:p>
                    <a:p>
                      <a:pPr algn="ctr"/>
                      <a:r>
                        <a:rPr lang="en-US" dirty="0"/>
                        <a:t>4*160*20=12800 USD</a:t>
                      </a:r>
                    </a:p>
                  </a:txBody>
                  <a:tcPr/>
                </a:tc>
                <a:extLst>
                  <a:ext uri="{0D108BD9-81ED-4DB2-BD59-A6C34878D82A}">
                    <a16:rowId xmlns:a16="http://schemas.microsoft.com/office/drawing/2014/main" val="2450084464"/>
                  </a:ext>
                </a:extLst>
              </a:tr>
              <a:tr h="428446">
                <a:tc>
                  <a:txBody>
                    <a:bodyPr/>
                    <a:lstStyle/>
                    <a:p>
                      <a:pPr algn="ctr"/>
                      <a:r>
                        <a:rPr lang="en-US" dirty="0"/>
                        <a:t>Architecture and Planning</a:t>
                      </a:r>
                    </a:p>
                  </a:txBody>
                  <a:tcPr/>
                </a:tc>
                <a:tc>
                  <a:txBody>
                    <a:bodyPr/>
                    <a:lstStyle/>
                    <a:p>
                      <a:pPr algn="ctr"/>
                      <a:r>
                        <a:rPr lang="en-US" dirty="0"/>
                        <a:t>Architect</a:t>
                      </a:r>
                    </a:p>
                  </a:txBody>
                  <a:tcPr/>
                </a:tc>
                <a:tc>
                  <a:txBody>
                    <a:bodyPr/>
                    <a:lstStyle/>
                    <a:p>
                      <a:pPr algn="ctr"/>
                      <a:r>
                        <a:rPr lang="en-US" dirty="0"/>
                        <a:t>1 Man Week</a:t>
                      </a:r>
                    </a:p>
                  </a:txBody>
                  <a:tcPr/>
                </a:tc>
                <a:tc>
                  <a:txBody>
                    <a:bodyPr/>
                    <a:lstStyle/>
                    <a:p>
                      <a:pPr algn="ctr"/>
                      <a:r>
                        <a:rPr lang="en-US" dirty="0"/>
                        <a:t>Rate 60 USD/</a:t>
                      </a:r>
                      <a:r>
                        <a:rPr lang="en-US" dirty="0" err="1"/>
                        <a:t>Hr</a:t>
                      </a:r>
                      <a:endParaRPr lang="en-US" dirty="0"/>
                    </a:p>
                    <a:p>
                      <a:pPr algn="ctr"/>
                      <a:r>
                        <a:rPr lang="en-US" dirty="0"/>
                        <a:t>40*60=2400 USD</a:t>
                      </a:r>
                    </a:p>
                  </a:txBody>
                  <a:tcPr/>
                </a:tc>
                <a:extLst>
                  <a:ext uri="{0D108BD9-81ED-4DB2-BD59-A6C34878D82A}">
                    <a16:rowId xmlns:a16="http://schemas.microsoft.com/office/drawing/2014/main" val="687617810"/>
                  </a:ext>
                </a:extLst>
              </a:tr>
              <a:tr h="490409">
                <a:tc>
                  <a:txBody>
                    <a:bodyPr/>
                    <a:lstStyle/>
                    <a:p>
                      <a:pPr algn="ctr"/>
                      <a:r>
                        <a:rPr lang="en-US" dirty="0"/>
                        <a:t>UX Design</a:t>
                      </a:r>
                    </a:p>
                  </a:txBody>
                  <a:tcPr/>
                </a:tc>
                <a:tc>
                  <a:txBody>
                    <a:bodyPr/>
                    <a:lstStyle/>
                    <a:p>
                      <a:pPr algn="ctr"/>
                      <a:r>
                        <a:rPr lang="en-US" dirty="0"/>
                        <a:t>UX Designer</a:t>
                      </a:r>
                    </a:p>
                  </a:txBody>
                  <a:tcPr/>
                </a:tc>
                <a:tc>
                  <a:txBody>
                    <a:bodyPr/>
                    <a:lstStyle/>
                    <a:p>
                      <a:pPr algn="ctr"/>
                      <a:r>
                        <a:rPr lang="en-US" dirty="0"/>
                        <a:t>2 Man Month</a:t>
                      </a:r>
                    </a:p>
                  </a:txBody>
                  <a:tcPr/>
                </a:tc>
                <a:tc>
                  <a:txBody>
                    <a:bodyPr/>
                    <a:lstStyle/>
                    <a:p>
                      <a:pPr algn="ctr"/>
                      <a:r>
                        <a:rPr lang="en-US" dirty="0"/>
                        <a:t>Rate 25 USD/</a:t>
                      </a:r>
                      <a:r>
                        <a:rPr lang="en-US" dirty="0" err="1"/>
                        <a:t>Hr</a:t>
                      </a:r>
                      <a:endParaRPr lang="en-US" dirty="0"/>
                    </a:p>
                    <a:p>
                      <a:pPr algn="ctr"/>
                      <a:r>
                        <a:rPr lang="en-US" dirty="0"/>
                        <a:t>2*160*25= 8000 USD</a:t>
                      </a:r>
                    </a:p>
                  </a:txBody>
                  <a:tcPr/>
                </a:tc>
                <a:extLst>
                  <a:ext uri="{0D108BD9-81ED-4DB2-BD59-A6C34878D82A}">
                    <a16:rowId xmlns:a16="http://schemas.microsoft.com/office/drawing/2014/main" val="3271388599"/>
                  </a:ext>
                </a:extLst>
              </a:tr>
              <a:tr h="428446">
                <a:tc>
                  <a:txBody>
                    <a:bodyPr/>
                    <a:lstStyle/>
                    <a:p>
                      <a:pPr algn="ctr"/>
                      <a:r>
                        <a:rPr lang="en-US" dirty="0"/>
                        <a:t>UI Development</a:t>
                      </a:r>
                    </a:p>
                  </a:txBody>
                  <a:tcPr/>
                </a:tc>
                <a:tc>
                  <a:txBody>
                    <a:bodyPr/>
                    <a:lstStyle/>
                    <a:p>
                      <a:pPr algn="ctr"/>
                      <a:r>
                        <a:rPr lang="en-US" dirty="0"/>
                        <a:t>UI Developer</a:t>
                      </a:r>
                    </a:p>
                  </a:txBody>
                  <a:tcPr/>
                </a:tc>
                <a:tc>
                  <a:txBody>
                    <a:bodyPr/>
                    <a:lstStyle/>
                    <a:p>
                      <a:pPr algn="ctr"/>
                      <a:r>
                        <a:rPr lang="en-US" dirty="0"/>
                        <a:t>2 Man Month</a:t>
                      </a:r>
                    </a:p>
                  </a:txBody>
                  <a:tcPr/>
                </a:tc>
                <a:tc>
                  <a:txBody>
                    <a:bodyPr/>
                    <a:lstStyle/>
                    <a:p>
                      <a:pPr algn="ctr"/>
                      <a:r>
                        <a:rPr lang="en-US" dirty="0"/>
                        <a:t>Rate 20 USD/</a:t>
                      </a:r>
                      <a:r>
                        <a:rPr lang="en-US" dirty="0" err="1"/>
                        <a:t>Hr</a:t>
                      </a:r>
                      <a:endParaRPr lang="en-US" dirty="0"/>
                    </a:p>
                    <a:p>
                      <a:pPr algn="ctr"/>
                      <a:r>
                        <a:rPr lang="en-US" dirty="0"/>
                        <a:t>2*160*20= 6400 USD</a:t>
                      </a:r>
                    </a:p>
                  </a:txBody>
                  <a:tcPr/>
                </a:tc>
                <a:extLst>
                  <a:ext uri="{0D108BD9-81ED-4DB2-BD59-A6C34878D82A}">
                    <a16:rowId xmlns:a16="http://schemas.microsoft.com/office/drawing/2014/main" val="1127115572"/>
                  </a:ext>
                </a:extLst>
              </a:tr>
              <a:tr h="428446">
                <a:tc>
                  <a:txBody>
                    <a:bodyPr/>
                    <a:lstStyle/>
                    <a:p>
                      <a:pPr algn="ctr"/>
                      <a:r>
                        <a:rPr lang="en-US" dirty="0"/>
                        <a:t>Backend Development</a:t>
                      </a:r>
                    </a:p>
                  </a:txBody>
                  <a:tcPr/>
                </a:tc>
                <a:tc>
                  <a:txBody>
                    <a:bodyPr/>
                    <a:lstStyle/>
                    <a:p>
                      <a:pPr algn="ctr"/>
                      <a:r>
                        <a:rPr lang="en-US" dirty="0"/>
                        <a:t>DevOps</a:t>
                      </a:r>
                    </a:p>
                  </a:txBody>
                  <a:tcPr/>
                </a:tc>
                <a:tc>
                  <a:txBody>
                    <a:bodyPr/>
                    <a:lstStyle/>
                    <a:p>
                      <a:pPr algn="ctr"/>
                      <a:r>
                        <a:rPr lang="en-US" dirty="0"/>
                        <a:t>4 Man Month</a:t>
                      </a:r>
                    </a:p>
                  </a:txBody>
                  <a:tcPr/>
                </a:tc>
                <a:tc>
                  <a:txBody>
                    <a:bodyPr/>
                    <a:lstStyle/>
                    <a:p>
                      <a:pPr algn="ctr"/>
                      <a:r>
                        <a:rPr lang="en-US" dirty="0"/>
                        <a:t>Rate 30 USD/</a:t>
                      </a:r>
                      <a:r>
                        <a:rPr lang="en-US" dirty="0" err="1"/>
                        <a:t>Hr</a:t>
                      </a:r>
                      <a:endParaRPr lang="en-US" dirty="0"/>
                    </a:p>
                    <a:p>
                      <a:pPr algn="ctr"/>
                      <a:r>
                        <a:rPr lang="en-US" dirty="0"/>
                        <a:t>4*160*30= 19200 USD</a:t>
                      </a:r>
                    </a:p>
                  </a:txBody>
                  <a:tcPr/>
                </a:tc>
                <a:extLst>
                  <a:ext uri="{0D108BD9-81ED-4DB2-BD59-A6C34878D82A}">
                    <a16:rowId xmlns:a16="http://schemas.microsoft.com/office/drawing/2014/main" val="4227696826"/>
                  </a:ext>
                </a:extLst>
              </a:tr>
              <a:tr h="428446">
                <a:tc>
                  <a:txBody>
                    <a:bodyPr/>
                    <a:lstStyle/>
                    <a:p>
                      <a:pPr algn="ctr"/>
                      <a:r>
                        <a:rPr lang="en-US" dirty="0"/>
                        <a:t>Business Analysis</a:t>
                      </a:r>
                    </a:p>
                  </a:txBody>
                  <a:tcPr/>
                </a:tc>
                <a:tc>
                  <a:txBody>
                    <a:bodyPr/>
                    <a:lstStyle/>
                    <a:p>
                      <a:pPr algn="ctr"/>
                      <a:r>
                        <a:rPr lang="en-US" dirty="0"/>
                        <a:t>Business Analyst</a:t>
                      </a:r>
                    </a:p>
                  </a:txBody>
                  <a:tcPr/>
                </a:tc>
                <a:tc>
                  <a:txBody>
                    <a:bodyPr/>
                    <a:lstStyle/>
                    <a:p>
                      <a:pPr algn="ctr"/>
                      <a:r>
                        <a:rPr lang="en-US" dirty="0"/>
                        <a:t>4 Man Month</a:t>
                      </a:r>
                    </a:p>
                  </a:txBody>
                  <a:tcPr/>
                </a:tc>
                <a:tc>
                  <a:txBody>
                    <a:bodyPr/>
                    <a:lstStyle/>
                    <a:p>
                      <a:pPr algn="ctr"/>
                      <a:r>
                        <a:rPr lang="en-US" dirty="0"/>
                        <a:t>Rate 15 USD/</a:t>
                      </a:r>
                      <a:r>
                        <a:rPr lang="en-US" dirty="0" err="1"/>
                        <a:t>Hr</a:t>
                      </a:r>
                      <a:endParaRPr lang="en-US" dirty="0"/>
                    </a:p>
                    <a:p>
                      <a:pPr algn="ctr"/>
                      <a:r>
                        <a:rPr lang="en-US" dirty="0"/>
                        <a:t>4*160*15= 9600</a:t>
                      </a:r>
                    </a:p>
                  </a:txBody>
                  <a:tcPr/>
                </a:tc>
                <a:extLst>
                  <a:ext uri="{0D108BD9-81ED-4DB2-BD59-A6C34878D82A}">
                    <a16:rowId xmlns:a16="http://schemas.microsoft.com/office/drawing/2014/main" val="2329890652"/>
                  </a:ext>
                </a:extLst>
              </a:tr>
              <a:tr h="428446">
                <a:tc>
                  <a:txBody>
                    <a:bodyPr/>
                    <a:lstStyle/>
                    <a:p>
                      <a:pPr algn="ctr"/>
                      <a:endParaRPr lang="en-US" dirty="0"/>
                    </a:p>
                  </a:txBody>
                  <a:tcPr/>
                </a:tc>
                <a:tc>
                  <a:txBody>
                    <a:bodyPr/>
                    <a:lstStyle/>
                    <a:p>
                      <a:pPr algn="ctr"/>
                      <a:endParaRPr lang="en-US"/>
                    </a:p>
                  </a:txBody>
                  <a:tcPr/>
                </a:tc>
                <a:tc>
                  <a:txBody>
                    <a:bodyPr/>
                    <a:lstStyle/>
                    <a:p>
                      <a:pPr algn="ctr"/>
                      <a:endParaRPr lang="en-US"/>
                    </a:p>
                  </a:txBody>
                  <a:tcPr/>
                </a:tc>
                <a:tc>
                  <a:txBody>
                    <a:bodyPr/>
                    <a:lstStyle/>
                    <a:p>
                      <a:pPr algn="ctr"/>
                      <a:r>
                        <a:rPr lang="en-US" dirty="0"/>
                        <a:t>Total - 58400 USD</a:t>
                      </a:r>
                    </a:p>
                  </a:txBody>
                  <a:tcPr/>
                </a:tc>
                <a:extLst>
                  <a:ext uri="{0D108BD9-81ED-4DB2-BD59-A6C34878D82A}">
                    <a16:rowId xmlns:a16="http://schemas.microsoft.com/office/drawing/2014/main" val="1504316383"/>
                  </a:ext>
                </a:extLst>
              </a:tr>
            </a:tbl>
          </a:graphicData>
        </a:graphic>
      </p:graphicFrame>
      <p:sp>
        <p:nvSpPr>
          <p:cNvPr id="9" name="TextBox 8">
            <a:extLst>
              <a:ext uri="{FF2B5EF4-FFF2-40B4-BE49-F238E27FC236}">
                <a16:creationId xmlns:a16="http://schemas.microsoft.com/office/drawing/2014/main" id="{DFAC90BA-0F5F-4D1D-BF2B-FEC44E00C616}"/>
              </a:ext>
            </a:extLst>
          </p:cNvPr>
          <p:cNvSpPr txBox="1">
            <a:spLocks noChangeArrowheads="1"/>
          </p:cNvSpPr>
          <p:nvPr/>
        </p:nvSpPr>
        <p:spPr bwMode="auto">
          <a:xfrm>
            <a:off x="1877113" y="383275"/>
            <a:ext cx="542205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Raleway SemiBold" panose="020B0703030101060003" pitchFamily="34" charset="0"/>
              </a:defRPr>
            </a:lvl1pPr>
            <a:lvl2pPr marL="742950" indent="-285750">
              <a:lnSpc>
                <a:spcPct val="90000"/>
              </a:lnSpc>
              <a:spcBef>
                <a:spcPts val="500"/>
              </a:spcBef>
              <a:buFont typeface="Arial" panose="020B0604020202020204" pitchFamily="34" charset="0"/>
              <a:buChar char="•"/>
              <a:defRPr sz="2400">
                <a:solidFill>
                  <a:schemeClr val="tx1"/>
                </a:solidFill>
                <a:latin typeface="Raleway SemiBold" panose="020B0703030101060003" pitchFamily="34" charset="0"/>
              </a:defRPr>
            </a:lvl2pPr>
            <a:lvl3pPr marL="1143000" indent="-228600">
              <a:lnSpc>
                <a:spcPct val="90000"/>
              </a:lnSpc>
              <a:spcBef>
                <a:spcPts val="500"/>
              </a:spcBef>
              <a:buFont typeface="Arial" panose="020B0604020202020204" pitchFamily="34" charset="0"/>
              <a:buChar char="•"/>
              <a:defRPr sz="2000">
                <a:solidFill>
                  <a:schemeClr val="tx1"/>
                </a:solidFill>
                <a:latin typeface="Raleway SemiBold" panose="020B0703030101060003" pitchFamily="34" charset="0"/>
              </a:defRPr>
            </a:lvl3pPr>
            <a:lvl4pPr marL="16002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4pPr>
            <a:lvl5pPr marL="2057400" indent="-228600">
              <a:lnSpc>
                <a:spcPct val="90000"/>
              </a:lnSpc>
              <a:spcBef>
                <a:spcPts val="500"/>
              </a:spcBef>
              <a:buFont typeface="Arial" panose="020B0604020202020204" pitchFamily="34" charset="0"/>
              <a:buChar char="•"/>
              <a:defRPr>
                <a:solidFill>
                  <a:schemeClr val="tx1"/>
                </a:solidFill>
                <a:latin typeface="Raleway SemiBold" panose="020B0703030101060003" pitchFamily="34" charset="0"/>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Raleway SemiBold" panose="020B0703030101060003" pitchFamily="34" charset="0"/>
              </a:defRPr>
            </a:lvl9pPr>
          </a:lstStyle>
          <a:p>
            <a:pPr algn="ctr" eaLnBrk="1" hangingPunct="1">
              <a:lnSpc>
                <a:spcPct val="100000"/>
              </a:lnSpc>
              <a:spcBef>
                <a:spcPct val="0"/>
              </a:spcBef>
              <a:buFontTx/>
              <a:buNone/>
            </a:pPr>
            <a:r>
              <a:rPr lang="en-US" altLang="ru-RU" sz="2000" dirty="0">
                <a:latin typeface="Roboto" panose="02000000000000000000" pitchFamily="2" charset="0"/>
                <a:ea typeface="Roboto" panose="02000000000000000000" pitchFamily="2" charset="0"/>
                <a:cs typeface="Roboto" panose="02000000000000000000" pitchFamily="2" charset="0"/>
              </a:rPr>
              <a:t>Estimated Time - 4 Months</a:t>
            </a:r>
          </a:p>
        </p:txBody>
      </p:sp>
      <p:sp>
        <p:nvSpPr>
          <p:cNvPr id="10" name="TextBox 9">
            <a:extLst>
              <a:ext uri="{FF2B5EF4-FFF2-40B4-BE49-F238E27FC236}">
                <a16:creationId xmlns:a16="http://schemas.microsoft.com/office/drawing/2014/main" id="{166D0F0C-6A18-4FB4-A4E7-C7E0D2A67C9E}"/>
              </a:ext>
            </a:extLst>
          </p:cNvPr>
          <p:cNvSpPr txBox="1"/>
          <p:nvPr/>
        </p:nvSpPr>
        <p:spPr>
          <a:xfrm>
            <a:off x="6042537" y="4871696"/>
            <a:ext cx="2641309" cy="253916"/>
          </a:xfrm>
          <a:prstGeom prst="rect">
            <a:avLst/>
          </a:prstGeom>
          <a:noFill/>
        </p:spPr>
        <p:txBody>
          <a:bodyPr wrap="square" rtlCol="0">
            <a:spAutoFit/>
          </a:bodyPr>
          <a:lstStyle/>
          <a:p>
            <a:r>
              <a:rPr lang="en-US" sz="525" cap="small" dirty="0">
                <a:latin typeface="Arial"/>
              </a:rPr>
              <a:t>© 2018 Synectiks. All Rights Reserved. Proprietary and Confidential.</a:t>
            </a:r>
          </a:p>
        </p:txBody>
      </p:sp>
    </p:spTree>
    <p:extLst>
      <p:ext uri="{BB962C8B-B14F-4D97-AF65-F5344CB8AC3E}">
        <p14:creationId xmlns:p14="http://schemas.microsoft.com/office/powerpoint/2010/main" val="16121629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1" presetClass="entr" presetSubtype="0" fill="hold" grpId="0" nodeType="afterEffect">
                                  <p:stCondLst>
                                    <p:cond delay="0"/>
                                  </p:stCondLst>
                                  <p:iterate type="lt">
                                    <p:tmPct val="10000"/>
                                  </p:iterate>
                                  <p:childTnLst>
                                    <p:set>
                                      <p:cBhvr>
                                        <p:cTn id="6" dur="1" fill="hold">
                                          <p:stCondLst>
                                            <p:cond delay="0"/>
                                          </p:stCondLst>
                                        </p:cTn>
                                        <p:tgtEl>
                                          <p:spTgt spid="9"/>
                                        </p:tgtEl>
                                        <p:attrNameLst>
                                          <p:attrName>style.visibility</p:attrName>
                                        </p:attrNameLst>
                                      </p:cBhvr>
                                      <p:to>
                                        <p:strVal val="visible"/>
                                      </p:to>
                                    </p:set>
                                    <p:anim calcmode="lin" valueType="num">
                                      <p:cBhvr>
                                        <p:cTn id="7" dur="250" fill="hold"/>
                                        <p:tgtEl>
                                          <p:spTgt spid="9"/>
                                        </p:tgtEl>
                                        <p:attrNameLst>
                                          <p:attrName>ppt_x</p:attrName>
                                        </p:attrNameLst>
                                      </p:cBhvr>
                                      <p:tavLst>
                                        <p:tav tm="0">
                                          <p:val>
                                            <p:strVal val="#ppt_x"/>
                                          </p:val>
                                        </p:tav>
                                        <p:tav tm="50000">
                                          <p:val>
                                            <p:strVal val="#ppt_x+.1"/>
                                          </p:val>
                                        </p:tav>
                                        <p:tav tm="100000">
                                          <p:val>
                                            <p:strVal val="#ppt_x"/>
                                          </p:val>
                                        </p:tav>
                                      </p:tavLst>
                                    </p:anim>
                                    <p:anim calcmode="lin" valueType="num">
                                      <p:cBhvr>
                                        <p:cTn id="8" dur="250" fill="hold"/>
                                        <p:tgtEl>
                                          <p:spTgt spid="9"/>
                                        </p:tgtEl>
                                        <p:attrNameLst>
                                          <p:attrName>ppt_y</p:attrName>
                                        </p:attrNameLst>
                                      </p:cBhvr>
                                      <p:tavLst>
                                        <p:tav tm="0">
                                          <p:val>
                                            <p:strVal val="#ppt_y"/>
                                          </p:val>
                                        </p:tav>
                                        <p:tav tm="100000">
                                          <p:val>
                                            <p:strVal val="#ppt_y"/>
                                          </p:val>
                                        </p:tav>
                                      </p:tavLst>
                                    </p:anim>
                                    <p:anim calcmode="lin" valueType="num">
                                      <p:cBhvr>
                                        <p:cTn id="9" dur="250" fill="hold"/>
                                        <p:tgtEl>
                                          <p:spTgt spid="9"/>
                                        </p:tgtEl>
                                        <p:attrNameLst>
                                          <p:attrName>ppt_h</p:attrName>
                                        </p:attrNameLst>
                                      </p:cBhvr>
                                      <p:tavLst>
                                        <p:tav tm="0">
                                          <p:val>
                                            <p:strVal val="#ppt_h/10"/>
                                          </p:val>
                                        </p:tav>
                                        <p:tav tm="50000">
                                          <p:val>
                                            <p:strVal val="#ppt_h+.01"/>
                                          </p:val>
                                        </p:tav>
                                        <p:tav tm="100000">
                                          <p:val>
                                            <p:strVal val="#ppt_h"/>
                                          </p:val>
                                        </p:tav>
                                      </p:tavLst>
                                    </p:anim>
                                    <p:anim calcmode="lin" valueType="num">
                                      <p:cBhvr>
                                        <p:cTn id="10" dur="250" fill="hold"/>
                                        <p:tgtEl>
                                          <p:spTgt spid="9"/>
                                        </p:tgtEl>
                                        <p:attrNameLst>
                                          <p:attrName>ppt_w</p:attrName>
                                        </p:attrNameLst>
                                      </p:cBhvr>
                                      <p:tavLst>
                                        <p:tav tm="0">
                                          <p:val>
                                            <p:strVal val="#ppt_w/10"/>
                                          </p:val>
                                        </p:tav>
                                        <p:tav tm="50000">
                                          <p:val>
                                            <p:strVal val="#ppt_w+.01"/>
                                          </p:val>
                                        </p:tav>
                                        <p:tav tm="100000">
                                          <p:val>
                                            <p:strVal val="#ppt_w"/>
                                          </p:val>
                                        </p:tav>
                                      </p:tavLst>
                                    </p:anim>
                                    <p:animEffect transition="in" filter="fade">
                                      <p:cBhvr>
                                        <p:cTn id="11" dur="250" tmFilter="0,0; .5, 1; 1, 1"/>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57C478D541D6174AA77107583A259864" ma:contentTypeVersion="4" ma:contentTypeDescription="Create a new document." ma:contentTypeScope="" ma:versionID="6aa4fae692c1ff43e35373b033661ad6">
  <xsd:schema xmlns:xsd="http://www.w3.org/2001/XMLSchema" xmlns:xs="http://www.w3.org/2001/XMLSchema" xmlns:p="http://schemas.microsoft.com/office/2006/metadata/properties" xmlns:ns2="ff405f1e-6196-4298-8e35-fbecc950cb7b" targetNamespace="http://schemas.microsoft.com/office/2006/metadata/properties" ma:root="true" ma:fieldsID="98c1a472ba01282ba882d7e661592592" ns2:_="">
    <xsd:import namespace="ff405f1e-6196-4298-8e35-fbecc950cb7b"/>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f405f1e-6196-4298-8e35-fbecc950cb7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51BF9A0-A380-42E8-B81F-03D2471160C1}">
  <ds:schemaRefs>
    <ds:schemaRef ds:uri="http://purl.org/dc/terms/"/>
    <ds:schemaRef ds:uri="http://www.w3.org/XML/1998/namespace"/>
    <ds:schemaRef ds:uri="http://schemas.microsoft.com/office/2006/metadata/properties"/>
    <ds:schemaRef ds:uri="http://schemas.microsoft.com/office/2006/documentManagement/types"/>
    <ds:schemaRef ds:uri="http://purl.org/dc/elements/1.1/"/>
    <ds:schemaRef ds:uri="http://purl.org/dc/dcmitype/"/>
    <ds:schemaRef ds:uri="http://schemas.microsoft.com/office/infopath/2007/PartnerControls"/>
    <ds:schemaRef ds:uri="http://schemas.openxmlformats.org/package/2006/metadata/core-properties"/>
  </ds:schemaRefs>
</ds:datastoreItem>
</file>

<file path=customXml/itemProps2.xml><?xml version="1.0" encoding="utf-8"?>
<ds:datastoreItem xmlns:ds="http://schemas.openxmlformats.org/officeDocument/2006/customXml" ds:itemID="{7820D18E-F63F-49C2-965E-6C5E03B4CC8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f405f1e-6196-4298-8e35-fbecc950cb7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321F4AC2-0AEA-4354-802A-609AA4E08D7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Slice</Template>
  <TotalTime>705</TotalTime>
  <Words>654</Words>
  <Application>Microsoft Office PowerPoint</Application>
  <PresentationFormat>On-screen Show (16:9)</PresentationFormat>
  <Paragraphs>201</Paragraphs>
  <Slides>6</Slides>
  <Notes>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6</vt:i4>
      </vt:variant>
    </vt:vector>
  </HeadingPairs>
  <TitlesOfParts>
    <vt:vector size="17" baseType="lpstr">
      <vt:lpstr>Arial</vt:lpstr>
      <vt:lpstr>Calibri</vt:lpstr>
      <vt:lpstr>Calibri Light</vt:lpstr>
      <vt:lpstr>Raleway ExtraBold</vt:lpstr>
      <vt:lpstr>Raleway Medium</vt:lpstr>
      <vt:lpstr>Raleway SemiBold</vt:lpstr>
      <vt:lpstr>Roboto</vt:lpstr>
      <vt:lpstr>Rockwell</vt:lpstr>
      <vt:lpstr>Segoe UI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High-level future state road map</dc:title>
  <dc:creator>Akbar Khan</dc:creator>
  <cp:lastModifiedBy>Akbar Khan</cp:lastModifiedBy>
  <cp:revision>68</cp:revision>
  <dcterms:created xsi:type="dcterms:W3CDTF">2020-06-25T11:39:16Z</dcterms:created>
  <dcterms:modified xsi:type="dcterms:W3CDTF">2021-07-12T13:21:08Z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0x01010057C478D541D6174AA77107583A259864</vt:lpwstr>
  </property>
</Properties>
</file>