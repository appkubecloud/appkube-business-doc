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4" r:id="rId4"/>
  </p:sldMasterIdLst>
  <p:notesMasterIdLst>
    <p:notesMasterId r:id="rId12"/>
  </p:notesMasterIdLst>
  <p:handoutMasterIdLst>
    <p:handoutMasterId r:id="rId13"/>
  </p:handoutMasterIdLst>
  <p:sldIdLst>
    <p:sldId id="360" r:id="rId5"/>
    <p:sldId id="331" r:id="rId6"/>
    <p:sldId id="333" r:id="rId7"/>
    <p:sldId id="338" r:id="rId8"/>
    <p:sldId id="340" r:id="rId9"/>
    <p:sldId id="931" r:id="rId10"/>
    <p:sldId id="349" r:id="rId11"/>
  </p:sldIdLst>
  <p:sldSz cx="9144000" cy="5143500" type="screen16x9"/>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8" userDrawn="1">
          <p15:clr>
            <a:srgbClr val="A4A3A4"/>
          </p15:clr>
        </p15:guide>
        <p15:guide id="2" pos="355">
          <p15:clr>
            <a:srgbClr val="A4A3A4"/>
          </p15:clr>
        </p15:guide>
        <p15:guide id="3" orient="horz" pos="1212" userDrawn="1">
          <p15:clr>
            <a:srgbClr val="A4A3A4"/>
          </p15:clr>
        </p15:guide>
        <p15:guide id="4" orient="horz" pos="948" userDrawn="1">
          <p15:clr>
            <a:srgbClr val="A4A3A4"/>
          </p15:clr>
        </p15:guide>
        <p15:guide id="5" orient="horz" pos="2964" userDrawn="1">
          <p15:clr>
            <a:srgbClr val="A4A3A4"/>
          </p15:clr>
        </p15:guide>
        <p15:guide id="6" orient="horz" pos="516" userDrawn="1">
          <p15:clr>
            <a:srgbClr val="A4A3A4"/>
          </p15:clr>
        </p15:guide>
        <p15:guide id="7" orient="horz" pos="1190">
          <p15:clr>
            <a:srgbClr val="A4A3A4"/>
          </p15:clr>
        </p15:guide>
        <p15:guide id="8" orient="horz" pos="750">
          <p15:clr>
            <a:srgbClr val="A4A3A4"/>
          </p15:clr>
        </p15:guide>
        <p15:guide id="9" orient="horz" pos="2916">
          <p15:clr>
            <a:srgbClr val="A4A3A4"/>
          </p15:clr>
        </p15:guide>
        <p15:guide id="10" pos="145">
          <p15:clr>
            <a:srgbClr val="A4A3A4"/>
          </p15:clr>
        </p15:guide>
        <p15:guide id="11" pos="5617">
          <p15:clr>
            <a:srgbClr val="A4A3A4"/>
          </p15:clr>
        </p15:guide>
        <p15:guide id="12" pos="288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guide id="3" orient="horz" pos="2304">
          <p15:clr>
            <a:srgbClr val="A4A3A4"/>
          </p15:clr>
        </p15:guide>
        <p15:guide id="4"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irban Banerjee" initials="AB"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2436"/>
    <a:srgbClr val="DA291C"/>
    <a:srgbClr val="6DD9FF"/>
    <a:srgbClr val="5F5E5F"/>
    <a:srgbClr val="919D9D"/>
    <a:srgbClr val="F3F4F0"/>
    <a:srgbClr val="F3FDD3"/>
    <a:srgbClr val="000000"/>
    <a:srgbClr val="F37021"/>
    <a:srgbClr val="CCE0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291" autoAdjust="0"/>
  </p:normalViewPr>
  <p:slideViewPr>
    <p:cSldViewPr snapToGrid="0">
      <p:cViewPr varScale="1">
        <p:scale>
          <a:sx n="105" d="100"/>
          <a:sy n="105" d="100"/>
        </p:scale>
        <p:origin x="180" y="72"/>
      </p:cViewPr>
      <p:guideLst>
        <p:guide orient="horz" pos="708"/>
        <p:guide pos="355"/>
        <p:guide orient="horz" pos="1212"/>
        <p:guide orient="horz" pos="948"/>
        <p:guide orient="horz" pos="2964"/>
        <p:guide orient="horz" pos="516"/>
        <p:guide orient="horz" pos="1190"/>
        <p:guide orient="horz" pos="750"/>
        <p:guide orient="horz" pos="2916"/>
        <p:guide pos="145"/>
        <p:guide pos="5617"/>
        <p:guide pos="2881"/>
      </p:guideLst>
    </p:cSldViewPr>
  </p:slideViewPr>
  <p:outlineViewPr>
    <p:cViewPr>
      <p:scale>
        <a:sx n="33" d="100"/>
        <a:sy n="33" d="100"/>
      </p:scale>
      <p:origin x="0" y="174"/>
    </p:cViewPr>
  </p:outlineViewPr>
  <p:notesTextViewPr>
    <p:cViewPr>
      <p:scale>
        <a:sx n="3" d="2"/>
        <a:sy n="3" d="2"/>
      </p:scale>
      <p:origin x="0" y="0"/>
    </p:cViewPr>
  </p:notesTextViewPr>
  <p:sorterViewPr>
    <p:cViewPr>
      <p:scale>
        <a:sx n="100" d="100"/>
        <a:sy n="100" d="100"/>
      </p:scale>
      <p:origin x="0" y="5490"/>
    </p:cViewPr>
  </p:sorterViewPr>
  <p:notesViewPr>
    <p:cSldViewPr snapToGrid="0">
      <p:cViewPr varScale="1">
        <p:scale>
          <a:sx n="98" d="100"/>
          <a:sy n="98" d="100"/>
        </p:scale>
        <p:origin x="3516" y="72"/>
      </p:cViewPr>
      <p:guideLst>
        <p:guide orient="horz" pos="3024"/>
        <p:guide pos="2304"/>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sz="quarter" idx="1"/>
          </p:nvPr>
        </p:nvSpPr>
        <p:spPr>
          <a:xfrm>
            <a:off x="5438459" y="0"/>
            <a:ext cx="4160520" cy="365760"/>
          </a:xfrm>
          <a:prstGeom prst="rect">
            <a:avLst/>
          </a:prstGeom>
        </p:spPr>
        <p:txBody>
          <a:bodyPr vert="horz" lIns="96648" tIns="48325" rIns="96648" bIns="48325" rtlCol="0"/>
          <a:lstStyle>
            <a:lvl1pPr algn="r">
              <a:defRPr sz="1300"/>
            </a:lvl1pPr>
          </a:lstStyle>
          <a:p>
            <a:fld id="{1B9E88C5-C104-1D4D-887E-00A617007132}" type="datetimeFigureOut">
              <a:rPr lang="en-US" smtClean="0"/>
              <a:pPr/>
              <a:t>7/21/2022</a:t>
            </a:fld>
            <a:endParaRPr lang="en-US" dirty="0"/>
          </a:p>
        </p:txBody>
      </p:sp>
      <p:sp>
        <p:nvSpPr>
          <p:cNvPr id="4" name="Footer Placeholder 3"/>
          <p:cNvSpPr>
            <a:spLocks noGrp="1"/>
          </p:cNvSpPr>
          <p:nvPr>
            <p:ph type="ftr" sz="quarter" idx="2"/>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5" name="Slide Number Placeholder 4"/>
          <p:cNvSpPr>
            <a:spLocks noGrp="1"/>
          </p:cNvSpPr>
          <p:nvPr>
            <p:ph type="sldNum" sz="quarter" idx="3"/>
          </p:nvPr>
        </p:nvSpPr>
        <p:spPr>
          <a:xfrm>
            <a:off x="5438459" y="6948171"/>
            <a:ext cx="4160520" cy="365760"/>
          </a:xfrm>
          <a:prstGeom prst="rect">
            <a:avLst/>
          </a:prstGeom>
        </p:spPr>
        <p:txBody>
          <a:bodyPr vert="horz" lIns="96648" tIns="48325" rIns="96648" bIns="48325" rtlCol="0" anchor="b"/>
          <a:lstStyle>
            <a:lvl1pPr algn="r">
              <a:defRPr sz="1300"/>
            </a:lvl1pPr>
          </a:lstStyle>
          <a:p>
            <a:fld id="{AE1561C0-4582-414D-9482-B90AA17E5928}" type="slidenum">
              <a:rPr lang="en-US" smtClean="0"/>
              <a:pPr/>
              <a:t>‹#›</a:t>
            </a:fld>
            <a:endParaRPr lang="en-US" dirty="0"/>
          </a:p>
        </p:txBody>
      </p:sp>
    </p:spTree>
    <p:extLst>
      <p:ext uri="{BB962C8B-B14F-4D97-AF65-F5344CB8AC3E}">
        <p14:creationId xmlns:p14="http://schemas.microsoft.com/office/powerpoint/2010/main" val="27303673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idx="1"/>
          </p:nvPr>
        </p:nvSpPr>
        <p:spPr>
          <a:xfrm>
            <a:off x="5438459" y="0"/>
            <a:ext cx="4160520" cy="365760"/>
          </a:xfrm>
          <a:prstGeom prst="rect">
            <a:avLst/>
          </a:prstGeom>
        </p:spPr>
        <p:txBody>
          <a:bodyPr vert="horz" lIns="96648" tIns="48325" rIns="96648" bIns="48325" rtlCol="0"/>
          <a:lstStyle>
            <a:lvl1pPr algn="r">
              <a:defRPr sz="1300"/>
            </a:lvl1pPr>
          </a:lstStyle>
          <a:p>
            <a:fld id="{0F237061-72E3-FC45-B1DA-EE364FA20673}" type="datetimeFigureOut">
              <a:rPr lang="en-US" smtClean="0"/>
              <a:pPr/>
              <a:t>7/21/2022</a:t>
            </a:fld>
            <a:endParaRPr lang="en-US" dirty="0"/>
          </a:p>
        </p:txBody>
      </p:sp>
      <p:sp>
        <p:nvSpPr>
          <p:cNvPr id="4" name="Slide Image Placeholder 3"/>
          <p:cNvSpPr>
            <a:spLocks noGrp="1" noRot="1" noChangeAspect="1"/>
          </p:cNvSpPr>
          <p:nvPr>
            <p:ph type="sldImg" idx="2"/>
          </p:nvPr>
        </p:nvSpPr>
        <p:spPr>
          <a:xfrm>
            <a:off x="2362200" y="549275"/>
            <a:ext cx="4876800" cy="2743200"/>
          </a:xfrm>
          <a:prstGeom prst="rect">
            <a:avLst/>
          </a:prstGeom>
          <a:noFill/>
          <a:ln w="12700">
            <a:solidFill>
              <a:prstClr val="black"/>
            </a:solidFill>
          </a:ln>
        </p:spPr>
        <p:txBody>
          <a:bodyPr vert="horz" lIns="96648" tIns="48325" rIns="96648" bIns="48325" rtlCol="0" anchor="ctr"/>
          <a:lstStyle/>
          <a:p>
            <a:endParaRPr lang="en-US" dirty="0"/>
          </a:p>
        </p:txBody>
      </p:sp>
      <p:sp>
        <p:nvSpPr>
          <p:cNvPr id="5" name="Notes Placeholder 4"/>
          <p:cNvSpPr>
            <a:spLocks noGrp="1"/>
          </p:cNvSpPr>
          <p:nvPr>
            <p:ph type="body" sz="quarter" idx="3"/>
          </p:nvPr>
        </p:nvSpPr>
        <p:spPr>
          <a:xfrm>
            <a:off x="960121" y="3474720"/>
            <a:ext cx="7680960" cy="3291840"/>
          </a:xfrm>
          <a:prstGeom prst="rect">
            <a:avLst/>
          </a:prstGeom>
        </p:spPr>
        <p:txBody>
          <a:bodyPr vert="horz" lIns="96648" tIns="48325" rIns="96648" bIns="4832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7" name="Slide Number Placeholder 6"/>
          <p:cNvSpPr>
            <a:spLocks noGrp="1"/>
          </p:cNvSpPr>
          <p:nvPr>
            <p:ph type="sldNum" sz="quarter" idx="5"/>
          </p:nvPr>
        </p:nvSpPr>
        <p:spPr>
          <a:xfrm>
            <a:off x="5438459" y="6948171"/>
            <a:ext cx="4160520" cy="365760"/>
          </a:xfrm>
          <a:prstGeom prst="rect">
            <a:avLst/>
          </a:prstGeom>
        </p:spPr>
        <p:txBody>
          <a:bodyPr vert="horz" lIns="96648" tIns="48325" rIns="96648" bIns="48325" rtlCol="0" anchor="b"/>
          <a:lstStyle>
            <a:lvl1pPr algn="r">
              <a:defRPr sz="1300"/>
            </a:lvl1pPr>
          </a:lstStyle>
          <a:p>
            <a:fld id="{11D4D097-0016-D44A-A908-ADB1EED4D51F}" type="slidenum">
              <a:rPr lang="en-US" smtClean="0"/>
              <a:pPr/>
              <a:t>‹#›</a:t>
            </a:fld>
            <a:endParaRPr lang="en-US" dirty="0"/>
          </a:p>
        </p:txBody>
      </p:sp>
    </p:spTree>
    <p:extLst>
      <p:ext uri="{BB962C8B-B14F-4D97-AF65-F5344CB8AC3E}">
        <p14:creationId xmlns:p14="http://schemas.microsoft.com/office/powerpoint/2010/main" val="92465252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1</a:t>
            </a:fld>
            <a:endParaRPr lang="ru-RU" dirty="0"/>
          </a:p>
        </p:txBody>
      </p:sp>
    </p:spTree>
    <p:extLst>
      <p:ext uri="{BB962C8B-B14F-4D97-AF65-F5344CB8AC3E}">
        <p14:creationId xmlns:p14="http://schemas.microsoft.com/office/powerpoint/2010/main" val="2434698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2</a:t>
            </a:fld>
            <a:endParaRPr lang="en-US" dirty="0"/>
          </a:p>
        </p:txBody>
      </p:sp>
    </p:spTree>
    <p:extLst>
      <p:ext uri="{BB962C8B-B14F-4D97-AF65-F5344CB8AC3E}">
        <p14:creationId xmlns:p14="http://schemas.microsoft.com/office/powerpoint/2010/main" val="2542206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D4D097-0016-D44A-A908-ADB1EED4D51F}" type="slidenum">
              <a:rPr lang="en-US" smtClean="0"/>
              <a:pPr/>
              <a:t>3</a:t>
            </a:fld>
            <a:endParaRPr lang="en-US" dirty="0"/>
          </a:p>
        </p:txBody>
      </p:sp>
    </p:spTree>
    <p:extLst>
      <p:ext uri="{BB962C8B-B14F-4D97-AF65-F5344CB8AC3E}">
        <p14:creationId xmlns:p14="http://schemas.microsoft.com/office/powerpoint/2010/main" val="2018266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FF67-9BFD-4416-9077-7693E6EC4916}" type="slidenum">
              <a:rPr lang="en-US" smtClean="0"/>
              <a:t>6</a:t>
            </a:fld>
            <a:endParaRPr lang="en-US"/>
          </a:p>
        </p:txBody>
      </p:sp>
    </p:spTree>
    <p:extLst>
      <p:ext uri="{BB962C8B-B14F-4D97-AF65-F5344CB8AC3E}">
        <p14:creationId xmlns:p14="http://schemas.microsoft.com/office/powerpoint/2010/main" val="659267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FF67-9BFD-4416-9077-7693E6EC4916}" type="slidenum">
              <a:rPr lang="en-US" smtClean="0"/>
              <a:t>7</a:t>
            </a:fld>
            <a:endParaRPr lang="en-US"/>
          </a:p>
        </p:txBody>
      </p:sp>
    </p:spTree>
    <p:extLst>
      <p:ext uri="{BB962C8B-B14F-4D97-AF65-F5344CB8AC3E}">
        <p14:creationId xmlns:p14="http://schemas.microsoft.com/office/powerpoint/2010/main" val="245596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38BC4-A547-4D3A-B6AA-E8386FC03AE6}"/>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D8DE963-94FB-4E7F-8ED9-DABC5B5A783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0D3F490-324D-4289-B024-6675AD95A9E1}"/>
              </a:ext>
            </a:extLst>
          </p:cNvPr>
          <p:cNvSpPr>
            <a:spLocks noGrp="1"/>
          </p:cNvSpPr>
          <p:nvPr>
            <p:ph type="dt" sz="half" idx="10"/>
          </p:nvPr>
        </p:nvSpPr>
        <p:spPr/>
        <p:txBody>
          <a:bodyPr/>
          <a:lstStyle/>
          <a:p>
            <a:fld id="{92FD98AD-7C5B-4994-98B8-765221AB7D4C}" type="datetimeFigureOut">
              <a:rPr lang="en-US" smtClean="0"/>
              <a:t>7/21/2022</a:t>
            </a:fld>
            <a:endParaRPr lang="en-US"/>
          </a:p>
        </p:txBody>
      </p:sp>
      <p:sp>
        <p:nvSpPr>
          <p:cNvPr id="5" name="Footer Placeholder 4">
            <a:extLst>
              <a:ext uri="{FF2B5EF4-FFF2-40B4-BE49-F238E27FC236}">
                <a16:creationId xmlns:a16="http://schemas.microsoft.com/office/drawing/2014/main" id="{AD07AA4F-B2B7-4D4F-A263-B329CDEE7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05013-8926-4B30-8D77-BD3EFC814B09}"/>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2455786420"/>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046DB-24D7-437D-8EC1-CEFC7CBD70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20DDBB-FA4B-4012-9257-B11F5E3D5D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F2F17C-148F-44BD-872F-A575D02DDF11}"/>
              </a:ext>
            </a:extLst>
          </p:cNvPr>
          <p:cNvSpPr>
            <a:spLocks noGrp="1"/>
          </p:cNvSpPr>
          <p:nvPr>
            <p:ph type="dt" sz="half" idx="10"/>
          </p:nvPr>
        </p:nvSpPr>
        <p:spPr/>
        <p:txBody>
          <a:bodyPr/>
          <a:lstStyle/>
          <a:p>
            <a:fld id="{92FD98AD-7C5B-4994-98B8-765221AB7D4C}" type="datetimeFigureOut">
              <a:rPr lang="en-US" smtClean="0"/>
              <a:t>7/21/2022</a:t>
            </a:fld>
            <a:endParaRPr lang="en-US"/>
          </a:p>
        </p:txBody>
      </p:sp>
      <p:sp>
        <p:nvSpPr>
          <p:cNvPr id="5" name="Footer Placeholder 4">
            <a:extLst>
              <a:ext uri="{FF2B5EF4-FFF2-40B4-BE49-F238E27FC236}">
                <a16:creationId xmlns:a16="http://schemas.microsoft.com/office/drawing/2014/main" id="{CD1486F3-D503-48BB-AC96-52E4E6D418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3797D4-869E-46DD-BFF4-2B38220D4C1B}"/>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4174614203"/>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9D5C9-77D6-44FE-8CCC-284964621D5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196D2073-29E1-4E94-AB0A-04E1B38C089F}"/>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422732-F87F-40A5-BEB1-D27D4BF04CD5}"/>
              </a:ext>
            </a:extLst>
          </p:cNvPr>
          <p:cNvSpPr>
            <a:spLocks noGrp="1"/>
          </p:cNvSpPr>
          <p:nvPr>
            <p:ph type="dt" sz="half" idx="10"/>
          </p:nvPr>
        </p:nvSpPr>
        <p:spPr/>
        <p:txBody>
          <a:bodyPr/>
          <a:lstStyle/>
          <a:p>
            <a:fld id="{92FD98AD-7C5B-4994-98B8-765221AB7D4C}" type="datetimeFigureOut">
              <a:rPr lang="en-US" smtClean="0"/>
              <a:t>7/21/2022</a:t>
            </a:fld>
            <a:endParaRPr lang="en-US"/>
          </a:p>
        </p:txBody>
      </p:sp>
      <p:sp>
        <p:nvSpPr>
          <p:cNvPr id="5" name="Footer Placeholder 4">
            <a:extLst>
              <a:ext uri="{FF2B5EF4-FFF2-40B4-BE49-F238E27FC236}">
                <a16:creationId xmlns:a16="http://schemas.microsoft.com/office/drawing/2014/main" id="{A4A52FC0-84F5-4474-80AE-8961864D8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1057BC-E475-4DCE-A61C-29BAF7CAD143}"/>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3110124232"/>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1AEF5-DFED-4C21-888D-D7BED2D2B1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BE111A-5EB3-4490-9307-70D935F75B56}"/>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5E1F54-CA9E-4C4D-9C51-0D92F37A3C9A}"/>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8464EB-5873-4C58-942F-292D85500F51}"/>
              </a:ext>
            </a:extLst>
          </p:cNvPr>
          <p:cNvSpPr>
            <a:spLocks noGrp="1"/>
          </p:cNvSpPr>
          <p:nvPr>
            <p:ph type="dt" sz="half" idx="10"/>
          </p:nvPr>
        </p:nvSpPr>
        <p:spPr/>
        <p:txBody>
          <a:bodyPr/>
          <a:lstStyle/>
          <a:p>
            <a:fld id="{92FD98AD-7C5B-4994-98B8-765221AB7D4C}" type="datetimeFigureOut">
              <a:rPr lang="en-US" smtClean="0"/>
              <a:t>7/21/2022</a:t>
            </a:fld>
            <a:endParaRPr lang="en-US"/>
          </a:p>
        </p:txBody>
      </p:sp>
      <p:sp>
        <p:nvSpPr>
          <p:cNvPr id="6" name="Footer Placeholder 5">
            <a:extLst>
              <a:ext uri="{FF2B5EF4-FFF2-40B4-BE49-F238E27FC236}">
                <a16:creationId xmlns:a16="http://schemas.microsoft.com/office/drawing/2014/main" id="{3D3F9439-6DD3-4668-8CF0-4688B7BC4E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2EB6FD-D6B1-4F02-98D2-4C363CFC6878}"/>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1289541076"/>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35A2E-BAA3-4E34-B724-80A1F0D2F684}"/>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4A9807-C8BB-4234-8860-3F68BE08D282}"/>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96AEDF8-3BFA-49F6-99AF-2BE84138535C}"/>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EFD341-B7E4-44B0-9D48-BEF005DD127A}"/>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2BF43030-77F2-4ADB-9944-3AF5258546FE}"/>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69B3C9-487B-4040-805A-A310B4B63ED5}"/>
              </a:ext>
            </a:extLst>
          </p:cNvPr>
          <p:cNvSpPr>
            <a:spLocks noGrp="1"/>
          </p:cNvSpPr>
          <p:nvPr>
            <p:ph type="dt" sz="half" idx="10"/>
          </p:nvPr>
        </p:nvSpPr>
        <p:spPr/>
        <p:txBody>
          <a:bodyPr/>
          <a:lstStyle/>
          <a:p>
            <a:fld id="{92FD98AD-7C5B-4994-98B8-765221AB7D4C}" type="datetimeFigureOut">
              <a:rPr lang="en-US" smtClean="0"/>
              <a:t>7/21/2022</a:t>
            </a:fld>
            <a:endParaRPr lang="en-US"/>
          </a:p>
        </p:txBody>
      </p:sp>
      <p:sp>
        <p:nvSpPr>
          <p:cNvPr id="8" name="Footer Placeholder 7">
            <a:extLst>
              <a:ext uri="{FF2B5EF4-FFF2-40B4-BE49-F238E27FC236}">
                <a16:creationId xmlns:a16="http://schemas.microsoft.com/office/drawing/2014/main" id="{D73A9871-48F8-4850-9F26-89D0E1FEA7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99C7D0-4810-44BC-B20D-5EF9FBFEB10D}"/>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216113712"/>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EC320-690D-49B4-91F5-C81F2B3836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2612F1-84F3-44A8-81AE-49EAE40E6A13}"/>
              </a:ext>
            </a:extLst>
          </p:cNvPr>
          <p:cNvSpPr>
            <a:spLocks noGrp="1"/>
          </p:cNvSpPr>
          <p:nvPr>
            <p:ph type="dt" sz="half" idx="10"/>
          </p:nvPr>
        </p:nvSpPr>
        <p:spPr/>
        <p:txBody>
          <a:bodyPr/>
          <a:lstStyle/>
          <a:p>
            <a:fld id="{92FD98AD-7C5B-4994-98B8-765221AB7D4C}" type="datetimeFigureOut">
              <a:rPr lang="en-US" smtClean="0"/>
              <a:t>7/21/2022</a:t>
            </a:fld>
            <a:endParaRPr lang="en-US"/>
          </a:p>
        </p:txBody>
      </p:sp>
      <p:sp>
        <p:nvSpPr>
          <p:cNvPr id="4" name="Footer Placeholder 3">
            <a:extLst>
              <a:ext uri="{FF2B5EF4-FFF2-40B4-BE49-F238E27FC236}">
                <a16:creationId xmlns:a16="http://schemas.microsoft.com/office/drawing/2014/main" id="{654FF993-8FCA-48CF-B85F-80B0E64BAA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53CB4D-B770-49B5-9D96-451D90E91FB0}"/>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926894405"/>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2289ED-BC44-42E9-A1FE-AB2AD213A7AB}"/>
              </a:ext>
            </a:extLst>
          </p:cNvPr>
          <p:cNvSpPr>
            <a:spLocks noGrp="1"/>
          </p:cNvSpPr>
          <p:nvPr>
            <p:ph type="dt" sz="half" idx="10"/>
          </p:nvPr>
        </p:nvSpPr>
        <p:spPr/>
        <p:txBody>
          <a:bodyPr/>
          <a:lstStyle/>
          <a:p>
            <a:fld id="{92FD98AD-7C5B-4994-98B8-765221AB7D4C}" type="datetimeFigureOut">
              <a:rPr lang="en-US" smtClean="0"/>
              <a:t>7/21/2022</a:t>
            </a:fld>
            <a:endParaRPr lang="en-US"/>
          </a:p>
        </p:txBody>
      </p:sp>
      <p:sp>
        <p:nvSpPr>
          <p:cNvPr id="3" name="Footer Placeholder 2">
            <a:extLst>
              <a:ext uri="{FF2B5EF4-FFF2-40B4-BE49-F238E27FC236}">
                <a16:creationId xmlns:a16="http://schemas.microsoft.com/office/drawing/2014/main" id="{C05124C0-8767-4C67-A78E-32ADC58C4F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AC312F6-0C46-4CDE-8FFD-3DA06D75D1EE}"/>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3661619756"/>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CDD26-D23F-4D83-93BC-B89EDD45DE8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420BDA66-B8C4-4614-AE44-7E1C453D9113}"/>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C6DCCE-D0B2-4282-84F1-11D675F3A28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F7502F-D39D-4EBB-BF29-F535F25A342F}"/>
              </a:ext>
            </a:extLst>
          </p:cNvPr>
          <p:cNvSpPr>
            <a:spLocks noGrp="1"/>
          </p:cNvSpPr>
          <p:nvPr>
            <p:ph type="dt" sz="half" idx="10"/>
          </p:nvPr>
        </p:nvSpPr>
        <p:spPr/>
        <p:txBody>
          <a:bodyPr/>
          <a:lstStyle/>
          <a:p>
            <a:fld id="{92FD98AD-7C5B-4994-98B8-765221AB7D4C}" type="datetimeFigureOut">
              <a:rPr lang="en-US" smtClean="0"/>
              <a:t>7/21/2022</a:t>
            </a:fld>
            <a:endParaRPr lang="en-US"/>
          </a:p>
        </p:txBody>
      </p:sp>
      <p:sp>
        <p:nvSpPr>
          <p:cNvPr id="6" name="Footer Placeholder 5">
            <a:extLst>
              <a:ext uri="{FF2B5EF4-FFF2-40B4-BE49-F238E27FC236}">
                <a16:creationId xmlns:a16="http://schemas.microsoft.com/office/drawing/2014/main" id="{DEED6705-95C1-46CD-87DA-00463E4022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34521-9210-42EA-A79B-1CD85AA8789E}"/>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1963216245"/>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3AA4B-24BF-4290-9C02-3CB84746BD6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90D23B6-AA70-482B-A6AE-B8E5ACAFB12B}"/>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2F2E2872-1849-4BEF-B7B0-26378805837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4D03588-CC90-4BAF-8FE0-1103BE110C8E}"/>
              </a:ext>
            </a:extLst>
          </p:cNvPr>
          <p:cNvSpPr>
            <a:spLocks noGrp="1"/>
          </p:cNvSpPr>
          <p:nvPr>
            <p:ph type="dt" sz="half" idx="10"/>
          </p:nvPr>
        </p:nvSpPr>
        <p:spPr/>
        <p:txBody>
          <a:bodyPr/>
          <a:lstStyle/>
          <a:p>
            <a:fld id="{92FD98AD-7C5B-4994-98B8-765221AB7D4C}" type="datetimeFigureOut">
              <a:rPr lang="en-US" smtClean="0"/>
              <a:t>7/21/2022</a:t>
            </a:fld>
            <a:endParaRPr lang="en-US"/>
          </a:p>
        </p:txBody>
      </p:sp>
      <p:sp>
        <p:nvSpPr>
          <p:cNvPr id="6" name="Footer Placeholder 5">
            <a:extLst>
              <a:ext uri="{FF2B5EF4-FFF2-40B4-BE49-F238E27FC236}">
                <a16:creationId xmlns:a16="http://schemas.microsoft.com/office/drawing/2014/main" id="{C6BFC51A-B2CE-4CAC-A3F9-AC3F8B083B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5A2259-6DCB-4E0A-A386-8A50ED45F2E5}"/>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1093399134"/>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9EC70-26BC-4EE2-8107-1D6068F2A1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A128FD-A093-41E0-9199-9737B37C77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40F7E2-DFB9-4894-B6EE-C0A70D8CF8AF}"/>
              </a:ext>
            </a:extLst>
          </p:cNvPr>
          <p:cNvSpPr>
            <a:spLocks noGrp="1"/>
          </p:cNvSpPr>
          <p:nvPr>
            <p:ph type="dt" sz="half" idx="10"/>
          </p:nvPr>
        </p:nvSpPr>
        <p:spPr/>
        <p:txBody>
          <a:bodyPr/>
          <a:lstStyle/>
          <a:p>
            <a:fld id="{92FD98AD-7C5B-4994-98B8-765221AB7D4C}" type="datetimeFigureOut">
              <a:rPr lang="en-US" smtClean="0"/>
              <a:t>7/21/2022</a:t>
            </a:fld>
            <a:endParaRPr lang="en-US"/>
          </a:p>
        </p:txBody>
      </p:sp>
      <p:sp>
        <p:nvSpPr>
          <p:cNvPr id="5" name="Footer Placeholder 4">
            <a:extLst>
              <a:ext uri="{FF2B5EF4-FFF2-40B4-BE49-F238E27FC236}">
                <a16:creationId xmlns:a16="http://schemas.microsoft.com/office/drawing/2014/main" id="{D47ECD0A-9BB8-461B-AB3D-F750A02CD6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F24A06-BDCF-42CC-953D-0F78B9AF9398}"/>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2397272374"/>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1AC359-4D48-4680-B1E0-00CB3C23C03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774572-3123-4FB2-98FC-1DAC45C9E57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A41ABD-D28A-4AE4-8B55-6862AE38A69F}"/>
              </a:ext>
            </a:extLst>
          </p:cNvPr>
          <p:cNvSpPr>
            <a:spLocks noGrp="1"/>
          </p:cNvSpPr>
          <p:nvPr>
            <p:ph type="dt" sz="half" idx="10"/>
          </p:nvPr>
        </p:nvSpPr>
        <p:spPr/>
        <p:txBody>
          <a:bodyPr/>
          <a:lstStyle/>
          <a:p>
            <a:fld id="{92FD98AD-7C5B-4994-98B8-765221AB7D4C}" type="datetimeFigureOut">
              <a:rPr lang="en-US" smtClean="0"/>
              <a:t>7/21/2022</a:t>
            </a:fld>
            <a:endParaRPr lang="en-US"/>
          </a:p>
        </p:txBody>
      </p:sp>
      <p:sp>
        <p:nvSpPr>
          <p:cNvPr id="5" name="Footer Placeholder 4">
            <a:extLst>
              <a:ext uri="{FF2B5EF4-FFF2-40B4-BE49-F238E27FC236}">
                <a16:creationId xmlns:a16="http://schemas.microsoft.com/office/drawing/2014/main" id="{6143F08A-35EB-470E-94EB-4704B8F665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B5F89D-1A84-46DE-987B-3CCC9E8069CE}"/>
              </a:ext>
            </a:extLst>
          </p:cNvPr>
          <p:cNvSpPr>
            <a:spLocks noGrp="1"/>
          </p:cNvSpPr>
          <p:nvPr>
            <p:ph type="sldNum" sz="quarter" idx="12"/>
          </p:nvPr>
        </p:nvSpPr>
        <p:spPr/>
        <p:txBody>
          <a:bodyPr/>
          <a:lstStyle/>
          <a:p>
            <a:fld id="{719FFC66-0D3C-4E37-A53B-41621C3CE3DC}" type="slidenum">
              <a:rPr lang="en-US" smtClean="0"/>
              <a:t>‹#›</a:t>
            </a:fld>
            <a:endParaRPr lang="en-US"/>
          </a:p>
        </p:txBody>
      </p:sp>
    </p:spTree>
    <p:extLst>
      <p:ext uri="{BB962C8B-B14F-4D97-AF65-F5344CB8AC3E}">
        <p14:creationId xmlns:p14="http://schemas.microsoft.com/office/powerpoint/2010/main" val="799996417"/>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Титульный слайд">
    <p:spTree>
      <p:nvGrpSpPr>
        <p:cNvPr id="1" name=""/>
        <p:cNvGrpSpPr/>
        <p:nvPr/>
      </p:nvGrpSpPr>
      <p:grpSpPr>
        <a:xfrm>
          <a:off x="0" y="0"/>
          <a:ext cx="0" cy="0"/>
          <a:chOff x="0" y="0"/>
          <a:chExt cx="0" cy="0"/>
        </a:xfrm>
      </p:grpSpPr>
      <p:sp>
        <p:nvSpPr>
          <p:cNvPr id="8" name="Рисунок 7"/>
          <p:cNvSpPr>
            <a:spLocks noGrp="1"/>
          </p:cNvSpPr>
          <p:nvPr>
            <p:ph type="pic" sz="quarter" idx="10"/>
          </p:nvPr>
        </p:nvSpPr>
        <p:spPr>
          <a:xfrm>
            <a:off x="0" y="0"/>
            <a:ext cx="9144000" cy="5143500"/>
          </a:xfrm>
        </p:spPr>
        <p:txBody>
          <a:bodyPr rtlCol="0">
            <a:normAutofit/>
          </a:bodyPr>
          <a:lstStyle/>
          <a:p>
            <a:pPr lvl="0"/>
            <a:endParaRPr lang="ru-RU" noProof="0" dirty="0"/>
          </a:p>
        </p:txBody>
      </p:sp>
    </p:spTree>
    <p:extLst>
      <p:ext uri="{BB962C8B-B14F-4D97-AF65-F5344CB8AC3E}">
        <p14:creationId xmlns:p14="http://schemas.microsoft.com/office/powerpoint/2010/main" val="5642983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7_Пользовательский макет">
    <p:spTree>
      <p:nvGrpSpPr>
        <p:cNvPr id="1" name=""/>
        <p:cNvGrpSpPr/>
        <p:nvPr/>
      </p:nvGrpSpPr>
      <p:grpSpPr>
        <a:xfrm>
          <a:off x="0" y="0"/>
          <a:ext cx="0" cy="0"/>
          <a:chOff x="0" y="0"/>
          <a:chExt cx="0" cy="0"/>
        </a:xfrm>
      </p:grpSpPr>
      <p:sp>
        <p:nvSpPr>
          <p:cNvPr id="7" name="Рисунок 7"/>
          <p:cNvSpPr>
            <a:spLocks noGrp="1"/>
          </p:cNvSpPr>
          <p:nvPr>
            <p:ph type="pic" sz="quarter" idx="10"/>
          </p:nvPr>
        </p:nvSpPr>
        <p:spPr>
          <a:xfrm>
            <a:off x="2785188"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39539173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0F6B3C34-BC18-4C25-AA33-07C5907A217C}"/>
              </a:ext>
            </a:extLst>
          </p:cNvPr>
          <p:cNvSpPr/>
          <p:nvPr userDrawn="1"/>
        </p:nvSpPr>
        <p:spPr>
          <a:xfrm>
            <a:off x="6359128" y="0"/>
            <a:ext cx="2784872"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sz="1350" dirty="0"/>
          </a:p>
        </p:txBody>
      </p:sp>
      <p:sp>
        <p:nvSpPr>
          <p:cNvPr id="4" name="Прямоугольник 7">
            <a:extLst>
              <a:ext uri="{FF2B5EF4-FFF2-40B4-BE49-F238E27FC236}">
                <a16:creationId xmlns:a16="http://schemas.microsoft.com/office/drawing/2014/main" id="{2EA17AA2-7945-40FC-9355-4675866C879A}"/>
              </a:ext>
            </a:extLst>
          </p:cNvPr>
          <p:cNvSpPr>
            <a:spLocks noChangeArrowheads="1"/>
          </p:cNvSpPr>
          <p:nvPr userDrawn="1"/>
        </p:nvSpPr>
        <p:spPr bwMode="auto">
          <a:xfrm>
            <a:off x="309906" y="4829175"/>
            <a:ext cx="306495"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C7D08EDB-785C-43C0-BE23-041849E8AED4}" type="slidenum">
              <a:rPr lang="ru-RU" altLang="ru-RU" sz="675" smtClean="0">
                <a:ea typeface="Lato" panose="020F0502020204030203" pitchFamily="34" charset="0"/>
                <a:cs typeface="Poppins SemiBold" panose="02000000000000000000" pitchFamily="2" charset="0"/>
              </a:rPr>
              <a:pPr algn="ctr" eaLnBrk="1" hangingPunct="1">
                <a:defRPr/>
              </a:pPr>
              <a:t>‹#›</a:t>
            </a:fld>
            <a:endParaRPr lang="ru-RU" altLang="ru-RU" sz="9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207AB24F-3E63-4B3A-B708-5619D6A838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3622" y="255985"/>
            <a:ext cx="119063" cy="120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4578171"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268185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Headline and Subhead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vl1pPr>
          </a:lstStyle>
          <a:p>
            <a:r>
              <a:rPr lang="en-US" dirty="0"/>
              <a:t>Slide Title</a:t>
            </a:r>
          </a:p>
        </p:txBody>
      </p:sp>
      <p:sp>
        <p:nvSpPr>
          <p:cNvPr id="24" name="Text Placeholder 12"/>
          <p:cNvSpPr>
            <a:spLocks noGrp="1"/>
          </p:cNvSpPr>
          <p:nvPr>
            <p:ph type="body" sz="quarter" idx="24"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sp>
        <p:nvSpPr>
          <p:cNvPr id="25"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9B91C973-58AE-4B91-87BB-FD454C8224F1}" type="datetime1">
              <a:rPr lang="en-US" smtClean="0"/>
              <a:t>7/21/2022</a:t>
            </a:fld>
            <a:endParaRPr lang="en-US" dirty="0"/>
          </a:p>
        </p:txBody>
      </p:sp>
      <p:sp>
        <p:nvSpPr>
          <p:cNvPr id="26"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27" name="Straight Connector 26"/>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917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EC3C52-4500-4CA3-A206-F85571BA3F0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660867-C9D9-4675-A550-02D62B46F82C}"/>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92B27E-4705-4E1E-9CA1-00FDD5D3305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92FD98AD-7C5B-4994-98B8-765221AB7D4C}" type="datetimeFigureOut">
              <a:rPr lang="en-US" smtClean="0"/>
              <a:t>7/21/2022</a:t>
            </a:fld>
            <a:endParaRPr lang="en-US"/>
          </a:p>
        </p:txBody>
      </p:sp>
      <p:sp>
        <p:nvSpPr>
          <p:cNvPr id="5" name="Footer Placeholder 4">
            <a:extLst>
              <a:ext uri="{FF2B5EF4-FFF2-40B4-BE49-F238E27FC236}">
                <a16:creationId xmlns:a16="http://schemas.microsoft.com/office/drawing/2014/main" id="{AF570698-B20A-4D82-AA53-61843F48A34D}"/>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E4B147F-9946-473B-98F7-7A14B0D3508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719FFC66-0D3C-4E37-A53B-41621C3CE3DC}" type="slidenum">
              <a:rPr lang="en-US" smtClean="0"/>
              <a:t>‹#›</a:t>
            </a:fld>
            <a:endParaRPr lang="en-US"/>
          </a:p>
        </p:txBody>
      </p:sp>
    </p:spTree>
    <p:extLst>
      <p:ext uri="{BB962C8B-B14F-4D97-AF65-F5344CB8AC3E}">
        <p14:creationId xmlns:p14="http://schemas.microsoft.com/office/powerpoint/2010/main" val="54553922"/>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07E520EA-5F2A-4D8A-BD76-DAD2517D46BD}"/>
              </a:ext>
            </a:extLst>
          </p:cNvPr>
          <p:cNvSpPr/>
          <p:nvPr/>
        </p:nvSpPr>
        <p:spPr>
          <a:xfrm>
            <a:off x="0" y="0"/>
            <a:ext cx="9144000" cy="5143500"/>
          </a:xfrm>
          <a:prstGeom prst="rect">
            <a:avLst/>
          </a:prstGeom>
          <a:solidFill>
            <a:schemeClr val="tx1">
              <a:alpha val="8862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sz="1350" dirty="0"/>
          </a:p>
        </p:txBody>
      </p:sp>
      <p:sp>
        <p:nvSpPr>
          <p:cNvPr id="9" name="TextBox 8">
            <a:extLst>
              <a:ext uri="{FF2B5EF4-FFF2-40B4-BE49-F238E27FC236}">
                <a16:creationId xmlns:a16="http://schemas.microsoft.com/office/drawing/2014/main" id="{11DFADA0-5E43-48D1-BDC7-1C83EA867467}"/>
              </a:ext>
            </a:extLst>
          </p:cNvPr>
          <p:cNvSpPr txBox="1">
            <a:spLocks noChangeArrowheads="1"/>
          </p:cNvSpPr>
          <p:nvPr/>
        </p:nvSpPr>
        <p:spPr bwMode="auto">
          <a:xfrm>
            <a:off x="-1" y="799272"/>
            <a:ext cx="914400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dirty="0">
                <a:solidFill>
                  <a:schemeClr val="bg1"/>
                </a:solidFill>
                <a:latin typeface="Raleway Medium" panose="020B0603030101060003" pitchFamily="34" charset="0"/>
              </a:rPr>
              <a:t>Open Products Accelerating </a:t>
            </a:r>
          </a:p>
          <a:p>
            <a:pPr algn="ctr" eaLnBrk="1" hangingPunct="1">
              <a:lnSpc>
                <a:spcPct val="100000"/>
              </a:lnSpc>
              <a:spcBef>
                <a:spcPct val="0"/>
              </a:spcBef>
              <a:buFontTx/>
              <a:buNone/>
            </a:pPr>
            <a:r>
              <a:rPr lang="en-US" altLang="ru-RU" dirty="0">
                <a:solidFill>
                  <a:srgbClr val="DA291C"/>
                </a:solidFill>
                <a:latin typeface="Raleway ExtraBold" panose="020B0903030101060003" pitchFamily="34" charset="0"/>
              </a:rPr>
              <a:t>Enterprise Transformation</a:t>
            </a:r>
          </a:p>
        </p:txBody>
      </p:sp>
      <p:grpSp>
        <p:nvGrpSpPr>
          <p:cNvPr id="36864" name="Group 36863">
            <a:extLst>
              <a:ext uri="{FF2B5EF4-FFF2-40B4-BE49-F238E27FC236}">
                <a16:creationId xmlns:a16="http://schemas.microsoft.com/office/drawing/2014/main" id="{EF8582F1-C5DB-4534-89E0-07978C7C0FAC}"/>
              </a:ext>
            </a:extLst>
          </p:cNvPr>
          <p:cNvGrpSpPr/>
          <p:nvPr/>
        </p:nvGrpSpPr>
        <p:grpSpPr>
          <a:xfrm>
            <a:off x="451541" y="1786181"/>
            <a:ext cx="1785098" cy="3449696"/>
            <a:chOff x="591895" y="2381574"/>
            <a:chExt cx="2380130" cy="4599595"/>
          </a:xfrm>
        </p:grpSpPr>
        <p:sp>
          <p:nvSpPr>
            <p:cNvPr id="30" name="Freeform: Shape 29">
              <a:extLst>
                <a:ext uri="{FF2B5EF4-FFF2-40B4-BE49-F238E27FC236}">
                  <a16:creationId xmlns:a16="http://schemas.microsoft.com/office/drawing/2014/main" id="{8B5294FF-0750-4E16-9783-831B09A1BD47}"/>
                </a:ext>
              </a:extLst>
            </p:cNvPr>
            <p:cNvSpPr/>
            <p:nvPr/>
          </p:nvSpPr>
          <p:spPr>
            <a:xfrm>
              <a:off x="591895" y="3218137"/>
              <a:ext cx="2380130" cy="3763032"/>
            </a:xfrm>
            <a:custGeom>
              <a:avLst/>
              <a:gdLst>
                <a:gd name="connsiteX0" fmla="*/ 847165 w 1603937"/>
                <a:gd name="connsiteY0" fmla="*/ 0 h 2003612"/>
                <a:gd name="connsiteX1" fmla="*/ 860612 w 1603937"/>
                <a:gd name="connsiteY1" fmla="*/ 94129 h 2003612"/>
                <a:gd name="connsiteX2" fmla="*/ 820271 w 1603937"/>
                <a:gd name="connsiteY2" fmla="*/ 389965 h 2003612"/>
                <a:gd name="connsiteX3" fmla="*/ 766483 w 1603937"/>
                <a:gd name="connsiteY3" fmla="*/ 470647 h 2003612"/>
                <a:gd name="connsiteX4" fmla="*/ 726142 w 1603937"/>
                <a:gd name="connsiteY4" fmla="*/ 510988 h 2003612"/>
                <a:gd name="connsiteX5" fmla="*/ 672353 w 1603937"/>
                <a:gd name="connsiteY5" fmla="*/ 524435 h 2003612"/>
                <a:gd name="connsiteX6" fmla="*/ 537883 w 1603937"/>
                <a:gd name="connsiteY6" fmla="*/ 564776 h 2003612"/>
                <a:gd name="connsiteX7" fmla="*/ 510989 w 1603937"/>
                <a:gd name="connsiteY7" fmla="*/ 591671 h 2003612"/>
                <a:gd name="connsiteX8" fmla="*/ 174812 w 1603937"/>
                <a:gd name="connsiteY8" fmla="*/ 578224 h 2003612"/>
                <a:gd name="connsiteX9" fmla="*/ 80683 w 1603937"/>
                <a:gd name="connsiteY9" fmla="*/ 537882 h 2003612"/>
                <a:gd name="connsiteX10" fmla="*/ 40342 w 1603937"/>
                <a:gd name="connsiteY10" fmla="*/ 524435 h 2003612"/>
                <a:gd name="connsiteX11" fmla="*/ 13447 w 1603937"/>
                <a:gd name="connsiteY11" fmla="*/ 443753 h 2003612"/>
                <a:gd name="connsiteX12" fmla="*/ 0 w 1603937"/>
                <a:gd name="connsiteY12" fmla="*/ 403412 h 2003612"/>
                <a:gd name="connsiteX13" fmla="*/ 13447 w 1603937"/>
                <a:gd name="connsiteY13" fmla="*/ 215153 h 2003612"/>
                <a:gd name="connsiteX14" fmla="*/ 53789 w 1603937"/>
                <a:gd name="connsiteY14" fmla="*/ 188259 h 2003612"/>
                <a:gd name="connsiteX15" fmla="*/ 134471 w 1603937"/>
                <a:gd name="connsiteY15" fmla="*/ 147918 h 2003612"/>
                <a:gd name="connsiteX16" fmla="*/ 484095 w 1603937"/>
                <a:gd name="connsiteY16" fmla="*/ 161365 h 2003612"/>
                <a:gd name="connsiteX17" fmla="*/ 510989 w 1603937"/>
                <a:gd name="connsiteY17" fmla="*/ 201706 h 2003612"/>
                <a:gd name="connsiteX18" fmla="*/ 551330 w 1603937"/>
                <a:gd name="connsiteY18" fmla="*/ 215153 h 2003612"/>
                <a:gd name="connsiteX19" fmla="*/ 605118 w 1603937"/>
                <a:gd name="connsiteY19" fmla="*/ 255494 h 2003612"/>
                <a:gd name="connsiteX20" fmla="*/ 672353 w 1603937"/>
                <a:gd name="connsiteY20" fmla="*/ 349624 h 2003612"/>
                <a:gd name="connsiteX21" fmla="*/ 712695 w 1603937"/>
                <a:gd name="connsiteY21" fmla="*/ 363071 h 2003612"/>
                <a:gd name="connsiteX22" fmla="*/ 766483 w 1603937"/>
                <a:gd name="connsiteY22" fmla="*/ 389965 h 2003612"/>
                <a:gd name="connsiteX23" fmla="*/ 806824 w 1603937"/>
                <a:gd name="connsiteY23" fmla="*/ 430306 h 2003612"/>
                <a:gd name="connsiteX24" fmla="*/ 860612 w 1603937"/>
                <a:gd name="connsiteY24" fmla="*/ 443753 h 2003612"/>
                <a:gd name="connsiteX25" fmla="*/ 900953 w 1603937"/>
                <a:gd name="connsiteY25" fmla="*/ 457200 h 2003612"/>
                <a:gd name="connsiteX26" fmla="*/ 1371600 w 1603937"/>
                <a:gd name="connsiteY26" fmla="*/ 403412 h 2003612"/>
                <a:gd name="connsiteX27" fmla="*/ 1385047 w 1603937"/>
                <a:gd name="connsiteY27" fmla="*/ 349624 h 2003612"/>
                <a:gd name="connsiteX28" fmla="*/ 1371600 w 1603937"/>
                <a:gd name="connsiteY28" fmla="*/ 174812 h 2003612"/>
                <a:gd name="connsiteX29" fmla="*/ 981636 w 1603937"/>
                <a:gd name="connsiteY29" fmla="*/ 201706 h 2003612"/>
                <a:gd name="connsiteX30" fmla="*/ 954742 w 1603937"/>
                <a:gd name="connsiteY30" fmla="*/ 242047 h 2003612"/>
                <a:gd name="connsiteX31" fmla="*/ 887506 w 1603937"/>
                <a:gd name="connsiteY31" fmla="*/ 309282 h 2003612"/>
                <a:gd name="connsiteX32" fmla="*/ 860612 w 1603937"/>
                <a:gd name="connsiteY32" fmla="*/ 389965 h 2003612"/>
                <a:gd name="connsiteX33" fmla="*/ 833718 w 1603937"/>
                <a:gd name="connsiteY33" fmla="*/ 430306 h 2003612"/>
                <a:gd name="connsiteX34" fmla="*/ 820271 w 1603937"/>
                <a:gd name="connsiteY34" fmla="*/ 470647 h 2003612"/>
                <a:gd name="connsiteX35" fmla="*/ 766483 w 1603937"/>
                <a:gd name="connsiteY35" fmla="*/ 551329 h 2003612"/>
                <a:gd name="connsiteX36" fmla="*/ 739589 w 1603937"/>
                <a:gd name="connsiteY36" fmla="*/ 591671 h 2003612"/>
                <a:gd name="connsiteX37" fmla="*/ 685800 w 1603937"/>
                <a:gd name="connsiteY37" fmla="*/ 658906 h 2003612"/>
                <a:gd name="connsiteX38" fmla="*/ 645459 w 1603937"/>
                <a:gd name="connsiteY38" fmla="*/ 712694 h 2003612"/>
                <a:gd name="connsiteX39" fmla="*/ 605118 w 1603937"/>
                <a:gd name="connsiteY39" fmla="*/ 726141 h 2003612"/>
                <a:gd name="connsiteX40" fmla="*/ 443753 w 1603937"/>
                <a:gd name="connsiteY40" fmla="*/ 712694 h 2003612"/>
                <a:gd name="connsiteX41" fmla="*/ 430306 w 1603937"/>
                <a:gd name="connsiteY41" fmla="*/ 672353 h 2003612"/>
                <a:gd name="connsiteX42" fmla="*/ 403412 w 1603937"/>
                <a:gd name="connsiteY42" fmla="*/ 618565 h 2003612"/>
                <a:gd name="connsiteX43" fmla="*/ 376518 w 1603937"/>
                <a:gd name="connsiteY43" fmla="*/ 537882 h 2003612"/>
                <a:gd name="connsiteX44" fmla="*/ 430306 w 1603937"/>
                <a:gd name="connsiteY44" fmla="*/ 349624 h 2003612"/>
                <a:gd name="connsiteX45" fmla="*/ 484095 w 1603937"/>
                <a:gd name="connsiteY45" fmla="*/ 363071 h 2003612"/>
                <a:gd name="connsiteX46" fmla="*/ 524436 w 1603937"/>
                <a:gd name="connsiteY46" fmla="*/ 416859 h 2003612"/>
                <a:gd name="connsiteX47" fmla="*/ 564777 w 1603937"/>
                <a:gd name="connsiteY47" fmla="*/ 457200 h 2003612"/>
                <a:gd name="connsiteX48" fmla="*/ 591671 w 1603937"/>
                <a:gd name="connsiteY48" fmla="*/ 537882 h 2003612"/>
                <a:gd name="connsiteX49" fmla="*/ 618565 w 1603937"/>
                <a:gd name="connsiteY49" fmla="*/ 578224 h 2003612"/>
                <a:gd name="connsiteX50" fmla="*/ 658906 w 1603937"/>
                <a:gd name="connsiteY50" fmla="*/ 672353 h 2003612"/>
                <a:gd name="connsiteX51" fmla="*/ 672353 w 1603937"/>
                <a:gd name="connsiteY51" fmla="*/ 712694 h 2003612"/>
                <a:gd name="connsiteX52" fmla="*/ 685800 w 1603937"/>
                <a:gd name="connsiteY52" fmla="*/ 766482 h 2003612"/>
                <a:gd name="connsiteX53" fmla="*/ 712695 w 1603937"/>
                <a:gd name="connsiteY53" fmla="*/ 793376 h 2003612"/>
                <a:gd name="connsiteX54" fmla="*/ 766483 w 1603937"/>
                <a:gd name="connsiteY54" fmla="*/ 860612 h 2003612"/>
                <a:gd name="connsiteX55" fmla="*/ 793377 w 1603937"/>
                <a:gd name="connsiteY55" fmla="*/ 900953 h 2003612"/>
                <a:gd name="connsiteX56" fmla="*/ 874059 w 1603937"/>
                <a:gd name="connsiteY56" fmla="*/ 968188 h 2003612"/>
                <a:gd name="connsiteX57" fmla="*/ 1385047 w 1603937"/>
                <a:gd name="connsiteY57" fmla="*/ 954741 h 2003612"/>
                <a:gd name="connsiteX58" fmla="*/ 1452283 w 1603937"/>
                <a:gd name="connsiteY58" fmla="*/ 887506 h 2003612"/>
                <a:gd name="connsiteX59" fmla="*/ 1519518 w 1603937"/>
                <a:gd name="connsiteY59" fmla="*/ 793376 h 2003612"/>
                <a:gd name="connsiteX60" fmla="*/ 1546412 w 1603937"/>
                <a:gd name="connsiteY60" fmla="*/ 699247 h 2003612"/>
                <a:gd name="connsiteX61" fmla="*/ 1519518 w 1603937"/>
                <a:gd name="connsiteY61" fmla="*/ 443753 h 2003612"/>
                <a:gd name="connsiteX62" fmla="*/ 1479177 w 1603937"/>
                <a:gd name="connsiteY62" fmla="*/ 416859 h 2003612"/>
                <a:gd name="connsiteX63" fmla="*/ 1411942 w 1603937"/>
                <a:gd name="connsiteY63" fmla="*/ 363071 h 2003612"/>
                <a:gd name="connsiteX64" fmla="*/ 1290918 w 1603937"/>
                <a:gd name="connsiteY64" fmla="*/ 389965 h 2003612"/>
                <a:gd name="connsiteX65" fmla="*/ 1223683 w 1603937"/>
                <a:gd name="connsiteY65" fmla="*/ 470647 h 2003612"/>
                <a:gd name="connsiteX66" fmla="*/ 1183342 w 1603937"/>
                <a:gd name="connsiteY66" fmla="*/ 497541 h 2003612"/>
                <a:gd name="connsiteX67" fmla="*/ 1143000 w 1603937"/>
                <a:gd name="connsiteY67" fmla="*/ 578224 h 2003612"/>
                <a:gd name="connsiteX68" fmla="*/ 1116106 w 1603937"/>
                <a:gd name="connsiteY68" fmla="*/ 618565 h 2003612"/>
                <a:gd name="connsiteX69" fmla="*/ 1089212 w 1603937"/>
                <a:gd name="connsiteY69" fmla="*/ 699247 h 2003612"/>
                <a:gd name="connsiteX70" fmla="*/ 1062318 w 1603937"/>
                <a:gd name="connsiteY70" fmla="*/ 779929 h 2003612"/>
                <a:gd name="connsiteX71" fmla="*/ 1048871 w 1603937"/>
                <a:gd name="connsiteY71" fmla="*/ 820271 h 2003612"/>
                <a:gd name="connsiteX72" fmla="*/ 1062318 w 1603937"/>
                <a:gd name="connsiteY72" fmla="*/ 1021976 h 2003612"/>
                <a:gd name="connsiteX73" fmla="*/ 1089212 w 1603937"/>
                <a:gd name="connsiteY73" fmla="*/ 1102659 h 2003612"/>
                <a:gd name="connsiteX74" fmla="*/ 1183342 w 1603937"/>
                <a:gd name="connsiteY74" fmla="*/ 1183341 h 2003612"/>
                <a:gd name="connsiteX75" fmla="*/ 1223683 w 1603937"/>
                <a:gd name="connsiteY75" fmla="*/ 1223682 h 2003612"/>
                <a:gd name="connsiteX76" fmla="*/ 1304365 w 1603937"/>
                <a:gd name="connsiteY76" fmla="*/ 1277471 h 2003612"/>
                <a:gd name="connsiteX77" fmla="*/ 1573306 w 1603937"/>
                <a:gd name="connsiteY77" fmla="*/ 1250576 h 2003612"/>
                <a:gd name="connsiteX78" fmla="*/ 1532965 w 1603937"/>
                <a:gd name="connsiteY78" fmla="*/ 712694 h 2003612"/>
                <a:gd name="connsiteX79" fmla="*/ 1465730 w 1603937"/>
                <a:gd name="connsiteY79" fmla="*/ 645459 h 2003612"/>
                <a:gd name="connsiteX80" fmla="*/ 1385047 w 1603937"/>
                <a:gd name="connsiteY80" fmla="*/ 591671 h 2003612"/>
                <a:gd name="connsiteX81" fmla="*/ 1331259 w 1603937"/>
                <a:gd name="connsiteY81" fmla="*/ 551329 h 2003612"/>
                <a:gd name="connsiteX82" fmla="*/ 1277471 w 1603937"/>
                <a:gd name="connsiteY82" fmla="*/ 578224 h 2003612"/>
                <a:gd name="connsiteX83" fmla="*/ 1264024 w 1603937"/>
                <a:gd name="connsiteY83" fmla="*/ 618565 h 2003612"/>
                <a:gd name="connsiteX84" fmla="*/ 1237130 w 1603937"/>
                <a:gd name="connsiteY84" fmla="*/ 672353 h 2003612"/>
                <a:gd name="connsiteX85" fmla="*/ 1196789 w 1603937"/>
                <a:gd name="connsiteY85" fmla="*/ 766482 h 2003612"/>
                <a:gd name="connsiteX86" fmla="*/ 1169895 w 1603937"/>
                <a:gd name="connsiteY86" fmla="*/ 806824 h 2003612"/>
                <a:gd name="connsiteX87" fmla="*/ 1102659 w 1603937"/>
                <a:gd name="connsiteY87" fmla="*/ 981635 h 2003612"/>
                <a:gd name="connsiteX88" fmla="*/ 1035424 w 1603937"/>
                <a:gd name="connsiteY88" fmla="*/ 1116106 h 2003612"/>
                <a:gd name="connsiteX89" fmla="*/ 995083 w 1603937"/>
                <a:gd name="connsiteY89" fmla="*/ 1156447 h 2003612"/>
                <a:gd name="connsiteX90" fmla="*/ 941295 w 1603937"/>
                <a:gd name="connsiteY90" fmla="*/ 1169894 h 2003612"/>
                <a:gd name="connsiteX91" fmla="*/ 510989 w 1603937"/>
                <a:gd name="connsiteY91" fmla="*/ 1156447 h 2003612"/>
                <a:gd name="connsiteX92" fmla="*/ 470647 w 1603937"/>
                <a:gd name="connsiteY92" fmla="*/ 1129553 h 2003612"/>
                <a:gd name="connsiteX93" fmla="*/ 376518 w 1603937"/>
                <a:gd name="connsiteY93" fmla="*/ 1062318 h 2003612"/>
                <a:gd name="connsiteX94" fmla="*/ 349624 w 1603937"/>
                <a:gd name="connsiteY94" fmla="*/ 1021976 h 2003612"/>
                <a:gd name="connsiteX95" fmla="*/ 255495 w 1603937"/>
                <a:gd name="connsiteY95" fmla="*/ 981635 h 2003612"/>
                <a:gd name="connsiteX96" fmla="*/ 174812 w 1603937"/>
                <a:gd name="connsiteY96" fmla="*/ 874059 h 2003612"/>
                <a:gd name="connsiteX97" fmla="*/ 121024 w 1603937"/>
                <a:gd name="connsiteY97" fmla="*/ 793376 h 2003612"/>
                <a:gd name="connsiteX98" fmla="*/ 134471 w 1603937"/>
                <a:gd name="connsiteY98" fmla="*/ 699247 h 2003612"/>
                <a:gd name="connsiteX99" fmla="*/ 242047 w 1603937"/>
                <a:gd name="connsiteY99" fmla="*/ 672353 h 2003612"/>
                <a:gd name="connsiteX100" fmla="*/ 497542 w 1603937"/>
                <a:gd name="connsiteY100" fmla="*/ 699247 h 2003612"/>
                <a:gd name="connsiteX101" fmla="*/ 591671 w 1603937"/>
                <a:gd name="connsiteY101" fmla="*/ 726141 h 2003612"/>
                <a:gd name="connsiteX102" fmla="*/ 632012 w 1603937"/>
                <a:gd name="connsiteY102" fmla="*/ 779929 h 2003612"/>
                <a:gd name="connsiteX103" fmla="*/ 658906 w 1603937"/>
                <a:gd name="connsiteY103" fmla="*/ 860612 h 2003612"/>
                <a:gd name="connsiteX104" fmla="*/ 685800 w 1603937"/>
                <a:gd name="connsiteY104" fmla="*/ 1223682 h 2003612"/>
                <a:gd name="connsiteX105" fmla="*/ 712695 w 1603937"/>
                <a:gd name="connsiteY105" fmla="*/ 1277471 h 2003612"/>
                <a:gd name="connsiteX106" fmla="*/ 766483 w 1603937"/>
                <a:gd name="connsiteY106" fmla="*/ 1331259 h 2003612"/>
                <a:gd name="connsiteX107" fmla="*/ 847165 w 1603937"/>
                <a:gd name="connsiteY107" fmla="*/ 1425388 h 2003612"/>
                <a:gd name="connsiteX108" fmla="*/ 1129553 w 1603937"/>
                <a:gd name="connsiteY108" fmla="*/ 1398494 h 2003612"/>
                <a:gd name="connsiteX109" fmla="*/ 1156447 w 1603937"/>
                <a:gd name="connsiteY109" fmla="*/ 1331259 h 2003612"/>
                <a:gd name="connsiteX110" fmla="*/ 1183342 w 1603937"/>
                <a:gd name="connsiteY110" fmla="*/ 1223682 h 2003612"/>
                <a:gd name="connsiteX111" fmla="*/ 1210236 w 1603937"/>
                <a:gd name="connsiteY111" fmla="*/ 1008529 h 2003612"/>
                <a:gd name="connsiteX112" fmla="*/ 1183342 w 1603937"/>
                <a:gd name="connsiteY112" fmla="*/ 712694 h 2003612"/>
                <a:gd name="connsiteX113" fmla="*/ 1143000 w 1603937"/>
                <a:gd name="connsiteY113" fmla="*/ 699247 h 2003612"/>
                <a:gd name="connsiteX114" fmla="*/ 1075765 w 1603937"/>
                <a:gd name="connsiteY114" fmla="*/ 658906 h 2003612"/>
                <a:gd name="connsiteX115" fmla="*/ 1008530 w 1603937"/>
                <a:gd name="connsiteY115" fmla="*/ 645459 h 2003612"/>
                <a:gd name="connsiteX116" fmla="*/ 954742 w 1603937"/>
                <a:gd name="connsiteY116" fmla="*/ 632012 h 2003612"/>
                <a:gd name="connsiteX117" fmla="*/ 564777 w 1603937"/>
                <a:gd name="connsiteY117" fmla="*/ 645459 h 2003612"/>
                <a:gd name="connsiteX118" fmla="*/ 524436 w 1603937"/>
                <a:gd name="connsiteY118" fmla="*/ 685800 h 2003612"/>
                <a:gd name="connsiteX119" fmla="*/ 497542 w 1603937"/>
                <a:gd name="connsiteY119" fmla="*/ 739588 h 2003612"/>
                <a:gd name="connsiteX120" fmla="*/ 470647 w 1603937"/>
                <a:gd name="connsiteY120" fmla="*/ 779929 h 2003612"/>
                <a:gd name="connsiteX121" fmla="*/ 430306 w 1603937"/>
                <a:gd name="connsiteY121" fmla="*/ 847165 h 2003612"/>
                <a:gd name="connsiteX122" fmla="*/ 416859 w 1603937"/>
                <a:gd name="connsiteY122" fmla="*/ 900953 h 2003612"/>
                <a:gd name="connsiteX123" fmla="*/ 403412 w 1603937"/>
                <a:gd name="connsiteY123" fmla="*/ 941294 h 2003612"/>
                <a:gd name="connsiteX124" fmla="*/ 376518 w 1603937"/>
                <a:gd name="connsiteY124" fmla="*/ 1143000 h 2003612"/>
                <a:gd name="connsiteX125" fmla="*/ 457200 w 1603937"/>
                <a:gd name="connsiteY125" fmla="*/ 1479176 h 2003612"/>
                <a:gd name="connsiteX126" fmla="*/ 551330 w 1603937"/>
                <a:gd name="connsiteY126" fmla="*/ 1532965 h 2003612"/>
                <a:gd name="connsiteX127" fmla="*/ 658906 w 1603937"/>
                <a:gd name="connsiteY127" fmla="*/ 1559859 h 2003612"/>
                <a:gd name="connsiteX128" fmla="*/ 1183342 w 1603937"/>
                <a:gd name="connsiteY128" fmla="*/ 1519518 h 2003612"/>
                <a:gd name="connsiteX129" fmla="*/ 1210236 w 1603937"/>
                <a:gd name="connsiteY129" fmla="*/ 1479176 h 2003612"/>
                <a:gd name="connsiteX130" fmla="*/ 1250577 w 1603937"/>
                <a:gd name="connsiteY130" fmla="*/ 1425388 h 2003612"/>
                <a:gd name="connsiteX131" fmla="*/ 1277471 w 1603937"/>
                <a:gd name="connsiteY131" fmla="*/ 1344706 h 2003612"/>
                <a:gd name="connsiteX132" fmla="*/ 1304365 w 1603937"/>
                <a:gd name="connsiteY132" fmla="*/ 1250576 h 2003612"/>
                <a:gd name="connsiteX133" fmla="*/ 1196789 w 1603937"/>
                <a:gd name="connsiteY133" fmla="*/ 793376 h 2003612"/>
                <a:gd name="connsiteX134" fmla="*/ 1156447 w 1603937"/>
                <a:gd name="connsiteY134" fmla="*/ 766482 h 2003612"/>
                <a:gd name="connsiteX135" fmla="*/ 1089212 w 1603937"/>
                <a:gd name="connsiteY135" fmla="*/ 779929 h 2003612"/>
                <a:gd name="connsiteX136" fmla="*/ 1062318 w 1603937"/>
                <a:gd name="connsiteY136" fmla="*/ 860612 h 2003612"/>
                <a:gd name="connsiteX137" fmla="*/ 1048871 w 1603937"/>
                <a:gd name="connsiteY137" fmla="*/ 900953 h 2003612"/>
                <a:gd name="connsiteX138" fmla="*/ 1062318 w 1603937"/>
                <a:gd name="connsiteY138" fmla="*/ 1156447 h 2003612"/>
                <a:gd name="connsiteX139" fmla="*/ 1102659 w 1603937"/>
                <a:gd name="connsiteY139" fmla="*/ 1196788 h 2003612"/>
                <a:gd name="connsiteX140" fmla="*/ 1210236 w 1603937"/>
                <a:gd name="connsiteY140" fmla="*/ 1317812 h 2003612"/>
                <a:gd name="connsiteX141" fmla="*/ 1264024 w 1603937"/>
                <a:gd name="connsiteY141" fmla="*/ 1344706 h 2003612"/>
                <a:gd name="connsiteX142" fmla="*/ 1385047 w 1603937"/>
                <a:gd name="connsiteY142" fmla="*/ 1411941 h 2003612"/>
                <a:gd name="connsiteX143" fmla="*/ 1411942 w 1603937"/>
                <a:gd name="connsiteY143" fmla="*/ 1452282 h 2003612"/>
                <a:gd name="connsiteX144" fmla="*/ 1425389 w 1603937"/>
                <a:gd name="connsiteY144" fmla="*/ 1492624 h 2003612"/>
                <a:gd name="connsiteX145" fmla="*/ 1452283 w 1603937"/>
                <a:gd name="connsiteY145" fmla="*/ 1613647 h 2003612"/>
                <a:gd name="connsiteX146" fmla="*/ 1465730 w 1603937"/>
                <a:gd name="connsiteY146" fmla="*/ 1653988 h 2003612"/>
                <a:gd name="connsiteX147" fmla="*/ 1479177 w 1603937"/>
                <a:gd name="connsiteY147" fmla="*/ 1734671 h 2003612"/>
                <a:gd name="connsiteX148" fmla="*/ 1492624 w 1603937"/>
                <a:gd name="connsiteY148" fmla="*/ 1775012 h 2003612"/>
                <a:gd name="connsiteX149" fmla="*/ 1465730 w 1603937"/>
                <a:gd name="connsiteY149" fmla="*/ 1936376 h 2003612"/>
                <a:gd name="connsiteX150" fmla="*/ 1438836 w 1603937"/>
                <a:gd name="connsiteY150" fmla="*/ 1976718 h 2003612"/>
                <a:gd name="connsiteX151" fmla="*/ 1425389 w 1603937"/>
                <a:gd name="connsiteY151" fmla="*/ 2003612 h 2003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1603937" h="2003612">
                  <a:moveTo>
                    <a:pt x="847165" y="0"/>
                  </a:moveTo>
                  <a:cubicBezTo>
                    <a:pt x="851647" y="31376"/>
                    <a:pt x="860612" y="62434"/>
                    <a:pt x="860612" y="94129"/>
                  </a:cubicBezTo>
                  <a:cubicBezTo>
                    <a:pt x="860612" y="126098"/>
                    <a:pt x="863885" y="324543"/>
                    <a:pt x="820271" y="389965"/>
                  </a:cubicBezTo>
                  <a:cubicBezTo>
                    <a:pt x="802342" y="416859"/>
                    <a:pt x="789339" y="447791"/>
                    <a:pt x="766483" y="470647"/>
                  </a:cubicBezTo>
                  <a:cubicBezTo>
                    <a:pt x="753036" y="484094"/>
                    <a:pt x="742653" y="501553"/>
                    <a:pt x="726142" y="510988"/>
                  </a:cubicBezTo>
                  <a:cubicBezTo>
                    <a:pt x="710096" y="520157"/>
                    <a:pt x="690055" y="519124"/>
                    <a:pt x="672353" y="524435"/>
                  </a:cubicBezTo>
                  <a:cubicBezTo>
                    <a:pt x="508654" y="573544"/>
                    <a:pt x="661864" y="533781"/>
                    <a:pt x="537883" y="564776"/>
                  </a:cubicBezTo>
                  <a:cubicBezTo>
                    <a:pt x="528918" y="573741"/>
                    <a:pt x="523659" y="591202"/>
                    <a:pt x="510989" y="591671"/>
                  </a:cubicBezTo>
                  <a:cubicBezTo>
                    <a:pt x="398917" y="595822"/>
                    <a:pt x="286676" y="586215"/>
                    <a:pt x="174812" y="578224"/>
                  </a:cubicBezTo>
                  <a:cubicBezTo>
                    <a:pt x="149587" y="576422"/>
                    <a:pt x="98878" y="545680"/>
                    <a:pt x="80683" y="537882"/>
                  </a:cubicBezTo>
                  <a:cubicBezTo>
                    <a:pt x="67655" y="532298"/>
                    <a:pt x="53789" y="528917"/>
                    <a:pt x="40342" y="524435"/>
                  </a:cubicBezTo>
                  <a:lnTo>
                    <a:pt x="13447" y="443753"/>
                  </a:lnTo>
                  <a:lnTo>
                    <a:pt x="0" y="403412"/>
                  </a:lnTo>
                  <a:cubicBezTo>
                    <a:pt x="4482" y="340659"/>
                    <a:pt x="-1812" y="276187"/>
                    <a:pt x="13447" y="215153"/>
                  </a:cubicBezTo>
                  <a:cubicBezTo>
                    <a:pt x="17367" y="199474"/>
                    <a:pt x="39334" y="195487"/>
                    <a:pt x="53789" y="188259"/>
                  </a:cubicBezTo>
                  <a:cubicBezTo>
                    <a:pt x="165131" y="132589"/>
                    <a:pt x="18864" y="224989"/>
                    <a:pt x="134471" y="147918"/>
                  </a:cubicBezTo>
                  <a:cubicBezTo>
                    <a:pt x="251012" y="152400"/>
                    <a:pt x="368640" y="144871"/>
                    <a:pt x="484095" y="161365"/>
                  </a:cubicBezTo>
                  <a:cubicBezTo>
                    <a:pt x="500094" y="163651"/>
                    <a:pt x="498369" y="191610"/>
                    <a:pt x="510989" y="201706"/>
                  </a:cubicBezTo>
                  <a:cubicBezTo>
                    <a:pt x="522057" y="210561"/>
                    <a:pt x="537883" y="210671"/>
                    <a:pt x="551330" y="215153"/>
                  </a:cubicBezTo>
                  <a:cubicBezTo>
                    <a:pt x="569259" y="228600"/>
                    <a:pt x="589271" y="239647"/>
                    <a:pt x="605118" y="255494"/>
                  </a:cubicBezTo>
                  <a:cubicBezTo>
                    <a:pt x="654170" y="304546"/>
                    <a:pt x="608827" y="296686"/>
                    <a:pt x="672353" y="349624"/>
                  </a:cubicBezTo>
                  <a:cubicBezTo>
                    <a:pt x="683242" y="358698"/>
                    <a:pt x="699666" y="357487"/>
                    <a:pt x="712695" y="363071"/>
                  </a:cubicBezTo>
                  <a:cubicBezTo>
                    <a:pt x="731120" y="370967"/>
                    <a:pt x="750171" y="378314"/>
                    <a:pt x="766483" y="389965"/>
                  </a:cubicBezTo>
                  <a:cubicBezTo>
                    <a:pt x="781958" y="401018"/>
                    <a:pt x="790313" y="420871"/>
                    <a:pt x="806824" y="430306"/>
                  </a:cubicBezTo>
                  <a:cubicBezTo>
                    <a:pt x="822870" y="439475"/>
                    <a:pt x="842842" y="438676"/>
                    <a:pt x="860612" y="443753"/>
                  </a:cubicBezTo>
                  <a:cubicBezTo>
                    <a:pt x="874241" y="447647"/>
                    <a:pt x="887506" y="452718"/>
                    <a:pt x="900953" y="457200"/>
                  </a:cubicBezTo>
                  <a:cubicBezTo>
                    <a:pt x="999770" y="454206"/>
                    <a:pt x="1302053" y="565689"/>
                    <a:pt x="1371600" y="403412"/>
                  </a:cubicBezTo>
                  <a:cubicBezTo>
                    <a:pt x="1378880" y="386425"/>
                    <a:pt x="1380565" y="367553"/>
                    <a:pt x="1385047" y="349624"/>
                  </a:cubicBezTo>
                  <a:cubicBezTo>
                    <a:pt x="1380565" y="291353"/>
                    <a:pt x="1426471" y="194931"/>
                    <a:pt x="1371600" y="174812"/>
                  </a:cubicBezTo>
                  <a:cubicBezTo>
                    <a:pt x="1249268" y="129957"/>
                    <a:pt x="1110270" y="180959"/>
                    <a:pt x="981636" y="201706"/>
                  </a:cubicBezTo>
                  <a:cubicBezTo>
                    <a:pt x="965681" y="204279"/>
                    <a:pt x="965384" y="229884"/>
                    <a:pt x="954742" y="242047"/>
                  </a:cubicBezTo>
                  <a:cubicBezTo>
                    <a:pt x="933870" y="265900"/>
                    <a:pt x="887506" y="309282"/>
                    <a:pt x="887506" y="309282"/>
                  </a:cubicBezTo>
                  <a:cubicBezTo>
                    <a:pt x="878541" y="336176"/>
                    <a:pt x="876337" y="366377"/>
                    <a:pt x="860612" y="389965"/>
                  </a:cubicBezTo>
                  <a:cubicBezTo>
                    <a:pt x="851647" y="403412"/>
                    <a:pt x="840946" y="415851"/>
                    <a:pt x="833718" y="430306"/>
                  </a:cubicBezTo>
                  <a:cubicBezTo>
                    <a:pt x="827379" y="442984"/>
                    <a:pt x="827155" y="458256"/>
                    <a:pt x="820271" y="470647"/>
                  </a:cubicBezTo>
                  <a:cubicBezTo>
                    <a:pt x="804574" y="498902"/>
                    <a:pt x="784412" y="524435"/>
                    <a:pt x="766483" y="551329"/>
                  </a:cubicBezTo>
                  <a:lnTo>
                    <a:pt x="739589" y="591671"/>
                  </a:lnTo>
                  <a:cubicBezTo>
                    <a:pt x="673098" y="691409"/>
                    <a:pt x="749669" y="582264"/>
                    <a:pt x="685800" y="658906"/>
                  </a:cubicBezTo>
                  <a:cubicBezTo>
                    <a:pt x="671452" y="676123"/>
                    <a:pt x="662676" y="698346"/>
                    <a:pt x="645459" y="712694"/>
                  </a:cubicBezTo>
                  <a:cubicBezTo>
                    <a:pt x="634570" y="721768"/>
                    <a:pt x="618565" y="721659"/>
                    <a:pt x="605118" y="726141"/>
                  </a:cubicBezTo>
                  <a:cubicBezTo>
                    <a:pt x="551330" y="721659"/>
                    <a:pt x="495341" y="728567"/>
                    <a:pt x="443753" y="712694"/>
                  </a:cubicBezTo>
                  <a:cubicBezTo>
                    <a:pt x="430205" y="708526"/>
                    <a:pt x="435890" y="685381"/>
                    <a:pt x="430306" y="672353"/>
                  </a:cubicBezTo>
                  <a:cubicBezTo>
                    <a:pt x="422410" y="653928"/>
                    <a:pt x="410857" y="637177"/>
                    <a:pt x="403412" y="618565"/>
                  </a:cubicBezTo>
                  <a:cubicBezTo>
                    <a:pt x="392883" y="592244"/>
                    <a:pt x="376518" y="537882"/>
                    <a:pt x="376518" y="537882"/>
                  </a:cubicBezTo>
                  <a:cubicBezTo>
                    <a:pt x="378729" y="511346"/>
                    <a:pt x="348822" y="361264"/>
                    <a:pt x="430306" y="349624"/>
                  </a:cubicBezTo>
                  <a:cubicBezTo>
                    <a:pt x="448602" y="347010"/>
                    <a:pt x="466165" y="358589"/>
                    <a:pt x="484095" y="363071"/>
                  </a:cubicBezTo>
                  <a:cubicBezTo>
                    <a:pt x="497542" y="381000"/>
                    <a:pt x="509851" y="399843"/>
                    <a:pt x="524436" y="416859"/>
                  </a:cubicBezTo>
                  <a:cubicBezTo>
                    <a:pt x="536812" y="431298"/>
                    <a:pt x="555542" y="440576"/>
                    <a:pt x="564777" y="457200"/>
                  </a:cubicBezTo>
                  <a:cubicBezTo>
                    <a:pt x="578544" y="481981"/>
                    <a:pt x="582706" y="510988"/>
                    <a:pt x="591671" y="537882"/>
                  </a:cubicBezTo>
                  <a:cubicBezTo>
                    <a:pt x="596782" y="553214"/>
                    <a:pt x="609600" y="564777"/>
                    <a:pt x="618565" y="578224"/>
                  </a:cubicBezTo>
                  <a:cubicBezTo>
                    <a:pt x="646551" y="690168"/>
                    <a:pt x="612474" y="579489"/>
                    <a:pt x="658906" y="672353"/>
                  </a:cubicBezTo>
                  <a:cubicBezTo>
                    <a:pt x="665245" y="685031"/>
                    <a:pt x="668459" y="699065"/>
                    <a:pt x="672353" y="712694"/>
                  </a:cubicBezTo>
                  <a:cubicBezTo>
                    <a:pt x="677430" y="730464"/>
                    <a:pt x="677535" y="749952"/>
                    <a:pt x="685800" y="766482"/>
                  </a:cubicBezTo>
                  <a:cubicBezTo>
                    <a:pt x="691470" y="777822"/>
                    <a:pt x="703730" y="784411"/>
                    <a:pt x="712695" y="793376"/>
                  </a:cubicBezTo>
                  <a:cubicBezTo>
                    <a:pt x="738873" y="871913"/>
                    <a:pt x="705659" y="799788"/>
                    <a:pt x="766483" y="860612"/>
                  </a:cubicBezTo>
                  <a:cubicBezTo>
                    <a:pt x="777911" y="872040"/>
                    <a:pt x="783031" y="888538"/>
                    <a:pt x="793377" y="900953"/>
                  </a:cubicBezTo>
                  <a:cubicBezTo>
                    <a:pt x="825732" y="939780"/>
                    <a:pt x="834393" y="941744"/>
                    <a:pt x="874059" y="968188"/>
                  </a:cubicBezTo>
                  <a:lnTo>
                    <a:pt x="1385047" y="954741"/>
                  </a:lnTo>
                  <a:cubicBezTo>
                    <a:pt x="1416438" y="950361"/>
                    <a:pt x="1433266" y="912862"/>
                    <a:pt x="1452283" y="887506"/>
                  </a:cubicBezTo>
                  <a:cubicBezTo>
                    <a:pt x="1461423" y="875319"/>
                    <a:pt x="1509685" y="813043"/>
                    <a:pt x="1519518" y="793376"/>
                  </a:cubicBezTo>
                  <a:cubicBezTo>
                    <a:pt x="1529164" y="774084"/>
                    <a:pt x="1542103" y="716481"/>
                    <a:pt x="1546412" y="699247"/>
                  </a:cubicBezTo>
                  <a:cubicBezTo>
                    <a:pt x="1537447" y="614082"/>
                    <a:pt x="1539353" y="527059"/>
                    <a:pt x="1519518" y="443753"/>
                  </a:cubicBezTo>
                  <a:cubicBezTo>
                    <a:pt x="1515775" y="428031"/>
                    <a:pt x="1490605" y="428287"/>
                    <a:pt x="1479177" y="416859"/>
                  </a:cubicBezTo>
                  <a:cubicBezTo>
                    <a:pt x="1418353" y="356035"/>
                    <a:pt x="1490478" y="389250"/>
                    <a:pt x="1411942" y="363071"/>
                  </a:cubicBezTo>
                  <a:cubicBezTo>
                    <a:pt x="1371601" y="372036"/>
                    <a:pt x="1330123" y="376897"/>
                    <a:pt x="1290918" y="389965"/>
                  </a:cubicBezTo>
                  <a:cubicBezTo>
                    <a:pt x="1230435" y="410126"/>
                    <a:pt x="1262099" y="424547"/>
                    <a:pt x="1223683" y="470647"/>
                  </a:cubicBezTo>
                  <a:cubicBezTo>
                    <a:pt x="1213337" y="483062"/>
                    <a:pt x="1196789" y="488576"/>
                    <a:pt x="1183342" y="497541"/>
                  </a:cubicBezTo>
                  <a:cubicBezTo>
                    <a:pt x="1106271" y="613143"/>
                    <a:pt x="1198669" y="466885"/>
                    <a:pt x="1143000" y="578224"/>
                  </a:cubicBezTo>
                  <a:cubicBezTo>
                    <a:pt x="1135773" y="592679"/>
                    <a:pt x="1122670" y="603797"/>
                    <a:pt x="1116106" y="618565"/>
                  </a:cubicBezTo>
                  <a:cubicBezTo>
                    <a:pt x="1104592" y="644470"/>
                    <a:pt x="1098177" y="672353"/>
                    <a:pt x="1089212" y="699247"/>
                  </a:cubicBezTo>
                  <a:lnTo>
                    <a:pt x="1062318" y="779929"/>
                  </a:lnTo>
                  <a:lnTo>
                    <a:pt x="1048871" y="820271"/>
                  </a:lnTo>
                  <a:cubicBezTo>
                    <a:pt x="1053353" y="887506"/>
                    <a:pt x="1052788" y="955269"/>
                    <a:pt x="1062318" y="1021976"/>
                  </a:cubicBezTo>
                  <a:cubicBezTo>
                    <a:pt x="1066327" y="1050040"/>
                    <a:pt x="1069166" y="1082613"/>
                    <a:pt x="1089212" y="1102659"/>
                  </a:cubicBezTo>
                  <a:cubicBezTo>
                    <a:pt x="1189312" y="1202759"/>
                    <a:pt x="1062588" y="1079839"/>
                    <a:pt x="1183342" y="1183341"/>
                  </a:cubicBezTo>
                  <a:cubicBezTo>
                    <a:pt x="1197781" y="1195717"/>
                    <a:pt x="1208672" y="1212007"/>
                    <a:pt x="1223683" y="1223682"/>
                  </a:cubicBezTo>
                  <a:cubicBezTo>
                    <a:pt x="1249197" y="1243526"/>
                    <a:pt x="1304365" y="1277471"/>
                    <a:pt x="1304365" y="1277471"/>
                  </a:cubicBezTo>
                  <a:cubicBezTo>
                    <a:pt x="1394012" y="1268506"/>
                    <a:pt x="1533848" y="1331570"/>
                    <a:pt x="1573306" y="1250576"/>
                  </a:cubicBezTo>
                  <a:cubicBezTo>
                    <a:pt x="1592651" y="1210867"/>
                    <a:pt x="1648651" y="844907"/>
                    <a:pt x="1532965" y="712694"/>
                  </a:cubicBezTo>
                  <a:cubicBezTo>
                    <a:pt x="1512094" y="688841"/>
                    <a:pt x="1490261" y="665529"/>
                    <a:pt x="1465730" y="645459"/>
                  </a:cubicBezTo>
                  <a:cubicBezTo>
                    <a:pt x="1440713" y="624991"/>
                    <a:pt x="1410905" y="611065"/>
                    <a:pt x="1385047" y="591671"/>
                  </a:cubicBezTo>
                  <a:lnTo>
                    <a:pt x="1331259" y="551329"/>
                  </a:lnTo>
                  <a:cubicBezTo>
                    <a:pt x="1313330" y="560294"/>
                    <a:pt x="1291645" y="564049"/>
                    <a:pt x="1277471" y="578224"/>
                  </a:cubicBezTo>
                  <a:cubicBezTo>
                    <a:pt x="1267448" y="588247"/>
                    <a:pt x="1269608" y="605537"/>
                    <a:pt x="1264024" y="618565"/>
                  </a:cubicBezTo>
                  <a:cubicBezTo>
                    <a:pt x="1256128" y="636990"/>
                    <a:pt x="1245425" y="654104"/>
                    <a:pt x="1237130" y="672353"/>
                  </a:cubicBezTo>
                  <a:cubicBezTo>
                    <a:pt x="1223004" y="703430"/>
                    <a:pt x="1212055" y="735949"/>
                    <a:pt x="1196789" y="766482"/>
                  </a:cubicBezTo>
                  <a:cubicBezTo>
                    <a:pt x="1189561" y="780937"/>
                    <a:pt x="1176373" y="792017"/>
                    <a:pt x="1169895" y="806824"/>
                  </a:cubicBezTo>
                  <a:cubicBezTo>
                    <a:pt x="1144871" y="864021"/>
                    <a:pt x="1125287" y="923448"/>
                    <a:pt x="1102659" y="981635"/>
                  </a:cubicBezTo>
                  <a:cubicBezTo>
                    <a:pt x="1081287" y="1036590"/>
                    <a:pt x="1071695" y="1067745"/>
                    <a:pt x="1035424" y="1116106"/>
                  </a:cubicBezTo>
                  <a:cubicBezTo>
                    <a:pt x="1024014" y="1131320"/>
                    <a:pt x="1011594" y="1147012"/>
                    <a:pt x="995083" y="1156447"/>
                  </a:cubicBezTo>
                  <a:cubicBezTo>
                    <a:pt x="979037" y="1165616"/>
                    <a:pt x="959224" y="1165412"/>
                    <a:pt x="941295" y="1169894"/>
                  </a:cubicBezTo>
                  <a:cubicBezTo>
                    <a:pt x="797860" y="1165412"/>
                    <a:pt x="653970" y="1168702"/>
                    <a:pt x="510989" y="1156447"/>
                  </a:cubicBezTo>
                  <a:cubicBezTo>
                    <a:pt x="494886" y="1155067"/>
                    <a:pt x="483798" y="1138947"/>
                    <a:pt x="470647" y="1129553"/>
                  </a:cubicBezTo>
                  <a:cubicBezTo>
                    <a:pt x="353874" y="1046144"/>
                    <a:pt x="471603" y="1125708"/>
                    <a:pt x="376518" y="1062318"/>
                  </a:cubicBezTo>
                  <a:cubicBezTo>
                    <a:pt x="367553" y="1048871"/>
                    <a:pt x="361052" y="1033404"/>
                    <a:pt x="349624" y="1021976"/>
                  </a:cubicBezTo>
                  <a:cubicBezTo>
                    <a:pt x="318670" y="991022"/>
                    <a:pt x="296643" y="991922"/>
                    <a:pt x="255495" y="981635"/>
                  </a:cubicBezTo>
                  <a:cubicBezTo>
                    <a:pt x="228601" y="945776"/>
                    <a:pt x="199675" y="911355"/>
                    <a:pt x="174812" y="874059"/>
                  </a:cubicBezTo>
                  <a:lnTo>
                    <a:pt x="121024" y="793376"/>
                  </a:lnTo>
                  <a:cubicBezTo>
                    <a:pt x="125506" y="762000"/>
                    <a:pt x="112059" y="721659"/>
                    <a:pt x="134471" y="699247"/>
                  </a:cubicBezTo>
                  <a:cubicBezTo>
                    <a:pt x="160607" y="673111"/>
                    <a:pt x="242047" y="672353"/>
                    <a:pt x="242047" y="672353"/>
                  </a:cubicBezTo>
                  <a:cubicBezTo>
                    <a:pt x="327212" y="681318"/>
                    <a:pt x="412626" y="688171"/>
                    <a:pt x="497542" y="699247"/>
                  </a:cubicBezTo>
                  <a:cubicBezTo>
                    <a:pt x="525281" y="702865"/>
                    <a:pt x="564322" y="717025"/>
                    <a:pt x="591671" y="726141"/>
                  </a:cubicBezTo>
                  <a:cubicBezTo>
                    <a:pt x="605118" y="744070"/>
                    <a:pt x="621989" y="759883"/>
                    <a:pt x="632012" y="779929"/>
                  </a:cubicBezTo>
                  <a:cubicBezTo>
                    <a:pt x="644690" y="805285"/>
                    <a:pt x="658906" y="860612"/>
                    <a:pt x="658906" y="860612"/>
                  </a:cubicBezTo>
                  <a:cubicBezTo>
                    <a:pt x="659068" y="864347"/>
                    <a:pt x="649848" y="1127813"/>
                    <a:pt x="685800" y="1223682"/>
                  </a:cubicBezTo>
                  <a:cubicBezTo>
                    <a:pt x="692839" y="1242452"/>
                    <a:pt x="700667" y="1261434"/>
                    <a:pt x="712695" y="1277471"/>
                  </a:cubicBezTo>
                  <a:cubicBezTo>
                    <a:pt x="727909" y="1297756"/>
                    <a:pt x="751269" y="1310974"/>
                    <a:pt x="766483" y="1331259"/>
                  </a:cubicBezTo>
                  <a:cubicBezTo>
                    <a:pt x="845590" y="1436736"/>
                    <a:pt x="730170" y="1337642"/>
                    <a:pt x="847165" y="1425388"/>
                  </a:cubicBezTo>
                  <a:cubicBezTo>
                    <a:pt x="941294" y="1416423"/>
                    <a:pt x="1039094" y="1426025"/>
                    <a:pt x="1129553" y="1398494"/>
                  </a:cubicBezTo>
                  <a:cubicBezTo>
                    <a:pt x="1152645" y="1391466"/>
                    <a:pt x="1147971" y="1353860"/>
                    <a:pt x="1156447" y="1331259"/>
                  </a:cubicBezTo>
                  <a:cubicBezTo>
                    <a:pt x="1170889" y="1292748"/>
                    <a:pt x="1177167" y="1266904"/>
                    <a:pt x="1183342" y="1223682"/>
                  </a:cubicBezTo>
                  <a:cubicBezTo>
                    <a:pt x="1193563" y="1152133"/>
                    <a:pt x="1210236" y="1008529"/>
                    <a:pt x="1210236" y="1008529"/>
                  </a:cubicBezTo>
                  <a:cubicBezTo>
                    <a:pt x="1201271" y="909917"/>
                    <a:pt x="1204377" y="809452"/>
                    <a:pt x="1183342" y="712694"/>
                  </a:cubicBezTo>
                  <a:cubicBezTo>
                    <a:pt x="1180331" y="698843"/>
                    <a:pt x="1155678" y="705586"/>
                    <a:pt x="1143000" y="699247"/>
                  </a:cubicBezTo>
                  <a:cubicBezTo>
                    <a:pt x="1119623" y="687559"/>
                    <a:pt x="1100032" y="668613"/>
                    <a:pt x="1075765" y="658906"/>
                  </a:cubicBezTo>
                  <a:cubicBezTo>
                    <a:pt x="1054544" y="650418"/>
                    <a:pt x="1030841" y="650417"/>
                    <a:pt x="1008530" y="645459"/>
                  </a:cubicBezTo>
                  <a:cubicBezTo>
                    <a:pt x="990489" y="641450"/>
                    <a:pt x="972671" y="636494"/>
                    <a:pt x="954742" y="632012"/>
                  </a:cubicBezTo>
                  <a:cubicBezTo>
                    <a:pt x="824754" y="636494"/>
                    <a:pt x="693838" y="629326"/>
                    <a:pt x="564777" y="645459"/>
                  </a:cubicBezTo>
                  <a:cubicBezTo>
                    <a:pt x="545907" y="647818"/>
                    <a:pt x="535489" y="670325"/>
                    <a:pt x="524436" y="685800"/>
                  </a:cubicBezTo>
                  <a:cubicBezTo>
                    <a:pt x="512785" y="702112"/>
                    <a:pt x="507488" y="722184"/>
                    <a:pt x="497542" y="739588"/>
                  </a:cubicBezTo>
                  <a:cubicBezTo>
                    <a:pt x="489524" y="753620"/>
                    <a:pt x="479213" y="766224"/>
                    <a:pt x="470647" y="779929"/>
                  </a:cubicBezTo>
                  <a:cubicBezTo>
                    <a:pt x="456795" y="802093"/>
                    <a:pt x="443753" y="824753"/>
                    <a:pt x="430306" y="847165"/>
                  </a:cubicBezTo>
                  <a:cubicBezTo>
                    <a:pt x="425824" y="865094"/>
                    <a:pt x="421936" y="883183"/>
                    <a:pt x="416859" y="900953"/>
                  </a:cubicBezTo>
                  <a:cubicBezTo>
                    <a:pt x="412965" y="914582"/>
                    <a:pt x="405417" y="927262"/>
                    <a:pt x="403412" y="941294"/>
                  </a:cubicBezTo>
                  <a:cubicBezTo>
                    <a:pt x="368132" y="1188258"/>
                    <a:pt x="409498" y="1011079"/>
                    <a:pt x="376518" y="1143000"/>
                  </a:cubicBezTo>
                  <a:cubicBezTo>
                    <a:pt x="393311" y="1254953"/>
                    <a:pt x="378127" y="1386925"/>
                    <a:pt x="457200" y="1479176"/>
                  </a:cubicBezTo>
                  <a:cubicBezTo>
                    <a:pt x="469005" y="1492948"/>
                    <a:pt x="539169" y="1528911"/>
                    <a:pt x="551330" y="1532965"/>
                  </a:cubicBezTo>
                  <a:cubicBezTo>
                    <a:pt x="586395" y="1544653"/>
                    <a:pt x="658906" y="1559859"/>
                    <a:pt x="658906" y="1559859"/>
                  </a:cubicBezTo>
                  <a:cubicBezTo>
                    <a:pt x="783296" y="1556497"/>
                    <a:pt x="1068614" y="1662927"/>
                    <a:pt x="1183342" y="1519518"/>
                  </a:cubicBezTo>
                  <a:cubicBezTo>
                    <a:pt x="1193438" y="1506898"/>
                    <a:pt x="1200842" y="1492327"/>
                    <a:pt x="1210236" y="1479176"/>
                  </a:cubicBezTo>
                  <a:cubicBezTo>
                    <a:pt x="1223262" y="1460939"/>
                    <a:pt x="1237130" y="1443317"/>
                    <a:pt x="1250577" y="1425388"/>
                  </a:cubicBezTo>
                  <a:cubicBezTo>
                    <a:pt x="1259542" y="1398494"/>
                    <a:pt x="1270595" y="1372208"/>
                    <a:pt x="1277471" y="1344706"/>
                  </a:cubicBezTo>
                  <a:cubicBezTo>
                    <a:pt x="1294356" y="1277167"/>
                    <a:pt x="1285074" y="1308451"/>
                    <a:pt x="1304365" y="1250576"/>
                  </a:cubicBezTo>
                  <a:cubicBezTo>
                    <a:pt x="1265566" y="862588"/>
                    <a:pt x="1368617" y="922247"/>
                    <a:pt x="1196789" y="793376"/>
                  </a:cubicBezTo>
                  <a:cubicBezTo>
                    <a:pt x="1183860" y="783679"/>
                    <a:pt x="1169894" y="775447"/>
                    <a:pt x="1156447" y="766482"/>
                  </a:cubicBezTo>
                  <a:cubicBezTo>
                    <a:pt x="1134035" y="770964"/>
                    <a:pt x="1105373" y="763768"/>
                    <a:pt x="1089212" y="779929"/>
                  </a:cubicBezTo>
                  <a:cubicBezTo>
                    <a:pt x="1069166" y="799975"/>
                    <a:pt x="1071283" y="833718"/>
                    <a:pt x="1062318" y="860612"/>
                  </a:cubicBezTo>
                  <a:lnTo>
                    <a:pt x="1048871" y="900953"/>
                  </a:lnTo>
                  <a:cubicBezTo>
                    <a:pt x="1053353" y="986118"/>
                    <a:pt x="1047062" y="1072540"/>
                    <a:pt x="1062318" y="1156447"/>
                  </a:cubicBezTo>
                  <a:cubicBezTo>
                    <a:pt x="1065720" y="1175157"/>
                    <a:pt x="1090283" y="1182349"/>
                    <a:pt x="1102659" y="1196788"/>
                  </a:cubicBezTo>
                  <a:cubicBezTo>
                    <a:pt x="1132796" y="1231948"/>
                    <a:pt x="1168479" y="1296933"/>
                    <a:pt x="1210236" y="1317812"/>
                  </a:cubicBezTo>
                  <a:cubicBezTo>
                    <a:pt x="1228165" y="1326777"/>
                    <a:pt x="1246835" y="1334393"/>
                    <a:pt x="1264024" y="1344706"/>
                  </a:cubicBezTo>
                  <a:cubicBezTo>
                    <a:pt x="1379619" y="1414063"/>
                    <a:pt x="1303904" y="1384893"/>
                    <a:pt x="1385047" y="1411941"/>
                  </a:cubicBezTo>
                  <a:cubicBezTo>
                    <a:pt x="1394012" y="1425388"/>
                    <a:pt x="1404714" y="1437827"/>
                    <a:pt x="1411942" y="1452282"/>
                  </a:cubicBezTo>
                  <a:cubicBezTo>
                    <a:pt x="1418281" y="1464960"/>
                    <a:pt x="1421495" y="1478995"/>
                    <a:pt x="1425389" y="1492624"/>
                  </a:cubicBezTo>
                  <a:cubicBezTo>
                    <a:pt x="1452999" y="1589261"/>
                    <a:pt x="1424551" y="1502720"/>
                    <a:pt x="1452283" y="1613647"/>
                  </a:cubicBezTo>
                  <a:cubicBezTo>
                    <a:pt x="1455721" y="1627398"/>
                    <a:pt x="1461248" y="1640541"/>
                    <a:pt x="1465730" y="1653988"/>
                  </a:cubicBezTo>
                  <a:cubicBezTo>
                    <a:pt x="1470212" y="1680882"/>
                    <a:pt x="1473262" y="1708055"/>
                    <a:pt x="1479177" y="1734671"/>
                  </a:cubicBezTo>
                  <a:cubicBezTo>
                    <a:pt x="1482252" y="1748508"/>
                    <a:pt x="1492624" y="1760838"/>
                    <a:pt x="1492624" y="1775012"/>
                  </a:cubicBezTo>
                  <a:cubicBezTo>
                    <a:pt x="1492624" y="1804838"/>
                    <a:pt x="1486770" y="1894296"/>
                    <a:pt x="1465730" y="1936376"/>
                  </a:cubicBezTo>
                  <a:cubicBezTo>
                    <a:pt x="1458502" y="1950831"/>
                    <a:pt x="1447151" y="1962860"/>
                    <a:pt x="1438836" y="1976718"/>
                  </a:cubicBezTo>
                  <a:cubicBezTo>
                    <a:pt x="1433679" y="1985313"/>
                    <a:pt x="1429871" y="1994647"/>
                    <a:pt x="1425389" y="2003612"/>
                  </a:cubicBezTo>
                </a:path>
              </a:pathLst>
            </a:custGeom>
            <a:noFill/>
            <a:ln w="285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nvGrpSpPr>
            <p:cNvPr id="17" name="Group 16">
              <a:extLst>
                <a:ext uri="{FF2B5EF4-FFF2-40B4-BE49-F238E27FC236}">
                  <a16:creationId xmlns:a16="http://schemas.microsoft.com/office/drawing/2014/main" id="{55555765-277B-45E4-81FA-0DEBFB937580}"/>
                </a:ext>
              </a:extLst>
            </p:cNvPr>
            <p:cNvGrpSpPr/>
            <p:nvPr/>
          </p:nvGrpSpPr>
          <p:grpSpPr>
            <a:xfrm rot="10800000">
              <a:off x="1393816" y="2381574"/>
              <a:ext cx="914400" cy="914400"/>
              <a:chOff x="9757619" y="2093495"/>
              <a:chExt cx="914400" cy="914400"/>
            </a:xfrm>
            <a:gradFill>
              <a:gsLst>
                <a:gs pos="0">
                  <a:schemeClr val="accent1">
                    <a:lumMod val="5000"/>
                    <a:lumOff val="95000"/>
                  </a:schemeClr>
                </a:gs>
                <a:gs pos="74000">
                  <a:schemeClr val="bg2">
                    <a:lumMod val="90000"/>
                  </a:schemeClr>
                </a:gs>
                <a:gs pos="83000">
                  <a:schemeClr val="accent1">
                    <a:lumMod val="45000"/>
                    <a:lumOff val="55000"/>
                  </a:schemeClr>
                </a:gs>
                <a:gs pos="100000">
                  <a:schemeClr val="accent1">
                    <a:lumMod val="30000"/>
                    <a:lumOff val="70000"/>
                  </a:schemeClr>
                </a:gs>
              </a:gsLst>
              <a:path path="circle">
                <a:fillToRect l="100000" t="100000"/>
              </a:path>
            </a:gradFill>
          </p:grpSpPr>
          <p:grpSp>
            <p:nvGrpSpPr>
              <p:cNvPr id="18" name="Graphic 2" descr="Lightbulb">
                <a:extLst>
                  <a:ext uri="{FF2B5EF4-FFF2-40B4-BE49-F238E27FC236}">
                    <a16:creationId xmlns:a16="http://schemas.microsoft.com/office/drawing/2014/main" id="{13A6E969-530B-4193-995B-AE1F80BAF26B}"/>
                  </a:ext>
                </a:extLst>
              </p:cNvPr>
              <p:cNvGrpSpPr/>
              <p:nvPr/>
            </p:nvGrpSpPr>
            <p:grpSpPr>
              <a:xfrm rot="10800000">
                <a:off x="9757619" y="2093495"/>
                <a:ext cx="914400" cy="914400"/>
                <a:chOff x="9757619" y="2093495"/>
                <a:chExt cx="914400" cy="914400"/>
              </a:xfrm>
              <a:grpFill/>
            </p:grpSpPr>
            <p:sp>
              <p:nvSpPr>
                <p:cNvPr id="20" name="Freeform: Shape 19">
                  <a:extLst>
                    <a:ext uri="{FF2B5EF4-FFF2-40B4-BE49-F238E27FC236}">
                      <a16:creationId xmlns:a16="http://schemas.microsoft.com/office/drawing/2014/main" id="{8B8D8659-C068-4CA9-99B2-6307F4F49F43}"/>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1">
                    <a:lumMod val="95000"/>
                  </a:schemeClr>
                </a:solidFill>
                <a:ln w="9525" cap="flat">
                  <a:noFill/>
                  <a:prstDash val="solid"/>
                  <a:miter/>
                </a:ln>
              </p:spPr>
              <p:txBody>
                <a:bodyPr/>
                <a:lstStyle/>
                <a:p>
                  <a:endParaRPr lang="en-US" sz="1350" dirty="0"/>
                </a:p>
              </p:txBody>
            </p:sp>
            <p:sp>
              <p:nvSpPr>
                <p:cNvPr id="21" name="Freeform: Shape 20">
                  <a:extLst>
                    <a:ext uri="{FF2B5EF4-FFF2-40B4-BE49-F238E27FC236}">
                      <a16:creationId xmlns:a16="http://schemas.microsoft.com/office/drawing/2014/main" id="{CB94DE0F-6ED1-4594-82D6-19A77CB1117F}"/>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2"/>
                </a:solidFill>
                <a:ln w="9525" cap="flat">
                  <a:noFill/>
                  <a:prstDash val="solid"/>
                  <a:miter/>
                </a:ln>
              </p:spPr>
              <p:txBody>
                <a:bodyPr/>
                <a:lstStyle/>
                <a:p>
                  <a:endParaRPr lang="en-US" sz="1350"/>
                </a:p>
              </p:txBody>
            </p:sp>
            <p:sp>
              <p:nvSpPr>
                <p:cNvPr id="22" name="Freeform: Shape 21">
                  <a:extLst>
                    <a:ext uri="{FF2B5EF4-FFF2-40B4-BE49-F238E27FC236}">
                      <a16:creationId xmlns:a16="http://schemas.microsoft.com/office/drawing/2014/main" id="{CAE5DA39-4960-48C2-A455-680759D6D352}"/>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chemeClr val="tx2">
                    <a:lumMod val="20000"/>
                    <a:lumOff val="80000"/>
                  </a:schemeClr>
                </a:solidFill>
                <a:ln w="9525" cap="flat">
                  <a:noFill/>
                  <a:prstDash val="solid"/>
                  <a:miter/>
                </a:ln>
              </p:spPr>
              <p:txBody>
                <a:bodyPr/>
                <a:lstStyle/>
                <a:p>
                  <a:endParaRPr lang="en-US" sz="1350" dirty="0"/>
                </a:p>
              </p:txBody>
            </p:sp>
            <p:sp>
              <p:nvSpPr>
                <p:cNvPr id="23" name="Freeform: Shape 22">
                  <a:extLst>
                    <a:ext uri="{FF2B5EF4-FFF2-40B4-BE49-F238E27FC236}">
                      <a16:creationId xmlns:a16="http://schemas.microsoft.com/office/drawing/2014/main" id="{63FE4E93-F418-4B70-BE07-048F74B44B96}"/>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grpFill/>
                <a:ln w="9525" cap="flat">
                  <a:noFill/>
                  <a:prstDash val="solid"/>
                  <a:miter/>
                </a:ln>
              </p:spPr>
              <p:txBody>
                <a:bodyPr/>
                <a:lstStyle/>
                <a:p>
                  <a:endParaRPr lang="en-US" sz="1350" dirty="0"/>
                </a:p>
              </p:txBody>
            </p:sp>
          </p:grpSp>
          <p:sp>
            <p:nvSpPr>
              <p:cNvPr id="19" name="Freeform: Shape 18">
                <a:extLst>
                  <a:ext uri="{FF2B5EF4-FFF2-40B4-BE49-F238E27FC236}">
                    <a16:creationId xmlns:a16="http://schemas.microsoft.com/office/drawing/2014/main" id="{92455C61-0793-4DBB-8BF9-03D1BF5FF2BF}"/>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grpSp>
        <p:nvGrpSpPr>
          <p:cNvPr id="31" name="Group 30">
            <a:extLst>
              <a:ext uri="{FF2B5EF4-FFF2-40B4-BE49-F238E27FC236}">
                <a16:creationId xmlns:a16="http://schemas.microsoft.com/office/drawing/2014/main" id="{DCBE6B62-A2B2-4E0A-9208-77D5179B9475}"/>
              </a:ext>
            </a:extLst>
          </p:cNvPr>
          <p:cNvGrpSpPr/>
          <p:nvPr/>
        </p:nvGrpSpPr>
        <p:grpSpPr>
          <a:xfrm>
            <a:off x="7831520" y="0"/>
            <a:ext cx="685800" cy="3333489"/>
            <a:chOff x="9757619" y="-26894"/>
            <a:chExt cx="914400" cy="3034789"/>
          </a:xfrm>
        </p:grpSpPr>
        <p:cxnSp>
          <p:nvCxnSpPr>
            <p:cNvPr id="26" name="Straight Connector 25">
              <a:extLst>
                <a:ext uri="{FF2B5EF4-FFF2-40B4-BE49-F238E27FC236}">
                  <a16:creationId xmlns:a16="http://schemas.microsoft.com/office/drawing/2014/main" id="{A5348050-D971-41B5-AEE8-856EABC5BDBD}"/>
                </a:ext>
              </a:extLst>
            </p:cNvPr>
            <p:cNvCxnSpPr/>
            <p:nvPr/>
          </p:nvCxnSpPr>
          <p:spPr>
            <a:xfrm flipV="1">
              <a:off x="10223528" y="-26894"/>
              <a:ext cx="0" cy="218160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C06EB8CE-EA91-426B-86EB-62FAC860BC63}"/>
                </a:ext>
              </a:extLst>
            </p:cNvPr>
            <p:cNvGrpSpPr/>
            <p:nvPr/>
          </p:nvGrpSpPr>
          <p:grpSpPr>
            <a:xfrm>
              <a:off x="9757619" y="2093495"/>
              <a:ext cx="914400" cy="914400"/>
              <a:chOff x="9757619" y="2093495"/>
              <a:chExt cx="914400" cy="914400"/>
            </a:xfrm>
          </p:grpSpPr>
          <p:grpSp>
            <p:nvGrpSpPr>
              <p:cNvPr id="4" name="Graphic 2" descr="Lightbulb">
                <a:extLst>
                  <a:ext uri="{FF2B5EF4-FFF2-40B4-BE49-F238E27FC236}">
                    <a16:creationId xmlns:a16="http://schemas.microsoft.com/office/drawing/2014/main" id="{FD2BB3C1-3444-4585-9E80-54FB43266207}"/>
                  </a:ext>
                </a:extLst>
              </p:cNvPr>
              <p:cNvGrpSpPr/>
              <p:nvPr/>
            </p:nvGrpSpPr>
            <p:grpSpPr>
              <a:xfrm rot="10800000">
                <a:off x="9757619" y="2093495"/>
                <a:ext cx="914400" cy="914400"/>
                <a:chOff x="9757619" y="2093495"/>
                <a:chExt cx="914400" cy="914400"/>
              </a:xfrm>
            </p:grpSpPr>
            <p:sp>
              <p:nvSpPr>
                <p:cNvPr id="7" name="Freeform: Shape 6">
                  <a:extLst>
                    <a:ext uri="{FF2B5EF4-FFF2-40B4-BE49-F238E27FC236}">
                      <a16:creationId xmlns:a16="http://schemas.microsoft.com/office/drawing/2014/main" id="{6FEA3A4F-F5F3-4DB7-8456-4768B01FDB91}"/>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sz="1350" dirty="0"/>
                </a:p>
              </p:txBody>
            </p:sp>
            <p:sp>
              <p:nvSpPr>
                <p:cNvPr id="8" name="Freeform: Shape 7">
                  <a:extLst>
                    <a:ext uri="{FF2B5EF4-FFF2-40B4-BE49-F238E27FC236}">
                      <a16:creationId xmlns:a16="http://schemas.microsoft.com/office/drawing/2014/main" id="{5CC37F91-1EDC-4A39-B54C-5EC0BAB5E1B8}"/>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sz="1350"/>
                </a:p>
              </p:txBody>
            </p:sp>
            <p:sp>
              <p:nvSpPr>
                <p:cNvPr id="10" name="Freeform: Shape 9">
                  <a:extLst>
                    <a:ext uri="{FF2B5EF4-FFF2-40B4-BE49-F238E27FC236}">
                      <a16:creationId xmlns:a16="http://schemas.microsoft.com/office/drawing/2014/main" id="{EB1A4252-13E8-43EB-A5F8-64A9E33EED4F}"/>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rgbClr val="FFFF00"/>
                </a:solidFill>
                <a:ln w="9525" cap="flat">
                  <a:solidFill>
                    <a:srgbClr val="FFFF00"/>
                  </a:solidFill>
                  <a:prstDash val="solid"/>
                  <a:miter/>
                </a:ln>
              </p:spPr>
              <p:txBody>
                <a:bodyPr/>
                <a:lstStyle/>
                <a:p>
                  <a:endParaRPr lang="en-US" sz="1350"/>
                </a:p>
              </p:txBody>
            </p:sp>
            <p:sp>
              <p:nvSpPr>
                <p:cNvPr id="11" name="Freeform: Shape 10">
                  <a:extLst>
                    <a:ext uri="{FF2B5EF4-FFF2-40B4-BE49-F238E27FC236}">
                      <a16:creationId xmlns:a16="http://schemas.microsoft.com/office/drawing/2014/main" id="{2AAC16E2-8A3E-4664-B069-26A9B96006C1}"/>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solidFill>
                  <a:srgbClr val="FFFF00"/>
                </a:solidFill>
                <a:ln w="9525" cap="flat">
                  <a:solidFill>
                    <a:srgbClr val="FFFF00"/>
                  </a:solidFill>
                  <a:prstDash val="solid"/>
                  <a:miter/>
                </a:ln>
              </p:spPr>
              <p:txBody>
                <a:bodyPr/>
                <a:lstStyle/>
                <a:p>
                  <a:endParaRPr lang="en-US" sz="1350" dirty="0"/>
                </a:p>
              </p:txBody>
            </p:sp>
          </p:grpSp>
          <p:sp>
            <p:nvSpPr>
              <p:cNvPr id="13" name="Freeform: Shape 12">
                <a:extLst>
                  <a:ext uri="{FF2B5EF4-FFF2-40B4-BE49-F238E27FC236}">
                    <a16:creationId xmlns:a16="http://schemas.microsoft.com/office/drawing/2014/main" id="{BD76A508-0D8E-4FE9-B177-B36E6A23E986}"/>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pic>
        <p:nvPicPr>
          <p:cNvPr id="36871" name="Picture 36870">
            <a:extLst>
              <a:ext uri="{FF2B5EF4-FFF2-40B4-BE49-F238E27FC236}">
                <a16:creationId xmlns:a16="http://schemas.microsoft.com/office/drawing/2014/main" id="{3A8F1B80-B132-4FBA-B4A4-D802F899D9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797" y="220967"/>
            <a:ext cx="1331785" cy="158477"/>
          </a:xfrm>
          <a:prstGeom prst="rect">
            <a:avLst/>
          </a:prstGeom>
        </p:spPr>
      </p:pic>
      <p:sp>
        <p:nvSpPr>
          <p:cNvPr id="36873" name="TextBox 36872">
            <a:extLst>
              <a:ext uri="{FF2B5EF4-FFF2-40B4-BE49-F238E27FC236}">
                <a16:creationId xmlns:a16="http://schemas.microsoft.com/office/drawing/2014/main" id="{D213D14F-503E-4E61-A079-A575362B8A1F}"/>
              </a:ext>
            </a:extLst>
          </p:cNvPr>
          <p:cNvSpPr txBox="1"/>
          <p:nvPr/>
        </p:nvSpPr>
        <p:spPr>
          <a:xfrm>
            <a:off x="6391126" y="4143218"/>
            <a:ext cx="1606216" cy="323165"/>
          </a:xfrm>
          <a:prstGeom prst="rect">
            <a:avLst/>
          </a:prstGeom>
          <a:noFill/>
        </p:spPr>
        <p:txBody>
          <a:bodyPr wrap="square" rtlCol="0">
            <a:spAutoFit/>
          </a:bodyPr>
          <a:lstStyle/>
          <a:p>
            <a:r>
              <a:rPr lang="en-US" altLang="ru-RU" sz="1500" dirty="0">
                <a:solidFill>
                  <a:schemeClr val="bg1"/>
                </a:solidFill>
                <a:latin typeface="Raleway Medium" panose="020B0603030101060003" pitchFamily="34" charset="0"/>
              </a:rPr>
              <a:t>Keep it simple…</a:t>
            </a:r>
            <a:endParaRPr lang="ru-RU" altLang="ru-RU" sz="1500" dirty="0">
              <a:solidFill>
                <a:schemeClr val="bg1"/>
              </a:solidFill>
              <a:latin typeface="Raleway ExtraBold" panose="020B0903030101060003" pitchFamily="34" charset="0"/>
            </a:endParaRPr>
          </a:p>
        </p:txBody>
      </p:sp>
      <p:sp>
        <p:nvSpPr>
          <p:cNvPr id="36874" name="Rectangle 36873">
            <a:extLst>
              <a:ext uri="{FF2B5EF4-FFF2-40B4-BE49-F238E27FC236}">
                <a16:creationId xmlns:a16="http://schemas.microsoft.com/office/drawing/2014/main" id="{7969B4D2-DFDA-4EF0-ACC7-B55EC956D001}"/>
              </a:ext>
            </a:extLst>
          </p:cNvPr>
          <p:cNvSpPr/>
          <p:nvPr/>
        </p:nvSpPr>
        <p:spPr>
          <a:xfrm>
            <a:off x="4214061" y="3690687"/>
            <a:ext cx="1019677" cy="653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TextBox 26">
            <a:extLst>
              <a:ext uri="{FF2B5EF4-FFF2-40B4-BE49-F238E27FC236}">
                <a16:creationId xmlns:a16="http://schemas.microsoft.com/office/drawing/2014/main" id="{EDDA6AF9-CEEC-45F8-B98A-B66F266AABA9}"/>
              </a:ext>
            </a:extLst>
          </p:cNvPr>
          <p:cNvSpPr txBox="1"/>
          <p:nvPr/>
        </p:nvSpPr>
        <p:spPr>
          <a:xfrm>
            <a:off x="6178013" y="4938949"/>
            <a:ext cx="3167960" cy="184666"/>
          </a:xfrm>
          <a:prstGeom prst="rect">
            <a:avLst/>
          </a:prstGeom>
          <a:noFill/>
        </p:spPr>
        <p:txBody>
          <a:bodyPr wrap="square" rtlCol="0">
            <a:spAutoFit/>
          </a:bodyPr>
          <a:lstStyle/>
          <a:p>
            <a:r>
              <a:rPr lang="en-US" sz="600" cap="small" dirty="0">
                <a:solidFill>
                  <a:schemeClr val="bg1"/>
                </a:solidFill>
                <a:latin typeface="Arial"/>
              </a:rPr>
              <a:t>© 2020 SYNECTIKS. All Rights Reserved. Proprietary and Confidential.</a:t>
            </a:r>
          </a:p>
        </p:txBody>
      </p:sp>
      <p:sp>
        <p:nvSpPr>
          <p:cNvPr id="2" name="TextBox 1">
            <a:extLst>
              <a:ext uri="{FF2B5EF4-FFF2-40B4-BE49-F238E27FC236}">
                <a16:creationId xmlns:a16="http://schemas.microsoft.com/office/drawing/2014/main" id="{6A57B0A0-5621-4BF7-A5AB-F5232AFED085}"/>
              </a:ext>
            </a:extLst>
          </p:cNvPr>
          <p:cNvSpPr txBox="1"/>
          <p:nvPr/>
        </p:nvSpPr>
        <p:spPr>
          <a:xfrm>
            <a:off x="1701622" y="115539"/>
            <a:ext cx="6904719" cy="369332"/>
          </a:xfrm>
          <a:prstGeom prst="rect">
            <a:avLst/>
          </a:prstGeom>
          <a:noFill/>
        </p:spPr>
        <p:txBody>
          <a:bodyPr wrap="square" rtlCol="0">
            <a:spAutoFit/>
          </a:bodyPr>
          <a:lstStyle/>
          <a:p>
            <a:r>
              <a:rPr lang="en-US" b="1" dirty="0">
                <a:solidFill>
                  <a:schemeClr val="bg1"/>
                </a:solidFill>
                <a:latin typeface="Raleway" panose="020B0003030101060003" pitchFamily="34" charset="0"/>
                <a:cs typeface="Segoe UI" panose="020B0502040204020203" pitchFamily="34" charset="0"/>
              </a:rPr>
              <a:t>Delivering TAAS</a:t>
            </a:r>
          </a:p>
        </p:txBody>
      </p:sp>
    </p:spTree>
  </p:cSld>
  <p:clrMapOvr>
    <a:masterClrMapping/>
  </p:clrMapOvr>
  <mc:AlternateContent xmlns:mc="http://schemas.openxmlformats.org/markup-compatibility/2006" xmlns:p14="http://schemas.microsoft.com/office/powerpoint/2010/main">
    <mc:Choice Requires="p14">
      <p:transition spd="slow" p14:dur="2750">
        <p:wipe/>
      </p:transition>
    </mc:Choice>
    <mc:Fallback xmlns="">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999"/>
                                          </p:stCondLst>
                                        </p:cTn>
                                        <p:tgtEl>
                                          <p:spTgt spid="368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1" presetClass="entr" presetSubtype="0" fill="hold" grpId="0" nodeType="clickEffect">
                                  <p:stCondLst>
                                    <p:cond delay="500"/>
                                  </p:stCondLst>
                                  <p:iterate type="lt">
                                    <p:tmPct val="10000"/>
                                  </p:iterate>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9"/>
                                        </p:tgtEl>
                                        <p:attrNameLst>
                                          <p:attrName>ppt_y</p:attrName>
                                        </p:attrNameLst>
                                      </p:cBhvr>
                                      <p:tavLst>
                                        <p:tav tm="0">
                                          <p:val>
                                            <p:strVal val="#ppt_y"/>
                                          </p:val>
                                        </p:tav>
                                        <p:tav tm="100000">
                                          <p:val>
                                            <p:strVal val="#ppt_y"/>
                                          </p:val>
                                        </p:tav>
                                      </p:tavLst>
                                    </p:anim>
                                    <p:anim calcmode="lin" valueType="num">
                                      <p:cBhvr>
                                        <p:cTn id="13" dur="5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1" fill="hold" nodeType="clickEffect">
                                  <p:stCondLst>
                                    <p:cond delay="500"/>
                                  </p:stCondLst>
                                  <p:childTnLst>
                                    <p:set>
                                      <p:cBhvr>
                                        <p:cTn id="19" dur="1" fill="hold">
                                          <p:stCondLst>
                                            <p:cond delay="0"/>
                                          </p:stCondLst>
                                        </p:cTn>
                                        <p:tgtEl>
                                          <p:spTgt spid="31"/>
                                        </p:tgtEl>
                                        <p:attrNameLst>
                                          <p:attrName>style.visibility</p:attrName>
                                        </p:attrNameLst>
                                      </p:cBhvr>
                                      <p:to>
                                        <p:strVal val="visible"/>
                                      </p:to>
                                    </p:set>
                                    <p:anim calcmode="lin" valueType="num">
                                      <p:cBhvr additive="base">
                                        <p:cTn id="20" dur="500" fill="hold"/>
                                        <p:tgtEl>
                                          <p:spTgt spid="31"/>
                                        </p:tgtEl>
                                        <p:attrNameLst>
                                          <p:attrName>ppt_x</p:attrName>
                                        </p:attrNameLst>
                                      </p:cBhvr>
                                      <p:tavLst>
                                        <p:tav tm="0">
                                          <p:val>
                                            <p:strVal val="#ppt_x"/>
                                          </p:val>
                                        </p:tav>
                                        <p:tav tm="100000">
                                          <p:val>
                                            <p:strVal val="#ppt_x"/>
                                          </p:val>
                                        </p:tav>
                                      </p:tavLst>
                                    </p:anim>
                                    <p:anim calcmode="lin" valueType="num">
                                      <p:cBhvr additive="base">
                                        <p:cTn id="21" dur="500" fill="hold"/>
                                        <p:tgtEl>
                                          <p:spTgt spid="31"/>
                                        </p:tgtEl>
                                        <p:attrNameLst>
                                          <p:attrName>ppt_y</p:attrName>
                                        </p:attrNameLst>
                                      </p:cBhvr>
                                      <p:tavLst>
                                        <p:tav tm="0">
                                          <p:val>
                                            <p:strVal val="0-#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1" presetClass="entr" presetSubtype="0" fill="hold" grpId="0" nodeType="clickEffect">
                                  <p:stCondLst>
                                    <p:cond delay="0"/>
                                  </p:stCondLst>
                                  <p:iterate type="lt">
                                    <p:tmPct val="10000"/>
                                  </p:iterate>
                                  <p:childTnLst>
                                    <p:set>
                                      <p:cBhvr>
                                        <p:cTn id="25" dur="1" fill="hold">
                                          <p:stCondLst>
                                            <p:cond delay="0"/>
                                          </p:stCondLst>
                                        </p:cTn>
                                        <p:tgtEl>
                                          <p:spTgt spid="36873"/>
                                        </p:tgtEl>
                                        <p:attrNameLst>
                                          <p:attrName>style.visibility</p:attrName>
                                        </p:attrNameLst>
                                      </p:cBhvr>
                                      <p:to>
                                        <p:strVal val="visible"/>
                                      </p:to>
                                    </p:set>
                                    <p:anim calcmode="lin" valueType="num">
                                      <p:cBhvr>
                                        <p:cTn id="26" dur="500" fill="hold"/>
                                        <p:tgtEl>
                                          <p:spTgt spid="36873"/>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6873"/>
                                        </p:tgtEl>
                                        <p:attrNameLst>
                                          <p:attrName>ppt_y</p:attrName>
                                        </p:attrNameLst>
                                      </p:cBhvr>
                                      <p:tavLst>
                                        <p:tav tm="0">
                                          <p:val>
                                            <p:strVal val="#ppt_y"/>
                                          </p:val>
                                        </p:tav>
                                        <p:tav tm="100000">
                                          <p:val>
                                            <p:strVal val="#ppt_y"/>
                                          </p:val>
                                        </p:tav>
                                      </p:tavLst>
                                    </p:anim>
                                    <p:anim calcmode="lin" valueType="num">
                                      <p:cBhvr>
                                        <p:cTn id="28" dur="500" fill="hold"/>
                                        <p:tgtEl>
                                          <p:spTgt spid="36873"/>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687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6873"/>
                                        </p:tgtEl>
                                      </p:cBhvr>
                                    </p:animEffect>
                                  </p:childTnLst>
                                </p:cTn>
                              </p:par>
                            </p:childTnLst>
                          </p:cTn>
                        </p:par>
                        <p:par>
                          <p:cTn id="31" fill="hold">
                            <p:stCondLst>
                              <p:cond delay="1100"/>
                            </p:stCondLst>
                            <p:childTnLst>
                              <p:par>
                                <p:cTn id="32" presetID="1" presetClass="entr" presetSubtype="0" fill="hold" grpId="0" nodeType="afterEffect" nodePh="1">
                                  <p:stCondLst>
                                    <p:cond delay="500"/>
                                  </p:stCondLst>
                                  <p:endCondLst>
                                    <p:cond evt="begin" delay="0">
                                      <p:tn val="32"/>
                                    </p:cond>
                                  </p:endCondLst>
                                  <p:childTnLst>
                                    <p:set>
                                      <p:cBhvr>
                                        <p:cTn id="33" dur="1" fill="hold">
                                          <p:stCondLst>
                                            <p:cond delay="999"/>
                                          </p:stCondLst>
                                        </p:cTn>
                                        <p:tgtEl>
                                          <p:spTgt spid="368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6873" grpId="0"/>
      <p:bldP spid="3687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427CB0-0FE1-4879-889F-1079806F0174}"/>
              </a:ext>
            </a:extLst>
          </p:cNvPr>
          <p:cNvSpPr/>
          <p:nvPr/>
        </p:nvSpPr>
        <p:spPr>
          <a:xfrm>
            <a:off x="-1" y="0"/>
            <a:ext cx="2803743"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4220" y="1344708"/>
            <a:ext cx="2913651" cy="491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nSpc>
                <a:spcPts val="3075"/>
              </a:lnSpc>
              <a:spcBef>
                <a:spcPct val="0"/>
              </a:spcBef>
              <a:buNone/>
            </a:pPr>
            <a:r>
              <a:rPr lang="en-US" altLang="ru-RU" sz="3000" dirty="0">
                <a:solidFill>
                  <a:schemeClr val="accent2">
                    <a:lumMod val="75000"/>
                  </a:schemeClr>
                </a:solidFill>
                <a:latin typeface="Raleway ExtraBold" panose="020B0903030101060003" pitchFamily="34" charset="0"/>
              </a:rPr>
              <a:t>Methodology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110538" y="2562981"/>
            <a:ext cx="2294334" cy="21096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050" dirty="0">
                <a:solidFill>
                  <a:schemeClr val="tx1">
                    <a:lumMod val="95000"/>
                    <a:lumOff val="5000"/>
                  </a:schemeClr>
                </a:solidFill>
                <a:latin typeface="Segoe UI" panose="020B0502040204020203" pitchFamily="34" charset="0"/>
                <a:cs typeface="Segoe UI" panose="020B0502040204020203" pitchFamily="34" charset="0"/>
              </a:rPr>
              <a:t>When recommending an Agile execution approach, Synectiks considers the following core activities and concepts to be the most critical to the success of project execution. While we are willing to be flexible on our execution approach, we believe that eliminating these activities reduces the effectiveness of the agile approach.</a:t>
            </a: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3123353" y="29319"/>
            <a:ext cx="542205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700" dirty="0">
                <a:latin typeface="Raleway ExtraBold" panose="020B0903030101060003" pitchFamily="34" charset="0"/>
              </a:rPr>
              <a:t>Process &amp; Approaches</a:t>
            </a:r>
          </a:p>
          <a:p>
            <a:pPr algn="r" eaLnBrk="1" hangingPunct="1">
              <a:lnSpc>
                <a:spcPct val="100000"/>
              </a:lnSpc>
              <a:spcBef>
                <a:spcPct val="0"/>
              </a:spcBef>
              <a:buFontTx/>
              <a:buNone/>
            </a:pPr>
            <a:endParaRPr lang="en-US" altLang="ru-RU" sz="1200" dirty="0">
              <a:latin typeface="Raleway ExtraBold" panose="020B0903030101060003" pitchFamily="34" charset="0"/>
            </a:endParaRPr>
          </a:p>
        </p:txBody>
      </p:sp>
      <p:grpSp>
        <p:nvGrpSpPr>
          <p:cNvPr id="65" name="Group 64">
            <a:extLst>
              <a:ext uri="{FF2B5EF4-FFF2-40B4-BE49-F238E27FC236}">
                <a16:creationId xmlns:a16="http://schemas.microsoft.com/office/drawing/2014/main" id="{2C7DD8AD-AEF8-4235-A84A-ABC99C225622}"/>
              </a:ext>
            </a:extLst>
          </p:cNvPr>
          <p:cNvGrpSpPr/>
          <p:nvPr/>
        </p:nvGrpSpPr>
        <p:grpSpPr>
          <a:xfrm>
            <a:off x="2779776" y="1342692"/>
            <a:ext cx="6364224" cy="3748855"/>
            <a:chOff x="230185" y="1885861"/>
            <a:chExt cx="8686803" cy="2743289"/>
          </a:xfrm>
        </p:grpSpPr>
        <p:sp>
          <p:nvSpPr>
            <p:cNvPr id="66" name="Rectangle 256">
              <a:extLst>
                <a:ext uri="{FF2B5EF4-FFF2-40B4-BE49-F238E27FC236}">
                  <a16:creationId xmlns:a16="http://schemas.microsoft.com/office/drawing/2014/main" id="{3B24C640-E013-456A-881B-2027C53FC852}"/>
                </a:ext>
              </a:extLst>
            </p:cNvPr>
            <p:cNvSpPr>
              <a:spLocks noChangeArrowheads="1"/>
            </p:cNvSpPr>
            <p:nvPr/>
          </p:nvSpPr>
          <p:spPr bwMode="auto">
            <a:xfrm flipH="1">
              <a:off x="673397" y="3366086"/>
              <a:ext cx="8229600" cy="1253162"/>
            </a:xfrm>
            <a:prstGeom prst="rect">
              <a:avLst/>
            </a:prstGeom>
            <a:solidFill>
              <a:srgbClr val="00B0F0"/>
            </a:solidFill>
            <a:ln w="12700">
              <a:noFill/>
              <a:miter lim="800000"/>
              <a:headEnd/>
              <a:tailEnd/>
            </a:ln>
          </p:spPr>
          <p:txBody>
            <a:bodyPr wrap="none" anchor="ctr">
              <a:noAutofit/>
            </a:bodyPr>
            <a:lstStyle/>
            <a:p>
              <a:endParaRPr lang="en-US" sz="1125" b="1" dirty="0">
                <a:solidFill>
                  <a:srgbClr val="4D4D4D"/>
                </a:solidFill>
              </a:endParaRPr>
            </a:p>
          </p:txBody>
        </p:sp>
        <p:sp>
          <p:nvSpPr>
            <p:cNvPr id="67" name="Pentagon 10">
              <a:extLst>
                <a:ext uri="{FF2B5EF4-FFF2-40B4-BE49-F238E27FC236}">
                  <a16:creationId xmlns:a16="http://schemas.microsoft.com/office/drawing/2014/main" id="{2847BC25-7953-4843-9436-EFC4F7376898}"/>
                </a:ext>
              </a:extLst>
            </p:cNvPr>
            <p:cNvSpPr/>
            <p:nvPr/>
          </p:nvSpPr>
          <p:spPr>
            <a:xfrm>
              <a:off x="673395" y="1885861"/>
              <a:ext cx="2050537" cy="214497"/>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rgbClr val="FFFFFF"/>
                </a:solidFill>
              </a:endParaRPr>
            </a:p>
          </p:txBody>
        </p:sp>
        <p:sp>
          <p:nvSpPr>
            <p:cNvPr id="68" name="Text Placeholder 12">
              <a:extLst>
                <a:ext uri="{FF2B5EF4-FFF2-40B4-BE49-F238E27FC236}">
                  <a16:creationId xmlns:a16="http://schemas.microsoft.com/office/drawing/2014/main" id="{5A260B9F-F9C7-42F0-9D8C-21AE6CAA8658}"/>
                </a:ext>
              </a:extLst>
            </p:cNvPr>
            <p:cNvSpPr txBox="1">
              <a:spLocks/>
            </p:cNvSpPr>
            <p:nvPr/>
          </p:nvSpPr>
          <p:spPr>
            <a:xfrm>
              <a:off x="709224" y="1885861"/>
              <a:ext cx="1900407"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50" dirty="0"/>
                <a:t>Release plan / product backlog</a:t>
              </a:r>
            </a:p>
          </p:txBody>
        </p:sp>
        <p:sp>
          <p:nvSpPr>
            <p:cNvPr id="69" name="Chevron 12">
              <a:extLst>
                <a:ext uri="{FF2B5EF4-FFF2-40B4-BE49-F238E27FC236}">
                  <a16:creationId xmlns:a16="http://schemas.microsoft.com/office/drawing/2014/main" id="{37ABA2E3-A7C3-4D65-9177-296BA25D8F2C}"/>
                </a:ext>
              </a:extLst>
            </p:cNvPr>
            <p:cNvSpPr/>
            <p:nvPr/>
          </p:nvSpPr>
          <p:spPr>
            <a:xfrm>
              <a:off x="2685324" y="1885861"/>
              <a:ext cx="2112125" cy="228600"/>
            </a:xfrm>
            <a:prstGeom prst="chevron">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0" name="Text Placeholder 12">
              <a:extLst>
                <a:ext uri="{FF2B5EF4-FFF2-40B4-BE49-F238E27FC236}">
                  <a16:creationId xmlns:a16="http://schemas.microsoft.com/office/drawing/2014/main" id="{02BCA679-0832-4A20-B636-60599DBB3C65}"/>
                </a:ext>
              </a:extLst>
            </p:cNvPr>
            <p:cNvSpPr txBox="1">
              <a:spLocks/>
            </p:cNvSpPr>
            <p:nvPr/>
          </p:nvSpPr>
          <p:spPr>
            <a:xfrm>
              <a:off x="2718041" y="1885861"/>
              <a:ext cx="1965108"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dirty="0"/>
                <a:t>Sprint backlog</a:t>
              </a:r>
            </a:p>
          </p:txBody>
        </p:sp>
        <p:sp>
          <p:nvSpPr>
            <p:cNvPr id="71" name="Chevron 14">
              <a:extLst>
                <a:ext uri="{FF2B5EF4-FFF2-40B4-BE49-F238E27FC236}">
                  <a16:creationId xmlns:a16="http://schemas.microsoft.com/office/drawing/2014/main" id="{C160150C-D6AA-42C5-8A23-121491D6B65A}"/>
                </a:ext>
              </a:extLst>
            </p:cNvPr>
            <p:cNvSpPr/>
            <p:nvPr/>
          </p:nvSpPr>
          <p:spPr>
            <a:xfrm>
              <a:off x="4758842" y="1885861"/>
              <a:ext cx="2125841" cy="228600"/>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2" name="Text Placeholder 12">
              <a:extLst>
                <a:ext uri="{FF2B5EF4-FFF2-40B4-BE49-F238E27FC236}">
                  <a16:creationId xmlns:a16="http://schemas.microsoft.com/office/drawing/2014/main" id="{40F39DEB-0C0D-4BBA-9958-2B0BF97FFA55}"/>
                </a:ext>
              </a:extLst>
            </p:cNvPr>
            <p:cNvSpPr txBox="1">
              <a:spLocks/>
            </p:cNvSpPr>
            <p:nvPr/>
          </p:nvSpPr>
          <p:spPr>
            <a:xfrm>
              <a:off x="5269930" y="1885861"/>
              <a:ext cx="1500453"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goal</a:t>
              </a:r>
            </a:p>
          </p:txBody>
        </p:sp>
        <p:grpSp>
          <p:nvGrpSpPr>
            <p:cNvPr id="73" name="Group 72">
              <a:extLst>
                <a:ext uri="{FF2B5EF4-FFF2-40B4-BE49-F238E27FC236}">
                  <a16:creationId xmlns:a16="http://schemas.microsoft.com/office/drawing/2014/main" id="{C9A64970-01BA-49BC-ABB9-4B4D850E2B45}"/>
                </a:ext>
              </a:extLst>
            </p:cNvPr>
            <p:cNvGrpSpPr/>
            <p:nvPr/>
          </p:nvGrpSpPr>
          <p:grpSpPr>
            <a:xfrm>
              <a:off x="6884683" y="1885861"/>
              <a:ext cx="2032305" cy="228600"/>
              <a:chOff x="6774246" y="1885861"/>
              <a:chExt cx="2142743" cy="228600"/>
            </a:xfrm>
            <a:solidFill>
              <a:srgbClr val="919D9D"/>
            </a:solidFill>
          </p:grpSpPr>
          <p:sp>
            <p:nvSpPr>
              <p:cNvPr id="85" name="Chevron 28">
                <a:extLst>
                  <a:ext uri="{FF2B5EF4-FFF2-40B4-BE49-F238E27FC236}">
                    <a16:creationId xmlns:a16="http://schemas.microsoft.com/office/drawing/2014/main" id="{06DB56EB-9A54-4542-ADD7-CD184297F045}"/>
                  </a:ext>
                </a:extLst>
              </p:cNvPr>
              <p:cNvSpPr/>
              <p:nvPr/>
            </p:nvSpPr>
            <p:spPr>
              <a:xfrm>
                <a:off x="6774246" y="1885861"/>
                <a:ext cx="2142743" cy="228600"/>
              </a:xfrm>
              <a:prstGeom prst="chevr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algn="ctr" defTabSz="342892"/>
                <a:endParaRPr lang="en-US" sz="1350" dirty="0">
                  <a:solidFill>
                    <a:srgbClr val="000000"/>
                  </a:solidFill>
                </a:endParaRPr>
              </a:p>
            </p:txBody>
          </p:sp>
          <p:sp>
            <p:nvSpPr>
              <p:cNvPr id="86" name="Text Placeholder 12">
                <a:extLst>
                  <a:ext uri="{FF2B5EF4-FFF2-40B4-BE49-F238E27FC236}">
                    <a16:creationId xmlns:a16="http://schemas.microsoft.com/office/drawing/2014/main" id="{1A527340-F2F9-433F-B2B1-D5F8AE5EEEB8}"/>
                  </a:ext>
                </a:extLst>
              </p:cNvPr>
              <p:cNvSpPr txBox="1">
                <a:spLocks/>
              </p:cNvSpPr>
              <p:nvPr/>
            </p:nvSpPr>
            <p:spPr>
              <a:xfrm>
                <a:off x="8526640" y="1885861"/>
                <a:ext cx="390348" cy="228600"/>
              </a:xfrm>
              <a:prstGeom prst="rect">
                <a:avLst/>
              </a:prstGeom>
              <a:solidFill>
                <a:srgbClr val="4472C4"/>
              </a:solidFill>
            </p:spPr>
            <p:txBody>
              <a:bodyPr tIns="68580" bIns="6858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750" dirty="0">
                  <a:solidFill>
                    <a:schemeClr val="bg1"/>
                  </a:solidFill>
                </a:endParaRPr>
              </a:p>
            </p:txBody>
          </p:sp>
        </p:grpSp>
        <p:sp>
          <p:nvSpPr>
            <p:cNvPr id="74" name="Text Placeholder 12">
              <a:extLst>
                <a:ext uri="{FF2B5EF4-FFF2-40B4-BE49-F238E27FC236}">
                  <a16:creationId xmlns:a16="http://schemas.microsoft.com/office/drawing/2014/main" id="{1B7FC394-33D0-484D-B153-EFB1ADA7E3B9}"/>
                </a:ext>
              </a:extLst>
            </p:cNvPr>
            <p:cNvSpPr txBox="1">
              <a:spLocks/>
            </p:cNvSpPr>
            <p:nvPr/>
          </p:nvSpPr>
          <p:spPr>
            <a:xfrm>
              <a:off x="7257207" y="1885861"/>
              <a:ext cx="1545481"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closure</a:t>
              </a:r>
            </a:p>
          </p:txBody>
        </p:sp>
        <p:sp>
          <p:nvSpPr>
            <p:cNvPr id="75" name="Text Placeholder 14">
              <a:extLst>
                <a:ext uri="{FF2B5EF4-FFF2-40B4-BE49-F238E27FC236}">
                  <a16:creationId xmlns:a16="http://schemas.microsoft.com/office/drawing/2014/main" id="{8B2C581F-0E58-4B18-BCCF-6BB072555007}"/>
                </a:ext>
              </a:extLst>
            </p:cNvPr>
            <p:cNvSpPr txBox="1">
              <a:spLocks/>
            </p:cNvSpPr>
            <p:nvPr/>
          </p:nvSpPr>
          <p:spPr>
            <a:xfrm>
              <a:off x="673394"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Vision, ROI and project cadence</a:t>
              </a:r>
            </a:p>
            <a:p>
              <a:pPr marL="171450" indent="-171450" defTabSz="514350">
                <a:spcBef>
                  <a:spcPts val="0"/>
                </a:spcBef>
                <a:buClr>
                  <a:srgbClr val="DA291C"/>
                </a:buClr>
                <a:buSzPct val="80000"/>
              </a:pPr>
              <a:r>
                <a:rPr lang="en-US" sz="750" dirty="0">
                  <a:latin typeface="+mn-lt"/>
                  <a:cs typeface="Calibri" pitchFamily="34" charset="0"/>
                </a:rPr>
                <a:t>Creation of themes, epics </a:t>
              </a:r>
              <a:br>
                <a:rPr lang="en-US" sz="750" dirty="0">
                  <a:latin typeface="+mn-lt"/>
                  <a:cs typeface="Calibri" pitchFamily="34" charset="0"/>
                </a:rPr>
              </a:br>
              <a:r>
                <a:rPr lang="en-US" sz="750" dirty="0">
                  <a:latin typeface="+mn-lt"/>
                  <a:cs typeface="Calibri" pitchFamily="34" charset="0"/>
                </a:rPr>
                <a:t>and user stories</a:t>
              </a:r>
            </a:p>
            <a:p>
              <a:pPr marL="171450" indent="-171450" defTabSz="514350">
                <a:spcBef>
                  <a:spcPts val="0"/>
                </a:spcBef>
                <a:buClr>
                  <a:srgbClr val="DA291C"/>
                </a:buClr>
                <a:buSzPct val="80000"/>
              </a:pPr>
              <a:r>
                <a:rPr lang="en-US" sz="750" dirty="0">
                  <a:latin typeface="+mn-lt"/>
                  <a:cs typeface="Calibri" pitchFamily="34" charset="0"/>
                </a:rPr>
                <a:t>Prioritization of backlog items and grooming</a:t>
              </a:r>
            </a:p>
          </p:txBody>
        </p:sp>
        <p:sp>
          <p:nvSpPr>
            <p:cNvPr id="76" name="Text Placeholder 16">
              <a:extLst>
                <a:ext uri="{FF2B5EF4-FFF2-40B4-BE49-F238E27FC236}">
                  <a16:creationId xmlns:a16="http://schemas.microsoft.com/office/drawing/2014/main" id="{1A0AFC46-0CE1-4091-BAA7-A44E8130828E}"/>
                </a:ext>
              </a:extLst>
            </p:cNvPr>
            <p:cNvSpPr txBox="1">
              <a:spLocks/>
            </p:cNvSpPr>
            <p:nvPr/>
          </p:nvSpPr>
          <p:spPr>
            <a:xfrm>
              <a:off x="693469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Deployment activities</a:t>
              </a:r>
            </a:p>
            <a:p>
              <a:pPr marL="171450" indent="-171450" defTabSz="514350">
                <a:spcBef>
                  <a:spcPts val="0"/>
                </a:spcBef>
                <a:buClr>
                  <a:srgbClr val="DA291C"/>
                </a:buClr>
                <a:buSzPct val="80000"/>
              </a:pPr>
              <a:r>
                <a:rPr lang="en-US" sz="750" dirty="0">
                  <a:latin typeface="+mn-lt"/>
                  <a:cs typeface="Calibri" pitchFamily="34" charset="0"/>
                </a:rPr>
                <a:t>Showcase / demonstration</a:t>
              </a:r>
            </a:p>
            <a:p>
              <a:pPr marL="171450" indent="-171450" defTabSz="514350">
                <a:spcBef>
                  <a:spcPts val="0"/>
                </a:spcBef>
                <a:buClr>
                  <a:srgbClr val="DA291C"/>
                </a:buClr>
                <a:buSzPct val="80000"/>
              </a:pPr>
              <a:r>
                <a:rPr lang="en-US" sz="750" dirty="0">
                  <a:latin typeface="+mn-lt"/>
                  <a:cs typeface="Calibri" pitchFamily="34" charset="0"/>
                </a:rPr>
                <a:t>UAT</a:t>
              </a:r>
            </a:p>
            <a:p>
              <a:pPr marL="171450" indent="-171450" defTabSz="514350">
                <a:spcBef>
                  <a:spcPts val="0"/>
                </a:spcBef>
                <a:buClr>
                  <a:srgbClr val="DA291C"/>
                </a:buClr>
                <a:buSzPct val="80000"/>
              </a:pPr>
              <a:r>
                <a:rPr lang="en-US" sz="750" dirty="0">
                  <a:latin typeface="+mn-lt"/>
                  <a:cs typeface="Calibri" pitchFamily="34" charset="0"/>
                </a:rPr>
                <a:t>Backlog grooming</a:t>
              </a:r>
            </a:p>
            <a:p>
              <a:pPr marL="171450" indent="-171450" defTabSz="514350">
                <a:spcBef>
                  <a:spcPts val="0"/>
                </a:spcBef>
                <a:buClr>
                  <a:srgbClr val="DA291C"/>
                </a:buClr>
                <a:buSzPct val="80000"/>
              </a:pPr>
              <a:r>
                <a:rPr lang="en-US" sz="750" dirty="0">
                  <a:latin typeface="+mn-lt"/>
                  <a:cs typeface="Calibri" pitchFamily="34" charset="0"/>
                </a:rPr>
                <a:t>Retrospective</a:t>
              </a:r>
            </a:p>
            <a:p>
              <a:pPr marL="171450" indent="-171450" defTabSz="514350">
                <a:spcBef>
                  <a:spcPts val="0"/>
                </a:spcBef>
                <a:buClr>
                  <a:srgbClr val="DA291C"/>
                </a:buClr>
                <a:buSzPct val="80000"/>
              </a:pPr>
              <a:r>
                <a:rPr lang="en-US" sz="750" dirty="0">
                  <a:latin typeface="+mn-lt"/>
                  <a:cs typeface="Calibri" pitchFamily="34" charset="0"/>
                </a:rPr>
                <a:t>Release burn-down</a:t>
              </a:r>
            </a:p>
          </p:txBody>
        </p:sp>
        <p:sp>
          <p:nvSpPr>
            <p:cNvPr id="77" name="Text Placeholder 14">
              <a:extLst>
                <a:ext uri="{FF2B5EF4-FFF2-40B4-BE49-F238E27FC236}">
                  <a16:creationId xmlns:a16="http://schemas.microsoft.com/office/drawing/2014/main" id="{4604C8C2-C6CA-4FC6-B41E-13C041521E90}"/>
                </a:ext>
              </a:extLst>
            </p:cNvPr>
            <p:cNvSpPr txBox="1">
              <a:spLocks/>
            </p:cNvSpPr>
            <p:nvPr/>
          </p:nvSpPr>
          <p:spPr>
            <a:xfrm>
              <a:off x="2761721"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cs typeface="Calibri" pitchFamily="34" charset="0"/>
                </a:rPr>
                <a:t>Develop definition of “Done” </a:t>
              </a:r>
            </a:p>
            <a:p>
              <a:pPr marL="171450" indent="-171450" defTabSz="514350">
                <a:spcBef>
                  <a:spcPts val="0"/>
                </a:spcBef>
                <a:buClr>
                  <a:srgbClr val="DA291C"/>
                </a:buClr>
                <a:buSzPct val="80000"/>
              </a:pPr>
              <a:r>
                <a:rPr lang="en-US" sz="750" dirty="0">
                  <a:latin typeface="+mn-lt"/>
                  <a:cs typeface="Calibri" pitchFamily="34" charset="0"/>
                </a:rPr>
                <a:t>Sprint backlog refinement</a:t>
              </a:r>
            </a:p>
            <a:p>
              <a:pPr marL="171450" indent="-171450" defTabSz="514350">
                <a:spcBef>
                  <a:spcPts val="0"/>
                </a:spcBef>
                <a:buClr>
                  <a:srgbClr val="DA291C"/>
                </a:buClr>
                <a:buSzPct val="80000"/>
              </a:pPr>
              <a:r>
                <a:rPr lang="en-US" sz="750" dirty="0">
                  <a:latin typeface="+mn-lt"/>
                  <a:cs typeface="Calibri" pitchFamily="34" charset="0"/>
                </a:rPr>
                <a:t>Develop acceptance criteria</a:t>
              </a:r>
            </a:p>
            <a:p>
              <a:pPr marL="171450" indent="-171450" defTabSz="514350">
                <a:spcBef>
                  <a:spcPts val="0"/>
                </a:spcBef>
                <a:buClr>
                  <a:srgbClr val="DA291C"/>
                </a:buClr>
                <a:buSzPct val="80000"/>
              </a:pPr>
              <a:r>
                <a:rPr lang="en-US" sz="750" dirty="0">
                  <a:cs typeface="Calibri" pitchFamily="34" charset="0"/>
                </a:rPr>
                <a:t>Assign story points</a:t>
              </a:r>
              <a:endParaRPr lang="en-US" sz="750" dirty="0">
                <a:latin typeface="+mn-lt"/>
                <a:cs typeface="Calibri" pitchFamily="34" charset="0"/>
              </a:endParaRPr>
            </a:p>
            <a:p>
              <a:pPr marL="171450" indent="-171450" defTabSz="514350">
                <a:spcBef>
                  <a:spcPts val="0"/>
                </a:spcBef>
                <a:buClr>
                  <a:srgbClr val="DA291C"/>
                </a:buClr>
                <a:buSzPct val="80000"/>
              </a:pPr>
              <a:r>
                <a:rPr lang="en-US" sz="750" dirty="0">
                  <a:latin typeface="+mn-lt"/>
                  <a:cs typeface="Calibri" pitchFamily="34" charset="0"/>
                </a:rPr>
                <a:t>Develop testing approach</a:t>
              </a:r>
            </a:p>
            <a:p>
              <a:pPr marL="171450" indent="-171450" defTabSz="514350">
                <a:spcBef>
                  <a:spcPts val="0"/>
                </a:spcBef>
                <a:buClr>
                  <a:srgbClr val="DA291C"/>
                </a:buClr>
                <a:buSzPct val="80000"/>
              </a:pPr>
              <a:r>
                <a:rPr lang="en-US" sz="750" dirty="0">
                  <a:latin typeface="+mn-lt"/>
                  <a:cs typeface="Calibri" pitchFamily="34" charset="0"/>
                </a:rPr>
                <a:t>Create, develop and assign tasks</a:t>
              </a:r>
            </a:p>
          </p:txBody>
        </p:sp>
        <p:sp>
          <p:nvSpPr>
            <p:cNvPr id="78" name="Text Placeholder 16">
              <a:extLst>
                <a:ext uri="{FF2B5EF4-FFF2-40B4-BE49-F238E27FC236}">
                  <a16:creationId xmlns:a16="http://schemas.microsoft.com/office/drawing/2014/main" id="{E9ED737A-2969-4149-B538-B437D9CBB916}"/>
                </a:ext>
              </a:extLst>
            </p:cNvPr>
            <p:cNvSpPr txBox="1">
              <a:spLocks/>
            </p:cNvSpPr>
            <p:nvPr/>
          </p:nvSpPr>
          <p:spPr>
            <a:xfrm>
              <a:off x="485004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Daily Scrum meetings</a:t>
              </a:r>
            </a:p>
            <a:p>
              <a:pPr marL="171450" indent="-171450" defTabSz="514350">
                <a:spcBef>
                  <a:spcPts val="0"/>
                </a:spcBef>
                <a:buClr>
                  <a:srgbClr val="DA291C"/>
                </a:buClr>
                <a:buSzPct val="80000"/>
              </a:pPr>
              <a:r>
                <a:rPr lang="en-US" sz="750" dirty="0">
                  <a:latin typeface="+mn-lt"/>
                  <a:cs typeface="Calibri" pitchFamily="34" charset="0"/>
                </a:rPr>
                <a:t>Development</a:t>
              </a:r>
            </a:p>
            <a:p>
              <a:pPr marL="171450" indent="-171450" defTabSz="514350">
                <a:spcBef>
                  <a:spcPts val="0"/>
                </a:spcBef>
                <a:buClr>
                  <a:srgbClr val="DA291C"/>
                </a:buClr>
                <a:buSzPct val="80000"/>
              </a:pPr>
              <a:r>
                <a:rPr lang="en-US" sz="750" dirty="0">
                  <a:latin typeface="+mn-lt"/>
                  <a:cs typeface="Calibri" pitchFamily="34" charset="0"/>
                </a:rPr>
                <a:t>Weekly builds and reviews</a:t>
              </a:r>
            </a:p>
            <a:p>
              <a:pPr marL="171450" indent="-171450" defTabSz="514350">
                <a:spcBef>
                  <a:spcPts val="0"/>
                </a:spcBef>
                <a:buClr>
                  <a:srgbClr val="DA291C"/>
                </a:buClr>
                <a:buSzPct val="80000"/>
              </a:pPr>
              <a:r>
                <a:rPr lang="en-US" sz="750" dirty="0">
                  <a:latin typeface="+mn-lt"/>
                  <a:cs typeface="Calibri" pitchFamily="34" charset="0"/>
                </a:rPr>
                <a:t>Continuous integration </a:t>
              </a:r>
              <a:br>
                <a:rPr lang="en-US" sz="750" dirty="0">
                  <a:latin typeface="+mn-lt"/>
                  <a:cs typeface="Calibri" pitchFamily="34" charset="0"/>
                </a:rPr>
              </a:br>
              <a:r>
                <a:rPr lang="en-US" sz="750" dirty="0">
                  <a:latin typeface="+mn-lt"/>
                  <a:cs typeface="Calibri" pitchFamily="34" charset="0"/>
                </a:rPr>
                <a:t>and testing</a:t>
              </a:r>
            </a:p>
            <a:p>
              <a:pPr marL="171450" indent="-171450" defTabSz="514350">
                <a:spcBef>
                  <a:spcPts val="0"/>
                </a:spcBef>
                <a:buClr>
                  <a:srgbClr val="DA291C"/>
                </a:buClr>
                <a:buSzPct val="80000"/>
              </a:pPr>
              <a:r>
                <a:rPr lang="en-US" sz="750" dirty="0">
                  <a:latin typeface="+mn-lt"/>
                  <a:cs typeface="Calibri" pitchFamily="34" charset="0"/>
                </a:rPr>
                <a:t>Impediment removal</a:t>
              </a:r>
            </a:p>
            <a:p>
              <a:pPr marL="171450" indent="-171450" defTabSz="514350">
                <a:spcBef>
                  <a:spcPts val="0"/>
                </a:spcBef>
                <a:buClr>
                  <a:srgbClr val="DA291C"/>
                </a:buClr>
                <a:buSzPct val="80000"/>
              </a:pPr>
              <a:r>
                <a:rPr lang="en-US" sz="750" dirty="0">
                  <a:latin typeface="+mn-lt"/>
                  <a:cs typeface="Calibri" pitchFamily="34" charset="0"/>
                </a:rPr>
                <a:t>Update documentation</a:t>
              </a:r>
            </a:p>
          </p:txBody>
        </p:sp>
        <p:sp>
          <p:nvSpPr>
            <p:cNvPr id="79" name="Text Placeholder 14">
              <a:extLst>
                <a:ext uri="{FF2B5EF4-FFF2-40B4-BE49-F238E27FC236}">
                  <a16:creationId xmlns:a16="http://schemas.microsoft.com/office/drawing/2014/main" id="{D7FB132A-2C13-4B8A-9B84-290FE3A56DDF}"/>
                </a:ext>
              </a:extLst>
            </p:cNvPr>
            <p:cNvSpPr txBox="1">
              <a:spLocks/>
            </p:cNvSpPr>
            <p:nvPr/>
          </p:nvSpPr>
          <p:spPr>
            <a:xfrm>
              <a:off x="673394"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cs typeface="Calibri" pitchFamily="34" charset="0"/>
                </a:rPr>
                <a:t>Release plan</a:t>
              </a:r>
            </a:p>
            <a:p>
              <a:pPr marL="171450" indent="-171450" defTabSz="514350">
                <a:spcBef>
                  <a:spcPts val="0"/>
                </a:spcBef>
                <a:buSzPct val="80000"/>
              </a:pPr>
              <a:r>
                <a:rPr lang="en-US" sz="750" dirty="0">
                  <a:solidFill>
                    <a:schemeClr val="bg1"/>
                  </a:solidFill>
                  <a:latin typeface="+mn-lt"/>
                  <a:cs typeface="Calibri" pitchFamily="34" charset="0"/>
                </a:rPr>
                <a:t>Product backlog</a:t>
              </a:r>
            </a:p>
            <a:p>
              <a:pPr marL="171450" indent="-171450" defTabSz="514350">
                <a:spcBef>
                  <a:spcPts val="0"/>
                </a:spcBef>
                <a:buSzPct val="80000"/>
              </a:pPr>
              <a:r>
                <a:rPr lang="en-US" sz="750" dirty="0">
                  <a:solidFill>
                    <a:schemeClr val="bg1"/>
                  </a:solidFill>
                  <a:cs typeface="Calibri" pitchFamily="34" charset="0"/>
                </a:rPr>
                <a:t>Release burn up</a:t>
              </a:r>
            </a:p>
            <a:p>
              <a:pPr marL="171450" indent="-171450" defTabSz="514350">
                <a:spcBef>
                  <a:spcPts val="0"/>
                </a:spcBef>
                <a:buSzPct val="80000"/>
              </a:pPr>
              <a:endParaRPr lang="en-US" sz="750" dirty="0">
                <a:solidFill>
                  <a:schemeClr val="bg1"/>
                </a:solidFill>
                <a:latin typeface="+mn-lt"/>
                <a:cs typeface="Calibri" pitchFamily="34" charset="0"/>
              </a:endParaRPr>
            </a:p>
          </p:txBody>
        </p:sp>
        <p:sp>
          <p:nvSpPr>
            <p:cNvPr id="80" name="Text Placeholder 16">
              <a:extLst>
                <a:ext uri="{FF2B5EF4-FFF2-40B4-BE49-F238E27FC236}">
                  <a16:creationId xmlns:a16="http://schemas.microsoft.com/office/drawing/2014/main" id="{716EA32A-4F18-4B10-9EDC-C7021BCD8971}"/>
                </a:ext>
              </a:extLst>
            </p:cNvPr>
            <p:cNvSpPr txBox="1">
              <a:spLocks/>
            </p:cNvSpPr>
            <p:nvPr/>
          </p:nvSpPr>
          <p:spPr>
            <a:xfrm>
              <a:off x="693469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Working Software</a:t>
              </a:r>
            </a:p>
            <a:p>
              <a:pPr marL="171450" indent="-171450" defTabSz="514350">
                <a:spcBef>
                  <a:spcPts val="0"/>
                </a:spcBef>
                <a:buSzPct val="80000"/>
              </a:pPr>
              <a:r>
                <a:rPr lang="en-US" sz="750" dirty="0">
                  <a:solidFill>
                    <a:schemeClr val="bg1"/>
                  </a:solidFill>
                  <a:latin typeface="+mn-lt"/>
                  <a:cs typeface="Calibri" pitchFamily="34" charset="0"/>
                </a:rPr>
                <a:t>Retrospective backlog / action list</a:t>
              </a:r>
            </a:p>
            <a:p>
              <a:pPr marL="171450" indent="-171450" defTabSz="514350">
                <a:spcBef>
                  <a:spcPts val="0"/>
                </a:spcBef>
                <a:buSzPct val="80000"/>
              </a:pPr>
              <a:r>
                <a:rPr lang="en-US" sz="750" dirty="0">
                  <a:solidFill>
                    <a:schemeClr val="bg1"/>
                  </a:solidFill>
                  <a:latin typeface="+mn-lt"/>
                  <a:cs typeface="Calibri" pitchFamily="34" charset="0"/>
                </a:rPr>
                <a:t>Continuous improvement plan</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Release burn-down</a:t>
              </a:r>
            </a:p>
          </p:txBody>
        </p:sp>
        <p:sp>
          <p:nvSpPr>
            <p:cNvPr id="81" name="Text Placeholder 14">
              <a:extLst>
                <a:ext uri="{FF2B5EF4-FFF2-40B4-BE49-F238E27FC236}">
                  <a16:creationId xmlns:a16="http://schemas.microsoft.com/office/drawing/2014/main" id="{C75CE276-1877-40E0-9945-BABFE0E62AE4}"/>
                </a:ext>
              </a:extLst>
            </p:cNvPr>
            <p:cNvSpPr txBox="1">
              <a:spLocks/>
            </p:cNvSpPr>
            <p:nvPr/>
          </p:nvSpPr>
          <p:spPr>
            <a:xfrm>
              <a:off x="2761721"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Sprint backlog</a:t>
              </a:r>
            </a:p>
            <a:p>
              <a:pPr marL="171450" indent="-171450" defTabSz="514350">
                <a:spcBef>
                  <a:spcPts val="0"/>
                </a:spcBef>
                <a:buSzPct val="80000"/>
              </a:pPr>
              <a:r>
                <a:rPr lang="en-US" sz="750" dirty="0">
                  <a:solidFill>
                    <a:schemeClr val="bg1"/>
                  </a:solidFill>
                  <a:latin typeface="+mn-lt"/>
                  <a:cs typeface="Calibri" pitchFamily="34" charset="0"/>
                </a:rPr>
                <a:t>Definition of “Done”</a:t>
              </a:r>
            </a:p>
            <a:p>
              <a:pPr marL="171450" indent="-171450" defTabSz="514350">
                <a:spcBef>
                  <a:spcPts val="0"/>
                </a:spcBef>
                <a:buSzPct val="80000"/>
              </a:pPr>
              <a:r>
                <a:rPr lang="en-US" sz="750" dirty="0">
                  <a:solidFill>
                    <a:schemeClr val="bg1"/>
                  </a:solidFill>
                  <a:latin typeface="+mn-lt"/>
                  <a:cs typeface="Calibri" pitchFamily="34" charset="0"/>
                </a:rPr>
                <a:t>Test approach</a:t>
              </a:r>
            </a:p>
            <a:p>
              <a:pPr marL="171450" indent="-171450" defTabSz="514350">
                <a:spcBef>
                  <a:spcPts val="0"/>
                </a:spcBef>
                <a:buSzPct val="80000"/>
              </a:pPr>
              <a:r>
                <a:rPr lang="en-US" sz="750" dirty="0">
                  <a:solidFill>
                    <a:schemeClr val="bg1"/>
                  </a:solidFill>
                  <a:latin typeface="+mn-lt"/>
                  <a:cs typeface="Calibri" pitchFamily="34" charset="0"/>
                </a:rPr>
                <a:t>Acceptance criteria for each story</a:t>
              </a:r>
            </a:p>
            <a:p>
              <a:pPr marL="171450" indent="-171450" defTabSz="514350">
                <a:spcBef>
                  <a:spcPts val="0"/>
                </a:spcBef>
                <a:buSzPct val="80000"/>
              </a:pPr>
              <a:r>
                <a:rPr lang="en-US" sz="750" dirty="0">
                  <a:solidFill>
                    <a:schemeClr val="bg1"/>
                  </a:solidFill>
                  <a:latin typeface="+mn-lt"/>
                  <a:cs typeface="Calibri" pitchFamily="34" charset="0"/>
                </a:rPr>
                <a:t>Sprint Goal</a:t>
              </a:r>
            </a:p>
            <a:p>
              <a:pPr marL="171450" indent="-171450" defTabSz="514350">
                <a:spcBef>
                  <a:spcPts val="0"/>
                </a:spcBef>
                <a:buSzPct val="80000"/>
              </a:pPr>
              <a:r>
                <a:rPr lang="en-US" sz="750" dirty="0">
                  <a:solidFill>
                    <a:schemeClr val="bg1"/>
                  </a:solidFill>
                  <a:latin typeface="+mn-lt"/>
                  <a:cs typeface="Calibri" pitchFamily="34" charset="0"/>
                </a:rPr>
                <a:t>Documentation approach</a:t>
              </a:r>
            </a:p>
          </p:txBody>
        </p:sp>
        <p:sp>
          <p:nvSpPr>
            <p:cNvPr id="82" name="Text Placeholder 16">
              <a:extLst>
                <a:ext uri="{FF2B5EF4-FFF2-40B4-BE49-F238E27FC236}">
                  <a16:creationId xmlns:a16="http://schemas.microsoft.com/office/drawing/2014/main" id="{6441457E-027E-4BAE-979E-3B46F5A4E473}"/>
                </a:ext>
              </a:extLst>
            </p:cNvPr>
            <p:cNvSpPr txBox="1">
              <a:spLocks/>
            </p:cNvSpPr>
            <p:nvPr/>
          </p:nvSpPr>
          <p:spPr>
            <a:xfrm>
              <a:off x="485004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Impediment tracking list</a:t>
              </a:r>
            </a:p>
            <a:p>
              <a:pPr marL="171450" indent="-171450" defTabSz="514350">
                <a:spcBef>
                  <a:spcPts val="0"/>
                </a:spcBef>
                <a:buSzPct val="80000"/>
              </a:pPr>
              <a:r>
                <a:rPr lang="en-US" sz="750" dirty="0">
                  <a:solidFill>
                    <a:schemeClr val="bg1"/>
                  </a:solidFill>
                  <a:latin typeface="+mn-lt"/>
                  <a:cs typeface="Calibri" pitchFamily="34" charset="0"/>
                </a:rPr>
                <a:t>Sprint backlog prioritization</a:t>
              </a:r>
            </a:p>
            <a:p>
              <a:pPr marL="171450" indent="-171450" defTabSz="514350">
                <a:spcBef>
                  <a:spcPts val="0"/>
                </a:spcBef>
                <a:buSzPct val="80000"/>
              </a:pPr>
              <a:r>
                <a:rPr lang="en-US" sz="750" dirty="0">
                  <a:solidFill>
                    <a:schemeClr val="bg1"/>
                  </a:solidFill>
                  <a:latin typeface="+mn-lt"/>
                  <a:cs typeface="Calibri" pitchFamily="34" charset="0"/>
                </a:rPr>
                <a:t>Sprint burn-down chart</a:t>
              </a:r>
            </a:p>
            <a:p>
              <a:pPr marL="171450" indent="-171450" defTabSz="514350">
                <a:spcBef>
                  <a:spcPts val="0"/>
                </a:spcBef>
                <a:buSzPct val="80000"/>
              </a:pPr>
              <a:r>
                <a:rPr lang="en-US" sz="750" dirty="0">
                  <a:solidFill>
                    <a:schemeClr val="bg1"/>
                  </a:solidFill>
                  <a:latin typeface="+mn-lt"/>
                  <a:cs typeface="Calibri" pitchFamily="34" charset="0"/>
                </a:rPr>
                <a:t>Kanban / Scrum board</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Development documentation</a:t>
              </a:r>
            </a:p>
          </p:txBody>
        </p:sp>
        <p:sp>
          <p:nvSpPr>
            <p:cNvPr id="83" name="Text Placeholder 22">
              <a:extLst>
                <a:ext uri="{FF2B5EF4-FFF2-40B4-BE49-F238E27FC236}">
                  <a16:creationId xmlns:a16="http://schemas.microsoft.com/office/drawing/2014/main" id="{8F334541-9DF5-4D17-8201-E0871F643197}"/>
                </a:ext>
              </a:extLst>
            </p:cNvPr>
            <p:cNvSpPr txBox="1">
              <a:spLocks/>
            </p:cNvSpPr>
            <p:nvPr/>
          </p:nvSpPr>
          <p:spPr>
            <a:xfrm rot="16200000">
              <a:off x="-203071" y="2533619"/>
              <a:ext cx="1265726"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Activities</a:t>
              </a:r>
            </a:p>
          </p:txBody>
        </p:sp>
        <p:sp>
          <p:nvSpPr>
            <p:cNvPr id="84" name="Text Placeholder 22">
              <a:extLst>
                <a:ext uri="{FF2B5EF4-FFF2-40B4-BE49-F238E27FC236}">
                  <a16:creationId xmlns:a16="http://schemas.microsoft.com/office/drawing/2014/main" id="{957BE11B-EB8F-4E80-AFC7-E470279CA9AC}"/>
                </a:ext>
              </a:extLst>
            </p:cNvPr>
            <p:cNvSpPr txBox="1">
              <a:spLocks/>
            </p:cNvSpPr>
            <p:nvPr/>
          </p:nvSpPr>
          <p:spPr>
            <a:xfrm rot="16200000">
              <a:off x="-196793" y="3793064"/>
              <a:ext cx="1253162"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Output</a:t>
              </a:r>
            </a:p>
          </p:txBody>
        </p:sp>
      </p:grpSp>
      <p:sp>
        <p:nvSpPr>
          <p:cNvPr id="29" name="TextBox 28">
            <a:extLst>
              <a:ext uri="{FF2B5EF4-FFF2-40B4-BE49-F238E27FC236}">
                <a16:creationId xmlns:a16="http://schemas.microsoft.com/office/drawing/2014/main" id="{600B3266-3E81-41FE-B06B-EB4ED87F2B3D}"/>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21022412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p:stCondLst>
                              <p:cond delay="9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 calcmode="lin" valueType="num">
                                      <p:cBhvr>
                                        <p:cTn id="19"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20" dur="250" fill="hold"/>
                                        <p:tgtEl>
                                          <p:spTgt spid="16"/>
                                        </p:tgtEl>
                                        <p:attrNameLst>
                                          <p:attrName>ppt_y</p:attrName>
                                        </p:attrNameLst>
                                      </p:cBhvr>
                                      <p:tavLst>
                                        <p:tav tm="0">
                                          <p:val>
                                            <p:strVal val="#ppt_y"/>
                                          </p:val>
                                        </p:tav>
                                        <p:tav tm="100000">
                                          <p:val>
                                            <p:strVal val="#ppt_y"/>
                                          </p:val>
                                        </p:tav>
                                      </p:tavLst>
                                    </p:anim>
                                    <p:anim calcmode="lin" valueType="num">
                                      <p:cBhvr>
                                        <p:cTn id="21"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22"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23"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High-level future state road map</a:t>
            </a:r>
          </a:p>
        </p:txBody>
      </p:sp>
      <p:sp>
        <p:nvSpPr>
          <p:cNvPr id="4" name="Slide Number Placeholder 3"/>
          <p:cNvSpPr>
            <a:spLocks noGrp="1"/>
          </p:cNvSpPr>
          <p:nvPr>
            <p:ph type="sldNum" sz="quarter" idx="4"/>
          </p:nvPr>
        </p:nvSpPr>
        <p:spPr/>
        <p:txBody>
          <a:bodyPr/>
          <a:lstStyle/>
          <a:p>
            <a:fld id="{4D82F6D6-BD64-564F-BDB4-3E98167DF08D}" type="slidenum">
              <a:rPr lang="en-US" smtClean="0"/>
              <a:pPr/>
              <a:t>3</a:t>
            </a:fld>
            <a:endParaRPr lang="en-US" dirty="0"/>
          </a:p>
        </p:txBody>
      </p:sp>
      <p:sp>
        <p:nvSpPr>
          <p:cNvPr id="9" name="Rectangle 8"/>
          <p:cNvSpPr/>
          <p:nvPr/>
        </p:nvSpPr>
        <p:spPr>
          <a:xfrm>
            <a:off x="2371408" y="1078806"/>
            <a:ext cx="2307272" cy="3726106"/>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4671060" y="1078805"/>
            <a:ext cx="2203768" cy="3726107"/>
          </a:xfrm>
          <a:prstGeom prst="rect">
            <a:avLst/>
          </a:prstGeom>
          <a:solidFill>
            <a:srgbClr val="F370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6865620" y="1076010"/>
            <a:ext cx="2110740" cy="372890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p:cNvSpPr/>
          <p:nvPr/>
        </p:nvSpPr>
        <p:spPr>
          <a:xfrm>
            <a:off x="7462853" y="1132045"/>
            <a:ext cx="908528" cy="711559"/>
          </a:xfrm>
          <a:prstGeom prst="ellipse">
            <a:avLst/>
          </a:prstGeom>
          <a:solidFill>
            <a:srgbClr val="E97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7" name="Rectangle 26"/>
          <p:cNvSpPr/>
          <p:nvPr/>
        </p:nvSpPr>
        <p:spPr>
          <a:xfrm>
            <a:off x="230187" y="1973226"/>
            <a:ext cx="2073065" cy="169285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lstStyle/>
          <a:p>
            <a:pPr>
              <a:lnSpc>
                <a:spcPts val="800"/>
              </a:lnSpc>
            </a:pPr>
            <a:r>
              <a:rPr lang="en-US" sz="800" b="1" u="sng" dirty="0"/>
              <a:t>Admin</a:t>
            </a:r>
          </a:p>
          <a:p>
            <a:pPr>
              <a:lnSpc>
                <a:spcPts val="800"/>
              </a:lnSpc>
            </a:pPr>
            <a:endParaRPr lang="en-US" sz="800" b="1" dirty="0"/>
          </a:p>
          <a:p>
            <a:pPr marL="111125" indent="-111125">
              <a:lnSpc>
                <a:spcPts val="800"/>
              </a:lnSpc>
              <a:buSzPct val="80000"/>
              <a:buFont typeface="Wingdings" panose="05000000000000000000" pitchFamily="2" charset="2"/>
              <a:buChar char="u"/>
            </a:pPr>
            <a:r>
              <a:rPr lang="en-US" sz="800" dirty="0"/>
              <a:t>EFC Platform Maintenance</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EFC Toyota MYCO Support</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EFC Performance Enhancements</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spcAft>
                <a:spcPts val="600"/>
              </a:spcAft>
              <a:buSzPct val="80000"/>
              <a:buFont typeface="Wingdings" panose="05000000000000000000" pitchFamily="2" charset="2"/>
              <a:buChar char="u"/>
            </a:pPr>
            <a:r>
              <a:rPr lang="en-US" sz="800" dirty="0"/>
              <a:t>EFC Cloud Migration</a:t>
            </a:r>
          </a:p>
          <a:p>
            <a:pPr marL="111125" indent="-111125">
              <a:lnSpc>
                <a:spcPts val="800"/>
              </a:lnSpc>
              <a:spcAft>
                <a:spcPts val="600"/>
              </a:spcAft>
              <a:buSzPct val="80000"/>
              <a:buFont typeface="Wingdings" panose="05000000000000000000" pitchFamily="2" charset="2"/>
              <a:buChar char="u"/>
            </a:pPr>
            <a:r>
              <a:rPr lang="en-US" sz="800" dirty="0" err="1"/>
              <a:t>eVehicle</a:t>
            </a:r>
            <a:r>
              <a:rPr lang="en-US" sz="800" dirty="0"/>
              <a:t> Discovery</a:t>
            </a:r>
            <a:endParaRPr lang="en-US" sz="800" b="1" u="sng" dirty="0"/>
          </a:p>
          <a:p>
            <a:pPr>
              <a:lnSpc>
                <a:spcPts val="800"/>
              </a:lnSpc>
            </a:pPr>
            <a:endParaRPr lang="en-US" sz="800" b="1" u="sng" dirty="0"/>
          </a:p>
          <a:p>
            <a:pPr>
              <a:lnSpc>
                <a:spcPts val="800"/>
              </a:lnSpc>
            </a:pPr>
            <a:r>
              <a:rPr lang="en-US" sz="800" b="1" u="sng" dirty="0"/>
              <a:t>Consumer API</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3D base images service for GST</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SET Discovery / Integration</a:t>
            </a:r>
          </a:p>
        </p:txBody>
      </p:sp>
      <p:sp>
        <p:nvSpPr>
          <p:cNvPr id="28" name="Rectangle 27"/>
          <p:cNvSpPr/>
          <p:nvPr/>
        </p:nvSpPr>
        <p:spPr>
          <a:xfrm>
            <a:off x="2371408" y="1964826"/>
            <a:ext cx="2307272" cy="2323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lstStyle/>
          <a:p>
            <a:pPr>
              <a:lnSpc>
                <a:spcPts val="800"/>
              </a:lnSpc>
              <a:buSzPct val="80000"/>
            </a:pPr>
            <a:r>
              <a:rPr lang="en-US" sz="800" b="1" u="sng" dirty="0"/>
              <a:t>Prototype</a:t>
            </a:r>
          </a:p>
          <a:p>
            <a:pPr>
              <a:lnSpc>
                <a:spcPts val="800"/>
              </a:lnSpc>
              <a:buSzPct val="80000"/>
            </a:pPr>
            <a:endParaRPr lang="en-US" sz="800" b="1" u="sng" dirty="0"/>
          </a:p>
          <a:p>
            <a:pPr marL="111125" indent="-111125">
              <a:lnSpc>
                <a:spcPts val="800"/>
              </a:lnSpc>
              <a:buSzPct val="80000"/>
              <a:buFont typeface="Wingdings" panose="05000000000000000000" pitchFamily="2" charset="2"/>
              <a:buChar char="u"/>
            </a:pPr>
            <a:r>
              <a:rPr lang="en-US" sz="800" dirty="0"/>
              <a:t> UI Prototype of few key Use Cases</a:t>
            </a:r>
          </a:p>
          <a:p>
            <a:pPr>
              <a:lnSpc>
                <a:spcPts val="800"/>
              </a:lnSpc>
              <a:buSzPct val="80000"/>
            </a:pPr>
            <a:endParaRPr lang="en-US" sz="800" b="1" dirty="0"/>
          </a:p>
          <a:p>
            <a:pPr marL="111125" indent="-111125">
              <a:lnSpc>
                <a:spcPts val="800"/>
              </a:lnSpc>
              <a:buSzPct val="80000"/>
              <a:buFont typeface="Wingdings" panose="05000000000000000000" pitchFamily="2" charset="2"/>
              <a:buChar char="u"/>
            </a:pPr>
            <a:r>
              <a:rPr lang="en-US" sz="800" dirty="0"/>
              <a:t>Workflow engine and key Use Cases POC</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Simulated integration API</a:t>
            </a:r>
          </a:p>
          <a:p>
            <a:pPr>
              <a:lnSpc>
                <a:spcPts val="800"/>
              </a:lnSpc>
              <a:buSzPct val="80000"/>
            </a:pPr>
            <a:endParaRPr lang="en-US" sz="800" dirty="0"/>
          </a:p>
          <a:p>
            <a:pPr marL="111125" indent="-111125">
              <a:lnSpc>
                <a:spcPts val="800"/>
              </a:lnSpc>
              <a:buSzPct val="80000"/>
              <a:buFont typeface="Wingdings" panose="05000000000000000000" pitchFamily="2" charset="2"/>
              <a:buChar char="u"/>
            </a:pPr>
            <a:r>
              <a:rPr lang="en-US" sz="800" dirty="0"/>
              <a:t>Dashboard &amp; Analytic</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effectLst/>
              </a:rPr>
              <a:t>User Portals</a:t>
            </a:r>
          </a:p>
        </p:txBody>
      </p:sp>
      <p:sp>
        <p:nvSpPr>
          <p:cNvPr id="29" name="Rectangle 28"/>
          <p:cNvSpPr/>
          <p:nvPr/>
        </p:nvSpPr>
        <p:spPr>
          <a:xfrm>
            <a:off x="4678680" y="1964826"/>
            <a:ext cx="2186940" cy="232390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lstStyle/>
          <a:p>
            <a:pPr>
              <a:lnSpc>
                <a:spcPts val="800"/>
              </a:lnSpc>
              <a:buSzPct val="80000"/>
            </a:pPr>
            <a:r>
              <a:rPr lang="en-US" sz="800" b="1" u="sng" dirty="0"/>
              <a:t>Release </a:t>
            </a:r>
            <a:r>
              <a:rPr lang="en-US" sz="800" b="1" u="sng"/>
              <a:t>1 Modules</a:t>
            </a:r>
            <a:endParaRPr lang="en-US" sz="800" b="1" u="sng" dirty="0"/>
          </a:p>
          <a:p>
            <a:pPr>
              <a:lnSpc>
                <a:spcPts val="800"/>
              </a:lnSpc>
              <a:buSzPct val="80000"/>
            </a:pPr>
            <a:endParaRPr lang="en-US" sz="800" b="1" u="sng" dirty="0"/>
          </a:p>
          <a:p>
            <a:pPr marL="111125" indent="-111125">
              <a:lnSpc>
                <a:spcPts val="800"/>
              </a:lnSpc>
              <a:buSzPct val="80000"/>
              <a:buFont typeface="Wingdings" panose="05000000000000000000" pitchFamily="2" charset="2"/>
              <a:buChar char="u"/>
            </a:pPr>
            <a:r>
              <a:rPr lang="en-US" sz="800" dirty="0"/>
              <a:t>Bidder / Admin Portal</a:t>
            </a:r>
          </a:p>
          <a:p>
            <a:pPr marL="111125" indent="-111125">
              <a:lnSpc>
                <a:spcPts val="800"/>
              </a:lnSpc>
              <a:buSzPct val="80000"/>
              <a:buFont typeface="Wingdings" panose="05000000000000000000" pitchFamily="2" charset="2"/>
              <a:buChar char="u"/>
            </a:pPr>
            <a:r>
              <a:rPr lang="en-US" sz="800" dirty="0"/>
              <a:t>Auctioning workflow Engine</a:t>
            </a:r>
          </a:p>
          <a:p>
            <a:pPr marL="111125" indent="-111125">
              <a:lnSpc>
                <a:spcPts val="800"/>
              </a:lnSpc>
              <a:buSzPct val="80000"/>
              <a:buFont typeface="Wingdings" panose="05000000000000000000" pitchFamily="2" charset="2"/>
              <a:buChar char="u"/>
            </a:pPr>
            <a:r>
              <a:rPr lang="en-US" sz="800" dirty="0"/>
              <a:t>Analytics</a:t>
            </a:r>
          </a:p>
          <a:p>
            <a:pPr marL="111125" indent="-111125">
              <a:lnSpc>
                <a:spcPts val="800"/>
              </a:lnSpc>
              <a:buSzPct val="80000"/>
              <a:buFont typeface="Wingdings" panose="05000000000000000000" pitchFamily="2" charset="2"/>
              <a:buChar char="u"/>
            </a:pPr>
            <a:r>
              <a:rPr lang="en-US" sz="800" dirty="0"/>
              <a:t>Integration</a:t>
            </a:r>
          </a:p>
          <a:p>
            <a:pPr marL="111125" indent="-111125">
              <a:lnSpc>
                <a:spcPts val="800"/>
              </a:lnSpc>
              <a:buSzPct val="80000"/>
              <a:buFont typeface="Wingdings" panose="05000000000000000000" pitchFamily="2" charset="2"/>
              <a:buChar char="u"/>
            </a:pPr>
            <a:r>
              <a:rPr lang="en-US" sz="800" dirty="0"/>
              <a:t>Service Desk</a:t>
            </a:r>
          </a:p>
          <a:p>
            <a:pPr marL="111125" indent="-111125">
              <a:lnSpc>
                <a:spcPts val="800"/>
              </a:lnSpc>
              <a:buSzPct val="80000"/>
              <a:buFont typeface="Wingdings" panose="05000000000000000000" pitchFamily="2" charset="2"/>
              <a:buChar char="u"/>
            </a:pPr>
            <a:r>
              <a:rPr lang="en-US" sz="800" dirty="0"/>
              <a:t>CRM</a:t>
            </a:r>
          </a:p>
          <a:p>
            <a:pPr marL="111125" indent="-111125">
              <a:lnSpc>
                <a:spcPts val="800"/>
              </a:lnSpc>
              <a:buSzPct val="80000"/>
              <a:buFont typeface="Wingdings" panose="05000000000000000000" pitchFamily="2" charset="2"/>
              <a:buChar char="u"/>
            </a:pPr>
            <a:r>
              <a:rPr lang="en-US" sz="800" dirty="0"/>
              <a:t>Data Management System</a:t>
            </a:r>
          </a:p>
          <a:p>
            <a:pPr marL="111125" indent="-111125">
              <a:lnSpc>
                <a:spcPts val="800"/>
              </a:lnSpc>
              <a:buSzPct val="80000"/>
              <a:buFont typeface="Wingdings" panose="05000000000000000000" pitchFamily="2" charset="2"/>
              <a:buChar char="u"/>
            </a:pPr>
            <a:r>
              <a:rPr lang="en-US" sz="800" dirty="0"/>
              <a:t>Knowledge Management System</a:t>
            </a:r>
          </a:p>
          <a:p>
            <a:pPr marL="111125" indent="-111125">
              <a:lnSpc>
                <a:spcPts val="800"/>
              </a:lnSpc>
              <a:buSzPct val="80000"/>
              <a:buFont typeface="Wingdings" panose="05000000000000000000" pitchFamily="2" charset="2"/>
              <a:buChar char="u"/>
            </a:pPr>
            <a:r>
              <a:rPr lang="en-US" sz="800" dirty="0" err="1"/>
              <a:t>Operaion</a:t>
            </a:r>
            <a:r>
              <a:rPr lang="en-US" sz="800" dirty="0"/>
              <a:t> Management System</a:t>
            </a:r>
          </a:p>
          <a:p>
            <a:pPr>
              <a:lnSpc>
                <a:spcPts val="800"/>
              </a:lnSpc>
              <a:spcAft>
                <a:spcPts val="600"/>
              </a:spcAft>
              <a:buSzPct val="80000"/>
            </a:pPr>
            <a:endParaRPr lang="en-US" sz="800" dirty="0"/>
          </a:p>
          <a:p>
            <a:pPr>
              <a:lnSpc>
                <a:spcPts val="800"/>
              </a:lnSpc>
              <a:buSzPct val="80000"/>
            </a:pPr>
            <a:r>
              <a:rPr lang="en-US" sz="800" b="1" u="sng" dirty="0"/>
              <a:t>Release1 </a:t>
            </a:r>
            <a:r>
              <a:rPr lang="en-US" sz="800" b="1" u="sng" dirty="0" err="1"/>
              <a:t>Atifacts</a:t>
            </a:r>
            <a:endParaRPr lang="en-US" sz="800" b="1" u="sng" dirty="0"/>
          </a:p>
          <a:p>
            <a:pPr>
              <a:lnSpc>
                <a:spcPts val="800"/>
              </a:lnSpc>
              <a:buSzPct val="80000"/>
            </a:pPr>
            <a:endParaRPr lang="en-US" sz="800" b="1" u="sng" dirty="0"/>
          </a:p>
          <a:p>
            <a:pPr marL="111125" indent="-111125">
              <a:lnSpc>
                <a:spcPts val="800"/>
              </a:lnSpc>
              <a:spcBef>
                <a:spcPts val="300"/>
              </a:spcBef>
              <a:buSzPct val="80000"/>
              <a:buFont typeface="Wingdings" panose="05000000000000000000" pitchFamily="2" charset="2"/>
              <a:buChar char="u"/>
            </a:pPr>
            <a:r>
              <a:rPr lang="en-US" sz="800" dirty="0"/>
              <a:t>Tech Design document (API+UI)</a:t>
            </a:r>
          </a:p>
          <a:p>
            <a:pPr marL="111125" indent="-111125">
              <a:lnSpc>
                <a:spcPts val="800"/>
              </a:lnSpc>
              <a:spcBef>
                <a:spcPts val="300"/>
              </a:spcBef>
              <a:buSzPct val="80000"/>
              <a:buFont typeface="Wingdings" panose="05000000000000000000" pitchFamily="2" charset="2"/>
              <a:buChar char="u"/>
            </a:pPr>
            <a:r>
              <a:rPr lang="en-US" sz="800" dirty="0"/>
              <a:t>Source Code</a:t>
            </a:r>
          </a:p>
          <a:p>
            <a:pPr marL="111125" indent="-111125">
              <a:lnSpc>
                <a:spcPts val="800"/>
              </a:lnSpc>
              <a:spcBef>
                <a:spcPts val="300"/>
              </a:spcBef>
              <a:buSzPct val="80000"/>
              <a:buFont typeface="Wingdings" panose="05000000000000000000" pitchFamily="2" charset="2"/>
              <a:buChar char="u"/>
            </a:pPr>
            <a:r>
              <a:rPr lang="en-US" sz="800" dirty="0"/>
              <a:t>CI/CD framework and pipelines</a:t>
            </a:r>
          </a:p>
          <a:p>
            <a:pPr marL="111125" indent="-111125">
              <a:lnSpc>
                <a:spcPts val="800"/>
              </a:lnSpc>
              <a:spcBef>
                <a:spcPts val="300"/>
              </a:spcBef>
              <a:buSzPct val="80000"/>
              <a:buFont typeface="Wingdings" panose="05000000000000000000" pitchFamily="2" charset="2"/>
              <a:buChar char="u"/>
            </a:pPr>
            <a:r>
              <a:rPr lang="en-US" sz="800" dirty="0"/>
              <a:t>Functional And Performance Test Cases</a:t>
            </a:r>
          </a:p>
          <a:p>
            <a:pPr marL="111125" indent="-111125">
              <a:lnSpc>
                <a:spcPts val="800"/>
              </a:lnSpc>
              <a:spcBef>
                <a:spcPts val="300"/>
              </a:spcBef>
              <a:buSzPct val="80000"/>
              <a:buFont typeface="Wingdings" panose="05000000000000000000" pitchFamily="2" charset="2"/>
              <a:buChar char="u"/>
            </a:pPr>
            <a:r>
              <a:rPr lang="en-US" sz="800" dirty="0"/>
              <a:t>Continuous security /monitoring / compliance /upgrade/operation framework</a:t>
            </a:r>
          </a:p>
          <a:p>
            <a:pPr marL="111125" indent="-111125">
              <a:lnSpc>
                <a:spcPts val="800"/>
              </a:lnSpc>
              <a:spcBef>
                <a:spcPts val="300"/>
              </a:spcBef>
              <a:buSzPct val="80000"/>
              <a:buFont typeface="Wingdings" panose="05000000000000000000" pitchFamily="2" charset="2"/>
              <a:buChar char="u"/>
            </a:pPr>
            <a:endParaRPr lang="en-US" sz="800" dirty="0"/>
          </a:p>
          <a:p>
            <a:pPr marL="111125" indent="-111125">
              <a:lnSpc>
                <a:spcPts val="800"/>
              </a:lnSpc>
              <a:spcBef>
                <a:spcPts val="300"/>
              </a:spcBef>
              <a:buSzPct val="80000"/>
              <a:buFont typeface="Wingdings" panose="05000000000000000000" pitchFamily="2" charset="2"/>
              <a:buChar char="u"/>
            </a:pPr>
            <a:endParaRPr lang="en-US" sz="800" dirty="0">
              <a:effectLst/>
            </a:endParaRPr>
          </a:p>
        </p:txBody>
      </p:sp>
      <p:sp>
        <p:nvSpPr>
          <p:cNvPr id="30" name="Rectangle 29"/>
          <p:cNvSpPr/>
          <p:nvPr/>
        </p:nvSpPr>
        <p:spPr>
          <a:xfrm>
            <a:off x="6874828" y="1964826"/>
            <a:ext cx="2101532" cy="2323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lstStyle/>
          <a:p>
            <a:pPr>
              <a:lnSpc>
                <a:spcPts val="800"/>
              </a:lnSpc>
              <a:buSzPct val="80000"/>
            </a:pPr>
            <a:r>
              <a:rPr lang="en-US" sz="800" b="1" u="sng" dirty="0"/>
              <a:t>Actor1</a:t>
            </a:r>
          </a:p>
          <a:p>
            <a:pPr>
              <a:lnSpc>
                <a:spcPts val="800"/>
              </a:lnSpc>
              <a:buSzPct val="80000"/>
            </a:pPr>
            <a:endParaRPr lang="en-US" sz="800" b="1" u="sng" dirty="0"/>
          </a:p>
          <a:p>
            <a:pPr marL="111125" indent="-111125">
              <a:lnSpc>
                <a:spcPts val="800"/>
              </a:lnSpc>
              <a:spcAft>
                <a:spcPts val="600"/>
              </a:spcAft>
              <a:buSzPct val="80000"/>
              <a:buFont typeface="Wingdings" panose="05000000000000000000" pitchFamily="2" charset="2"/>
              <a:buChar char="u"/>
            </a:pPr>
            <a:r>
              <a:rPr lang="en-US" sz="800" dirty="0"/>
              <a:t>Use Case 1</a:t>
            </a:r>
          </a:p>
          <a:p>
            <a:pPr>
              <a:lnSpc>
                <a:spcPts val="800"/>
              </a:lnSpc>
              <a:buSzPct val="80000"/>
            </a:pPr>
            <a:endParaRPr lang="en-US" sz="800" b="1" u="sng" dirty="0"/>
          </a:p>
          <a:p>
            <a:pPr>
              <a:lnSpc>
                <a:spcPts val="800"/>
              </a:lnSpc>
              <a:buSzPct val="80000"/>
            </a:pPr>
            <a:endParaRPr lang="en-US" sz="800" b="1" u="sng" dirty="0"/>
          </a:p>
          <a:p>
            <a:pPr>
              <a:lnSpc>
                <a:spcPts val="800"/>
              </a:lnSpc>
              <a:buSzPct val="80000"/>
            </a:pPr>
            <a:endParaRPr lang="en-US" sz="800" b="1" u="sng" dirty="0"/>
          </a:p>
          <a:p>
            <a:pPr>
              <a:lnSpc>
                <a:spcPts val="800"/>
              </a:lnSpc>
              <a:buSzPct val="80000"/>
            </a:pPr>
            <a:r>
              <a:rPr lang="en-US" sz="800" b="1" u="sng" dirty="0"/>
              <a:t>Actor2</a:t>
            </a:r>
          </a:p>
          <a:p>
            <a:pPr>
              <a:lnSpc>
                <a:spcPts val="800"/>
              </a:lnSpc>
              <a:buSzPct val="80000"/>
            </a:pPr>
            <a:endParaRPr lang="en-US" sz="800" b="1" u="sng" dirty="0"/>
          </a:p>
          <a:p>
            <a:pPr marL="111125" indent="-111125">
              <a:lnSpc>
                <a:spcPts val="800"/>
              </a:lnSpc>
              <a:buSzPct val="80000"/>
              <a:buFont typeface="Wingdings" panose="05000000000000000000" pitchFamily="2" charset="2"/>
              <a:buChar char="u"/>
            </a:pPr>
            <a:r>
              <a:rPr lang="en-US" sz="800">
                <a:effectLst/>
              </a:rPr>
              <a:t>Use Case 2</a:t>
            </a:r>
            <a:endParaRPr lang="en-US" sz="800" dirty="0">
              <a:effectLst/>
            </a:endParaRPr>
          </a:p>
        </p:txBody>
      </p:sp>
      <p:sp>
        <p:nvSpPr>
          <p:cNvPr id="38" name="Rectangle 37"/>
          <p:cNvSpPr/>
          <p:nvPr/>
        </p:nvSpPr>
        <p:spPr>
          <a:xfrm>
            <a:off x="2371407" y="850207"/>
            <a:ext cx="2101532" cy="22860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tx1"/>
              </a:solidFill>
            </a:endParaRPr>
          </a:p>
        </p:txBody>
      </p:sp>
      <p:sp>
        <p:nvSpPr>
          <p:cNvPr id="35" name="Chevron 34"/>
          <p:cNvSpPr/>
          <p:nvPr/>
        </p:nvSpPr>
        <p:spPr>
          <a:xfrm>
            <a:off x="4618879" y="850206"/>
            <a:ext cx="2434757" cy="228600"/>
          </a:xfrm>
          <a:prstGeom prst="chevron">
            <a:avLst/>
          </a:prstGeom>
          <a:solidFill>
            <a:srgbClr val="F8A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tx1"/>
              </a:solidFill>
            </a:endParaRPr>
          </a:p>
        </p:txBody>
      </p:sp>
      <p:sp>
        <p:nvSpPr>
          <p:cNvPr id="33" name="Chevron 32"/>
          <p:cNvSpPr/>
          <p:nvPr/>
        </p:nvSpPr>
        <p:spPr>
          <a:xfrm>
            <a:off x="2400956" y="850206"/>
            <a:ext cx="2372202" cy="263290"/>
          </a:xfrm>
          <a:prstGeom prst="chevron">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tx1"/>
              </a:solidFill>
            </a:endParaRPr>
          </a:p>
        </p:txBody>
      </p:sp>
      <p:sp>
        <p:nvSpPr>
          <p:cNvPr id="36" name="Chevron 35"/>
          <p:cNvSpPr/>
          <p:nvPr/>
        </p:nvSpPr>
        <p:spPr>
          <a:xfrm>
            <a:off x="6866351" y="850206"/>
            <a:ext cx="1505030" cy="228600"/>
          </a:xfrm>
          <a:prstGeom prst="chevron">
            <a:avLst/>
          </a:prstGeom>
          <a:solidFill>
            <a:srgbClr val="E97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tx1"/>
              </a:solidFill>
            </a:endParaRPr>
          </a:p>
        </p:txBody>
      </p:sp>
      <p:sp>
        <p:nvSpPr>
          <p:cNvPr id="37" name="Rectangle 36"/>
          <p:cNvSpPr/>
          <p:nvPr/>
        </p:nvSpPr>
        <p:spPr>
          <a:xfrm>
            <a:off x="7337331" y="850206"/>
            <a:ext cx="1630551" cy="228600"/>
          </a:xfrm>
          <a:prstGeom prst="rect">
            <a:avLst/>
          </a:prstGeom>
          <a:solidFill>
            <a:srgbClr val="E97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200"/>
              </a:lnSpc>
            </a:pPr>
            <a:endParaRPr lang="en-US" sz="1200" b="1" dirty="0">
              <a:solidFill>
                <a:schemeClr val="tx1"/>
              </a:solidFill>
            </a:endParaRPr>
          </a:p>
        </p:txBody>
      </p:sp>
      <p:sp>
        <p:nvSpPr>
          <p:cNvPr id="40" name="Rectangle 39"/>
          <p:cNvSpPr/>
          <p:nvPr/>
        </p:nvSpPr>
        <p:spPr>
          <a:xfrm>
            <a:off x="6866353" y="865345"/>
            <a:ext cx="2101529"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200"/>
              </a:lnSpc>
            </a:pPr>
            <a:r>
              <a:rPr lang="en-US" sz="1000" b="1" dirty="0">
                <a:solidFill>
                  <a:schemeClr val="tx1"/>
                </a:solidFill>
              </a:rPr>
              <a:t>Phase 4</a:t>
            </a:r>
            <a:endParaRPr lang="en-US" sz="1200" b="1" dirty="0">
              <a:solidFill>
                <a:schemeClr val="tx1"/>
              </a:solidFill>
            </a:endParaRPr>
          </a:p>
        </p:txBody>
      </p:sp>
      <p:sp>
        <p:nvSpPr>
          <p:cNvPr id="43" name="Rectangle 42"/>
          <p:cNvSpPr/>
          <p:nvPr/>
        </p:nvSpPr>
        <p:spPr>
          <a:xfrm>
            <a:off x="7462853" y="1098870"/>
            <a:ext cx="908528" cy="71918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ts val="2000"/>
              </a:lnSpc>
            </a:pPr>
            <a:r>
              <a:rPr lang="en-US" sz="1200" b="1" dirty="0">
                <a:solidFill>
                  <a:schemeClr val="tx1"/>
                </a:solidFill>
              </a:rPr>
              <a:t>Phase</a:t>
            </a:r>
            <a:endParaRPr lang="en-US" b="1" dirty="0">
              <a:solidFill>
                <a:schemeClr val="tx1"/>
              </a:solidFill>
            </a:endParaRPr>
          </a:p>
          <a:p>
            <a:pPr algn="ctr">
              <a:lnSpc>
                <a:spcPts val="2000"/>
              </a:lnSpc>
            </a:pPr>
            <a:r>
              <a:rPr lang="en-US" sz="2400" b="1" dirty="0">
                <a:solidFill>
                  <a:schemeClr val="tx1"/>
                </a:solidFill>
                <a:latin typeface="Arial Black" panose="020B0A04020102020204" pitchFamily="34" charset="0"/>
              </a:rPr>
              <a:t>3</a:t>
            </a:r>
          </a:p>
        </p:txBody>
      </p:sp>
      <p:sp>
        <p:nvSpPr>
          <p:cNvPr id="31" name="Date Placeholder 1"/>
          <p:cNvSpPr>
            <a:spLocks noGrp="1"/>
          </p:cNvSpPr>
          <p:nvPr>
            <p:ph type="dt" sz="half" idx="2"/>
          </p:nvPr>
        </p:nvSpPr>
        <p:spPr>
          <a:xfrm>
            <a:off x="6775704" y="4830696"/>
            <a:ext cx="1682496" cy="228600"/>
          </a:xfrm>
          <a:prstGeom prst="rect">
            <a:avLst/>
          </a:prstGeom>
        </p:spPr>
        <p:txBody>
          <a:bodyPr/>
          <a:lstStyle/>
          <a:p>
            <a:fld id="{CC8FAB6F-E7C0-48EA-B25A-906BB1BDD55D}" type="datetime1">
              <a:rPr lang="en-US" smtClean="0"/>
              <a:t>7/21/2022</a:t>
            </a:fld>
            <a:endParaRPr lang="en-US" dirty="0"/>
          </a:p>
        </p:txBody>
      </p:sp>
      <p:sp>
        <p:nvSpPr>
          <p:cNvPr id="32" name="Rectangle 31">
            <a:extLst>
              <a:ext uri="{FF2B5EF4-FFF2-40B4-BE49-F238E27FC236}">
                <a16:creationId xmlns:a16="http://schemas.microsoft.com/office/drawing/2014/main" id="{4AA1E6A1-089E-4557-B2A8-3E776D0790C6}"/>
              </a:ext>
            </a:extLst>
          </p:cNvPr>
          <p:cNvSpPr/>
          <p:nvPr/>
        </p:nvSpPr>
        <p:spPr>
          <a:xfrm>
            <a:off x="60675" y="1068368"/>
            <a:ext cx="2307272" cy="3726106"/>
          </a:xfrm>
          <a:prstGeom prst="rect">
            <a:avLst/>
          </a:prstGeom>
          <a:solidFill>
            <a:srgbClr val="919D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Chevron 32">
            <a:extLst>
              <a:ext uri="{FF2B5EF4-FFF2-40B4-BE49-F238E27FC236}">
                <a16:creationId xmlns:a16="http://schemas.microsoft.com/office/drawing/2014/main" id="{413FAF23-06E8-4D16-82A3-33708417E165}"/>
              </a:ext>
            </a:extLst>
          </p:cNvPr>
          <p:cNvSpPr/>
          <p:nvPr/>
        </p:nvSpPr>
        <p:spPr>
          <a:xfrm>
            <a:off x="27667" y="839768"/>
            <a:ext cx="2434757" cy="22860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tx1"/>
              </a:solidFill>
            </a:endParaRPr>
          </a:p>
        </p:txBody>
      </p:sp>
      <p:sp>
        <p:nvSpPr>
          <p:cNvPr id="44" name="Oval 43">
            <a:extLst>
              <a:ext uri="{FF2B5EF4-FFF2-40B4-BE49-F238E27FC236}">
                <a16:creationId xmlns:a16="http://schemas.microsoft.com/office/drawing/2014/main" id="{EAD11AB7-CE8F-45E6-8FAC-55FCB36C9B66}"/>
              </a:ext>
            </a:extLst>
          </p:cNvPr>
          <p:cNvSpPr/>
          <p:nvPr/>
        </p:nvSpPr>
        <p:spPr>
          <a:xfrm>
            <a:off x="357809" y="1123935"/>
            <a:ext cx="1741335" cy="838853"/>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Discovery</a:t>
            </a:r>
          </a:p>
        </p:txBody>
      </p:sp>
      <p:sp>
        <p:nvSpPr>
          <p:cNvPr id="47" name="Rectangle 46">
            <a:extLst>
              <a:ext uri="{FF2B5EF4-FFF2-40B4-BE49-F238E27FC236}">
                <a16:creationId xmlns:a16="http://schemas.microsoft.com/office/drawing/2014/main" id="{2829D4A1-7C26-48FF-9451-C0105298DFB8}"/>
              </a:ext>
            </a:extLst>
          </p:cNvPr>
          <p:cNvSpPr/>
          <p:nvPr/>
        </p:nvSpPr>
        <p:spPr>
          <a:xfrm>
            <a:off x="105866" y="2012897"/>
            <a:ext cx="2307272" cy="28371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lstStyle/>
          <a:p>
            <a:pPr>
              <a:lnSpc>
                <a:spcPts val="800"/>
              </a:lnSpc>
              <a:buSzPct val="80000"/>
            </a:pPr>
            <a:r>
              <a:rPr lang="en-US" sz="800" b="1" u="sng" dirty="0"/>
              <a:t>Functional  Modeling</a:t>
            </a:r>
          </a:p>
          <a:p>
            <a:pPr>
              <a:lnSpc>
                <a:spcPts val="800"/>
              </a:lnSpc>
              <a:buSzPct val="80000"/>
            </a:pPr>
            <a:r>
              <a:rPr lang="en-US" sz="800" b="1" u="sng" dirty="0"/>
              <a:t> </a:t>
            </a:r>
          </a:p>
          <a:p>
            <a:pPr marL="111125" indent="-111125">
              <a:lnSpc>
                <a:spcPts val="800"/>
              </a:lnSpc>
              <a:buSzPct val="80000"/>
              <a:buFont typeface="Wingdings" panose="05000000000000000000" pitchFamily="2" charset="2"/>
              <a:buChar char="u"/>
            </a:pPr>
            <a:r>
              <a:rPr lang="en-US" sz="800" dirty="0"/>
              <a:t>Actors And Use Cases Document</a:t>
            </a:r>
          </a:p>
          <a:p>
            <a:pPr marL="111125" indent="-111125">
              <a:lnSpc>
                <a:spcPts val="800"/>
              </a:lnSpc>
              <a:buSzPct val="80000"/>
              <a:buFont typeface="Wingdings" panose="05000000000000000000" pitchFamily="2" charset="2"/>
              <a:buChar char="u"/>
            </a:pPr>
            <a:r>
              <a:rPr lang="en-US" sz="800" dirty="0"/>
              <a:t>Workflows  and Integration Design</a:t>
            </a:r>
          </a:p>
          <a:p>
            <a:pPr marL="111125" indent="-111125">
              <a:lnSpc>
                <a:spcPts val="800"/>
              </a:lnSpc>
              <a:buSzPct val="80000"/>
              <a:buFont typeface="Wingdings" panose="05000000000000000000" pitchFamily="2" charset="2"/>
              <a:buChar char="u"/>
            </a:pPr>
            <a:r>
              <a:rPr lang="en-US" sz="800" dirty="0"/>
              <a:t>Information Architecture and UX Design prototype</a:t>
            </a:r>
          </a:p>
          <a:p>
            <a:pPr>
              <a:lnSpc>
                <a:spcPts val="800"/>
              </a:lnSpc>
              <a:buSzPct val="80000"/>
            </a:pPr>
            <a:endParaRPr lang="en-US" sz="800" b="1" u="sng" dirty="0"/>
          </a:p>
          <a:p>
            <a:pPr>
              <a:lnSpc>
                <a:spcPts val="800"/>
              </a:lnSpc>
              <a:buSzPct val="80000"/>
            </a:pPr>
            <a:r>
              <a:rPr lang="en-US" sz="800" b="1" u="sng" dirty="0"/>
              <a:t>Solution Modeling</a:t>
            </a:r>
          </a:p>
          <a:p>
            <a:pPr>
              <a:lnSpc>
                <a:spcPts val="800"/>
              </a:lnSpc>
              <a:buSzPct val="80000"/>
            </a:pPr>
            <a:endParaRPr lang="en-US" sz="800" b="1" dirty="0"/>
          </a:p>
          <a:p>
            <a:pPr marL="111125" indent="-111125">
              <a:lnSpc>
                <a:spcPts val="800"/>
              </a:lnSpc>
              <a:buSzPct val="80000"/>
              <a:buFont typeface="Wingdings" panose="05000000000000000000" pitchFamily="2" charset="2"/>
              <a:buChar char="u"/>
            </a:pPr>
            <a:r>
              <a:rPr lang="en-US" sz="800" dirty="0"/>
              <a:t>Foundation for future state Micro services architecture</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Cloud Architecture</a:t>
            </a:r>
          </a:p>
          <a:p>
            <a:pPr>
              <a:lnSpc>
                <a:spcPts val="800"/>
              </a:lnSpc>
              <a:buSzPct val="80000"/>
            </a:pPr>
            <a:endParaRPr lang="en-US" sz="800" dirty="0"/>
          </a:p>
          <a:p>
            <a:pPr>
              <a:lnSpc>
                <a:spcPts val="800"/>
              </a:lnSpc>
              <a:buSzPct val="80000"/>
            </a:pPr>
            <a:r>
              <a:rPr lang="en-US" sz="800" b="1" u="sng" dirty="0"/>
              <a:t>Data Modeling</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effectLst/>
              </a:rPr>
              <a:t>Data Flow  diagram</a:t>
            </a:r>
          </a:p>
          <a:p>
            <a:pPr marL="111125" indent="-111125">
              <a:lnSpc>
                <a:spcPts val="800"/>
              </a:lnSpc>
              <a:buSzPct val="80000"/>
              <a:buFont typeface="Wingdings" panose="05000000000000000000" pitchFamily="2" charset="2"/>
              <a:buChar char="u"/>
            </a:pPr>
            <a:r>
              <a:rPr lang="en-US" sz="800" dirty="0"/>
              <a:t>Data Security / Access model</a:t>
            </a:r>
          </a:p>
          <a:p>
            <a:pPr marL="111125" indent="-111125">
              <a:lnSpc>
                <a:spcPts val="800"/>
              </a:lnSpc>
              <a:buSzPct val="80000"/>
              <a:buFont typeface="Wingdings" panose="05000000000000000000" pitchFamily="2" charset="2"/>
              <a:buChar char="u"/>
            </a:pPr>
            <a:r>
              <a:rPr lang="en-US" sz="800" dirty="0">
                <a:effectLst/>
              </a:rPr>
              <a:t>Data Governance  / Compliance Model</a:t>
            </a:r>
          </a:p>
          <a:p>
            <a:pPr marL="111125" indent="-111125">
              <a:lnSpc>
                <a:spcPts val="800"/>
              </a:lnSpc>
              <a:buSzPct val="80000"/>
              <a:buFont typeface="Wingdings" panose="05000000000000000000" pitchFamily="2" charset="2"/>
              <a:buChar char="u"/>
            </a:pPr>
            <a:endParaRPr lang="en-US" sz="800" dirty="0"/>
          </a:p>
          <a:p>
            <a:pPr>
              <a:lnSpc>
                <a:spcPts val="800"/>
              </a:lnSpc>
              <a:buSzPct val="80000"/>
            </a:pPr>
            <a:r>
              <a:rPr lang="en-US" sz="800" b="1" u="sng" dirty="0"/>
              <a:t>Plan</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RoadMap / Scrum Plan</a:t>
            </a:r>
            <a:endParaRPr lang="en-US" sz="800" dirty="0">
              <a:effectLst/>
            </a:endParaRPr>
          </a:p>
          <a:p>
            <a:pPr marL="111125" indent="-111125">
              <a:lnSpc>
                <a:spcPts val="800"/>
              </a:lnSpc>
              <a:buSzPct val="80000"/>
              <a:buFont typeface="Wingdings" panose="05000000000000000000" pitchFamily="2" charset="2"/>
              <a:buChar char="u"/>
            </a:pPr>
            <a:r>
              <a:rPr lang="en-US" sz="800" dirty="0"/>
              <a:t>Definition of Done / ATP tests</a:t>
            </a:r>
          </a:p>
          <a:p>
            <a:pPr marL="111125" indent="-111125">
              <a:lnSpc>
                <a:spcPts val="800"/>
              </a:lnSpc>
              <a:buSzPct val="80000"/>
              <a:buFont typeface="Wingdings" panose="05000000000000000000" pitchFamily="2" charset="2"/>
              <a:buChar char="u"/>
            </a:pPr>
            <a:r>
              <a:rPr lang="en-US" sz="800" dirty="0"/>
              <a:t>Artifacts / Milestone </a:t>
            </a:r>
            <a:r>
              <a:rPr lang="en-US" sz="800" dirty="0" err="1"/>
              <a:t>defn</a:t>
            </a:r>
            <a:endParaRPr lang="en-US" sz="800" dirty="0">
              <a:effectLst/>
            </a:endParaRPr>
          </a:p>
          <a:p>
            <a:pPr marL="111125" indent="-111125">
              <a:lnSpc>
                <a:spcPts val="800"/>
              </a:lnSpc>
              <a:buSzPct val="80000"/>
              <a:buFont typeface="Wingdings" panose="05000000000000000000" pitchFamily="2" charset="2"/>
              <a:buChar char="u"/>
            </a:pPr>
            <a:endParaRPr lang="en-US" sz="800" dirty="0">
              <a:effectLst/>
            </a:endParaRPr>
          </a:p>
          <a:p>
            <a:pPr marL="111125" indent="-111125">
              <a:lnSpc>
                <a:spcPts val="800"/>
              </a:lnSpc>
              <a:buSzPct val="80000"/>
              <a:buFont typeface="Wingdings" panose="05000000000000000000" pitchFamily="2" charset="2"/>
              <a:buChar char="u"/>
            </a:pPr>
            <a:endParaRPr lang="en-US" sz="800" dirty="0">
              <a:effectLst/>
            </a:endParaRPr>
          </a:p>
        </p:txBody>
      </p:sp>
      <p:sp>
        <p:nvSpPr>
          <p:cNvPr id="48" name="Oval 47">
            <a:extLst>
              <a:ext uri="{FF2B5EF4-FFF2-40B4-BE49-F238E27FC236}">
                <a16:creationId xmlns:a16="http://schemas.microsoft.com/office/drawing/2014/main" id="{867DE10C-485E-48D6-9B50-EFD1B141F331}"/>
              </a:ext>
            </a:extLst>
          </p:cNvPr>
          <p:cNvSpPr/>
          <p:nvPr/>
        </p:nvSpPr>
        <p:spPr>
          <a:xfrm>
            <a:off x="2613748" y="1123934"/>
            <a:ext cx="1741335" cy="838853"/>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Prototype</a:t>
            </a:r>
          </a:p>
        </p:txBody>
      </p:sp>
      <p:sp>
        <p:nvSpPr>
          <p:cNvPr id="49" name="Oval 48">
            <a:extLst>
              <a:ext uri="{FF2B5EF4-FFF2-40B4-BE49-F238E27FC236}">
                <a16:creationId xmlns:a16="http://schemas.microsoft.com/office/drawing/2014/main" id="{8B05E885-7782-45F0-81FB-4CEA9F7B8664}"/>
              </a:ext>
            </a:extLst>
          </p:cNvPr>
          <p:cNvSpPr/>
          <p:nvPr/>
        </p:nvSpPr>
        <p:spPr>
          <a:xfrm>
            <a:off x="4883383" y="1129046"/>
            <a:ext cx="1741335" cy="838853"/>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Development</a:t>
            </a:r>
          </a:p>
        </p:txBody>
      </p:sp>
      <p:sp>
        <p:nvSpPr>
          <p:cNvPr id="50" name="Rectangle 49">
            <a:extLst>
              <a:ext uri="{FF2B5EF4-FFF2-40B4-BE49-F238E27FC236}">
                <a16:creationId xmlns:a16="http://schemas.microsoft.com/office/drawing/2014/main" id="{A642A6EC-409E-4CA6-AEBD-3C6E37A65A70}"/>
              </a:ext>
            </a:extLst>
          </p:cNvPr>
          <p:cNvSpPr/>
          <p:nvPr/>
        </p:nvSpPr>
        <p:spPr>
          <a:xfrm>
            <a:off x="4715150" y="839768"/>
            <a:ext cx="2101529"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200"/>
              </a:lnSpc>
            </a:pPr>
            <a:r>
              <a:rPr lang="en-US" sz="1000" b="1" dirty="0">
                <a:solidFill>
                  <a:schemeClr val="tx1"/>
                </a:solidFill>
              </a:rPr>
              <a:t>Phase 3</a:t>
            </a:r>
            <a:endParaRPr lang="en-US" sz="1200" b="1" dirty="0">
              <a:solidFill>
                <a:schemeClr val="tx1"/>
              </a:solidFill>
            </a:endParaRPr>
          </a:p>
        </p:txBody>
      </p:sp>
      <p:sp>
        <p:nvSpPr>
          <p:cNvPr id="51" name="Rectangle 50">
            <a:extLst>
              <a:ext uri="{FF2B5EF4-FFF2-40B4-BE49-F238E27FC236}">
                <a16:creationId xmlns:a16="http://schemas.microsoft.com/office/drawing/2014/main" id="{51971149-6172-4763-AEB2-53609BEEB496}"/>
              </a:ext>
            </a:extLst>
          </p:cNvPr>
          <p:cNvSpPr/>
          <p:nvPr/>
        </p:nvSpPr>
        <p:spPr>
          <a:xfrm>
            <a:off x="2400956" y="847410"/>
            <a:ext cx="2101529"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200"/>
              </a:lnSpc>
            </a:pPr>
            <a:r>
              <a:rPr lang="en-US" sz="1000" b="1" dirty="0">
                <a:solidFill>
                  <a:schemeClr val="tx1"/>
                </a:solidFill>
              </a:rPr>
              <a:t>Phase 2</a:t>
            </a:r>
            <a:endParaRPr lang="en-US" sz="1200" b="1" dirty="0">
              <a:solidFill>
                <a:schemeClr val="tx1"/>
              </a:solidFill>
            </a:endParaRPr>
          </a:p>
        </p:txBody>
      </p:sp>
      <p:sp>
        <p:nvSpPr>
          <p:cNvPr id="52" name="Rectangle 51">
            <a:extLst>
              <a:ext uri="{FF2B5EF4-FFF2-40B4-BE49-F238E27FC236}">
                <a16:creationId xmlns:a16="http://schemas.microsoft.com/office/drawing/2014/main" id="{BC25915E-8C49-4406-B2FA-2E6507532C2B}"/>
              </a:ext>
            </a:extLst>
          </p:cNvPr>
          <p:cNvSpPr/>
          <p:nvPr/>
        </p:nvSpPr>
        <p:spPr>
          <a:xfrm>
            <a:off x="105866" y="839768"/>
            <a:ext cx="2101529"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200"/>
              </a:lnSpc>
            </a:pPr>
            <a:r>
              <a:rPr lang="en-US" sz="1000" b="1" dirty="0">
                <a:solidFill>
                  <a:schemeClr val="tx1"/>
                </a:solidFill>
              </a:rPr>
              <a:t>Phase 1</a:t>
            </a:r>
            <a:endParaRPr lang="en-US" sz="1200" b="1" dirty="0">
              <a:solidFill>
                <a:schemeClr val="tx1"/>
              </a:solidFill>
            </a:endParaRPr>
          </a:p>
        </p:txBody>
      </p:sp>
    </p:spTree>
    <p:extLst>
      <p:ext uri="{BB962C8B-B14F-4D97-AF65-F5344CB8AC3E}">
        <p14:creationId xmlns:p14="http://schemas.microsoft.com/office/powerpoint/2010/main" val="4024594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 1 – Scope &amp; Assumptions</a:t>
            </a:r>
          </a:p>
        </p:txBody>
      </p:sp>
      <p:sp>
        <p:nvSpPr>
          <p:cNvPr id="9" name="Rectangle 8"/>
          <p:cNvSpPr/>
          <p:nvPr/>
        </p:nvSpPr>
        <p:spPr>
          <a:xfrm>
            <a:off x="232160" y="1086044"/>
            <a:ext cx="2307272" cy="3698097"/>
          </a:xfrm>
          <a:prstGeom prst="rect">
            <a:avLst/>
          </a:prstGeom>
          <a:solidFill>
            <a:srgbClr val="919D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p:cNvSpPr/>
          <p:nvPr/>
        </p:nvSpPr>
        <p:spPr>
          <a:xfrm>
            <a:off x="882221" y="1138800"/>
            <a:ext cx="908528" cy="711559"/>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28" name="Rectangle 27"/>
          <p:cNvSpPr/>
          <p:nvPr/>
        </p:nvSpPr>
        <p:spPr>
          <a:xfrm>
            <a:off x="232160" y="1972065"/>
            <a:ext cx="2307272" cy="23239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lstStyle/>
          <a:p>
            <a:pPr>
              <a:lnSpc>
                <a:spcPts val="800"/>
              </a:lnSpc>
              <a:buSzPct val="80000"/>
            </a:pPr>
            <a:r>
              <a:rPr lang="en-US" sz="800" b="1" u="sng" dirty="0"/>
              <a:t>Admin</a:t>
            </a:r>
          </a:p>
          <a:p>
            <a:pPr>
              <a:lnSpc>
                <a:spcPts val="800"/>
              </a:lnSpc>
              <a:buSzPct val="80000"/>
            </a:pPr>
            <a:endParaRPr lang="en-US" sz="800" b="1" u="sng" dirty="0"/>
          </a:p>
          <a:p>
            <a:pPr marL="111125" indent="-111125">
              <a:lnSpc>
                <a:spcPts val="800"/>
              </a:lnSpc>
              <a:buSzPct val="80000"/>
              <a:buFont typeface="Wingdings" panose="05000000000000000000" pitchFamily="2" charset="2"/>
              <a:buChar char="u"/>
            </a:pPr>
            <a:r>
              <a:rPr lang="en-US" sz="800" dirty="0"/>
              <a:t>Vehicle content administration discovery</a:t>
            </a:r>
          </a:p>
          <a:p>
            <a:pPr marL="230188" lvl="1" indent="-122238">
              <a:lnSpc>
                <a:spcPts val="800"/>
              </a:lnSpc>
              <a:buSzPct val="100000"/>
              <a:buFont typeface="Arial" panose="020B0604020202020204" pitchFamily="34" charset="0"/>
              <a:buChar char="–"/>
            </a:pPr>
            <a:r>
              <a:rPr lang="en-US" sz="800" dirty="0"/>
              <a:t>Input and data requirements for D&amp;IS CMS product selection</a:t>
            </a:r>
          </a:p>
          <a:p>
            <a:pPr marL="230188" lvl="1" indent="-122238">
              <a:lnSpc>
                <a:spcPts val="800"/>
              </a:lnSpc>
              <a:spcAft>
                <a:spcPts val="600"/>
              </a:spcAft>
              <a:buSzPct val="100000"/>
              <a:buFont typeface="Arial" panose="020B0604020202020204" pitchFamily="34" charset="0"/>
              <a:buChar char="–"/>
            </a:pPr>
            <a:r>
              <a:rPr lang="en-US" sz="800" dirty="0"/>
              <a:t>Vehicle Product data content mapping</a:t>
            </a:r>
          </a:p>
          <a:p>
            <a:pPr>
              <a:lnSpc>
                <a:spcPts val="800"/>
              </a:lnSpc>
              <a:buSzPct val="80000"/>
            </a:pPr>
            <a:r>
              <a:rPr lang="en-US" sz="800" b="1" u="sng" dirty="0"/>
              <a:t>Consumer API</a:t>
            </a:r>
          </a:p>
          <a:p>
            <a:pPr>
              <a:lnSpc>
                <a:spcPts val="800"/>
              </a:lnSpc>
              <a:buSzPct val="80000"/>
            </a:pPr>
            <a:endParaRPr lang="en-US" sz="800" b="1" dirty="0"/>
          </a:p>
          <a:p>
            <a:pPr marL="111125" indent="-111125">
              <a:lnSpc>
                <a:spcPts val="800"/>
              </a:lnSpc>
              <a:buSzPct val="80000"/>
              <a:buFont typeface="Wingdings" panose="05000000000000000000" pitchFamily="2" charset="2"/>
              <a:buChar char="u"/>
            </a:pPr>
            <a:r>
              <a:rPr lang="en-US" sz="800" dirty="0"/>
              <a:t>Foundation for future state Micro services architecture</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Vehicle Content service using existing EFC content JSON</a:t>
            </a:r>
          </a:p>
          <a:p>
            <a:pPr>
              <a:lnSpc>
                <a:spcPts val="800"/>
              </a:lnSpc>
              <a:buSzPct val="80000"/>
            </a:pPr>
            <a:endParaRPr lang="en-US" sz="800" dirty="0"/>
          </a:p>
          <a:p>
            <a:pPr marL="111125" indent="-111125">
              <a:lnSpc>
                <a:spcPts val="800"/>
              </a:lnSpc>
              <a:buSzPct val="80000"/>
              <a:buFont typeface="Wingdings" panose="05000000000000000000" pitchFamily="2" charset="2"/>
              <a:buChar char="u"/>
            </a:pPr>
            <a:r>
              <a:rPr lang="en-US" sz="800" dirty="0"/>
              <a:t>Rules service</a:t>
            </a:r>
          </a:p>
          <a:p>
            <a:pPr marL="111125" indent="-111125">
              <a:lnSpc>
                <a:spcPts val="800"/>
              </a:lnSpc>
              <a:buSzPct val="80000"/>
              <a:buFont typeface="Wingdings" panose="05000000000000000000" pitchFamily="2" charset="2"/>
              <a:buChar char="u"/>
            </a:pPr>
            <a:endParaRPr lang="en-US" sz="800" dirty="0"/>
          </a:p>
          <a:p>
            <a:pPr marL="111125" indent="-111125">
              <a:lnSpc>
                <a:spcPts val="800"/>
              </a:lnSpc>
              <a:buSzPct val="80000"/>
              <a:buFont typeface="Wingdings" panose="05000000000000000000" pitchFamily="2" charset="2"/>
              <a:buChar char="u"/>
            </a:pPr>
            <a:r>
              <a:rPr lang="en-US" sz="800" dirty="0"/>
              <a:t>Aggregation service </a:t>
            </a:r>
          </a:p>
        </p:txBody>
      </p:sp>
      <p:sp>
        <p:nvSpPr>
          <p:cNvPr id="38" name="Rectangle 37"/>
          <p:cNvSpPr/>
          <p:nvPr/>
        </p:nvSpPr>
        <p:spPr>
          <a:xfrm>
            <a:off x="232159" y="857446"/>
            <a:ext cx="2101532" cy="22860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tx1"/>
              </a:solidFill>
            </a:endParaRPr>
          </a:p>
        </p:txBody>
      </p:sp>
      <p:sp>
        <p:nvSpPr>
          <p:cNvPr id="33" name="Chevron 32"/>
          <p:cNvSpPr/>
          <p:nvPr/>
        </p:nvSpPr>
        <p:spPr>
          <a:xfrm>
            <a:off x="828662" y="857445"/>
            <a:ext cx="1828273" cy="228600"/>
          </a:xfrm>
          <a:prstGeom prst="chevron">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tx1"/>
              </a:solidFill>
            </a:endParaRPr>
          </a:p>
        </p:txBody>
      </p:sp>
      <p:sp>
        <p:nvSpPr>
          <p:cNvPr id="34" name="Rectangle 33"/>
          <p:cNvSpPr/>
          <p:nvPr/>
        </p:nvSpPr>
        <p:spPr>
          <a:xfrm>
            <a:off x="232159" y="857445"/>
            <a:ext cx="2101532"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1" algn="ctr" defTabSz="910563">
              <a:buSzPct val="100000"/>
              <a:defRPr/>
            </a:pPr>
            <a:r>
              <a:rPr lang="en-US" sz="1000" b="1" dirty="0">
                <a:solidFill>
                  <a:schemeClr val="tx1"/>
                </a:solidFill>
                <a:ea typeface="ＭＳ Ｐゴシック" pitchFamily="34" charset="-128"/>
              </a:rPr>
              <a:t>FY17 Q3-Q4 </a:t>
            </a:r>
          </a:p>
        </p:txBody>
      </p:sp>
      <p:sp>
        <p:nvSpPr>
          <p:cNvPr id="41" name="Rectangle 40"/>
          <p:cNvSpPr/>
          <p:nvPr/>
        </p:nvSpPr>
        <p:spPr>
          <a:xfrm>
            <a:off x="882221" y="1131174"/>
            <a:ext cx="908528" cy="71918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ts val="2000"/>
              </a:lnSpc>
            </a:pPr>
            <a:r>
              <a:rPr lang="en-US" sz="1200" b="1" dirty="0">
                <a:solidFill>
                  <a:schemeClr val="tx1"/>
                </a:solidFill>
              </a:rPr>
              <a:t>Phase</a:t>
            </a:r>
            <a:endParaRPr lang="en-US" b="1" dirty="0">
              <a:solidFill>
                <a:schemeClr val="tx1"/>
              </a:solidFill>
            </a:endParaRPr>
          </a:p>
          <a:p>
            <a:pPr algn="ctr">
              <a:lnSpc>
                <a:spcPts val="2000"/>
              </a:lnSpc>
            </a:pPr>
            <a:r>
              <a:rPr lang="en-US" sz="2400" b="1" dirty="0">
                <a:solidFill>
                  <a:schemeClr val="tx1"/>
                </a:solidFill>
                <a:latin typeface="Arial Black" panose="020B0A04020102020204" pitchFamily="34" charset="0"/>
              </a:rPr>
              <a:t>1</a:t>
            </a:r>
          </a:p>
        </p:txBody>
      </p:sp>
      <p:sp>
        <p:nvSpPr>
          <p:cNvPr id="32" name="Text Placeholder 6"/>
          <p:cNvSpPr txBox="1">
            <a:spLocks/>
          </p:cNvSpPr>
          <p:nvPr/>
        </p:nvSpPr>
        <p:spPr>
          <a:xfrm>
            <a:off x="2694414" y="1054950"/>
            <a:ext cx="6413011" cy="3926696"/>
          </a:xfrm>
          <a:prstGeom prst="rect">
            <a:avLst/>
          </a:prstGeom>
        </p:spPr>
        <p:txBody>
          <a:bodyPr vert="horz" lIns="0" tIns="0" rIns="0" bIns="0" rtlCol="0">
            <a:noAutofit/>
          </a:bodyPr>
          <a:lstStyle>
            <a:lvl1pPr marL="0" indent="0" algn="l" defTabSz="457200" rtl="0" eaLnBrk="1" latinLnBrk="0" hangingPunct="1">
              <a:spcBef>
                <a:spcPts val="0"/>
              </a:spcBef>
              <a:buSzPct val="75000"/>
              <a:buFontTx/>
              <a:buNone/>
              <a:defRPr sz="1200" kern="1200" baseline="0">
                <a:solidFill>
                  <a:srgbClr val="000000"/>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buNone/>
              <a:defRPr/>
            </a:pPr>
            <a:r>
              <a:rPr lang="en-US" sz="1400" b="1" dirty="0"/>
              <a:t>Phase 1:</a:t>
            </a:r>
          </a:p>
          <a:p>
            <a:pPr lvl="1">
              <a:defRPr/>
            </a:pPr>
            <a:r>
              <a:rPr lang="en-US" b="1" dirty="0"/>
              <a:t>Micro Services Design, and Implementation Scope:</a:t>
            </a:r>
            <a:endParaRPr lang="en-US" dirty="0">
              <a:solidFill>
                <a:srgbClr val="000000"/>
              </a:solidFill>
            </a:endParaRPr>
          </a:p>
          <a:p>
            <a:pPr lvl="2">
              <a:defRPr/>
            </a:pPr>
            <a:r>
              <a:rPr lang="en-US" kern="0" dirty="0">
                <a:solidFill>
                  <a:prstClr val="black"/>
                </a:solidFill>
              </a:rPr>
              <a:t>Design future state micro services architecture</a:t>
            </a:r>
          </a:p>
          <a:p>
            <a:pPr lvl="2">
              <a:defRPr/>
            </a:pPr>
            <a:r>
              <a:rPr lang="en-US" kern="0" dirty="0">
                <a:solidFill>
                  <a:prstClr val="black"/>
                </a:solidFill>
              </a:rPr>
              <a:t>Finalize AWS/Cloud technology stack, infrastructure and continuous integration process.</a:t>
            </a:r>
          </a:p>
          <a:p>
            <a:pPr lvl="2">
              <a:defRPr/>
            </a:pPr>
            <a:r>
              <a:rPr lang="en-US" kern="0" dirty="0">
                <a:solidFill>
                  <a:prstClr val="black"/>
                </a:solidFill>
              </a:rPr>
              <a:t>Develop new vehicle content service using existing EFC content </a:t>
            </a:r>
          </a:p>
          <a:p>
            <a:pPr lvl="2">
              <a:defRPr/>
            </a:pPr>
            <a:r>
              <a:rPr lang="en-US" kern="0" dirty="0">
                <a:solidFill>
                  <a:prstClr val="black"/>
                </a:solidFill>
              </a:rPr>
              <a:t>Develop new rules service to support consumer API needs in order to replace client side </a:t>
            </a:r>
            <a:r>
              <a:rPr lang="en-US" kern="0" dirty="0" err="1">
                <a:solidFill>
                  <a:prstClr val="black"/>
                </a:solidFill>
              </a:rPr>
              <a:t>javascript</a:t>
            </a:r>
            <a:r>
              <a:rPr lang="en-US" kern="0" dirty="0">
                <a:solidFill>
                  <a:prstClr val="black"/>
                </a:solidFill>
              </a:rPr>
              <a:t> libraries.</a:t>
            </a:r>
          </a:p>
          <a:p>
            <a:pPr lvl="2">
              <a:defRPr/>
            </a:pPr>
            <a:r>
              <a:rPr lang="en-US" kern="0" dirty="0">
                <a:solidFill>
                  <a:prstClr val="black"/>
                </a:solidFill>
              </a:rPr>
              <a:t>Build new aggregation service layer to aggregate data from EFC content and rules service.</a:t>
            </a:r>
          </a:p>
          <a:p>
            <a:pPr lvl="1">
              <a:spcBef>
                <a:spcPts val="600"/>
              </a:spcBef>
              <a:defRPr/>
            </a:pPr>
            <a:r>
              <a:rPr lang="en-US" b="1" kern="0" dirty="0">
                <a:solidFill>
                  <a:prstClr val="black"/>
                </a:solidFill>
              </a:rPr>
              <a:t>Agile / Scrum Methodology </a:t>
            </a:r>
            <a:endParaRPr lang="en-US" b="1" dirty="0"/>
          </a:p>
          <a:p>
            <a:pPr lvl="1">
              <a:spcBef>
                <a:spcPts val="600"/>
              </a:spcBef>
              <a:defRPr/>
            </a:pPr>
            <a:r>
              <a:rPr lang="en-US" b="1" dirty="0"/>
              <a:t>Assumptions:</a:t>
            </a:r>
          </a:p>
          <a:p>
            <a:pPr lvl="2">
              <a:defRPr/>
            </a:pPr>
            <a:r>
              <a:rPr lang="en-US" dirty="0">
                <a:solidFill>
                  <a:srgbClr val="000000"/>
                </a:solidFill>
              </a:rPr>
              <a:t>Vehicle content services in Phase 1 will integrate with existing EFC content that is currently supporting Build and Price (Toyota and Lexus). Data and architecture on existing EFC services will not be changed.</a:t>
            </a:r>
          </a:p>
          <a:p>
            <a:pPr lvl="2">
              <a:defRPr/>
            </a:pPr>
            <a:r>
              <a:rPr lang="en-US" dirty="0">
                <a:solidFill>
                  <a:srgbClr val="000000"/>
                </a:solidFill>
              </a:rPr>
              <a:t>Rules service will provide necessary functionality to replace client side </a:t>
            </a:r>
            <a:r>
              <a:rPr lang="en-US" dirty="0" err="1">
                <a:solidFill>
                  <a:srgbClr val="000000"/>
                </a:solidFill>
              </a:rPr>
              <a:t>js</a:t>
            </a:r>
            <a:r>
              <a:rPr lang="en-US" dirty="0">
                <a:solidFill>
                  <a:srgbClr val="000000"/>
                </a:solidFill>
              </a:rPr>
              <a:t> libraries. Performance of rules service will be analyze during development phase and report deviations from existing performance.</a:t>
            </a:r>
          </a:p>
          <a:p>
            <a:pPr marL="233363" lvl="2" indent="0">
              <a:buNone/>
              <a:defRPr/>
            </a:pPr>
            <a:endParaRPr lang="en-US" b="1" kern="0" dirty="0">
              <a:solidFill>
                <a:prstClr val="black"/>
              </a:solidFill>
            </a:endParaRPr>
          </a:p>
        </p:txBody>
      </p:sp>
      <p:sp>
        <p:nvSpPr>
          <p:cNvPr id="44" name="Slide Number Placeholder 4"/>
          <p:cNvSpPr>
            <a:spLocks noGrp="1"/>
          </p:cNvSpPr>
          <p:nvPr>
            <p:ph type="sldNum" sz="quarter" idx="4"/>
          </p:nvPr>
        </p:nvSpPr>
        <p:spPr>
          <a:xfrm>
            <a:off x="8688499" y="4830692"/>
            <a:ext cx="228600" cy="228600"/>
          </a:xfrm>
        </p:spPr>
        <p:txBody>
          <a:bodyPr/>
          <a:lstStyle/>
          <a:p>
            <a:fld id="{4D82F6D6-BD64-564F-BDB4-3E98167DF08D}" type="slidenum">
              <a:rPr lang="en-US" smtClean="0"/>
              <a:pPr/>
              <a:t>4</a:t>
            </a:fld>
            <a:endParaRPr lang="en-US" dirty="0"/>
          </a:p>
        </p:txBody>
      </p:sp>
    </p:spTree>
    <p:extLst>
      <p:ext uri="{BB962C8B-B14F-4D97-AF65-F5344CB8AC3E}">
        <p14:creationId xmlns:p14="http://schemas.microsoft.com/office/powerpoint/2010/main" val="2786327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AEDC1F-A56F-4E8C-A5F9-CD9FCEB21E88}"/>
              </a:ext>
            </a:extLst>
          </p:cNvPr>
          <p:cNvSpPr/>
          <p:nvPr/>
        </p:nvSpPr>
        <p:spPr>
          <a:xfrm>
            <a:off x="5969804" y="0"/>
            <a:ext cx="3174196"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C4B333F-7255-4EB6-88CF-88EB466F8B37}"/>
              </a:ext>
            </a:extLst>
          </p:cNvPr>
          <p:cNvSpPr/>
          <p:nvPr/>
        </p:nvSpPr>
        <p:spPr>
          <a:xfrm>
            <a:off x="6234121" y="139700"/>
            <a:ext cx="2693996" cy="4570482"/>
          </a:xfrm>
          <a:prstGeom prst="rect">
            <a:avLst/>
          </a:prstGeom>
        </p:spPr>
        <p:txBody>
          <a:bodyPr wrap="square">
            <a:spAutoFit/>
          </a:bodyPr>
          <a:lstStyle/>
          <a:p>
            <a:pPr>
              <a:buClr>
                <a:schemeClr val="bg1"/>
              </a:buClr>
              <a:buSzPct val="80000"/>
            </a:pPr>
            <a:r>
              <a:rPr lang="en-US" b="1" dirty="0">
                <a:solidFill>
                  <a:srgbClr val="ED7D31"/>
                </a:solidFill>
                <a:latin typeface="Segoe UI" panose="020B0502040204020203" pitchFamily="34" charset="0"/>
                <a:ea typeface="Segoe UI" panose="020B0502040204020203" pitchFamily="34" charset="0"/>
                <a:cs typeface="Segoe UI" panose="020B0502040204020203" pitchFamily="34" charset="0"/>
              </a:rPr>
              <a:t>Assumptions: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Daily scrum check-in meetings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Customer Roles &amp; Responsibility</a:t>
            </a: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Require Product Owner role from customer to Articulate product strategy, vision and roadmap to stakeholders</a:t>
            </a:r>
          </a:p>
          <a:p>
            <a:pPr marL="345281" lvl="1" indent="-214313" algn="just">
              <a:buClr>
                <a:schemeClr val="tx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Prioritize and manage product </a:t>
            </a:r>
            <a:b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b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back log.</a:t>
            </a:r>
          </a:p>
          <a:p>
            <a:pPr marL="345281" lvl="1" indent="-214313" algn="just">
              <a:buClr>
                <a:schemeClr val="tx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representative to participate in daily scrum, sprint planning and retrospect meetings.</a:t>
            </a:r>
          </a:p>
          <a:p>
            <a:pPr marL="346472" lvl="2" indent="-90488" algn="just">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Roles &amp; Responsibility</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along with developers participate in daily scrum and report status	</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mitigate any risk from software delivery perspective.</a:t>
            </a: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	</a:t>
            </a:r>
          </a:p>
        </p:txBody>
      </p:sp>
      <p:sp>
        <p:nvSpPr>
          <p:cNvPr id="6" name="TextBox 5">
            <a:extLst>
              <a:ext uri="{FF2B5EF4-FFF2-40B4-BE49-F238E27FC236}">
                <a16:creationId xmlns:a16="http://schemas.microsoft.com/office/drawing/2014/main" id="{F29BD09F-5BE9-49C0-87C1-DD50193BD5EB}"/>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grpSp>
        <p:nvGrpSpPr>
          <p:cNvPr id="44" name="Group 43">
            <a:extLst>
              <a:ext uri="{FF2B5EF4-FFF2-40B4-BE49-F238E27FC236}">
                <a16:creationId xmlns:a16="http://schemas.microsoft.com/office/drawing/2014/main" id="{44037A98-D466-4535-85E9-87FDBE3ABCE9}"/>
              </a:ext>
            </a:extLst>
          </p:cNvPr>
          <p:cNvGrpSpPr/>
          <p:nvPr/>
        </p:nvGrpSpPr>
        <p:grpSpPr>
          <a:xfrm>
            <a:off x="368726" y="1057411"/>
            <a:ext cx="5300491" cy="312392"/>
            <a:chOff x="301321" y="1298711"/>
            <a:chExt cx="5300491" cy="312392"/>
          </a:xfrm>
        </p:grpSpPr>
        <p:grpSp>
          <p:nvGrpSpPr>
            <p:cNvPr id="39" name="Group 38">
              <a:extLst>
                <a:ext uri="{FF2B5EF4-FFF2-40B4-BE49-F238E27FC236}">
                  <a16:creationId xmlns:a16="http://schemas.microsoft.com/office/drawing/2014/main" id="{76409FA1-7005-40AF-B1C7-585DFEF77558}"/>
                </a:ext>
              </a:extLst>
            </p:cNvPr>
            <p:cNvGrpSpPr/>
            <p:nvPr/>
          </p:nvGrpSpPr>
          <p:grpSpPr>
            <a:xfrm>
              <a:off x="301321" y="1307503"/>
              <a:ext cx="1127976" cy="293120"/>
              <a:chOff x="301321" y="1307503"/>
              <a:chExt cx="1127976" cy="293120"/>
            </a:xfrm>
          </p:grpSpPr>
          <p:sp>
            <p:nvSpPr>
              <p:cNvPr id="15" name="Pentagon 10">
                <a:extLst>
                  <a:ext uri="{FF2B5EF4-FFF2-40B4-BE49-F238E27FC236}">
                    <a16:creationId xmlns:a16="http://schemas.microsoft.com/office/drawing/2014/main" id="{A8949F8F-CB84-437C-863A-3FA2F5F21BE0}"/>
                  </a:ext>
                </a:extLst>
              </p:cNvPr>
              <p:cNvSpPr/>
              <p:nvPr/>
            </p:nvSpPr>
            <p:spPr>
              <a:xfrm>
                <a:off x="301321" y="1307503"/>
                <a:ext cx="1127976" cy="293120"/>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rgbClr val="FFFFFF"/>
                  </a:solidFill>
                </a:endParaRPr>
              </a:p>
            </p:txBody>
          </p:sp>
          <p:sp>
            <p:nvSpPr>
              <p:cNvPr id="16" name="Text Placeholder 12">
                <a:extLst>
                  <a:ext uri="{FF2B5EF4-FFF2-40B4-BE49-F238E27FC236}">
                    <a16:creationId xmlns:a16="http://schemas.microsoft.com/office/drawing/2014/main" id="{74E65025-2D90-461B-A16F-741ED87C8110}"/>
                  </a:ext>
                </a:extLst>
              </p:cNvPr>
              <p:cNvSpPr txBox="1">
                <a:spLocks/>
              </p:cNvSpPr>
              <p:nvPr/>
            </p:nvSpPr>
            <p:spPr>
              <a:xfrm>
                <a:off x="301322" y="1310105"/>
                <a:ext cx="950776" cy="275019"/>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Define</a:t>
                </a:r>
              </a:p>
            </p:txBody>
          </p:sp>
        </p:grpSp>
        <p:grpSp>
          <p:nvGrpSpPr>
            <p:cNvPr id="5" name="Group 4">
              <a:extLst>
                <a:ext uri="{FF2B5EF4-FFF2-40B4-BE49-F238E27FC236}">
                  <a16:creationId xmlns:a16="http://schemas.microsoft.com/office/drawing/2014/main" id="{D78FC28F-04AC-4DF2-86A2-8C10A19CE922}"/>
                </a:ext>
              </a:extLst>
            </p:cNvPr>
            <p:cNvGrpSpPr/>
            <p:nvPr/>
          </p:nvGrpSpPr>
          <p:grpSpPr>
            <a:xfrm>
              <a:off x="1353422" y="1298711"/>
              <a:ext cx="1127849" cy="312392"/>
              <a:chOff x="1362214" y="1298711"/>
              <a:chExt cx="1127849" cy="312392"/>
            </a:xfrm>
          </p:grpSpPr>
          <p:sp>
            <p:nvSpPr>
              <p:cNvPr id="17" name="Chevron 12">
                <a:extLst>
                  <a:ext uri="{FF2B5EF4-FFF2-40B4-BE49-F238E27FC236}">
                    <a16:creationId xmlns:a16="http://schemas.microsoft.com/office/drawing/2014/main" id="{2812A1CF-38AA-4DC0-A2B2-F8BF841ED0A8}"/>
                  </a:ext>
                </a:extLst>
              </p:cNvPr>
              <p:cNvSpPr/>
              <p:nvPr/>
            </p:nvSpPr>
            <p:spPr>
              <a:xfrm>
                <a:off x="1362214" y="1298711"/>
                <a:ext cx="1127849" cy="312392"/>
              </a:xfrm>
              <a:prstGeom prst="chevron">
                <a:avLst/>
              </a:prstGeom>
              <a:solidFill>
                <a:schemeClr val="accent6">
                  <a:lumMod val="50000"/>
                </a:schemeClr>
              </a:solidFill>
              <a:ln>
                <a:solidFill>
                  <a:schemeClr val="accent6">
                    <a:lumMod val="50000"/>
                  </a:schemeClr>
                </a:solid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18" name="Text Placeholder 12">
                <a:extLst>
                  <a:ext uri="{FF2B5EF4-FFF2-40B4-BE49-F238E27FC236}">
                    <a16:creationId xmlns:a16="http://schemas.microsoft.com/office/drawing/2014/main" id="{CBD74B0B-82B3-44A0-90B3-FCF2DC922B9D}"/>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Design</a:t>
                </a:r>
              </a:p>
            </p:txBody>
          </p:sp>
        </p:grpSp>
        <p:grpSp>
          <p:nvGrpSpPr>
            <p:cNvPr id="43" name="Group 42">
              <a:extLst>
                <a:ext uri="{FF2B5EF4-FFF2-40B4-BE49-F238E27FC236}">
                  <a16:creationId xmlns:a16="http://schemas.microsoft.com/office/drawing/2014/main" id="{18075EDA-CCAA-4BC9-92E6-145C86BA1E50}"/>
                </a:ext>
              </a:extLst>
            </p:cNvPr>
            <p:cNvGrpSpPr/>
            <p:nvPr/>
          </p:nvGrpSpPr>
          <p:grpSpPr>
            <a:xfrm>
              <a:off x="4473963" y="1298711"/>
              <a:ext cx="1127849" cy="312392"/>
              <a:chOff x="4473963" y="1298711"/>
              <a:chExt cx="1127849" cy="312392"/>
            </a:xfrm>
          </p:grpSpPr>
          <p:grpSp>
            <p:nvGrpSpPr>
              <p:cNvPr id="21" name="Group 20">
                <a:extLst>
                  <a:ext uri="{FF2B5EF4-FFF2-40B4-BE49-F238E27FC236}">
                    <a16:creationId xmlns:a16="http://schemas.microsoft.com/office/drawing/2014/main" id="{78EF77D7-4B3B-4C91-8426-22B022509CBC}"/>
                  </a:ext>
                </a:extLst>
              </p:cNvPr>
              <p:cNvGrpSpPr/>
              <p:nvPr/>
            </p:nvGrpSpPr>
            <p:grpSpPr>
              <a:xfrm>
                <a:off x="4473963" y="1298711"/>
                <a:ext cx="1127849" cy="312392"/>
                <a:chOff x="6774246" y="1885861"/>
                <a:chExt cx="2142743" cy="228600"/>
              </a:xfrm>
              <a:solidFill>
                <a:srgbClr val="919D9D"/>
              </a:solidFill>
            </p:grpSpPr>
            <p:sp>
              <p:nvSpPr>
                <p:cNvPr id="34" name="Chevron 28">
                  <a:extLst>
                    <a:ext uri="{FF2B5EF4-FFF2-40B4-BE49-F238E27FC236}">
                      <a16:creationId xmlns:a16="http://schemas.microsoft.com/office/drawing/2014/main" id="{7A3B7EC5-1BA4-4715-A195-F963197CA8E4}"/>
                    </a:ext>
                  </a:extLst>
                </p:cNvPr>
                <p:cNvSpPr/>
                <p:nvPr/>
              </p:nvSpPr>
              <p:spPr>
                <a:xfrm>
                  <a:off x="6774246" y="1885861"/>
                  <a:ext cx="2142743" cy="228600"/>
                </a:xfrm>
                <a:prstGeom prst="chevron">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algn="ctr" defTabSz="342892"/>
                  <a:endParaRPr lang="en-US" sz="1350" dirty="0">
                    <a:solidFill>
                      <a:srgbClr val="000000"/>
                    </a:solidFill>
                  </a:endParaRPr>
                </a:p>
              </p:txBody>
            </p:sp>
            <p:sp>
              <p:nvSpPr>
                <p:cNvPr id="35" name="Text Placeholder 12">
                  <a:extLst>
                    <a:ext uri="{FF2B5EF4-FFF2-40B4-BE49-F238E27FC236}">
                      <a16:creationId xmlns:a16="http://schemas.microsoft.com/office/drawing/2014/main" id="{B5FCDC84-E205-4057-B65B-C0398EDEE73A}"/>
                    </a:ext>
                  </a:extLst>
                </p:cNvPr>
                <p:cNvSpPr txBox="1">
                  <a:spLocks/>
                </p:cNvSpPr>
                <p:nvPr/>
              </p:nvSpPr>
              <p:spPr>
                <a:xfrm>
                  <a:off x="8526640" y="1885861"/>
                  <a:ext cx="390349" cy="228600"/>
                </a:xfrm>
                <a:prstGeom prst="rect">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tIns="68580" bIns="6858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750" dirty="0">
                    <a:solidFill>
                      <a:schemeClr val="bg1"/>
                    </a:solidFill>
                  </a:endParaRPr>
                </a:p>
              </p:txBody>
            </p:sp>
          </p:grpSp>
          <p:sp>
            <p:nvSpPr>
              <p:cNvPr id="22" name="Text Placeholder 12">
                <a:extLst>
                  <a:ext uri="{FF2B5EF4-FFF2-40B4-BE49-F238E27FC236}">
                    <a16:creationId xmlns:a16="http://schemas.microsoft.com/office/drawing/2014/main" id="{9DFA75A8-615D-4775-A361-326B95A0848A}"/>
                  </a:ext>
                </a:extLst>
              </p:cNvPr>
              <p:cNvSpPr txBox="1">
                <a:spLocks/>
              </p:cNvSpPr>
              <p:nvPr/>
            </p:nvSpPr>
            <p:spPr>
              <a:xfrm>
                <a:off x="4848488" y="1317028"/>
                <a:ext cx="742028" cy="25817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1000" dirty="0">
                    <a:latin typeface="Raleway SemiBold" pitchFamily="2" charset="0"/>
                  </a:rPr>
                  <a:t>Transition</a:t>
                </a:r>
              </a:p>
            </p:txBody>
          </p:sp>
        </p:grpSp>
        <p:grpSp>
          <p:nvGrpSpPr>
            <p:cNvPr id="36" name="Group 35">
              <a:extLst>
                <a:ext uri="{FF2B5EF4-FFF2-40B4-BE49-F238E27FC236}">
                  <a16:creationId xmlns:a16="http://schemas.microsoft.com/office/drawing/2014/main" id="{EFB2043F-9BC5-44BC-857C-CF968D606D50}"/>
                </a:ext>
              </a:extLst>
            </p:cNvPr>
            <p:cNvGrpSpPr/>
            <p:nvPr/>
          </p:nvGrpSpPr>
          <p:grpSpPr>
            <a:xfrm>
              <a:off x="2393845" y="1298711"/>
              <a:ext cx="1127849" cy="312392"/>
              <a:chOff x="1362214" y="1298711"/>
              <a:chExt cx="1127849" cy="312392"/>
            </a:xfrm>
          </p:grpSpPr>
          <p:sp>
            <p:nvSpPr>
              <p:cNvPr id="37" name="Chevron 12">
                <a:extLst>
                  <a:ext uri="{FF2B5EF4-FFF2-40B4-BE49-F238E27FC236}">
                    <a16:creationId xmlns:a16="http://schemas.microsoft.com/office/drawing/2014/main" id="{5D023B3C-FBFC-4E4B-83DB-F88E06559102}"/>
                  </a:ext>
                </a:extLst>
              </p:cNvPr>
              <p:cNvSpPr/>
              <p:nvPr/>
            </p:nvSpPr>
            <p:spPr>
              <a:xfrm>
                <a:off x="1362214" y="1298711"/>
                <a:ext cx="1127849" cy="312392"/>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38" name="Text Placeholder 12">
                <a:extLst>
                  <a:ext uri="{FF2B5EF4-FFF2-40B4-BE49-F238E27FC236}">
                    <a16:creationId xmlns:a16="http://schemas.microsoft.com/office/drawing/2014/main" id="{4C0AF254-4A0E-4E57-AEE7-8A0967470892}"/>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Develop</a:t>
                </a:r>
              </a:p>
            </p:txBody>
          </p:sp>
        </p:grpSp>
        <p:grpSp>
          <p:nvGrpSpPr>
            <p:cNvPr id="40" name="Group 39">
              <a:extLst>
                <a:ext uri="{FF2B5EF4-FFF2-40B4-BE49-F238E27FC236}">
                  <a16:creationId xmlns:a16="http://schemas.microsoft.com/office/drawing/2014/main" id="{B36BC8FF-7C50-4D18-BB77-1EED6783BA99}"/>
                </a:ext>
              </a:extLst>
            </p:cNvPr>
            <p:cNvGrpSpPr/>
            <p:nvPr/>
          </p:nvGrpSpPr>
          <p:grpSpPr>
            <a:xfrm>
              <a:off x="3443288" y="1298711"/>
              <a:ext cx="1118829" cy="306252"/>
              <a:chOff x="1371234" y="1298711"/>
              <a:chExt cx="1118829" cy="306252"/>
            </a:xfrm>
          </p:grpSpPr>
          <p:sp>
            <p:nvSpPr>
              <p:cNvPr id="41" name="Chevron 12">
                <a:extLst>
                  <a:ext uri="{FF2B5EF4-FFF2-40B4-BE49-F238E27FC236}">
                    <a16:creationId xmlns:a16="http://schemas.microsoft.com/office/drawing/2014/main" id="{1420C79A-0F6C-4DBD-BCC1-9B7F5B48780F}"/>
                  </a:ext>
                </a:extLst>
              </p:cNvPr>
              <p:cNvSpPr/>
              <p:nvPr/>
            </p:nvSpPr>
            <p:spPr>
              <a:xfrm>
                <a:off x="1371234" y="1298711"/>
                <a:ext cx="1118829" cy="306252"/>
              </a:xfrm>
              <a:prstGeom prst="chevron">
                <a:avLst/>
              </a:prstGeom>
              <a:solidFill>
                <a:srgbClr val="4472C4"/>
              </a:solidFill>
              <a:ln>
                <a:solidFill>
                  <a:srgbClr val="4472C4"/>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42" name="Text Placeholder 12">
                <a:extLst>
                  <a:ext uri="{FF2B5EF4-FFF2-40B4-BE49-F238E27FC236}">
                    <a16:creationId xmlns:a16="http://schemas.microsoft.com/office/drawing/2014/main" id="{9BEEB52D-67C4-446E-90F1-BD861875F2A7}"/>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Deploy</a:t>
                </a:r>
              </a:p>
            </p:txBody>
          </p:sp>
        </p:grpSp>
      </p:grpSp>
      <p:sp>
        <p:nvSpPr>
          <p:cNvPr id="45" name="Chevron 12">
            <a:extLst>
              <a:ext uri="{FF2B5EF4-FFF2-40B4-BE49-F238E27FC236}">
                <a16:creationId xmlns:a16="http://schemas.microsoft.com/office/drawing/2014/main" id="{A9CE2B72-65BA-4894-BCA1-85B0D50BE743}"/>
              </a:ext>
            </a:extLst>
          </p:cNvPr>
          <p:cNvSpPr/>
          <p:nvPr/>
        </p:nvSpPr>
        <p:spPr>
          <a:xfrm>
            <a:off x="368726" y="1774636"/>
            <a:ext cx="1945849" cy="1037110"/>
          </a:xfrm>
          <a:prstGeom prst="chevron">
            <a:avLst/>
          </a:prstGeom>
          <a:solidFill>
            <a:schemeClr val="tx1">
              <a:lumMod val="50000"/>
              <a:lumOff val="50000"/>
            </a:schemeClr>
          </a:solidFill>
          <a:ln>
            <a:solidFill>
              <a:srgbClr val="666666"/>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48" name="Chevron 12">
            <a:extLst>
              <a:ext uri="{FF2B5EF4-FFF2-40B4-BE49-F238E27FC236}">
                <a16:creationId xmlns:a16="http://schemas.microsoft.com/office/drawing/2014/main" id="{B941EA7F-227D-45EA-9823-52C8945FAC41}"/>
              </a:ext>
            </a:extLst>
          </p:cNvPr>
          <p:cNvSpPr/>
          <p:nvPr/>
        </p:nvSpPr>
        <p:spPr>
          <a:xfrm>
            <a:off x="1809750" y="1774636"/>
            <a:ext cx="3859468" cy="1037110"/>
          </a:xfrm>
          <a:prstGeom prst="chevron">
            <a:avLst/>
          </a:prstGeom>
          <a:solidFill>
            <a:srgbClr val="00B0F0"/>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grpSp>
        <p:nvGrpSpPr>
          <p:cNvPr id="70" name="Group 69">
            <a:extLst>
              <a:ext uri="{FF2B5EF4-FFF2-40B4-BE49-F238E27FC236}">
                <a16:creationId xmlns:a16="http://schemas.microsoft.com/office/drawing/2014/main" id="{3219A8AC-D6FB-4C90-98C3-BD60BFB8EF23}"/>
              </a:ext>
            </a:extLst>
          </p:cNvPr>
          <p:cNvGrpSpPr/>
          <p:nvPr/>
        </p:nvGrpSpPr>
        <p:grpSpPr>
          <a:xfrm>
            <a:off x="1077277" y="1847947"/>
            <a:ext cx="913248" cy="250805"/>
            <a:chOff x="1206202" y="3422021"/>
            <a:chExt cx="913248" cy="250805"/>
          </a:xfrm>
        </p:grpSpPr>
        <p:sp>
          <p:nvSpPr>
            <p:cNvPr id="67" name="Diamond 66">
              <a:extLst>
                <a:ext uri="{FF2B5EF4-FFF2-40B4-BE49-F238E27FC236}">
                  <a16:creationId xmlns:a16="http://schemas.microsoft.com/office/drawing/2014/main" id="{D24E4258-0570-4698-ADB3-201D3941F61E}"/>
                </a:ext>
              </a:extLst>
            </p:cNvPr>
            <p:cNvSpPr/>
            <p:nvPr/>
          </p:nvSpPr>
          <p:spPr>
            <a:xfrm>
              <a:off x="1206202" y="3440327"/>
              <a:ext cx="214951" cy="214192"/>
            </a:xfrm>
            <a:prstGeom prst="diamond">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9" name="Text Placeholder 12">
              <a:extLst>
                <a:ext uri="{FF2B5EF4-FFF2-40B4-BE49-F238E27FC236}">
                  <a16:creationId xmlns:a16="http://schemas.microsoft.com/office/drawing/2014/main" id="{56A22C07-D117-44BA-8379-1E0ACD746F43}"/>
                </a:ext>
              </a:extLst>
            </p:cNvPr>
            <p:cNvSpPr txBox="1">
              <a:spLocks/>
            </p:cNvSpPr>
            <p:nvPr/>
          </p:nvSpPr>
          <p:spPr>
            <a:xfrm>
              <a:off x="1461229" y="3422021"/>
              <a:ext cx="658221" cy="25080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900" dirty="0">
                  <a:solidFill>
                    <a:schemeClr val="tx1"/>
                  </a:solidFill>
                  <a:latin typeface="Raleway SemiBold" pitchFamily="2" charset="0"/>
                </a:rPr>
                <a:t>Start Sprit</a:t>
              </a:r>
            </a:p>
          </p:txBody>
        </p:sp>
      </p:grpSp>
      <p:grpSp>
        <p:nvGrpSpPr>
          <p:cNvPr id="71" name="Group 70">
            <a:extLst>
              <a:ext uri="{FF2B5EF4-FFF2-40B4-BE49-F238E27FC236}">
                <a16:creationId xmlns:a16="http://schemas.microsoft.com/office/drawing/2014/main" id="{3CAA753A-12CD-4983-8DCF-830CDE4CAD5C}"/>
              </a:ext>
            </a:extLst>
          </p:cNvPr>
          <p:cNvGrpSpPr/>
          <p:nvPr/>
        </p:nvGrpSpPr>
        <p:grpSpPr>
          <a:xfrm>
            <a:off x="3688582" y="1847947"/>
            <a:ext cx="1584306" cy="250805"/>
            <a:chOff x="1206202" y="3422021"/>
            <a:chExt cx="1584306" cy="250805"/>
          </a:xfrm>
        </p:grpSpPr>
        <p:sp>
          <p:nvSpPr>
            <p:cNvPr id="72" name="Diamond 71">
              <a:extLst>
                <a:ext uri="{FF2B5EF4-FFF2-40B4-BE49-F238E27FC236}">
                  <a16:creationId xmlns:a16="http://schemas.microsoft.com/office/drawing/2014/main" id="{91C83462-8CCB-48EA-81B6-D5C145FC85CF}"/>
                </a:ext>
              </a:extLst>
            </p:cNvPr>
            <p:cNvSpPr/>
            <p:nvPr/>
          </p:nvSpPr>
          <p:spPr>
            <a:xfrm>
              <a:off x="1206202" y="3440327"/>
              <a:ext cx="214951" cy="214192"/>
            </a:xfrm>
            <a:prstGeom prst="diamond">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Text Placeholder 12">
              <a:extLst>
                <a:ext uri="{FF2B5EF4-FFF2-40B4-BE49-F238E27FC236}">
                  <a16:creationId xmlns:a16="http://schemas.microsoft.com/office/drawing/2014/main" id="{AE42165C-4DD7-4524-9383-5C845107EEF2}"/>
                </a:ext>
              </a:extLst>
            </p:cNvPr>
            <p:cNvSpPr txBox="1">
              <a:spLocks/>
            </p:cNvSpPr>
            <p:nvPr/>
          </p:nvSpPr>
          <p:spPr>
            <a:xfrm>
              <a:off x="1461229" y="3422021"/>
              <a:ext cx="1329279" cy="25080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900" dirty="0">
                  <a:solidFill>
                    <a:schemeClr val="tx1"/>
                  </a:solidFill>
                  <a:latin typeface="Raleway SemiBold" pitchFamily="2" charset="0"/>
                </a:rPr>
                <a:t>Sprint Review Meeting</a:t>
              </a:r>
            </a:p>
          </p:txBody>
        </p:sp>
      </p:grpSp>
      <p:sp>
        <p:nvSpPr>
          <p:cNvPr id="80" name="Isosceles Triangle 79">
            <a:extLst>
              <a:ext uri="{FF2B5EF4-FFF2-40B4-BE49-F238E27FC236}">
                <a16:creationId xmlns:a16="http://schemas.microsoft.com/office/drawing/2014/main" id="{E8590FAC-674C-42DE-BBC9-3C4DB1E6A166}"/>
              </a:ext>
            </a:extLst>
          </p:cNvPr>
          <p:cNvSpPr/>
          <p:nvPr/>
        </p:nvSpPr>
        <p:spPr>
          <a:xfrm rot="5400000">
            <a:off x="1217420" y="2263589"/>
            <a:ext cx="74043" cy="48576"/>
          </a:xfrm>
          <a:prstGeom prst="triangle">
            <a:avLst/>
          </a:prstGeom>
          <a:solidFill>
            <a:schemeClr val="bg1"/>
          </a:solidFill>
          <a:ln>
            <a:solidFill>
              <a:schemeClr val="bg1"/>
            </a:solidFill>
          </a:ln>
          <a:effectLst>
            <a:outerShdw blurRad="50800" dist="12700" dir="2700000" sx="99000" sy="99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2" name="Straight Connector 81">
            <a:extLst>
              <a:ext uri="{FF2B5EF4-FFF2-40B4-BE49-F238E27FC236}">
                <a16:creationId xmlns:a16="http://schemas.microsoft.com/office/drawing/2014/main" id="{89CE2EFF-C970-4348-9E9D-B828CFA9B63C}"/>
              </a:ext>
            </a:extLst>
          </p:cNvPr>
          <p:cNvCxnSpPr>
            <a:cxnSpLocks/>
          </p:cNvCxnSpPr>
          <p:nvPr/>
        </p:nvCxnSpPr>
        <p:spPr>
          <a:xfrm>
            <a:off x="1100929" y="2574131"/>
            <a:ext cx="404892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90CFB0C7-E865-409C-8470-2938AF35E27A}"/>
              </a:ext>
            </a:extLst>
          </p:cNvPr>
          <p:cNvGrpSpPr/>
          <p:nvPr/>
        </p:nvGrpSpPr>
        <p:grpSpPr>
          <a:xfrm>
            <a:off x="1275401" y="2151658"/>
            <a:ext cx="3788481" cy="275537"/>
            <a:chOff x="301321" y="1298711"/>
            <a:chExt cx="4260796" cy="312392"/>
          </a:xfrm>
        </p:grpSpPr>
        <p:grpSp>
          <p:nvGrpSpPr>
            <p:cNvPr id="50" name="Group 49">
              <a:extLst>
                <a:ext uri="{FF2B5EF4-FFF2-40B4-BE49-F238E27FC236}">
                  <a16:creationId xmlns:a16="http://schemas.microsoft.com/office/drawing/2014/main" id="{4B2F6E61-558A-4776-86A2-4183FDAB5002}"/>
                </a:ext>
              </a:extLst>
            </p:cNvPr>
            <p:cNvGrpSpPr/>
            <p:nvPr/>
          </p:nvGrpSpPr>
          <p:grpSpPr>
            <a:xfrm>
              <a:off x="301321" y="1307503"/>
              <a:ext cx="1127976" cy="293120"/>
              <a:chOff x="301321" y="1307503"/>
              <a:chExt cx="1127976" cy="293120"/>
            </a:xfrm>
          </p:grpSpPr>
          <p:sp>
            <p:nvSpPr>
              <p:cNvPr id="65" name="Pentagon 10">
                <a:extLst>
                  <a:ext uri="{FF2B5EF4-FFF2-40B4-BE49-F238E27FC236}">
                    <a16:creationId xmlns:a16="http://schemas.microsoft.com/office/drawing/2014/main" id="{E2B1B502-C451-43AB-BFCF-D05FB2407E70}"/>
                  </a:ext>
                </a:extLst>
              </p:cNvPr>
              <p:cNvSpPr/>
              <p:nvPr/>
            </p:nvSpPr>
            <p:spPr>
              <a:xfrm>
                <a:off x="301321" y="1307503"/>
                <a:ext cx="1127976" cy="293120"/>
              </a:xfrm>
              <a:prstGeom prst="homePlat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chemeClr val="tx1"/>
                  </a:solidFill>
                </a:endParaRPr>
              </a:p>
            </p:txBody>
          </p:sp>
          <p:sp>
            <p:nvSpPr>
              <p:cNvPr id="66" name="Text Placeholder 12">
                <a:extLst>
                  <a:ext uri="{FF2B5EF4-FFF2-40B4-BE49-F238E27FC236}">
                    <a16:creationId xmlns:a16="http://schemas.microsoft.com/office/drawing/2014/main" id="{CFA5816A-0FFA-435C-8205-4CD52B222A58}"/>
                  </a:ext>
                </a:extLst>
              </p:cNvPr>
              <p:cNvSpPr txBox="1">
                <a:spLocks/>
              </p:cNvSpPr>
              <p:nvPr/>
            </p:nvSpPr>
            <p:spPr>
              <a:xfrm>
                <a:off x="301322" y="1310105"/>
                <a:ext cx="950776" cy="275019"/>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Confirm define</a:t>
                </a:r>
              </a:p>
            </p:txBody>
          </p:sp>
        </p:grpSp>
        <p:grpSp>
          <p:nvGrpSpPr>
            <p:cNvPr id="51" name="Group 50">
              <a:extLst>
                <a:ext uri="{FF2B5EF4-FFF2-40B4-BE49-F238E27FC236}">
                  <a16:creationId xmlns:a16="http://schemas.microsoft.com/office/drawing/2014/main" id="{2101EA81-F583-4E2D-A5A8-DA2C70D8C0DA}"/>
                </a:ext>
              </a:extLst>
            </p:cNvPr>
            <p:cNvGrpSpPr/>
            <p:nvPr/>
          </p:nvGrpSpPr>
          <p:grpSpPr>
            <a:xfrm>
              <a:off x="1353422" y="1298711"/>
              <a:ext cx="1127849" cy="312392"/>
              <a:chOff x="1362214" y="1298711"/>
              <a:chExt cx="1127849" cy="312392"/>
            </a:xfrm>
          </p:grpSpPr>
          <p:sp>
            <p:nvSpPr>
              <p:cNvPr id="63" name="Chevron 12">
                <a:extLst>
                  <a:ext uri="{FF2B5EF4-FFF2-40B4-BE49-F238E27FC236}">
                    <a16:creationId xmlns:a16="http://schemas.microsoft.com/office/drawing/2014/main" id="{1FA897DB-49ED-4850-985C-1FDA5E8578F9}"/>
                  </a:ext>
                </a:extLst>
              </p:cNvPr>
              <p:cNvSpPr/>
              <p:nvPr/>
            </p:nvSpPr>
            <p:spPr>
              <a:xfrm>
                <a:off x="1362214" y="1298711"/>
                <a:ext cx="1127849" cy="312392"/>
              </a:xfrm>
              <a:prstGeom prst="chevron">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chemeClr val="bg1"/>
                  </a:solidFill>
                </a:endParaRPr>
              </a:p>
            </p:txBody>
          </p:sp>
          <p:sp>
            <p:nvSpPr>
              <p:cNvPr id="64" name="Text Placeholder 12">
                <a:extLst>
                  <a:ext uri="{FF2B5EF4-FFF2-40B4-BE49-F238E27FC236}">
                    <a16:creationId xmlns:a16="http://schemas.microsoft.com/office/drawing/2014/main" id="{29E8D482-07FC-469F-BDC5-8BD8AEAB80A8}"/>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Configure requirements</a:t>
                </a:r>
              </a:p>
            </p:txBody>
          </p:sp>
        </p:grpSp>
        <p:grpSp>
          <p:nvGrpSpPr>
            <p:cNvPr id="53" name="Group 52">
              <a:extLst>
                <a:ext uri="{FF2B5EF4-FFF2-40B4-BE49-F238E27FC236}">
                  <a16:creationId xmlns:a16="http://schemas.microsoft.com/office/drawing/2014/main" id="{9DC0EAD7-210D-4C47-9601-E4086DE4A240}"/>
                </a:ext>
              </a:extLst>
            </p:cNvPr>
            <p:cNvGrpSpPr/>
            <p:nvPr/>
          </p:nvGrpSpPr>
          <p:grpSpPr>
            <a:xfrm>
              <a:off x="2393845" y="1298711"/>
              <a:ext cx="1127849" cy="312392"/>
              <a:chOff x="1362214" y="1298711"/>
              <a:chExt cx="1127849" cy="312392"/>
            </a:xfrm>
          </p:grpSpPr>
          <p:sp>
            <p:nvSpPr>
              <p:cNvPr id="57" name="Chevron 12">
                <a:extLst>
                  <a:ext uri="{FF2B5EF4-FFF2-40B4-BE49-F238E27FC236}">
                    <a16:creationId xmlns:a16="http://schemas.microsoft.com/office/drawing/2014/main" id="{C67BA511-3460-415E-B2C9-31E20DB7168A}"/>
                  </a:ext>
                </a:extLst>
              </p:cNvPr>
              <p:cNvSpPr/>
              <p:nvPr/>
            </p:nvSpPr>
            <p:spPr>
              <a:xfrm>
                <a:off x="1362214" y="1298711"/>
                <a:ext cx="1127849" cy="312392"/>
              </a:xfrm>
              <a:prstGeom prst="chevron">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chemeClr val="bg1"/>
                  </a:solidFill>
                </a:endParaRPr>
              </a:p>
            </p:txBody>
          </p:sp>
          <p:sp>
            <p:nvSpPr>
              <p:cNvPr id="58" name="Text Placeholder 12">
                <a:extLst>
                  <a:ext uri="{FF2B5EF4-FFF2-40B4-BE49-F238E27FC236}">
                    <a16:creationId xmlns:a16="http://schemas.microsoft.com/office/drawing/2014/main" id="{E9889E20-3978-4A47-BF0B-76804C73D5D0}"/>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Validate configuration</a:t>
                </a:r>
              </a:p>
            </p:txBody>
          </p:sp>
        </p:grpSp>
        <p:grpSp>
          <p:nvGrpSpPr>
            <p:cNvPr id="54" name="Group 53">
              <a:extLst>
                <a:ext uri="{FF2B5EF4-FFF2-40B4-BE49-F238E27FC236}">
                  <a16:creationId xmlns:a16="http://schemas.microsoft.com/office/drawing/2014/main" id="{6A6F3F78-64A7-4B7C-9ABB-EB50CE87D7FF}"/>
                </a:ext>
              </a:extLst>
            </p:cNvPr>
            <p:cNvGrpSpPr/>
            <p:nvPr/>
          </p:nvGrpSpPr>
          <p:grpSpPr>
            <a:xfrm>
              <a:off x="3443288" y="1298711"/>
              <a:ext cx="1118829" cy="306252"/>
              <a:chOff x="1371234" y="1298711"/>
              <a:chExt cx="1118829" cy="306252"/>
            </a:xfrm>
          </p:grpSpPr>
          <p:sp>
            <p:nvSpPr>
              <p:cNvPr id="55" name="Chevron 12">
                <a:extLst>
                  <a:ext uri="{FF2B5EF4-FFF2-40B4-BE49-F238E27FC236}">
                    <a16:creationId xmlns:a16="http://schemas.microsoft.com/office/drawing/2014/main" id="{E6BF9C40-4195-4C72-810D-E497BB61C14C}"/>
                  </a:ext>
                </a:extLst>
              </p:cNvPr>
              <p:cNvSpPr/>
              <p:nvPr/>
            </p:nvSpPr>
            <p:spPr>
              <a:xfrm>
                <a:off x="1371234" y="1298711"/>
                <a:ext cx="1118829" cy="306252"/>
              </a:xfrm>
              <a:prstGeom prst="chevron">
                <a:avLst/>
              </a:prstGeom>
              <a:solidFill>
                <a:schemeClr val="bg1"/>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chemeClr val="tx1">
                      <a:lumMod val="75000"/>
                      <a:lumOff val="25000"/>
                    </a:schemeClr>
                  </a:solidFill>
                </a:endParaRPr>
              </a:p>
            </p:txBody>
          </p:sp>
          <p:sp>
            <p:nvSpPr>
              <p:cNvPr id="56" name="Text Placeholder 12">
                <a:extLst>
                  <a:ext uri="{FF2B5EF4-FFF2-40B4-BE49-F238E27FC236}">
                    <a16:creationId xmlns:a16="http://schemas.microsoft.com/office/drawing/2014/main" id="{120F73B9-357B-40FF-888C-88AD20C58403}"/>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Plan to deploy</a:t>
                </a:r>
              </a:p>
            </p:txBody>
          </p:sp>
        </p:grpSp>
      </p:grpSp>
      <p:cxnSp>
        <p:nvCxnSpPr>
          <p:cNvPr id="83" name="Straight Connector 82">
            <a:extLst>
              <a:ext uri="{FF2B5EF4-FFF2-40B4-BE49-F238E27FC236}">
                <a16:creationId xmlns:a16="http://schemas.microsoft.com/office/drawing/2014/main" id="{A7F0C40B-D291-4AEC-8D38-201087548C3F}"/>
              </a:ext>
            </a:extLst>
          </p:cNvPr>
          <p:cNvCxnSpPr>
            <a:cxnSpLocks/>
          </p:cNvCxnSpPr>
          <p:nvPr/>
        </p:nvCxnSpPr>
        <p:spPr>
          <a:xfrm flipV="1">
            <a:off x="1100929" y="2288683"/>
            <a:ext cx="174472" cy="74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A52A1E0-FC5F-4E78-8F37-447610336EAA}"/>
              </a:ext>
            </a:extLst>
          </p:cNvPr>
          <p:cNvCxnSpPr>
            <a:cxnSpLocks/>
          </p:cNvCxnSpPr>
          <p:nvPr/>
        </p:nvCxnSpPr>
        <p:spPr>
          <a:xfrm>
            <a:off x="1100929" y="2272759"/>
            <a:ext cx="0" cy="315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F7A8264-ED69-47A5-B7CE-517B79DA3AE6}"/>
              </a:ext>
            </a:extLst>
          </p:cNvPr>
          <p:cNvCxnSpPr>
            <a:cxnSpLocks/>
          </p:cNvCxnSpPr>
          <p:nvPr/>
        </p:nvCxnSpPr>
        <p:spPr>
          <a:xfrm>
            <a:off x="5149850" y="2272759"/>
            <a:ext cx="0" cy="315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C742B0D-1D91-4387-84BA-FD3FCBEF9942}"/>
              </a:ext>
            </a:extLst>
          </p:cNvPr>
          <p:cNvCxnSpPr>
            <a:cxnSpLocks/>
          </p:cNvCxnSpPr>
          <p:nvPr/>
        </p:nvCxnSpPr>
        <p:spPr>
          <a:xfrm flipV="1">
            <a:off x="4975378" y="2288683"/>
            <a:ext cx="174472" cy="74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5" name="Group 154">
            <a:extLst>
              <a:ext uri="{FF2B5EF4-FFF2-40B4-BE49-F238E27FC236}">
                <a16:creationId xmlns:a16="http://schemas.microsoft.com/office/drawing/2014/main" id="{6F471389-2228-42F2-B6DB-280599806496}"/>
              </a:ext>
            </a:extLst>
          </p:cNvPr>
          <p:cNvGrpSpPr/>
          <p:nvPr/>
        </p:nvGrpSpPr>
        <p:grpSpPr>
          <a:xfrm>
            <a:off x="995719" y="3188182"/>
            <a:ext cx="4763308" cy="1011689"/>
            <a:chOff x="776644" y="3705707"/>
            <a:chExt cx="4763308" cy="1011689"/>
          </a:xfrm>
        </p:grpSpPr>
        <p:pic>
          <p:nvPicPr>
            <p:cNvPr id="134" name="Picture 133">
              <a:extLst>
                <a:ext uri="{FF2B5EF4-FFF2-40B4-BE49-F238E27FC236}">
                  <a16:creationId xmlns:a16="http://schemas.microsoft.com/office/drawing/2014/main" id="{6DD494A0-A2CD-4FBD-ADA1-F14DE0AFC45C}"/>
                </a:ext>
              </a:extLst>
            </p:cNvPr>
            <p:cNvPicPr>
              <a:picLocks noChangeAspect="1"/>
            </p:cNvPicPr>
            <p:nvPr/>
          </p:nvPicPr>
          <p:blipFill>
            <a:blip r:embed="rId2"/>
            <a:srcRect/>
            <a:stretch/>
          </p:blipFill>
          <p:spPr>
            <a:xfrm>
              <a:off x="776644" y="3745396"/>
              <a:ext cx="4763308" cy="972000"/>
            </a:xfrm>
            <a:prstGeom prst="rect">
              <a:avLst/>
            </a:prstGeom>
          </p:spPr>
        </p:pic>
        <p:sp>
          <p:nvSpPr>
            <p:cNvPr id="135" name="TextBox 134">
              <a:extLst>
                <a:ext uri="{FF2B5EF4-FFF2-40B4-BE49-F238E27FC236}">
                  <a16:creationId xmlns:a16="http://schemas.microsoft.com/office/drawing/2014/main" id="{2CD23362-5309-426F-8798-A3F5F87B6CE0}"/>
                </a:ext>
              </a:extLst>
            </p:cNvPr>
            <p:cNvSpPr txBox="1"/>
            <p:nvPr/>
          </p:nvSpPr>
          <p:spPr>
            <a:xfrm>
              <a:off x="1249052"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sp>
          <p:nvSpPr>
            <p:cNvPr id="136" name="TextBox 135">
              <a:extLst>
                <a:ext uri="{FF2B5EF4-FFF2-40B4-BE49-F238E27FC236}">
                  <a16:creationId xmlns:a16="http://schemas.microsoft.com/office/drawing/2014/main" id="{F93F351C-9EB8-49FC-9626-99D9BBCA748D}"/>
                </a:ext>
              </a:extLst>
            </p:cNvPr>
            <p:cNvSpPr txBox="1"/>
            <p:nvPr/>
          </p:nvSpPr>
          <p:spPr>
            <a:xfrm>
              <a:off x="2928022"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sp>
          <p:nvSpPr>
            <p:cNvPr id="137" name="TextBox 136">
              <a:extLst>
                <a:ext uri="{FF2B5EF4-FFF2-40B4-BE49-F238E27FC236}">
                  <a16:creationId xmlns:a16="http://schemas.microsoft.com/office/drawing/2014/main" id="{986D7C7A-A63D-40F4-B4FF-CDBBD5402030}"/>
                </a:ext>
              </a:extLst>
            </p:cNvPr>
            <p:cNvSpPr txBox="1"/>
            <p:nvPr/>
          </p:nvSpPr>
          <p:spPr>
            <a:xfrm>
              <a:off x="4580420"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grpSp>
          <p:nvGrpSpPr>
            <p:cNvPr id="144" name="Group 143">
              <a:extLst>
                <a:ext uri="{FF2B5EF4-FFF2-40B4-BE49-F238E27FC236}">
                  <a16:creationId xmlns:a16="http://schemas.microsoft.com/office/drawing/2014/main" id="{50EFCF8D-CEF4-4003-B3D9-D9458D842AF6}"/>
                </a:ext>
              </a:extLst>
            </p:cNvPr>
            <p:cNvGrpSpPr/>
            <p:nvPr/>
          </p:nvGrpSpPr>
          <p:grpSpPr>
            <a:xfrm>
              <a:off x="1159952" y="3705707"/>
              <a:ext cx="882963" cy="896769"/>
              <a:chOff x="1159952" y="3705707"/>
              <a:chExt cx="882963" cy="896769"/>
            </a:xfrm>
          </p:grpSpPr>
          <p:sp>
            <p:nvSpPr>
              <p:cNvPr id="138" name="TextBox 137">
                <a:extLst>
                  <a:ext uri="{FF2B5EF4-FFF2-40B4-BE49-F238E27FC236}">
                    <a16:creationId xmlns:a16="http://schemas.microsoft.com/office/drawing/2014/main" id="{10BD3A1F-24DF-42C7-B4E0-5309A937003D}"/>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41" name="TextBox 140">
                <a:extLst>
                  <a:ext uri="{FF2B5EF4-FFF2-40B4-BE49-F238E27FC236}">
                    <a16:creationId xmlns:a16="http://schemas.microsoft.com/office/drawing/2014/main" id="{894D0405-9EAB-42F7-A9BB-FB075C5BB630}"/>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42" name="TextBox 141">
                <a:extLst>
                  <a:ext uri="{FF2B5EF4-FFF2-40B4-BE49-F238E27FC236}">
                    <a16:creationId xmlns:a16="http://schemas.microsoft.com/office/drawing/2014/main" id="{B770A340-982F-4A0F-95CB-71B11EAFA6B0}"/>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43" name="TextBox 142">
                <a:extLst>
                  <a:ext uri="{FF2B5EF4-FFF2-40B4-BE49-F238E27FC236}">
                    <a16:creationId xmlns:a16="http://schemas.microsoft.com/office/drawing/2014/main" id="{01710EEB-AC67-47D1-A99C-F8E4EC76B93D}"/>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nvGrpSpPr>
            <p:cNvPr id="145" name="Group 144">
              <a:extLst>
                <a:ext uri="{FF2B5EF4-FFF2-40B4-BE49-F238E27FC236}">
                  <a16:creationId xmlns:a16="http://schemas.microsoft.com/office/drawing/2014/main" id="{A4C4B150-5669-4545-9605-ECBFE2CFA476}"/>
                </a:ext>
              </a:extLst>
            </p:cNvPr>
            <p:cNvGrpSpPr/>
            <p:nvPr/>
          </p:nvGrpSpPr>
          <p:grpSpPr>
            <a:xfrm>
              <a:off x="2836362" y="3705707"/>
              <a:ext cx="882963" cy="896769"/>
              <a:chOff x="1159952" y="3705707"/>
              <a:chExt cx="882963" cy="896769"/>
            </a:xfrm>
          </p:grpSpPr>
          <p:sp>
            <p:nvSpPr>
              <p:cNvPr id="146" name="TextBox 145">
                <a:extLst>
                  <a:ext uri="{FF2B5EF4-FFF2-40B4-BE49-F238E27FC236}">
                    <a16:creationId xmlns:a16="http://schemas.microsoft.com/office/drawing/2014/main" id="{2C110828-DC9D-485D-AE0A-6757061E35A0}"/>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47" name="TextBox 146">
                <a:extLst>
                  <a:ext uri="{FF2B5EF4-FFF2-40B4-BE49-F238E27FC236}">
                    <a16:creationId xmlns:a16="http://schemas.microsoft.com/office/drawing/2014/main" id="{9212D80D-FA9B-4FF0-A58D-7B87C53031DA}"/>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48" name="TextBox 147">
                <a:extLst>
                  <a:ext uri="{FF2B5EF4-FFF2-40B4-BE49-F238E27FC236}">
                    <a16:creationId xmlns:a16="http://schemas.microsoft.com/office/drawing/2014/main" id="{E90E5411-71A3-4E10-B35E-61D60E7665F4}"/>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49" name="TextBox 148">
                <a:extLst>
                  <a:ext uri="{FF2B5EF4-FFF2-40B4-BE49-F238E27FC236}">
                    <a16:creationId xmlns:a16="http://schemas.microsoft.com/office/drawing/2014/main" id="{82CBA90E-AFA5-4418-8A45-16B8466F365C}"/>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nvGrpSpPr>
            <p:cNvPr id="150" name="Group 149">
              <a:extLst>
                <a:ext uri="{FF2B5EF4-FFF2-40B4-BE49-F238E27FC236}">
                  <a16:creationId xmlns:a16="http://schemas.microsoft.com/office/drawing/2014/main" id="{7A1ECEF4-E28B-4102-94CF-5A4A6A629D29}"/>
                </a:ext>
              </a:extLst>
            </p:cNvPr>
            <p:cNvGrpSpPr/>
            <p:nvPr/>
          </p:nvGrpSpPr>
          <p:grpSpPr>
            <a:xfrm>
              <a:off x="4498488" y="3705707"/>
              <a:ext cx="882963" cy="896769"/>
              <a:chOff x="1159952" y="3705707"/>
              <a:chExt cx="882963" cy="896769"/>
            </a:xfrm>
          </p:grpSpPr>
          <p:sp>
            <p:nvSpPr>
              <p:cNvPr id="151" name="TextBox 150">
                <a:extLst>
                  <a:ext uri="{FF2B5EF4-FFF2-40B4-BE49-F238E27FC236}">
                    <a16:creationId xmlns:a16="http://schemas.microsoft.com/office/drawing/2014/main" id="{0549BCB1-9F7D-46CA-8936-B28117802FAE}"/>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52" name="TextBox 151">
                <a:extLst>
                  <a:ext uri="{FF2B5EF4-FFF2-40B4-BE49-F238E27FC236}">
                    <a16:creationId xmlns:a16="http://schemas.microsoft.com/office/drawing/2014/main" id="{A7E50A3C-3E0F-4500-8BBD-9FD08CD64468}"/>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53" name="TextBox 152">
                <a:extLst>
                  <a:ext uri="{FF2B5EF4-FFF2-40B4-BE49-F238E27FC236}">
                    <a16:creationId xmlns:a16="http://schemas.microsoft.com/office/drawing/2014/main" id="{C8DDE401-789D-4E9B-B68A-DF52DD77E723}"/>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54" name="TextBox 153">
                <a:extLst>
                  <a:ext uri="{FF2B5EF4-FFF2-40B4-BE49-F238E27FC236}">
                    <a16:creationId xmlns:a16="http://schemas.microsoft.com/office/drawing/2014/main" id="{D3B1D7F2-272F-4EA1-9E68-610A8544C71C}"/>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sp>
        <p:nvSpPr>
          <p:cNvPr id="156" name="TextBox 155">
            <a:extLst>
              <a:ext uri="{FF2B5EF4-FFF2-40B4-BE49-F238E27FC236}">
                <a16:creationId xmlns:a16="http://schemas.microsoft.com/office/drawing/2014/main" id="{4017E1E4-85BC-4754-9D2C-C33B8C3E7361}"/>
              </a:ext>
            </a:extLst>
          </p:cNvPr>
          <p:cNvSpPr txBox="1"/>
          <p:nvPr/>
        </p:nvSpPr>
        <p:spPr>
          <a:xfrm>
            <a:off x="273476" y="3239500"/>
            <a:ext cx="800219" cy="430887"/>
          </a:xfrm>
          <a:prstGeom prst="rect">
            <a:avLst/>
          </a:prstGeom>
          <a:noFill/>
        </p:spPr>
        <p:txBody>
          <a:bodyPr wrap="none" rtlCol="0">
            <a:spAutoFit/>
          </a:bodyPr>
          <a:lstStyle/>
          <a:p>
            <a:r>
              <a:rPr lang="en-IN" sz="1050" dirty="0">
                <a:latin typeface="Roboto" panose="02000000000000000000" pitchFamily="2" charset="0"/>
                <a:ea typeface="Roboto" panose="02000000000000000000" pitchFamily="2" charset="0"/>
                <a:cs typeface="Roboto" panose="02000000000000000000" pitchFamily="2" charset="0"/>
              </a:rPr>
              <a:t>Customer</a:t>
            </a:r>
          </a:p>
          <a:p>
            <a:r>
              <a:rPr lang="en-IN" sz="1050" dirty="0">
                <a:latin typeface="Roboto" panose="02000000000000000000" pitchFamily="2" charset="0"/>
                <a:ea typeface="Roboto" panose="02000000000000000000" pitchFamily="2" charset="0"/>
                <a:cs typeface="Roboto" panose="02000000000000000000" pitchFamily="2" charset="0"/>
              </a:rPr>
              <a:t>feedback</a:t>
            </a:r>
          </a:p>
        </p:txBody>
      </p:sp>
      <p:cxnSp>
        <p:nvCxnSpPr>
          <p:cNvPr id="158" name="Straight Connector 157">
            <a:extLst>
              <a:ext uri="{FF2B5EF4-FFF2-40B4-BE49-F238E27FC236}">
                <a16:creationId xmlns:a16="http://schemas.microsoft.com/office/drawing/2014/main" id="{04F87C74-90BF-4111-B026-CB6B3072714F}"/>
              </a:ext>
            </a:extLst>
          </p:cNvPr>
          <p:cNvCxnSpPr/>
          <p:nvPr/>
        </p:nvCxnSpPr>
        <p:spPr>
          <a:xfrm flipV="1">
            <a:off x="368726" y="1369803"/>
            <a:ext cx="1060309" cy="40483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11EAD4DA-B260-4D20-8674-4DBD613925DF}"/>
              </a:ext>
            </a:extLst>
          </p:cNvPr>
          <p:cNvCxnSpPr>
            <a:cxnSpLocks/>
          </p:cNvCxnSpPr>
          <p:nvPr/>
        </p:nvCxnSpPr>
        <p:spPr>
          <a:xfrm>
            <a:off x="3377373" y="1387280"/>
            <a:ext cx="1756913" cy="38121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23247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p:cNvGrpSpPr/>
          <p:nvPr/>
        </p:nvGrpSpPr>
        <p:grpSpPr>
          <a:xfrm>
            <a:off x="470464" y="716080"/>
            <a:ext cx="8426659" cy="324779"/>
            <a:chOff x="893915" y="464620"/>
            <a:chExt cx="7548004" cy="324779"/>
          </a:xfrm>
        </p:grpSpPr>
        <p:sp>
          <p:nvSpPr>
            <p:cNvPr id="2" name="Round Diagonal Corner Rectangle 1"/>
            <p:cNvSpPr/>
            <p:nvPr/>
          </p:nvSpPr>
          <p:spPr>
            <a:xfrm>
              <a:off x="893915" y="464620"/>
              <a:ext cx="7548004" cy="324779"/>
            </a:xfrm>
            <a:prstGeom prst="round2DiagRect">
              <a:avLst>
                <a:gd name="adj1" fmla="val 26236"/>
                <a:gd name="adj2" fmla="val 1257"/>
              </a:avLst>
            </a:prstGeom>
            <a:solidFill>
              <a:schemeClr val="accent1"/>
            </a:solidFill>
            <a:ln w="12700" cap="flat" cmpd="sng" algn="ctr">
              <a:solidFill>
                <a:schemeClr val="accent1">
                  <a:lumMod val="40000"/>
                  <a:lumOff val="60000"/>
                </a:schemeClr>
              </a:solid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endParaRPr lang="en-US" sz="1200" kern="0" dirty="0">
                <a:solidFill>
                  <a:prstClr val="white"/>
                </a:solidFill>
                <a:latin typeface="Calibri"/>
              </a:endParaRPr>
            </a:p>
          </p:txBody>
        </p:sp>
        <p:sp>
          <p:nvSpPr>
            <p:cNvPr id="3" name="Rectangle 2"/>
            <p:cNvSpPr/>
            <p:nvPr/>
          </p:nvSpPr>
          <p:spPr>
            <a:xfrm>
              <a:off x="180480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4" name="Rectangle 3"/>
            <p:cNvSpPr/>
            <p:nvPr/>
          </p:nvSpPr>
          <p:spPr>
            <a:xfrm>
              <a:off x="2799304"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5" name="Rectangle 4"/>
            <p:cNvSpPr/>
            <p:nvPr/>
          </p:nvSpPr>
          <p:spPr>
            <a:xfrm>
              <a:off x="4758699"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6" name="Rectangle 5"/>
            <p:cNvSpPr/>
            <p:nvPr/>
          </p:nvSpPr>
          <p:spPr>
            <a:xfrm>
              <a:off x="566577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7" name="Rectangle 6"/>
            <p:cNvSpPr/>
            <p:nvPr/>
          </p:nvSpPr>
          <p:spPr>
            <a:xfrm>
              <a:off x="6508356" y="561579"/>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8" name="Rectangle 7"/>
            <p:cNvSpPr/>
            <p:nvPr/>
          </p:nvSpPr>
          <p:spPr>
            <a:xfrm>
              <a:off x="747992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1" name="Rectangle 10"/>
            <p:cNvSpPr/>
            <p:nvPr/>
          </p:nvSpPr>
          <p:spPr>
            <a:xfrm>
              <a:off x="3716166"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2" name="TextBox 11"/>
            <p:cNvSpPr txBox="1"/>
            <p:nvPr/>
          </p:nvSpPr>
          <p:spPr>
            <a:xfrm>
              <a:off x="1026054"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S1</a:t>
              </a:r>
            </a:p>
          </p:txBody>
        </p:sp>
        <p:sp>
          <p:nvSpPr>
            <p:cNvPr id="13" name="TextBox 12"/>
            <p:cNvSpPr txBox="1"/>
            <p:nvPr/>
          </p:nvSpPr>
          <p:spPr>
            <a:xfrm>
              <a:off x="1942915"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S2</a:t>
              </a:r>
            </a:p>
          </p:txBody>
        </p:sp>
        <p:sp>
          <p:nvSpPr>
            <p:cNvPr id="14" name="TextBox 13"/>
            <p:cNvSpPr txBox="1"/>
            <p:nvPr/>
          </p:nvSpPr>
          <p:spPr>
            <a:xfrm>
              <a:off x="2937411"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S3</a:t>
              </a:r>
            </a:p>
          </p:txBody>
        </p:sp>
        <p:sp>
          <p:nvSpPr>
            <p:cNvPr id="15" name="TextBox 14"/>
            <p:cNvSpPr txBox="1"/>
            <p:nvPr/>
          </p:nvSpPr>
          <p:spPr>
            <a:xfrm>
              <a:off x="3854273" y="510824"/>
              <a:ext cx="780502"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S4</a:t>
              </a:r>
            </a:p>
          </p:txBody>
        </p:sp>
        <p:sp>
          <p:nvSpPr>
            <p:cNvPr id="16" name="TextBox 15"/>
            <p:cNvSpPr txBox="1"/>
            <p:nvPr/>
          </p:nvSpPr>
          <p:spPr>
            <a:xfrm>
              <a:off x="4896806"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S5</a:t>
              </a:r>
            </a:p>
          </p:txBody>
        </p:sp>
        <p:sp>
          <p:nvSpPr>
            <p:cNvPr id="17" name="TextBox 16"/>
            <p:cNvSpPr txBox="1"/>
            <p:nvPr/>
          </p:nvSpPr>
          <p:spPr>
            <a:xfrm>
              <a:off x="5803881"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S6</a:t>
              </a:r>
            </a:p>
          </p:txBody>
        </p:sp>
        <p:sp>
          <p:nvSpPr>
            <p:cNvPr id="18" name="TextBox 17"/>
            <p:cNvSpPr txBox="1"/>
            <p:nvPr/>
          </p:nvSpPr>
          <p:spPr>
            <a:xfrm>
              <a:off x="6710955"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S7</a:t>
              </a:r>
            </a:p>
          </p:txBody>
        </p:sp>
        <p:sp>
          <p:nvSpPr>
            <p:cNvPr id="19" name="TextBox 18"/>
            <p:cNvSpPr txBox="1"/>
            <p:nvPr/>
          </p:nvSpPr>
          <p:spPr>
            <a:xfrm>
              <a:off x="7618023"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S8</a:t>
              </a:r>
            </a:p>
          </p:txBody>
        </p:sp>
      </p:grpSp>
      <p:sp>
        <p:nvSpPr>
          <p:cNvPr id="20" name="Rounded Rectangle 19"/>
          <p:cNvSpPr/>
          <p:nvPr/>
        </p:nvSpPr>
        <p:spPr>
          <a:xfrm>
            <a:off x="726064" y="1725052"/>
            <a:ext cx="1857195" cy="248896"/>
          </a:xfrm>
          <a:prstGeom prst="roundRect">
            <a:avLst/>
          </a:prstGeom>
          <a:solidFill>
            <a:srgbClr val="CC0000"/>
          </a:solidFill>
          <a:ln w="9525" cap="flat" cmpd="sng" algn="ctr">
            <a:gradFill flip="none" rotWithShape="1">
              <a:gsLst>
                <a:gs pos="0">
                  <a:srgbClr val="BF0103">
                    <a:lumMod val="40000"/>
                    <a:lumOff val="60000"/>
                  </a:srgbClr>
                </a:gs>
                <a:gs pos="100000">
                  <a:srgbClr val="BF0103">
                    <a:lumMod val="40000"/>
                    <a:lumOff val="60000"/>
                  </a:srgbClr>
                </a:gs>
                <a:gs pos="50000">
                  <a:srgbClr val="BF0103">
                    <a:lumMod val="20000"/>
                    <a:lumOff val="8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Design Sprints</a:t>
            </a:r>
          </a:p>
        </p:txBody>
      </p:sp>
      <p:cxnSp>
        <p:nvCxnSpPr>
          <p:cNvPr id="21" name="Straight Connector 20"/>
          <p:cNvCxnSpPr/>
          <p:nvPr/>
        </p:nvCxnSpPr>
        <p:spPr>
          <a:xfrm rot="5400000">
            <a:off x="2133459" y="2071128"/>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1542989" y="1989032"/>
            <a:ext cx="5179388" cy="271067"/>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Development Sprints</a:t>
            </a:r>
          </a:p>
        </p:txBody>
      </p:sp>
      <p:cxnSp>
        <p:nvCxnSpPr>
          <p:cNvPr id="25" name="Straight Connector 24"/>
          <p:cNvCxnSpPr/>
          <p:nvPr/>
        </p:nvCxnSpPr>
        <p:spPr>
          <a:xfrm>
            <a:off x="477838" y="1096408"/>
            <a:ext cx="0" cy="880993"/>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3651385" y="1019615"/>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Rounded Rectangle 29"/>
          <p:cNvSpPr/>
          <p:nvPr/>
        </p:nvSpPr>
        <p:spPr>
          <a:xfrm>
            <a:off x="1521970" y="2285369"/>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IT1 Modules</a:t>
            </a:r>
          </a:p>
        </p:txBody>
      </p:sp>
      <p:sp>
        <p:nvSpPr>
          <p:cNvPr id="32" name="Rounded Rectangle 31"/>
          <p:cNvSpPr/>
          <p:nvPr/>
        </p:nvSpPr>
        <p:spPr>
          <a:xfrm>
            <a:off x="380770" y="2314056"/>
            <a:ext cx="1062848"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Requirements Documentation</a:t>
            </a:r>
          </a:p>
        </p:txBody>
      </p:sp>
      <p:cxnSp>
        <p:nvCxnSpPr>
          <p:cNvPr id="34" name="Straight Connector 33"/>
          <p:cNvCxnSpPr>
            <a:cxnSpLocks/>
            <a:endCxn id="30" idx="1"/>
          </p:cNvCxnSpPr>
          <p:nvPr/>
        </p:nvCxnSpPr>
        <p:spPr>
          <a:xfrm flipH="1">
            <a:off x="1521970" y="-161996"/>
            <a:ext cx="11894" cy="266026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cxnSpLocks/>
          </p:cNvCxnSpPr>
          <p:nvPr/>
        </p:nvCxnSpPr>
        <p:spPr>
          <a:xfrm>
            <a:off x="747272" y="1040859"/>
            <a:ext cx="0" cy="661670"/>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70464" y="131480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S0</a:t>
            </a:r>
          </a:p>
        </p:txBody>
      </p:sp>
      <p:sp>
        <p:nvSpPr>
          <p:cNvPr id="40" name="Rounded Rectangle 39"/>
          <p:cNvSpPr/>
          <p:nvPr/>
        </p:nvSpPr>
        <p:spPr>
          <a:xfrm rot="16200000">
            <a:off x="-296068" y="1641954"/>
            <a:ext cx="1008176"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r>
              <a:rPr lang="en-US" sz="1200" b="1" kern="0" dirty="0">
                <a:solidFill>
                  <a:prstClr val="white"/>
                </a:solidFill>
                <a:latin typeface="Calibri"/>
              </a:rPr>
              <a:t>Sprints</a:t>
            </a:r>
          </a:p>
        </p:txBody>
      </p:sp>
      <p:grpSp>
        <p:nvGrpSpPr>
          <p:cNvPr id="9" name="Group 8">
            <a:extLst>
              <a:ext uri="{FF2B5EF4-FFF2-40B4-BE49-F238E27FC236}">
                <a16:creationId xmlns:a16="http://schemas.microsoft.com/office/drawing/2014/main" id="{5F241E29-8B09-49F2-A7A2-A33F49D19B46}"/>
              </a:ext>
            </a:extLst>
          </p:cNvPr>
          <p:cNvGrpSpPr/>
          <p:nvPr/>
        </p:nvGrpSpPr>
        <p:grpSpPr>
          <a:xfrm>
            <a:off x="641453" y="1309432"/>
            <a:ext cx="3186315" cy="211382"/>
            <a:chOff x="648690" y="1025034"/>
            <a:chExt cx="3186315" cy="211382"/>
          </a:xfrm>
        </p:grpSpPr>
        <p:sp>
          <p:nvSpPr>
            <p:cNvPr id="37" name="TextBox 36"/>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a:t>
              </a:r>
            </a:p>
          </p:txBody>
        </p:sp>
        <p:sp>
          <p:nvSpPr>
            <p:cNvPr id="38" name="TextBox 37"/>
            <p:cNvSpPr txBox="1"/>
            <p:nvPr/>
          </p:nvSpPr>
          <p:spPr>
            <a:xfrm>
              <a:off x="13995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S2</a:t>
              </a:r>
            </a:p>
          </p:txBody>
        </p:sp>
        <p:sp>
          <p:nvSpPr>
            <p:cNvPr id="39" name="TextBox 38"/>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S3</a:t>
              </a:r>
            </a:p>
          </p:txBody>
        </p:sp>
        <p:sp>
          <p:nvSpPr>
            <p:cNvPr id="41" name="TextBox 40"/>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S4</a:t>
              </a:r>
            </a:p>
          </p:txBody>
        </p:sp>
      </p:grpSp>
      <p:sp>
        <p:nvSpPr>
          <p:cNvPr id="104" name="Right Arrow 103"/>
          <p:cNvSpPr/>
          <p:nvPr/>
        </p:nvSpPr>
        <p:spPr bwMode="auto">
          <a:xfrm>
            <a:off x="7866667" y="1052122"/>
            <a:ext cx="1306082" cy="351834"/>
          </a:xfrm>
          <a:prstGeom prst="rightArrow">
            <a:avLst/>
          </a:prstGeom>
          <a:solidFill>
            <a:schemeClr val="accent1">
              <a:lumMod val="20000"/>
              <a:lumOff val="80000"/>
            </a:schemeClr>
          </a:solidFill>
          <a:ln w="6350" cap="flat" cmpd="sng" algn="ctr">
            <a:solidFill>
              <a:schemeClr val="tx1"/>
            </a:solidFill>
            <a:prstDash val="dashDot"/>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378"/>
            <a:r>
              <a:rPr lang="en-US" sz="1050" kern="0" dirty="0">
                <a:latin typeface="Segoe UI" panose="020B0502040204020203" pitchFamily="34" charset="0"/>
                <a:cs typeface="Segoe UI" panose="020B0502040204020203" pitchFamily="34" charset="0"/>
              </a:rPr>
              <a:t>Future Phases</a:t>
            </a:r>
          </a:p>
        </p:txBody>
      </p:sp>
      <p:cxnSp>
        <p:nvCxnSpPr>
          <p:cNvPr id="107" name="Straight Connector 106"/>
          <p:cNvCxnSpPr/>
          <p:nvPr/>
        </p:nvCxnSpPr>
        <p:spPr>
          <a:xfrm rot="5400000">
            <a:off x="4377995" y="2066772"/>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4834400" y="1036503"/>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3" name="Rounded Rectangle 72"/>
          <p:cNvSpPr/>
          <p:nvPr/>
        </p:nvSpPr>
        <p:spPr>
          <a:xfrm>
            <a:off x="5890545" y="2283202"/>
            <a:ext cx="1948431"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        Prod Environment Setup</a:t>
            </a:r>
          </a:p>
        </p:txBody>
      </p:sp>
      <p:grpSp>
        <p:nvGrpSpPr>
          <p:cNvPr id="68" name="Group 67">
            <a:extLst>
              <a:ext uri="{FF2B5EF4-FFF2-40B4-BE49-F238E27FC236}">
                <a16:creationId xmlns:a16="http://schemas.microsoft.com/office/drawing/2014/main" id="{618E3E95-EBAD-4C8C-AF3F-D46BB4481281}"/>
              </a:ext>
            </a:extLst>
          </p:cNvPr>
          <p:cNvGrpSpPr/>
          <p:nvPr/>
        </p:nvGrpSpPr>
        <p:grpSpPr>
          <a:xfrm>
            <a:off x="4783191" y="1261913"/>
            <a:ext cx="3186315" cy="225083"/>
            <a:chOff x="648690" y="1011333"/>
            <a:chExt cx="3186315" cy="225083"/>
          </a:xfrm>
        </p:grpSpPr>
        <p:sp>
          <p:nvSpPr>
            <p:cNvPr id="70" name="TextBox 69">
              <a:extLst>
                <a:ext uri="{FF2B5EF4-FFF2-40B4-BE49-F238E27FC236}">
                  <a16:creationId xmlns:a16="http://schemas.microsoft.com/office/drawing/2014/main" id="{ADDCF040-323F-4EA6-B19C-AC4405BB8C6B}"/>
                </a:ext>
              </a:extLst>
            </p:cNvPr>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S5</a:t>
              </a:r>
            </a:p>
          </p:txBody>
        </p:sp>
        <p:sp>
          <p:nvSpPr>
            <p:cNvPr id="71" name="TextBox 70">
              <a:extLst>
                <a:ext uri="{FF2B5EF4-FFF2-40B4-BE49-F238E27FC236}">
                  <a16:creationId xmlns:a16="http://schemas.microsoft.com/office/drawing/2014/main" id="{D4C9591B-C6B6-4A7E-8A66-2CEAE290FFF2}"/>
                </a:ext>
              </a:extLst>
            </p:cNvPr>
            <p:cNvSpPr txBox="1"/>
            <p:nvPr/>
          </p:nvSpPr>
          <p:spPr>
            <a:xfrm>
              <a:off x="1548789" y="1011333"/>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S6</a:t>
              </a:r>
            </a:p>
          </p:txBody>
        </p:sp>
        <p:sp>
          <p:nvSpPr>
            <p:cNvPr id="76" name="TextBox 75">
              <a:extLst>
                <a:ext uri="{FF2B5EF4-FFF2-40B4-BE49-F238E27FC236}">
                  <a16:creationId xmlns:a16="http://schemas.microsoft.com/office/drawing/2014/main" id="{A7C6D08C-0F72-4B4D-BC67-50CEEF766542}"/>
                </a:ext>
              </a:extLst>
            </p:cNvPr>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S7</a:t>
              </a:r>
            </a:p>
          </p:txBody>
        </p:sp>
        <p:sp>
          <p:nvSpPr>
            <p:cNvPr id="77" name="TextBox 76">
              <a:extLst>
                <a:ext uri="{FF2B5EF4-FFF2-40B4-BE49-F238E27FC236}">
                  <a16:creationId xmlns:a16="http://schemas.microsoft.com/office/drawing/2014/main" id="{EC7CCE66-6DAF-49C1-84D4-18F455AE4AAF}"/>
                </a:ext>
              </a:extLst>
            </p:cNvPr>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S8</a:t>
              </a:r>
            </a:p>
          </p:txBody>
        </p:sp>
      </p:grpSp>
      <p:sp>
        <p:nvSpPr>
          <p:cNvPr id="78" name="Rounded Rectangle 27">
            <a:extLst>
              <a:ext uri="{FF2B5EF4-FFF2-40B4-BE49-F238E27FC236}">
                <a16:creationId xmlns:a16="http://schemas.microsoft.com/office/drawing/2014/main" id="{82F321D2-799D-43C8-894A-60FDC879806D}"/>
              </a:ext>
            </a:extLst>
          </p:cNvPr>
          <p:cNvSpPr/>
          <p:nvPr/>
        </p:nvSpPr>
        <p:spPr>
          <a:xfrm rot="16200000">
            <a:off x="1466731" y="3590524"/>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2</a:t>
            </a:r>
          </a:p>
        </p:txBody>
      </p:sp>
      <p:grpSp>
        <p:nvGrpSpPr>
          <p:cNvPr id="81" name="Group 80">
            <a:extLst>
              <a:ext uri="{FF2B5EF4-FFF2-40B4-BE49-F238E27FC236}">
                <a16:creationId xmlns:a16="http://schemas.microsoft.com/office/drawing/2014/main" id="{4387798F-5730-4D41-82A2-21D10F0F693C}"/>
              </a:ext>
            </a:extLst>
          </p:cNvPr>
          <p:cNvGrpSpPr/>
          <p:nvPr/>
        </p:nvGrpSpPr>
        <p:grpSpPr>
          <a:xfrm>
            <a:off x="318682" y="2863517"/>
            <a:ext cx="1214631" cy="2112513"/>
            <a:chOff x="347347" y="2649682"/>
            <a:chExt cx="1472827" cy="2112513"/>
          </a:xfrm>
        </p:grpSpPr>
        <p:sp>
          <p:nvSpPr>
            <p:cNvPr id="82" name="Line Callout 2 (Accent Bar) 60">
              <a:extLst>
                <a:ext uri="{FF2B5EF4-FFF2-40B4-BE49-F238E27FC236}">
                  <a16:creationId xmlns:a16="http://schemas.microsoft.com/office/drawing/2014/main" id="{02BFBEB7-23B3-4889-B571-BD899F8AF2E6}"/>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UX Design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Review </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Design Prototype</a:t>
              </a:r>
            </a:p>
            <a:p>
              <a:pPr defTabSz="914378"/>
              <a:endParaRPr lang="en-US" sz="800" kern="0" dirty="0">
                <a:latin typeface="Segoe UI" panose="020B0502040204020203" pitchFamily="34" charset="0"/>
                <a:cs typeface="Segoe UI" panose="020B0502040204020203" pitchFamily="34" charset="0"/>
              </a:endParaRPr>
            </a:p>
          </p:txBody>
        </p:sp>
        <p:sp>
          <p:nvSpPr>
            <p:cNvPr id="83" name="Rounded Rectangle 88">
              <a:extLst>
                <a:ext uri="{FF2B5EF4-FFF2-40B4-BE49-F238E27FC236}">
                  <a16:creationId xmlns:a16="http://schemas.microsoft.com/office/drawing/2014/main" id="{43DA025D-8219-4CD7-8B54-B3FB006C73E4}"/>
                </a:ext>
              </a:extLst>
            </p:cNvPr>
            <p:cNvSpPr/>
            <p:nvPr/>
          </p:nvSpPr>
          <p:spPr>
            <a:xfrm>
              <a:off x="771964" y="2649682"/>
              <a:ext cx="1048210" cy="353700"/>
            </a:xfrm>
            <a:prstGeom prst="roundRect">
              <a:avLst/>
            </a:prstGeom>
            <a:solidFill>
              <a:schemeClr val="accent1">
                <a:lumMod val="20000"/>
                <a:lumOff val="80000"/>
              </a:schemeClr>
            </a:solidFill>
            <a:ln w="9525" cap="flat" cmpd="sng" algn="ctr">
              <a:solidFill>
                <a:schemeClr val="accent1">
                  <a:lumMod val="40000"/>
                  <a:lumOff val="60000"/>
                </a:schemeClr>
              </a:solidFill>
              <a:prstDash val="dashDot"/>
            </a:ln>
            <a:effectLst/>
          </p:spPr>
          <p:txBody>
            <a:bodyPr lIns="68580" tIns="34290" rIns="68580" bIns="34290" rtlCol="0" anchor="ctr"/>
            <a:lstStyle/>
            <a:p>
              <a:pPr defTabSz="914378">
                <a:defRPr/>
              </a:pPr>
              <a:r>
                <a:rPr lang="en-US" sz="1050" kern="0" dirty="0">
                  <a:latin typeface="Calibri"/>
                </a:rPr>
                <a:t>Use Case</a:t>
              </a:r>
            </a:p>
          </p:txBody>
        </p:sp>
      </p:grpSp>
      <p:cxnSp>
        <p:nvCxnSpPr>
          <p:cNvPr id="84" name="Straight Connector 83">
            <a:extLst>
              <a:ext uri="{FF2B5EF4-FFF2-40B4-BE49-F238E27FC236}">
                <a16:creationId xmlns:a16="http://schemas.microsoft.com/office/drawing/2014/main" id="{E7000C3A-4156-4239-A4E7-817A4539E179}"/>
              </a:ext>
            </a:extLst>
          </p:cNvPr>
          <p:cNvCxnSpPr/>
          <p:nvPr/>
        </p:nvCxnSpPr>
        <p:spPr>
          <a:xfrm flipH="1">
            <a:off x="6729915" y="1010242"/>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87B3F88A-A8E7-4579-9A96-1617E633434F}"/>
              </a:ext>
            </a:extLst>
          </p:cNvPr>
          <p:cNvGrpSpPr/>
          <p:nvPr/>
        </p:nvGrpSpPr>
        <p:grpSpPr>
          <a:xfrm>
            <a:off x="5678550" y="2836479"/>
            <a:ext cx="1485345" cy="2112513"/>
            <a:chOff x="347347" y="2649682"/>
            <a:chExt cx="1472827" cy="2112513"/>
          </a:xfrm>
        </p:grpSpPr>
        <p:sp>
          <p:nvSpPr>
            <p:cNvPr id="90" name="Line Callout 2 (Accent Bar) 60">
              <a:extLst>
                <a:ext uri="{FF2B5EF4-FFF2-40B4-BE49-F238E27FC236}">
                  <a16:creationId xmlns:a16="http://schemas.microsoft.com/office/drawing/2014/main" id="{79664944-14D3-4591-8A64-67D94831D1D3}"/>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Feed Back / Changes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1" name="Rounded Rectangle 88">
              <a:extLst>
                <a:ext uri="{FF2B5EF4-FFF2-40B4-BE49-F238E27FC236}">
                  <a16:creationId xmlns:a16="http://schemas.microsoft.com/office/drawing/2014/main" id="{D8C10DEA-4B08-448F-BB8D-4EB2C2EFEA95}"/>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6" name="Group 95">
            <a:extLst>
              <a:ext uri="{FF2B5EF4-FFF2-40B4-BE49-F238E27FC236}">
                <a16:creationId xmlns:a16="http://schemas.microsoft.com/office/drawing/2014/main" id="{16B8B4F1-9F30-46C4-83C8-370586282716}"/>
              </a:ext>
            </a:extLst>
          </p:cNvPr>
          <p:cNvGrpSpPr/>
          <p:nvPr/>
        </p:nvGrpSpPr>
        <p:grpSpPr>
          <a:xfrm>
            <a:off x="7866667" y="2901078"/>
            <a:ext cx="1127520" cy="2112513"/>
            <a:chOff x="347347" y="2649682"/>
            <a:chExt cx="1472827" cy="2112513"/>
          </a:xfrm>
        </p:grpSpPr>
        <p:sp>
          <p:nvSpPr>
            <p:cNvPr id="102" name="Line Callout 2 (Accent Bar) 60">
              <a:extLst>
                <a:ext uri="{FF2B5EF4-FFF2-40B4-BE49-F238E27FC236}">
                  <a16:creationId xmlns:a16="http://schemas.microsoft.com/office/drawing/2014/main" id="{EA10423D-6195-40BD-9D77-BF4368F94492}"/>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Test / Change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ATP results</a:t>
              </a:r>
            </a:p>
            <a:p>
              <a:pPr defTabSz="914378"/>
              <a:endParaRPr lang="en-US" sz="800" kern="0" dirty="0">
                <a:latin typeface="Segoe UI" panose="020B0502040204020203" pitchFamily="34" charset="0"/>
                <a:cs typeface="Segoe UI" panose="020B0502040204020203" pitchFamily="34" charset="0"/>
              </a:endParaRPr>
            </a:p>
          </p:txBody>
        </p:sp>
        <p:sp>
          <p:nvSpPr>
            <p:cNvPr id="103" name="Rounded Rectangle 88">
              <a:extLst>
                <a:ext uri="{FF2B5EF4-FFF2-40B4-BE49-F238E27FC236}">
                  <a16:creationId xmlns:a16="http://schemas.microsoft.com/office/drawing/2014/main" id="{26B1373C-169A-42A0-B251-A50A5461773F}"/>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Verification</a:t>
              </a:r>
            </a:p>
          </p:txBody>
        </p:sp>
      </p:grpSp>
      <p:sp>
        <p:nvSpPr>
          <p:cNvPr id="114" name="Rounded Rectangle 107">
            <a:extLst>
              <a:ext uri="{FF2B5EF4-FFF2-40B4-BE49-F238E27FC236}">
                <a16:creationId xmlns:a16="http://schemas.microsoft.com/office/drawing/2014/main" id="{F39BC78B-72E3-4B85-9119-864319AD6897}"/>
              </a:ext>
            </a:extLst>
          </p:cNvPr>
          <p:cNvSpPr/>
          <p:nvPr/>
        </p:nvSpPr>
        <p:spPr>
          <a:xfrm>
            <a:off x="5810931" y="1654792"/>
            <a:ext cx="3100003" cy="274986"/>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Production Movement Sprints</a:t>
            </a:r>
          </a:p>
        </p:txBody>
      </p:sp>
      <p:sp>
        <p:nvSpPr>
          <p:cNvPr id="67" name="Rectangle 66">
            <a:extLst>
              <a:ext uri="{FF2B5EF4-FFF2-40B4-BE49-F238E27FC236}">
                <a16:creationId xmlns:a16="http://schemas.microsoft.com/office/drawing/2014/main" id="{0FAE5F2E-302D-413C-A3D4-415807BD77F1}"/>
              </a:ext>
            </a:extLst>
          </p:cNvPr>
          <p:cNvSpPr/>
          <p:nvPr/>
        </p:nvSpPr>
        <p:spPr>
          <a:xfrm>
            <a:off x="1788913" y="286954"/>
            <a:ext cx="5572020" cy="430887"/>
          </a:xfrm>
          <a:prstGeom prst="rect">
            <a:avLst/>
          </a:prstGeom>
        </p:spPr>
        <p:txBody>
          <a:bodyPr wrap="square" lIns="0">
            <a:spAutoFit/>
          </a:bodyPr>
          <a:lstStyle/>
          <a:p>
            <a:pPr algn="ctr"/>
            <a:r>
              <a:rPr lang="en-US" sz="2200" b="1" dirty="0">
                <a:solidFill>
                  <a:schemeClr val="accent1"/>
                </a:solidFill>
                <a:latin typeface="Raleway SemiBold" panose="020B0503030101060003" pitchFamily="34" charset="77"/>
              </a:rPr>
              <a:t>Sample </a:t>
            </a:r>
            <a:r>
              <a:rPr lang="en-US" sz="2200" b="1" dirty="0">
                <a:solidFill>
                  <a:schemeClr val="tx1">
                    <a:lumMod val="90000"/>
                    <a:lumOff val="10000"/>
                  </a:schemeClr>
                </a:solidFill>
                <a:latin typeface="Raleway SemiBold" panose="020B0503030101060003" pitchFamily="34" charset="77"/>
              </a:rPr>
              <a:t>Project Timeline</a:t>
            </a:r>
          </a:p>
        </p:txBody>
      </p:sp>
      <p:sp>
        <p:nvSpPr>
          <p:cNvPr id="72" name="TextBox 71">
            <a:extLst>
              <a:ext uri="{FF2B5EF4-FFF2-40B4-BE49-F238E27FC236}">
                <a16:creationId xmlns:a16="http://schemas.microsoft.com/office/drawing/2014/main" id="{A58EDD76-93A4-402E-BC09-AB4F9E9B84D2}"/>
              </a:ext>
            </a:extLst>
          </p:cNvPr>
          <p:cNvSpPr txBox="1"/>
          <p:nvPr/>
        </p:nvSpPr>
        <p:spPr>
          <a:xfrm>
            <a:off x="3494638" y="69247"/>
            <a:ext cx="2154725" cy="161583"/>
          </a:xfrm>
          <a:prstGeom prst="rect">
            <a:avLst/>
          </a:prstGeom>
          <a:noFill/>
        </p:spPr>
        <p:txBody>
          <a:bodyPr wrap="square" lIns="0" tIns="0" rIns="0" bIns="0" rtlCol="0">
            <a:spAutoFit/>
          </a:bodyPr>
          <a:lstStyle/>
          <a:p>
            <a:pPr algn="ctr"/>
            <a:r>
              <a:rPr lang="en-US" sz="1050" dirty="0">
                <a:solidFill>
                  <a:srgbClr val="FFFFFF"/>
                </a:solidFill>
                <a:latin typeface="Raleway Medium" panose="020B0503030101060003" pitchFamily="34" charset="77"/>
                <a:ea typeface="Roboto" panose="02000000000000000000" pitchFamily="2" charset="0"/>
                <a:cs typeface="Open Sans" panose="020B0606030504020204" pitchFamily="34" charset="0"/>
              </a:rPr>
              <a:t>Timeline</a:t>
            </a:r>
          </a:p>
        </p:txBody>
      </p:sp>
      <p:grpSp>
        <p:nvGrpSpPr>
          <p:cNvPr id="10" name="Group 9">
            <a:extLst>
              <a:ext uri="{FF2B5EF4-FFF2-40B4-BE49-F238E27FC236}">
                <a16:creationId xmlns:a16="http://schemas.microsoft.com/office/drawing/2014/main" id="{68E719DC-D9E6-4917-99F6-0C880425CB7F}"/>
              </a:ext>
            </a:extLst>
          </p:cNvPr>
          <p:cNvGrpSpPr/>
          <p:nvPr/>
        </p:nvGrpSpPr>
        <p:grpSpPr>
          <a:xfrm>
            <a:off x="1195979" y="3027926"/>
            <a:ext cx="1472742" cy="2112513"/>
            <a:chOff x="347347" y="2649682"/>
            <a:chExt cx="1466030" cy="2112513"/>
          </a:xfrm>
        </p:grpSpPr>
        <p:sp>
          <p:nvSpPr>
            <p:cNvPr id="61" name="Line Callout 2 (Accent Bar) 60"/>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PH1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89" name="Rounded Rectangle 88"/>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3" name="Group 92">
            <a:extLst>
              <a:ext uri="{FF2B5EF4-FFF2-40B4-BE49-F238E27FC236}">
                <a16:creationId xmlns:a16="http://schemas.microsoft.com/office/drawing/2014/main" id="{7C22E445-7E50-481C-8EF6-DCC2C73C490F}"/>
              </a:ext>
            </a:extLst>
          </p:cNvPr>
          <p:cNvGrpSpPr/>
          <p:nvPr/>
        </p:nvGrpSpPr>
        <p:grpSpPr>
          <a:xfrm>
            <a:off x="2990474" y="2836479"/>
            <a:ext cx="2135341" cy="2112513"/>
            <a:chOff x="347347" y="2649682"/>
            <a:chExt cx="1466030" cy="2112513"/>
          </a:xfrm>
        </p:grpSpPr>
        <p:sp>
          <p:nvSpPr>
            <p:cNvPr id="94" name="Line Callout 2 (Accent Bar) 60">
              <a:extLst>
                <a:ext uri="{FF2B5EF4-FFF2-40B4-BE49-F238E27FC236}">
                  <a16:creationId xmlns:a16="http://schemas.microsoft.com/office/drawing/2014/main" id="{0D6D6DE6-15CC-4EA8-95D3-83D258E818AD}"/>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5" name="Rounded Rectangle 88">
              <a:extLst>
                <a:ext uri="{FF2B5EF4-FFF2-40B4-BE49-F238E27FC236}">
                  <a16:creationId xmlns:a16="http://schemas.microsoft.com/office/drawing/2014/main" id="{B3824BDA-759E-45EE-967D-EC117BCC8A4D}"/>
                </a:ext>
              </a:extLst>
            </p:cNvPr>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sp>
        <p:nvSpPr>
          <p:cNvPr id="97" name="Rounded Rectangle 27">
            <a:extLst>
              <a:ext uri="{FF2B5EF4-FFF2-40B4-BE49-F238E27FC236}">
                <a16:creationId xmlns:a16="http://schemas.microsoft.com/office/drawing/2014/main" id="{A13316E7-3369-4710-942E-DA1A44F5C7C7}"/>
              </a:ext>
            </a:extLst>
          </p:cNvPr>
          <p:cNvSpPr/>
          <p:nvPr/>
        </p:nvSpPr>
        <p:spPr>
          <a:xfrm rot="16200000">
            <a:off x="4208719" y="3654868"/>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3</a:t>
            </a:r>
          </a:p>
        </p:txBody>
      </p:sp>
      <p:sp>
        <p:nvSpPr>
          <p:cNvPr id="28" name="Rounded Rectangle 27"/>
          <p:cNvSpPr/>
          <p:nvPr/>
        </p:nvSpPr>
        <p:spPr>
          <a:xfrm rot="16200000">
            <a:off x="-1108429" y="3547527"/>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1</a:t>
            </a:r>
          </a:p>
        </p:txBody>
      </p:sp>
      <p:sp>
        <p:nvSpPr>
          <p:cNvPr id="74" name="Rounded Rectangle 29">
            <a:extLst>
              <a:ext uri="{FF2B5EF4-FFF2-40B4-BE49-F238E27FC236}">
                <a16:creationId xmlns:a16="http://schemas.microsoft.com/office/drawing/2014/main" id="{811F8220-8113-4922-961B-298ADEAED286}"/>
              </a:ext>
            </a:extLst>
          </p:cNvPr>
          <p:cNvSpPr/>
          <p:nvPr/>
        </p:nvSpPr>
        <p:spPr>
          <a:xfrm>
            <a:off x="3056974" y="2273800"/>
            <a:ext cx="2162034"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  IT1 Modules</a:t>
            </a:r>
          </a:p>
        </p:txBody>
      </p:sp>
      <p:sp>
        <p:nvSpPr>
          <p:cNvPr id="85" name="Rounded Rectangle 29">
            <a:extLst>
              <a:ext uri="{FF2B5EF4-FFF2-40B4-BE49-F238E27FC236}">
                <a16:creationId xmlns:a16="http://schemas.microsoft.com/office/drawing/2014/main" id="{99966AB6-64F2-48E7-8EF6-F5A77A196823}"/>
              </a:ext>
            </a:extLst>
          </p:cNvPr>
          <p:cNvSpPr/>
          <p:nvPr/>
        </p:nvSpPr>
        <p:spPr>
          <a:xfrm>
            <a:off x="7989356" y="2247963"/>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Acceptance</a:t>
            </a:r>
          </a:p>
        </p:txBody>
      </p:sp>
      <p:grpSp>
        <p:nvGrpSpPr>
          <p:cNvPr id="86" name="Group 85">
            <a:extLst>
              <a:ext uri="{FF2B5EF4-FFF2-40B4-BE49-F238E27FC236}">
                <a16:creationId xmlns:a16="http://schemas.microsoft.com/office/drawing/2014/main" id="{7D769846-B137-4EFD-A558-D76B7E5658E5}"/>
              </a:ext>
            </a:extLst>
          </p:cNvPr>
          <p:cNvGrpSpPr/>
          <p:nvPr/>
        </p:nvGrpSpPr>
        <p:grpSpPr>
          <a:xfrm>
            <a:off x="6654956" y="3130983"/>
            <a:ext cx="1214631" cy="1920790"/>
            <a:chOff x="347347" y="2649682"/>
            <a:chExt cx="1472827" cy="2112513"/>
          </a:xfrm>
        </p:grpSpPr>
        <p:sp>
          <p:nvSpPr>
            <p:cNvPr id="87" name="Line Callout 2 (Accent Bar) 60">
              <a:extLst>
                <a:ext uri="{FF2B5EF4-FFF2-40B4-BE49-F238E27FC236}">
                  <a16:creationId xmlns:a16="http://schemas.microsoft.com/office/drawing/2014/main" id="{1FEC28E8-23CB-47AF-85F4-AF5265A579F0}"/>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Release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Operation</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Production App</a:t>
              </a:r>
            </a:p>
            <a:p>
              <a:pPr defTabSz="914378"/>
              <a:endParaRPr lang="en-US" sz="800" kern="0" dirty="0">
                <a:latin typeface="Segoe UI" panose="020B0502040204020203" pitchFamily="34" charset="0"/>
                <a:cs typeface="Segoe UI" panose="020B0502040204020203" pitchFamily="34" charset="0"/>
              </a:endParaRPr>
            </a:p>
          </p:txBody>
        </p:sp>
        <p:sp>
          <p:nvSpPr>
            <p:cNvPr id="98" name="Rounded Rectangle 88">
              <a:extLst>
                <a:ext uri="{FF2B5EF4-FFF2-40B4-BE49-F238E27FC236}">
                  <a16:creationId xmlns:a16="http://schemas.microsoft.com/office/drawing/2014/main" id="{AFCE4095-6E75-47CE-B7D3-A444144FA22D}"/>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Deployment</a:t>
              </a:r>
            </a:p>
          </p:txBody>
        </p:sp>
      </p:grpSp>
      <p:sp>
        <p:nvSpPr>
          <p:cNvPr id="75" name="TextBox 74">
            <a:extLst>
              <a:ext uri="{FF2B5EF4-FFF2-40B4-BE49-F238E27FC236}">
                <a16:creationId xmlns:a16="http://schemas.microsoft.com/office/drawing/2014/main" id="{5C35B843-2001-4B21-A97A-8EEE7A5D6076}"/>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598699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p:cNvGrpSpPr/>
          <p:nvPr/>
        </p:nvGrpSpPr>
        <p:grpSpPr>
          <a:xfrm>
            <a:off x="470464" y="464620"/>
            <a:ext cx="8426659" cy="324779"/>
            <a:chOff x="893915" y="464620"/>
            <a:chExt cx="7548004" cy="324779"/>
          </a:xfrm>
        </p:grpSpPr>
        <p:sp>
          <p:nvSpPr>
            <p:cNvPr id="2" name="Round Diagonal Corner Rectangle 1"/>
            <p:cNvSpPr/>
            <p:nvPr/>
          </p:nvSpPr>
          <p:spPr>
            <a:xfrm>
              <a:off x="893915" y="464620"/>
              <a:ext cx="7548004" cy="324779"/>
            </a:xfrm>
            <a:prstGeom prst="round2DiagRect">
              <a:avLst>
                <a:gd name="adj1" fmla="val 26236"/>
                <a:gd name="adj2" fmla="val 1257"/>
              </a:avLst>
            </a:prstGeom>
            <a:gradFill flip="none" rotWithShape="1">
              <a:gsLst>
                <a:gs pos="100000">
                  <a:srgbClr val="FFFFFF">
                    <a:lumMod val="50000"/>
                  </a:srgbClr>
                </a:gs>
                <a:gs pos="50000">
                  <a:srgbClr val="FFFFFF">
                    <a:lumMod val="75000"/>
                  </a:srgbClr>
                </a:gs>
                <a:gs pos="0">
                  <a:srgbClr val="FFFFFF">
                    <a:lumMod val="50000"/>
                  </a:srgbClr>
                </a:gs>
              </a:gsLst>
              <a:lin ang="5400000" scaled="1"/>
              <a:tileRect/>
            </a:gradFill>
            <a:ln w="12700" cap="flat" cmpd="sng" algn="ctr">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10800000" scaled="1"/>
                <a:tileRect/>
              </a:grad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3" name="Rectangle 2"/>
            <p:cNvSpPr/>
            <p:nvPr/>
          </p:nvSpPr>
          <p:spPr>
            <a:xfrm>
              <a:off x="180480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4" name="Rectangle 3"/>
            <p:cNvSpPr/>
            <p:nvPr/>
          </p:nvSpPr>
          <p:spPr>
            <a:xfrm>
              <a:off x="2799304"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5" name="Rectangle 4"/>
            <p:cNvSpPr/>
            <p:nvPr/>
          </p:nvSpPr>
          <p:spPr>
            <a:xfrm>
              <a:off x="4758699"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6" name="Rectangle 5"/>
            <p:cNvSpPr/>
            <p:nvPr/>
          </p:nvSpPr>
          <p:spPr>
            <a:xfrm>
              <a:off x="566577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7" name="Rectangle 6"/>
            <p:cNvSpPr/>
            <p:nvPr/>
          </p:nvSpPr>
          <p:spPr>
            <a:xfrm>
              <a:off x="657284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8" name="Rectangle 7"/>
            <p:cNvSpPr/>
            <p:nvPr/>
          </p:nvSpPr>
          <p:spPr>
            <a:xfrm>
              <a:off x="747992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1" name="Rectangle 10"/>
            <p:cNvSpPr/>
            <p:nvPr/>
          </p:nvSpPr>
          <p:spPr>
            <a:xfrm>
              <a:off x="3716166"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2" name="TextBox 11"/>
            <p:cNvSpPr txBox="1"/>
            <p:nvPr/>
          </p:nvSpPr>
          <p:spPr>
            <a:xfrm>
              <a:off x="1026054"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Jan</a:t>
              </a:r>
            </a:p>
          </p:txBody>
        </p:sp>
        <p:sp>
          <p:nvSpPr>
            <p:cNvPr id="13" name="TextBox 12"/>
            <p:cNvSpPr txBox="1"/>
            <p:nvPr/>
          </p:nvSpPr>
          <p:spPr>
            <a:xfrm>
              <a:off x="1942915"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Feb</a:t>
              </a:r>
            </a:p>
          </p:txBody>
        </p:sp>
        <p:sp>
          <p:nvSpPr>
            <p:cNvPr id="14" name="TextBox 13"/>
            <p:cNvSpPr txBox="1"/>
            <p:nvPr/>
          </p:nvSpPr>
          <p:spPr>
            <a:xfrm>
              <a:off x="2937411"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Mar</a:t>
              </a:r>
            </a:p>
          </p:txBody>
        </p:sp>
        <p:sp>
          <p:nvSpPr>
            <p:cNvPr id="15" name="TextBox 14"/>
            <p:cNvSpPr txBox="1"/>
            <p:nvPr/>
          </p:nvSpPr>
          <p:spPr>
            <a:xfrm>
              <a:off x="3854273" y="510824"/>
              <a:ext cx="780502"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Apr</a:t>
              </a:r>
            </a:p>
          </p:txBody>
        </p:sp>
        <p:sp>
          <p:nvSpPr>
            <p:cNvPr id="16" name="TextBox 15"/>
            <p:cNvSpPr txBox="1"/>
            <p:nvPr/>
          </p:nvSpPr>
          <p:spPr>
            <a:xfrm>
              <a:off x="4896806"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May</a:t>
              </a:r>
            </a:p>
          </p:txBody>
        </p:sp>
        <p:sp>
          <p:nvSpPr>
            <p:cNvPr id="17" name="TextBox 16"/>
            <p:cNvSpPr txBox="1"/>
            <p:nvPr/>
          </p:nvSpPr>
          <p:spPr>
            <a:xfrm>
              <a:off x="5803881"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Jun</a:t>
              </a:r>
            </a:p>
          </p:txBody>
        </p:sp>
        <p:sp>
          <p:nvSpPr>
            <p:cNvPr id="18" name="TextBox 17"/>
            <p:cNvSpPr txBox="1"/>
            <p:nvPr/>
          </p:nvSpPr>
          <p:spPr>
            <a:xfrm>
              <a:off x="6710955"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Jul</a:t>
              </a:r>
            </a:p>
          </p:txBody>
        </p:sp>
        <p:sp>
          <p:nvSpPr>
            <p:cNvPr id="19" name="TextBox 18"/>
            <p:cNvSpPr txBox="1"/>
            <p:nvPr/>
          </p:nvSpPr>
          <p:spPr>
            <a:xfrm>
              <a:off x="7618023"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Aug</a:t>
              </a:r>
            </a:p>
          </p:txBody>
        </p:sp>
      </p:grpSp>
      <p:sp>
        <p:nvSpPr>
          <p:cNvPr id="20" name="Rounded Rectangle 19"/>
          <p:cNvSpPr/>
          <p:nvPr/>
        </p:nvSpPr>
        <p:spPr>
          <a:xfrm>
            <a:off x="470464" y="1451069"/>
            <a:ext cx="4062875" cy="277381"/>
          </a:xfrm>
          <a:prstGeom prst="roundRect">
            <a:avLst/>
          </a:prstGeom>
          <a:solidFill>
            <a:srgbClr val="CC0000"/>
          </a:solidFill>
          <a:ln w="9525" cap="flat" cmpd="sng" algn="ctr">
            <a:gradFill flip="none" rotWithShape="1">
              <a:gsLst>
                <a:gs pos="0">
                  <a:srgbClr val="BF0103">
                    <a:lumMod val="40000"/>
                    <a:lumOff val="60000"/>
                  </a:srgbClr>
                </a:gs>
                <a:gs pos="100000">
                  <a:srgbClr val="BF0103">
                    <a:lumMod val="40000"/>
                    <a:lumOff val="60000"/>
                  </a:srgbClr>
                </a:gs>
                <a:gs pos="50000">
                  <a:srgbClr val="BF0103">
                    <a:lumMod val="20000"/>
                    <a:lumOff val="8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Design Sprints</a:t>
            </a:r>
          </a:p>
        </p:txBody>
      </p:sp>
      <p:cxnSp>
        <p:nvCxnSpPr>
          <p:cNvPr id="21" name="Straight Connector 20"/>
          <p:cNvCxnSpPr/>
          <p:nvPr/>
        </p:nvCxnSpPr>
        <p:spPr>
          <a:xfrm rot="5400000">
            <a:off x="2133459" y="1819668"/>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1487393" y="1756528"/>
            <a:ext cx="3045947" cy="277381"/>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Development Sprints</a:t>
            </a:r>
          </a:p>
        </p:txBody>
      </p:sp>
      <p:cxnSp>
        <p:nvCxnSpPr>
          <p:cNvPr id="25" name="Straight Connector 24"/>
          <p:cNvCxnSpPr/>
          <p:nvPr/>
        </p:nvCxnSpPr>
        <p:spPr>
          <a:xfrm>
            <a:off x="477838" y="844948"/>
            <a:ext cx="0" cy="880993"/>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2589864" y="789399"/>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8" name="Rounded Rectangle 27"/>
          <p:cNvSpPr/>
          <p:nvPr/>
        </p:nvSpPr>
        <p:spPr>
          <a:xfrm rot="16200000">
            <a:off x="-1108429" y="3296067"/>
            <a:ext cx="2632893" cy="278657"/>
          </a:xfrm>
          <a:prstGeom prst="roundRect">
            <a:avLst/>
          </a:prstGeom>
          <a:solidFill>
            <a:schemeClr val="tx1">
              <a:lumMod val="65000"/>
              <a:lumOff val="35000"/>
            </a:schemeClr>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Phase 1</a:t>
            </a:r>
          </a:p>
        </p:txBody>
      </p:sp>
      <p:sp>
        <p:nvSpPr>
          <p:cNvPr id="30" name="Rounded Rectangle 29"/>
          <p:cNvSpPr/>
          <p:nvPr/>
        </p:nvSpPr>
        <p:spPr>
          <a:xfrm>
            <a:off x="2584909" y="2572923"/>
            <a:ext cx="1948431" cy="425798"/>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Vehicle Content Service – Enriched Vehicle</a:t>
            </a:r>
          </a:p>
        </p:txBody>
      </p:sp>
      <p:sp>
        <p:nvSpPr>
          <p:cNvPr id="32" name="Rounded Rectangle 31"/>
          <p:cNvSpPr/>
          <p:nvPr/>
        </p:nvSpPr>
        <p:spPr>
          <a:xfrm>
            <a:off x="755899" y="2122374"/>
            <a:ext cx="1833965" cy="430132"/>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Requirements Documentation</a:t>
            </a:r>
          </a:p>
        </p:txBody>
      </p:sp>
      <p:cxnSp>
        <p:nvCxnSpPr>
          <p:cNvPr id="34" name="Straight Connector 33"/>
          <p:cNvCxnSpPr>
            <a:endCxn id="30" idx="1"/>
          </p:cNvCxnSpPr>
          <p:nvPr/>
        </p:nvCxnSpPr>
        <p:spPr>
          <a:xfrm flipH="1">
            <a:off x="2584909" y="125558"/>
            <a:ext cx="11894" cy="266026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747272" y="789399"/>
            <a:ext cx="1" cy="1671021"/>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70464" y="106334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S0</a:t>
            </a:r>
          </a:p>
        </p:txBody>
      </p:sp>
      <p:sp>
        <p:nvSpPr>
          <p:cNvPr id="40" name="Rounded Rectangle 39"/>
          <p:cNvSpPr/>
          <p:nvPr/>
        </p:nvSpPr>
        <p:spPr>
          <a:xfrm rot="16200000">
            <a:off x="-296068" y="1390494"/>
            <a:ext cx="1008176" cy="278657"/>
          </a:xfrm>
          <a:prstGeom prst="roundRect">
            <a:avLst/>
          </a:prstGeom>
          <a:solidFill>
            <a:schemeClr val="tx1">
              <a:lumMod val="65000"/>
              <a:lumOff val="35000"/>
            </a:schemeClr>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r>
              <a:rPr lang="en-US" sz="1200" b="1" kern="0" dirty="0">
                <a:solidFill>
                  <a:prstClr val="white"/>
                </a:solidFill>
                <a:latin typeface="Calibri"/>
              </a:rPr>
              <a:t>Sprints</a:t>
            </a:r>
          </a:p>
        </p:txBody>
      </p:sp>
      <p:grpSp>
        <p:nvGrpSpPr>
          <p:cNvPr id="72" name="Group 71"/>
          <p:cNvGrpSpPr/>
          <p:nvPr/>
        </p:nvGrpSpPr>
        <p:grpSpPr>
          <a:xfrm>
            <a:off x="849131" y="1061502"/>
            <a:ext cx="1626219" cy="209596"/>
            <a:chOff x="849131" y="1061502"/>
            <a:chExt cx="1626219" cy="209596"/>
          </a:xfrm>
        </p:grpSpPr>
        <p:sp>
          <p:nvSpPr>
            <p:cNvPr id="37" name="TextBox 36"/>
            <p:cNvSpPr txBox="1"/>
            <p:nvPr/>
          </p:nvSpPr>
          <p:spPr>
            <a:xfrm>
              <a:off x="849131" y="106334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a:t>
              </a:r>
            </a:p>
          </p:txBody>
        </p:sp>
        <p:sp>
          <p:nvSpPr>
            <p:cNvPr id="38" name="TextBox 37"/>
            <p:cNvSpPr txBox="1"/>
            <p:nvPr/>
          </p:nvSpPr>
          <p:spPr>
            <a:xfrm>
              <a:off x="1293574" y="106334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S2</a:t>
              </a:r>
            </a:p>
          </p:txBody>
        </p:sp>
        <p:sp>
          <p:nvSpPr>
            <p:cNvPr id="39" name="TextBox 38"/>
            <p:cNvSpPr txBox="1"/>
            <p:nvPr/>
          </p:nvSpPr>
          <p:spPr>
            <a:xfrm>
              <a:off x="1731328" y="106334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S3</a:t>
              </a:r>
            </a:p>
          </p:txBody>
        </p:sp>
        <p:sp>
          <p:nvSpPr>
            <p:cNvPr id="41" name="TextBox 40"/>
            <p:cNvSpPr txBox="1"/>
            <p:nvPr/>
          </p:nvSpPr>
          <p:spPr>
            <a:xfrm>
              <a:off x="2164037" y="1061502"/>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S4</a:t>
              </a:r>
            </a:p>
          </p:txBody>
        </p:sp>
      </p:grpSp>
      <p:sp>
        <p:nvSpPr>
          <p:cNvPr id="61" name="Line Callout 2 (Accent Bar) 60"/>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Procure AWS environment from D&amp;IS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Review AWS Infrastructure and Technology Stack</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Continuous Integration Build and Processes</a:t>
            </a:r>
          </a:p>
        </p:txBody>
      </p:sp>
      <p:sp>
        <p:nvSpPr>
          <p:cNvPr id="69" name="Text Placeholder 6"/>
          <p:cNvSpPr txBox="1">
            <a:spLocks/>
          </p:cNvSpPr>
          <p:nvPr/>
        </p:nvSpPr>
        <p:spPr>
          <a:xfrm>
            <a:off x="3282609" y="43986"/>
            <a:ext cx="5794716" cy="422740"/>
          </a:xfrm>
          <a:prstGeom prst="rect">
            <a:avLst/>
          </a:prstGeom>
        </p:spPr>
        <p:txBody>
          <a:bodyPr lIns="0" tIns="0" rIns="0" bIns="0" anchor="t" anchorCtr="0"/>
          <a:lstStyle>
            <a:defPPr>
              <a:defRPr lang="en-US"/>
            </a:defPPr>
            <a:lvl1pPr algn="r">
              <a:spcBef>
                <a:spcPct val="0"/>
              </a:spcBef>
              <a:buNone/>
              <a:defRPr sz="2400" baseline="0">
                <a:solidFill>
                  <a:srgbClr val="DA291C"/>
                </a:solidFill>
                <a:latin typeface="Arial"/>
                <a:ea typeface="+mj-ea"/>
                <a:cs typeface="+mj-cs"/>
              </a:defRPr>
            </a:lvl1pPr>
          </a:lstStyle>
          <a:p>
            <a:r>
              <a:rPr lang="en-US" altLang="ja-JP" dirty="0"/>
              <a:t>Proposed Project Timeline</a:t>
            </a:r>
          </a:p>
        </p:txBody>
      </p:sp>
      <p:sp>
        <p:nvSpPr>
          <p:cNvPr id="104" name="Right Arrow 103"/>
          <p:cNvSpPr/>
          <p:nvPr/>
        </p:nvSpPr>
        <p:spPr bwMode="auto">
          <a:xfrm>
            <a:off x="7795846" y="981301"/>
            <a:ext cx="1306082" cy="351834"/>
          </a:xfrm>
          <a:prstGeom prst="rightArrow">
            <a:avLst/>
          </a:prstGeom>
          <a:solidFill>
            <a:schemeClr val="bg1">
              <a:lumMod val="95000"/>
            </a:schemeClr>
          </a:solidFill>
          <a:ln w="6350" cap="flat" cmpd="sng" algn="ctr">
            <a:solidFill>
              <a:schemeClr val="tx1"/>
            </a:solidFill>
            <a:prstDash val="dashDot"/>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378"/>
            <a:r>
              <a:rPr lang="en-US" sz="1050" kern="0" dirty="0">
                <a:latin typeface="Segoe UI" panose="020B0502040204020203" pitchFamily="34" charset="0"/>
                <a:cs typeface="Segoe UI" panose="020B0502040204020203" pitchFamily="34" charset="0"/>
              </a:rPr>
              <a:t>Future Phases</a:t>
            </a:r>
          </a:p>
        </p:txBody>
      </p:sp>
      <p:sp>
        <p:nvSpPr>
          <p:cNvPr id="79" name="Rounded Rectangle 78"/>
          <p:cNvSpPr/>
          <p:nvPr/>
        </p:nvSpPr>
        <p:spPr>
          <a:xfrm rot="16200000">
            <a:off x="2661871" y="2707623"/>
            <a:ext cx="4021596" cy="278657"/>
          </a:xfrm>
          <a:prstGeom prst="roundRect">
            <a:avLst/>
          </a:prstGeom>
          <a:solidFill>
            <a:schemeClr val="tx1">
              <a:lumMod val="65000"/>
              <a:lumOff val="35000"/>
            </a:schemeClr>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r>
              <a:rPr lang="en-US" sz="1200" b="1" kern="0" dirty="0">
                <a:solidFill>
                  <a:prstClr val="white"/>
                </a:solidFill>
                <a:latin typeface="Calibri"/>
              </a:rPr>
              <a:t>CHRISTMAS BREAK</a:t>
            </a:r>
          </a:p>
        </p:txBody>
      </p:sp>
      <p:sp>
        <p:nvSpPr>
          <p:cNvPr id="89" name="Rounded Rectangle 88"/>
          <p:cNvSpPr/>
          <p:nvPr/>
        </p:nvSpPr>
        <p:spPr>
          <a:xfrm>
            <a:off x="771964" y="2649682"/>
            <a:ext cx="1048210" cy="353700"/>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Architecture</a:t>
            </a:r>
          </a:p>
        </p:txBody>
      </p:sp>
      <p:sp>
        <p:nvSpPr>
          <p:cNvPr id="92" name="Rounded Rectangle 91"/>
          <p:cNvSpPr/>
          <p:nvPr/>
        </p:nvSpPr>
        <p:spPr>
          <a:xfrm>
            <a:off x="1533313" y="3057165"/>
            <a:ext cx="1048210" cy="353700"/>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Architecture / Service Design</a:t>
            </a:r>
          </a:p>
        </p:txBody>
      </p:sp>
      <p:grpSp>
        <p:nvGrpSpPr>
          <p:cNvPr id="93" name="Group 92"/>
          <p:cNvGrpSpPr/>
          <p:nvPr/>
        </p:nvGrpSpPr>
        <p:grpSpPr>
          <a:xfrm>
            <a:off x="2762625" y="1057968"/>
            <a:ext cx="1626219" cy="214528"/>
            <a:chOff x="849131" y="1063349"/>
            <a:chExt cx="1626219" cy="214528"/>
          </a:xfrm>
        </p:grpSpPr>
        <p:sp>
          <p:nvSpPr>
            <p:cNvPr id="94" name="TextBox 93"/>
            <p:cNvSpPr txBox="1"/>
            <p:nvPr/>
          </p:nvSpPr>
          <p:spPr>
            <a:xfrm>
              <a:off x="849131" y="106334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S5</a:t>
              </a:r>
            </a:p>
          </p:txBody>
        </p:sp>
        <p:sp>
          <p:nvSpPr>
            <p:cNvPr id="95" name="TextBox 94"/>
            <p:cNvSpPr txBox="1"/>
            <p:nvPr/>
          </p:nvSpPr>
          <p:spPr>
            <a:xfrm>
              <a:off x="1293574" y="106334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S6</a:t>
              </a:r>
            </a:p>
          </p:txBody>
        </p:sp>
        <p:sp>
          <p:nvSpPr>
            <p:cNvPr id="97" name="TextBox 96"/>
            <p:cNvSpPr txBox="1"/>
            <p:nvPr/>
          </p:nvSpPr>
          <p:spPr>
            <a:xfrm>
              <a:off x="1731328" y="106334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S7</a:t>
              </a:r>
            </a:p>
          </p:txBody>
        </p:sp>
        <p:sp>
          <p:nvSpPr>
            <p:cNvPr id="98" name="TextBox 97"/>
            <p:cNvSpPr txBox="1"/>
            <p:nvPr/>
          </p:nvSpPr>
          <p:spPr>
            <a:xfrm>
              <a:off x="2164037" y="1070128"/>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S8</a:t>
              </a:r>
            </a:p>
          </p:txBody>
        </p:sp>
      </p:grpSp>
      <p:sp>
        <p:nvSpPr>
          <p:cNvPr id="99" name="Line Callout 2 (Accent Bar) 98"/>
          <p:cNvSpPr/>
          <p:nvPr/>
        </p:nvSpPr>
        <p:spPr bwMode="auto">
          <a:xfrm>
            <a:off x="1414726" y="3571069"/>
            <a:ext cx="1485914" cy="1292501"/>
          </a:xfrm>
          <a:prstGeom prst="accentCallout2">
            <a:avLst>
              <a:gd name="adj1" fmla="val -605"/>
              <a:gd name="adj2" fmla="val 5299"/>
              <a:gd name="adj3" fmla="val -14454"/>
              <a:gd name="adj4" fmla="val 27252"/>
              <a:gd name="adj5" fmla="val -13075"/>
              <a:gd name="adj6" fmla="val 26364"/>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Define and Design services structure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Design caching strategy</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Finalize AWS Technology Stack</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AWS Initial Environment Setup</a:t>
            </a:r>
          </a:p>
        </p:txBody>
      </p:sp>
      <p:sp>
        <p:nvSpPr>
          <p:cNvPr id="100" name="Rounded Rectangle 99"/>
          <p:cNvSpPr/>
          <p:nvPr/>
        </p:nvSpPr>
        <p:spPr>
          <a:xfrm>
            <a:off x="2581523" y="3633292"/>
            <a:ext cx="1948431" cy="448577"/>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Rules Service – </a:t>
            </a:r>
          </a:p>
          <a:p>
            <a:pPr algn="ctr" defTabSz="914378">
              <a:defRPr/>
            </a:pPr>
            <a:r>
              <a:rPr lang="en-US" sz="1000" kern="0" dirty="0">
                <a:latin typeface="Calibri"/>
              </a:rPr>
              <a:t>Enriched rules</a:t>
            </a:r>
          </a:p>
        </p:txBody>
      </p:sp>
      <p:sp>
        <p:nvSpPr>
          <p:cNvPr id="101" name="Line Callout 2 (Accent Bar) 100"/>
          <p:cNvSpPr/>
          <p:nvPr/>
        </p:nvSpPr>
        <p:spPr bwMode="auto">
          <a:xfrm>
            <a:off x="2704152" y="3137046"/>
            <a:ext cx="1816070" cy="462020"/>
          </a:xfrm>
          <a:prstGeom prst="accentCallout2">
            <a:avLst>
              <a:gd name="adj1" fmla="val 12611"/>
              <a:gd name="adj2" fmla="val 7964"/>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National English Content service (Toyota and Lexus)</a:t>
            </a:r>
          </a:p>
        </p:txBody>
      </p:sp>
      <p:sp>
        <p:nvSpPr>
          <p:cNvPr id="106" name="Line Callout 2 (Accent Bar) 105"/>
          <p:cNvSpPr/>
          <p:nvPr/>
        </p:nvSpPr>
        <p:spPr bwMode="auto">
          <a:xfrm>
            <a:off x="2715275" y="4299669"/>
            <a:ext cx="1814679" cy="767205"/>
          </a:xfrm>
          <a:prstGeom prst="accentCallout2">
            <a:avLst>
              <a:gd name="adj1" fmla="val 12611"/>
              <a:gd name="adj2" fmla="val 7964"/>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Rules – Enriched rules service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Rules – Features Display</a:t>
            </a:r>
          </a:p>
          <a:p>
            <a:pPr marL="112713" indent="-112713" defTabSz="914378">
              <a:buFont typeface="Arial" panose="020B0604020202020204" pitchFamily="34" charset="0"/>
              <a:buChar char="•"/>
            </a:pPr>
            <a:endParaRPr lang="en-US" sz="800" kern="0" dirty="0">
              <a:latin typeface="Segoe UI" panose="020B0502040204020203" pitchFamily="34" charset="0"/>
              <a:cs typeface="Segoe UI" panose="020B0502040204020203" pitchFamily="34" charset="0"/>
            </a:endParaRPr>
          </a:p>
        </p:txBody>
      </p:sp>
      <p:cxnSp>
        <p:nvCxnSpPr>
          <p:cNvPr id="107" name="Straight Connector 106"/>
          <p:cNvCxnSpPr/>
          <p:nvPr/>
        </p:nvCxnSpPr>
        <p:spPr>
          <a:xfrm rot="5400000">
            <a:off x="4377995" y="1815312"/>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08" name="Rounded Rectangle 107"/>
          <p:cNvSpPr/>
          <p:nvPr/>
        </p:nvSpPr>
        <p:spPr>
          <a:xfrm>
            <a:off x="4835990" y="1752172"/>
            <a:ext cx="2437088" cy="281737"/>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Development Sprints</a:t>
            </a:r>
          </a:p>
        </p:txBody>
      </p:sp>
      <p:cxnSp>
        <p:nvCxnSpPr>
          <p:cNvPr id="109" name="Straight Connector 108"/>
          <p:cNvCxnSpPr/>
          <p:nvPr/>
        </p:nvCxnSpPr>
        <p:spPr>
          <a:xfrm flipH="1">
            <a:off x="4834400" y="785043"/>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0" name="Rounded Rectangle 109"/>
          <p:cNvSpPr/>
          <p:nvPr/>
        </p:nvSpPr>
        <p:spPr>
          <a:xfrm>
            <a:off x="4829446" y="2568567"/>
            <a:ext cx="2443632" cy="425798"/>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Vehicle Content Service – </a:t>
            </a:r>
          </a:p>
          <a:p>
            <a:pPr algn="ctr" defTabSz="914378">
              <a:defRPr/>
            </a:pPr>
            <a:r>
              <a:rPr lang="en-US" sz="1000" kern="0" dirty="0">
                <a:latin typeface="Calibri"/>
              </a:rPr>
              <a:t>Enriched Vehicle</a:t>
            </a:r>
          </a:p>
        </p:txBody>
      </p:sp>
      <p:sp>
        <p:nvSpPr>
          <p:cNvPr id="115" name="TextBox 114"/>
          <p:cNvSpPr txBox="1"/>
          <p:nvPr/>
        </p:nvSpPr>
        <p:spPr>
          <a:xfrm>
            <a:off x="4946779" y="1053612"/>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S9</a:t>
            </a:r>
          </a:p>
        </p:txBody>
      </p:sp>
      <p:sp>
        <p:nvSpPr>
          <p:cNvPr id="116" name="TextBox 115"/>
          <p:cNvSpPr txBox="1"/>
          <p:nvPr/>
        </p:nvSpPr>
        <p:spPr>
          <a:xfrm>
            <a:off x="5365344" y="1053612"/>
            <a:ext cx="41723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S10</a:t>
            </a:r>
          </a:p>
        </p:txBody>
      </p:sp>
      <p:sp>
        <p:nvSpPr>
          <p:cNvPr id="117" name="TextBox 116"/>
          <p:cNvSpPr txBox="1"/>
          <p:nvPr/>
        </p:nvSpPr>
        <p:spPr>
          <a:xfrm>
            <a:off x="5897984" y="1053612"/>
            <a:ext cx="422702"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S11</a:t>
            </a:r>
          </a:p>
        </p:txBody>
      </p:sp>
      <p:sp>
        <p:nvSpPr>
          <p:cNvPr id="118" name="TextBox 117"/>
          <p:cNvSpPr txBox="1"/>
          <p:nvPr/>
        </p:nvSpPr>
        <p:spPr>
          <a:xfrm>
            <a:off x="6416953" y="1060391"/>
            <a:ext cx="35005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S12</a:t>
            </a:r>
          </a:p>
        </p:txBody>
      </p:sp>
      <p:sp>
        <p:nvSpPr>
          <p:cNvPr id="119" name="Rounded Rectangle 118"/>
          <p:cNvSpPr/>
          <p:nvPr/>
        </p:nvSpPr>
        <p:spPr>
          <a:xfrm>
            <a:off x="4826060" y="3628936"/>
            <a:ext cx="2447018" cy="448577"/>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Rules Service – Enriched rules</a:t>
            </a:r>
          </a:p>
        </p:txBody>
      </p:sp>
      <p:sp>
        <p:nvSpPr>
          <p:cNvPr id="121" name="Line Callout 2 (Accent Bar) 120"/>
          <p:cNvSpPr/>
          <p:nvPr/>
        </p:nvSpPr>
        <p:spPr bwMode="auto">
          <a:xfrm>
            <a:off x="4959811" y="4295313"/>
            <a:ext cx="2208740" cy="767205"/>
          </a:xfrm>
          <a:prstGeom prst="accentCallout2">
            <a:avLst>
              <a:gd name="adj1" fmla="val 12611"/>
              <a:gd name="adj2" fmla="val 7964"/>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Rules – Enriched rules service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Rules – Conflicts resolution (Fix List)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Inventory Rules</a:t>
            </a:r>
          </a:p>
          <a:p>
            <a:pPr marL="112713" indent="-112713" defTabSz="914378">
              <a:buFont typeface="Arial" panose="020B0604020202020204" pitchFamily="34" charset="0"/>
              <a:buChar char="•"/>
            </a:pPr>
            <a:endParaRPr lang="en-US" sz="800" kern="0" dirty="0">
              <a:latin typeface="Segoe UI" panose="020B0502040204020203" pitchFamily="34" charset="0"/>
              <a:cs typeface="Segoe UI" panose="020B0502040204020203" pitchFamily="34" charset="0"/>
            </a:endParaRPr>
          </a:p>
        </p:txBody>
      </p:sp>
      <p:sp>
        <p:nvSpPr>
          <p:cNvPr id="122" name="Line Callout 2 (Accent Bar) 121"/>
          <p:cNvSpPr/>
          <p:nvPr/>
        </p:nvSpPr>
        <p:spPr bwMode="auto">
          <a:xfrm>
            <a:off x="4947621" y="3149858"/>
            <a:ext cx="1816070" cy="449208"/>
          </a:xfrm>
          <a:prstGeom prst="accentCallout2">
            <a:avLst>
              <a:gd name="adj1" fmla="val -6383"/>
              <a:gd name="adj2" fmla="val 9978"/>
              <a:gd name="adj3" fmla="val -21026"/>
              <a:gd name="adj4" fmla="val 40613"/>
              <a:gd name="adj5" fmla="val -23441"/>
              <a:gd name="adj6" fmla="val 41467"/>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GST Content service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Spanish Content service</a:t>
            </a:r>
          </a:p>
        </p:txBody>
      </p:sp>
      <p:sp>
        <p:nvSpPr>
          <p:cNvPr id="123" name="TextBox 122"/>
          <p:cNvSpPr txBox="1"/>
          <p:nvPr/>
        </p:nvSpPr>
        <p:spPr>
          <a:xfrm>
            <a:off x="6923019" y="1057523"/>
            <a:ext cx="35005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S13</a:t>
            </a:r>
          </a:p>
        </p:txBody>
      </p:sp>
      <p:sp>
        <p:nvSpPr>
          <p:cNvPr id="124" name="TextBox 123"/>
          <p:cNvSpPr txBox="1"/>
          <p:nvPr/>
        </p:nvSpPr>
        <p:spPr>
          <a:xfrm>
            <a:off x="7403207" y="1057277"/>
            <a:ext cx="350059"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S14</a:t>
            </a:r>
          </a:p>
        </p:txBody>
      </p:sp>
      <p:sp>
        <p:nvSpPr>
          <p:cNvPr id="73" name="Rounded Rectangle 72"/>
          <p:cNvSpPr/>
          <p:nvPr/>
        </p:nvSpPr>
        <p:spPr>
          <a:xfrm>
            <a:off x="2584908" y="2122374"/>
            <a:ext cx="1948431" cy="430132"/>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Environment Setup</a:t>
            </a:r>
          </a:p>
        </p:txBody>
      </p:sp>
      <p:sp>
        <p:nvSpPr>
          <p:cNvPr id="74" name="Text Placeholder 56"/>
          <p:cNvSpPr txBox="1">
            <a:spLocks/>
          </p:cNvSpPr>
          <p:nvPr/>
        </p:nvSpPr>
        <p:spPr>
          <a:xfrm>
            <a:off x="7382803" y="1365436"/>
            <a:ext cx="1746565" cy="3557694"/>
          </a:xfrm>
          <a:prstGeom prst="rect">
            <a:avLst/>
          </a:prstGeom>
          <a:solidFill>
            <a:schemeClr val="bg1">
              <a:lumMod val="50000"/>
            </a:schemeClr>
          </a:solidFill>
        </p:spPr>
        <p:txBody>
          <a:bodyPr lIns="68580" tIns="68580" rIns="68580" bIns="6858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Clr>
                <a:schemeClr val="bg1"/>
              </a:buClr>
              <a:buSzPct val="80000"/>
              <a:buNone/>
            </a:pPr>
            <a:r>
              <a:rPr lang="en-US" sz="1200" b="1" dirty="0">
                <a:solidFill>
                  <a:schemeClr val="bg1"/>
                </a:solidFill>
                <a:latin typeface="Segoe UI" panose="020B0502040204020203" pitchFamily="34" charset="0"/>
                <a:ea typeface="Segoe UI" panose="020B0502040204020203" pitchFamily="34" charset="0"/>
                <a:cs typeface="Segoe UI" panose="020B0502040204020203" pitchFamily="34" charset="0"/>
              </a:rPr>
              <a:t>Sprint Cycle:</a:t>
            </a:r>
          </a:p>
          <a:p>
            <a:pPr marL="175022" indent="-175022">
              <a:buClr>
                <a:schemeClr val="bg1"/>
              </a:buClr>
              <a:buSzPct val="80000"/>
            </a:pPr>
            <a:r>
              <a:rPr lang="en-US" sz="1200" dirty="0">
                <a:solidFill>
                  <a:schemeClr val="bg1"/>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0" indent="0">
              <a:buClr>
                <a:schemeClr val="bg1"/>
              </a:buClr>
              <a:buSzPct val="80000"/>
              <a:buNone/>
            </a:pPr>
            <a:endParaRPr lang="en-US" sz="1200" b="1" dirty="0">
              <a:solidFill>
                <a:schemeClr val="bg1"/>
              </a:solidFill>
              <a:latin typeface="Segoe UI" panose="020B0502040204020203" pitchFamily="34" charset="0"/>
              <a:ea typeface="Segoe UI" panose="020B0502040204020203" pitchFamily="34" charset="0"/>
              <a:cs typeface="Segoe UI" panose="020B0502040204020203" pitchFamily="34" charset="0"/>
            </a:endParaRPr>
          </a:p>
          <a:p>
            <a:pPr marL="0" indent="0">
              <a:buClr>
                <a:schemeClr val="bg1"/>
              </a:buClr>
              <a:buSzPct val="80000"/>
              <a:buNone/>
            </a:pPr>
            <a:r>
              <a:rPr lang="en-US" sz="1200" b="1" dirty="0">
                <a:solidFill>
                  <a:schemeClr val="bg1"/>
                </a:solidFill>
                <a:latin typeface="Segoe UI" panose="020B0502040204020203" pitchFamily="34" charset="0"/>
                <a:ea typeface="Segoe UI" panose="020B0502040204020203" pitchFamily="34" charset="0"/>
                <a:cs typeface="Segoe UI" panose="020B0502040204020203" pitchFamily="34" charset="0"/>
              </a:rPr>
              <a:t>Deliverables</a:t>
            </a:r>
            <a:r>
              <a:rPr lang="en-US" sz="1200" dirty="0">
                <a:solidFill>
                  <a:schemeClr val="bg1"/>
                </a:solidFill>
                <a:latin typeface="Segoe UI" panose="020B0502040204020203" pitchFamily="34" charset="0"/>
                <a:ea typeface="Segoe UI" panose="020B0502040204020203" pitchFamily="34" charset="0"/>
                <a:cs typeface="Segoe UI" panose="020B0502040204020203" pitchFamily="34" charset="0"/>
              </a:rPr>
              <a:t>: </a:t>
            </a:r>
          </a:p>
          <a:p>
            <a:pPr marL="0" indent="0">
              <a:buClr>
                <a:schemeClr val="bg1"/>
              </a:buClr>
              <a:buSzPct val="80000"/>
              <a:buNone/>
            </a:pPr>
            <a:r>
              <a:rPr lang="en-US" sz="1200" dirty="0">
                <a:solidFill>
                  <a:schemeClr val="bg1"/>
                </a:solidFill>
                <a:latin typeface="Segoe UI" panose="020B0502040204020203" pitchFamily="34" charset="0"/>
                <a:ea typeface="Segoe UI" panose="020B0502040204020203" pitchFamily="34" charset="0"/>
                <a:cs typeface="Segoe UI" panose="020B0502040204020203" pitchFamily="34" charset="0"/>
              </a:rPr>
              <a:t>By end of Phase 1</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API Requirements</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Design Document</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Service API Document</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Functional Test Cases</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Performance Test Results</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Deployment Guide</a:t>
            </a:r>
          </a:p>
          <a:p>
            <a:pPr marL="175022" indent="-175022">
              <a:spcBef>
                <a:spcPts val="600"/>
              </a:spcBef>
              <a:buClr>
                <a:schemeClr val="bg1"/>
              </a:buClr>
              <a:buSzPct val="80000"/>
            </a:pPr>
            <a:r>
              <a:rPr lang="en-US" sz="1100" dirty="0">
                <a:solidFill>
                  <a:schemeClr val="bg1"/>
                </a:solidFill>
                <a:latin typeface="Segoe UI" panose="020B0502040204020203" pitchFamily="34" charset="0"/>
                <a:ea typeface="Segoe UI" panose="020B0502040204020203" pitchFamily="34" charset="0"/>
                <a:cs typeface="Segoe UI" panose="020B0502040204020203" pitchFamily="34" charset="0"/>
              </a:rPr>
              <a:t>Source Code</a:t>
            </a:r>
          </a:p>
        </p:txBody>
      </p:sp>
      <p:sp>
        <p:nvSpPr>
          <p:cNvPr id="75" name="Rounded Rectangle 74"/>
          <p:cNvSpPr/>
          <p:nvPr/>
        </p:nvSpPr>
        <p:spPr>
          <a:xfrm>
            <a:off x="4845747" y="2118949"/>
            <a:ext cx="2427331" cy="430132"/>
          </a:xfrm>
          <a:prstGeom prst="roundRect">
            <a:avLst/>
          </a:prstGeom>
          <a:solidFill>
            <a:schemeClr val="bg1">
              <a:lumMod val="95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Environment Refinement</a:t>
            </a:r>
          </a:p>
        </p:txBody>
      </p:sp>
    </p:spTree>
    <p:extLst>
      <p:ext uri="{BB962C8B-B14F-4D97-AF65-F5344CB8AC3E}">
        <p14:creationId xmlns:p14="http://schemas.microsoft.com/office/powerpoint/2010/main" val="4194157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C317F0AD02050489CEA68A8CF25C850" ma:contentTypeVersion="11" ma:contentTypeDescription="Create a new document." ma:contentTypeScope="" ma:versionID="2827eb6fcaaf4b88c7eb97ba38a93524">
  <xsd:schema xmlns:xsd="http://www.w3.org/2001/XMLSchema" xmlns:xs="http://www.w3.org/2001/XMLSchema" xmlns:p="http://schemas.microsoft.com/office/2006/metadata/properties" xmlns:ns2="dcca88f8-a7ae-4cfc-9184-d6b131f630bb" xmlns:ns3="c5a4b99e-4ccc-4a5c-98e4-7ab8633fd4df" targetNamespace="http://schemas.microsoft.com/office/2006/metadata/properties" ma:root="true" ma:fieldsID="8696a21874c65674d225a4f02c8f2095" ns2:_="" ns3:_="">
    <xsd:import namespace="dcca88f8-a7ae-4cfc-9184-d6b131f630bb"/>
    <xsd:import namespace="c5a4b99e-4ccc-4a5c-98e4-7ab8633fd4d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ca88f8-a7ae-4cfc-9184-d6b131f630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5a4b99e-4ccc-4a5c-98e4-7ab8633fd4df"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21F4AC2-0AEA-4354-802A-609AA4E08D71}">
  <ds:schemaRefs>
    <ds:schemaRef ds:uri="http://schemas.microsoft.com/sharepoint/v3/contenttype/forms"/>
  </ds:schemaRefs>
</ds:datastoreItem>
</file>

<file path=customXml/itemProps2.xml><?xml version="1.0" encoding="utf-8"?>
<ds:datastoreItem xmlns:ds="http://schemas.openxmlformats.org/officeDocument/2006/customXml" ds:itemID="{13044F30-6B1E-4C15-80A9-7FE40FEE09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cca88f8-a7ae-4cfc-9184-d6b131f630bb"/>
    <ds:schemaRef ds:uri="c5a4b99e-4ccc-4a5c-98e4-7ab8633fd4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51BF9A0-A380-42E8-B81F-03D2471160C1}">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Ion</Template>
  <TotalTime>8198</TotalTime>
  <Words>1095</Words>
  <Application>Microsoft Office PowerPoint</Application>
  <PresentationFormat>On-screen Show (16:9)</PresentationFormat>
  <Paragraphs>390</Paragraphs>
  <Slides>7</Slides>
  <Notes>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vt:i4>
      </vt:variant>
    </vt:vector>
  </HeadingPairs>
  <TitlesOfParts>
    <vt:vector size="20" baseType="lpstr">
      <vt:lpstr>Arial</vt:lpstr>
      <vt:lpstr>Arial Black</vt:lpstr>
      <vt:lpstr>Calibri</vt:lpstr>
      <vt:lpstr>Calibri Light</vt:lpstr>
      <vt:lpstr>Raleway</vt:lpstr>
      <vt:lpstr>Raleway ExtraBold</vt:lpstr>
      <vt:lpstr>Raleway Medium</vt:lpstr>
      <vt:lpstr>Raleway SemiBold</vt:lpstr>
      <vt:lpstr>Roboto</vt:lpstr>
      <vt:lpstr>Rockwell</vt:lpstr>
      <vt:lpstr>Segoe UI</vt:lpstr>
      <vt:lpstr>Wingdings</vt:lpstr>
      <vt:lpstr>Office Theme</vt:lpstr>
      <vt:lpstr>PowerPoint Presentation</vt:lpstr>
      <vt:lpstr>PowerPoint Presentation</vt:lpstr>
      <vt:lpstr>High-level future state road map</vt:lpstr>
      <vt:lpstr>Phase 1 – Scope &amp; Assumptions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Akbar Khan</dc:creator>
  <cp:lastModifiedBy>Papu Bhattacharya</cp:lastModifiedBy>
  <cp:revision>92</cp:revision>
  <dcterms:created xsi:type="dcterms:W3CDTF">2020-09-08T11:22:38Z</dcterms:created>
  <dcterms:modified xsi:type="dcterms:W3CDTF">2022-07-21T11:49:23Z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0x0101002C317F0AD02050489CEA68A8CF25C850</vt:lpwstr>
  </property>
</Properties>
</file>