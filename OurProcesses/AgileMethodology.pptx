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9"/>
  </p:notesMasterIdLst>
  <p:handoutMasterIdLst>
    <p:handoutMasterId r:id="rId10"/>
  </p:handoutMasterIdLst>
  <p:sldIdLst>
    <p:sldId id="360" r:id="rId5"/>
    <p:sldId id="331" r:id="rId6"/>
    <p:sldId id="340" r:id="rId7"/>
    <p:sldId id="931" r:id="rId8"/>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2436"/>
    <a:srgbClr val="DA291C"/>
    <a:srgbClr val="6DD9FF"/>
    <a:srgbClr val="5F5E5F"/>
    <a:srgbClr val="919D9D"/>
    <a:srgbClr val="F3F4F0"/>
    <a:srgbClr val="F3FDD3"/>
    <a:srgbClr val="000000"/>
    <a:srgbClr val="F37021"/>
    <a:srgbClr val="CCE0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70" autoAdjust="0"/>
    <p:restoredTop sz="94291" autoAdjust="0"/>
  </p:normalViewPr>
  <p:slideViewPr>
    <p:cSldViewPr snapToGrid="0">
      <p:cViewPr varScale="1">
        <p:scale>
          <a:sx n="102" d="100"/>
          <a:sy n="102" d="100"/>
        </p:scale>
        <p:origin x="128" y="76"/>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3" d="2"/>
        <a:sy n="3" d="2"/>
      </p:scale>
      <p:origin x="0" y="0"/>
    </p:cViewPr>
  </p:notesTextViewPr>
  <p:sorterViewPr>
    <p:cViewPr>
      <p:scale>
        <a:sx n="100" d="100"/>
        <a:sy n="100" d="100"/>
      </p:scale>
      <p:origin x="0" y="5490"/>
    </p:cViewPr>
  </p:sorterViewPr>
  <p:notesViewPr>
    <p:cSldViewPr snapToGrid="0">
      <p:cViewPr varScale="1">
        <p:scale>
          <a:sx n="98" d="100"/>
          <a:sy n="98" d="100"/>
        </p:scale>
        <p:origin x="3516" y="72"/>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3/8/2022</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3/8/2022</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2</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4</a:t>
            </a:fld>
            <a:endParaRPr lang="en-US"/>
          </a:p>
        </p:txBody>
      </p:sp>
    </p:spTree>
    <p:extLst>
      <p:ext uri="{BB962C8B-B14F-4D97-AF65-F5344CB8AC3E}">
        <p14:creationId xmlns:p14="http://schemas.microsoft.com/office/powerpoint/2010/main" val="659267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8BC4-A547-4D3A-B6AA-E8386FC03AE6}"/>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D8DE963-94FB-4E7F-8ED9-DABC5B5A783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0D3F490-324D-4289-B024-6675AD95A9E1}"/>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AD07AA4F-B2B7-4D4F-A263-B329CDEE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05013-8926-4B30-8D77-BD3EFC814B09}"/>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455786420"/>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46DB-24D7-437D-8EC1-CEFC7CBD7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0DDBB-FA4B-4012-9257-B11F5E3D5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2F17C-148F-44BD-872F-A575D02DDF11}"/>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CD1486F3-D503-48BB-AC96-52E4E6D41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797D4-869E-46DD-BFF4-2B38220D4C1B}"/>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417461420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D5C9-77D6-44FE-8CCC-284964621D5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96D2073-29E1-4E94-AB0A-04E1B38C089F}"/>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22732-F87F-40A5-BEB1-D27D4BF04CD5}"/>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A4A52FC0-84F5-4474-80AE-8961864D8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057BC-E475-4DCE-A61C-29BAF7CAD143}"/>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11012423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AEF5-DFED-4C21-888D-D7BED2D2B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E111A-5EB3-4490-9307-70D935F75B5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5E1F54-CA9E-4C4D-9C51-0D92F37A3C9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464EB-5873-4C58-942F-292D85500F51}"/>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6" name="Footer Placeholder 5">
            <a:extLst>
              <a:ext uri="{FF2B5EF4-FFF2-40B4-BE49-F238E27FC236}">
                <a16:creationId xmlns:a16="http://schemas.microsoft.com/office/drawing/2014/main" id="{3D3F9439-6DD3-4668-8CF0-4688B7BC4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EB6FD-D6B1-4F02-98D2-4C363CFC687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289541076"/>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5A2E-BAA3-4E34-B724-80A1F0D2F68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A9807-C8BB-4234-8860-3F68BE08D28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96AEDF8-3BFA-49F6-99AF-2BE84138535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FD341-B7E4-44B0-9D48-BEF005DD12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43030-77F2-4ADB-9944-3AF5258546F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69B3C9-487B-4040-805A-A310B4B63ED5}"/>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8" name="Footer Placeholder 7">
            <a:extLst>
              <a:ext uri="{FF2B5EF4-FFF2-40B4-BE49-F238E27FC236}">
                <a16:creationId xmlns:a16="http://schemas.microsoft.com/office/drawing/2014/main" id="{D73A9871-48F8-4850-9F26-89D0E1FEA7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9C7D0-4810-44BC-B20D-5EF9FBFEB10D}"/>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16113712"/>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C320-690D-49B4-91F5-C81F2B3836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2612F1-84F3-44A8-81AE-49EAE40E6A13}"/>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4" name="Footer Placeholder 3">
            <a:extLst>
              <a:ext uri="{FF2B5EF4-FFF2-40B4-BE49-F238E27FC236}">
                <a16:creationId xmlns:a16="http://schemas.microsoft.com/office/drawing/2014/main" id="{654FF993-8FCA-48CF-B85F-80B0E64BAA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3CB4D-B770-49B5-9D96-451D90E91FB0}"/>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926894405"/>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289ED-BC44-42E9-A1FE-AB2AD213A7AB}"/>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3" name="Footer Placeholder 2">
            <a:extLst>
              <a:ext uri="{FF2B5EF4-FFF2-40B4-BE49-F238E27FC236}">
                <a16:creationId xmlns:a16="http://schemas.microsoft.com/office/drawing/2014/main" id="{C05124C0-8767-4C67-A78E-32ADC58C4F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C312F6-0C46-4CDE-8FFD-3DA06D75D1E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66161975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DD26-D23F-4D83-93BC-B89EDD45DE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0BDA66-B8C4-4614-AE44-7E1C453D911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C6DCCE-D0B2-4282-84F1-11D675F3A28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F7502F-D39D-4EBB-BF29-F535F25A342F}"/>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6" name="Footer Placeholder 5">
            <a:extLst>
              <a:ext uri="{FF2B5EF4-FFF2-40B4-BE49-F238E27FC236}">
                <a16:creationId xmlns:a16="http://schemas.microsoft.com/office/drawing/2014/main" id="{DEED6705-95C1-46CD-87DA-00463E402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34521-9210-42EA-A79B-1CD85AA8789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96321624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AA4B-24BF-4290-9C02-3CB84746BD6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0D23B6-AA70-482B-A6AE-B8E5ACAFB12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F2E2872-1849-4BEF-B7B0-26378805837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D03588-CC90-4BAF-8FE0-1103BE110C8E}"/>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6" name="Footer Placeholder 5">
            <a:extLst>
              <a:ext uri="{FF2B5EF4-FFF2-40B4-BE49-F238E27FC236}">
                <a16:creationId xmlns:a16="http://schemas.microsoft.com/office/drawing/2014/main" id="{C6BFC51A-B2CE-4CAC-A3F9-AC3F8B083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A2259-6DCB-4E0A-A386-8A50ED45F2E5}"/>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09339913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EC70-26BC-4EE2-8107-1D6068F2A1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A128FD-A093-41E0-9199-9737B37C7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40F7E2-DFB9-4894-B6EE-C0A70D8CF8AF}"/>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D47ECD0A-9BB8-461B-AB3D-F750A02CD6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24A06-BDCF-42CC-953D-0F78B9AF939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39727237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1AC359-4D48-4680-B1E0-00CB3C23C03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774572-3123-4FB2-98FC-1DAC45C9E57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41ABD-D28A-4AE4-8B55-6862AE38A69F}"/>
              </a:ext>
            </a:extLst>
          </p:cNvPr>
          <p:cNvSpPr>
            <a:spLocks noGrp="1"/>
          </p:cNvSpPr>
          <p:nvPr>
            <p:ph type="dt" sz="half" idx="10"/>
          </p:nvPr>
        </p:nvSpPr>
        <p:spPr/>
        <p:txBody>
          <a:body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6143F08A-35EB-470E-94EB-4704B8F66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5F89D-1A84-46DE-987B-3CCC9E8069C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79999641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9144000" cy="5143500"/>
          </a:xfrm>
        </p:spPr>
        <p:txBody>
          <a:bodyPr rtlCol="0">
            <a:normAutofit/>
          </a:bodyPr>
          <a:lstStyle/>
          <a:p>
            <a:pPr lvl="0"/>
            <a:endParaRPr lang="ru-RU" noProof="0" dirty="0"/>
          </a:p>
        </p:txBody>
      </p:sp>
    </p:spTree>
    <p:extLst>
      <p:ext uri="{BB962C8B-B14F-4D97-AF65-F5344CB8AC3E}">
        <p14:creationId xmlns:p14="http://schemas.microsoft.com/office/powerpoint/2010/main" val="564298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3953917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68185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EC3C52-4500-4CA3-A206-F85571BA3F0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660867-C9D9-4675-A550-02D62B46F82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2B27E-4705-4E1E-9CA1-00FDD5D330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2FD98AD-7C5B-4994-98B8-765221AB7D4C}" type="datetimeFigureOut">
              <a:rPr lang="en-US" smtClean="0"/>
              <a:t>3/8/2022</a:t>
            </a:fld>
            <a:endParaRPr lang="en-US"/>
          </a:p>
        </p:txBody>
      </p:sp>
      <p:sp>
        <p:nvSpPr>
          <p:cNvPr id="5" name="Footer Placeholder 4">
            <a:extLst>
              <a:ext uri="{FF2B5EF4-FFF2-40B4-BE49-F238E27FC236}">
                <a16:creationId xmlns:a16="http://schemas.microsoft.com/office/drawing/2014/main" id="{AF570698-B20A-4D82-AA53-61843F48A3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4B147F-9946-473B-98F7-7A14B0D3508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19FFC66-0D3C-4E37-A53B-41621C3CE3DC}" type="slidenum">
              <a:rPr lang="en-US" smtClean="0"/>
              <a:t>‹#›</a:t>
            </a:fld>
            <a:endParaRPr lang="en-US"/>
          </a:p>
        </p:txBody>
      </p:sp>
    </p:spTree>
    <p:extLst>
      <p:ext uri="{BB962C8B-B14F-4D97-AF65-F5344CB8AC3E}">
        <p14:creationId xmlns:p14="http://schemas.microsoft.com/office/powerpoint/2010/main" val="5455392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9144000" cy="5143500"/>
          </a:xfrm>
          <a:prstGeom prst="rect">
            <a:avLst/>
          </a:prstGeom>
          <a:solidFill>
            <a:schemeClr val="tx1">
              <a:alpha val="886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1350"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 y="799272"/>
            <a:ext cx="9144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dirty="0">
                <a:solidFill>
                  <a:schemeClr val="bg1"/>
                </a:solidFill>
                <a:latin typeface="Raleway Medium" panose="020B0603030101060003" pitchFamily="34" charset="0"/>
              </a:rPr>
              <a:t>Open Products Accelerating </a:t>
            </a:r>
          </a:p>
          <a:p>
            <a:pPr algn="ctr" eaLnBrk="1" hangingPunct="1">
              <a:lnSpc>
                <a:spcPct val="100000"/>
              </a:lnSpc>
              <a:spcBef>
                <a:spcPct val="0"/>
              </a:spcBef>
              <a:buFontTx/>
              <a:buNone/>
            </a:pPr>
            <a:r>
              <a:rPr lang="en-US" altLang="ru-RU" dirty="0">
                <a:solidFill>
                  <a:srgbClr val="DA291C"/>
                </a:solidFill>
                <a:latin typeface="Raleway ExtraBold" panose="020B0903030101060003" pitchFamily="34" charset="0"/>
              </a:rPr>
              <a:t>Enterprise Transformation</a:t>
            </a: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451541" y="1786181"/>
            <a:ext cx="1785098" cy="3449696"/>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sz="1350"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sz="1350"/>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sz="1350"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sz="1350"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7831520" y="0"/>
            <a:ext cx="685800" cy="33334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sz="1350"/>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sz="1350"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220967"/>
            <a:ext cx="1331785" cy="158477"/>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6391126" y="4143218"/>
            <a:ext cx="1606216" cy="323165"/>
          </a:xfrm>
          <a:prstGeom prst="rect">
            <a:avLst/>
          </a:prstGeom>
          <a:noFill/>
        </p:spPr>
        <p:txBody>
          <a:bodyPr wrap="square" rtlCol="0">
            <a:spAutoFit/>
          </a:bodyPr>
          <a:lstStyle/>
          <a:p>
            <a:r>
              <a:rPr lang="en-US" altLang="ru-RU" sz="1500" dirty="0">
                <a:solidFill>
                  <a:schemeClr val="bg1"/>
                </a:solidFill>
                <a:latin typeface="Raleway Medium" panose="020B0603030101060003" pitchFamily="34" charset="0"/>
              </a:rPr>
              <a:t>Keep it simple…</a:t>
            </a:r>
            <a:endParaRPr lang="ru-RU" altLang="ru-RU" sz="1500"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4214061" y="3690687"/>
            <a:ext cx="1019677" cy="65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EDDA6AF9-CEEC-45F8-B98A-B66F266AABA9}"/>
              </a:ext>
            </a:extLst>
          </p:cNvPr>
          <p:cNvSpPr txBox="1"/>
          <p:nvPr/>
        </p:nvSpPr>
        <p:spPr>
          <a:xfrm>
            <a:off x="6178013" y="4938949"/>
            <a:ext cx="3167960" cy="184666"/>
          </a:xfrm>
          <a:prstGeom prst="rect">
            <a:avLst/>
          </a:prstGeom>
          <a:noFill/>
        </p:spPr>
        <p:txBody>
          <a:bodyPr wrap="square" rtlCol="0">
            <a:spAutoFit/>
          </a:bodyPr>
          <a:lstStyle/>
          <a:p>
            <a:r>
              <a:rPr lang="en-US" sz="600" cap="small" dirty="0">
                <a:solidFill>
                  <a:schemeClr val="bg1"/>
                </a:solidFill>
                <a:latin typeface="Arial"/>
              </a:rPr>
              <a:t>© 2020 SYNECTIKS. All Rights Reserved. Proprietary and Confidential.</a:t>
            </a:r>
          </a:p>
        </p:txBody>
      </p:sp>
      <p:sp>
        <p:nvSpPr>
          <p:cNvPr id="2" name="TextBox 1">
            <a:extLst>
              <a:ext uri="{FF2B5EF4-FFF2-40B4-BE49-F238E27FC236}">
                <a16:creationId xmlns:a16="http://schemas.microsoft.com/office/drawing/2014/main" id="{6A57B0A0-5621-4BF7-A5AB-F5232AFED085}"/>
              </a:ext>
            </a:extLst>
          </p:cNvPr>
          <p:cNvSpPr txBox="1"/>
          <p:nvPr/>
        </p:nvSpPr>
        <p:spPr>
          <a:xfrm>
            <a:off x="1701622" y="115539"/>
            <a:ext cx="6904719" cy="369332"/>
          </a:xfrm>
          <a:prstGeom prst="rect">
            <a:avLst/>
          </a:prstGeom>
          <a:noFill/>
        </p:spPr>
        <p:txBody>
          <a:bodyPr wrap="square" rtlCol="0">
            <a:spAutoFit/>
          </a:bodyPr>
          <a:lstStyle/>
          <a:p>
            <a:r>
              <a:rPr lang="en-US" b="1" dirty="0">
                <a:solidFill>
                  <a:schemeClr val="bg1"/>
                </a:solidFill>
                <a:latin typeface="Raleway" panose="020B0003030101060003" pitchFamily="34" charset="0"/>
                <a:cs typeface="Segoe UI" panose="020B0502040204020203" pitchFamily="34" charset="0"/>
              </a:rPr>
              <a:t>Delivering TAAS</a:t>
            </a:r>
          </a:p>
        </p:txBody>
      </p:sp>
    </p:spTree>
  </p:cSld>
  <p:clrMapOvr>
    <a:masterClrMapping/>
  </p:clrMapOvr>
  <mc:AlternateContent xmlns:mc="http://schemas.openxmlformats.org/markup-compatibility/2006" xmlns:p14="http://schemas.microsoft.com/office/powerpoint/2010/main">
    <mc:Choice Requires="p14">
      <p:transition spd="slow" p14:dur="275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9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1F4AC2-0AEA-4354-802A-609AA4E08D71}">
  <ds:schemaRefs>
    <ds:schemaRef ds:uri="http://schemas.microsoft.com/sharepoint/v3/contenttype/forms"/>
  </ds:schemaRefs>
</ds:datastoreItem>
</file>

<file path=customXml/itemProps2.xml><?xml version="1.0" encoding="utf-8"?>
<ds:datastoreItem xmlns:ds="http://schemas.openxmlformats.org/officeDocument/2006/customXml" ds:itemID="{B51BF9A0-A380-42E8-B81F-03D2471160C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13044F30-6B1E-4C15-80A9-7FE40FEE09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ca88f8-a7ae-4cfc-9184-d6b131f630bb"/>
    <ds:schemaRef ds:uri="c5a4b99e-4ccc-4a5c-98e4-7ab8633fd4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5787</TotalTime>
  <Words>511</Words>
  <Application>Microsoft Office PowerPoint</Application>
  <PresentationFormat>On-screen Show (16:9)</PresentationFormat>
  <Paragraphs>189</Paragraphs>
  <Slides>4</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vt:i4>
      </vt:variant>
    </vt:vector>
  </HeadingPairs>
  <TitlesOfParts>
    <vt:vector size="16" baseType="lpstr">
      <vt:lpstr>Arial</vt:lpstr>
      <vt:lpstr>Calibri</vt:lpstr>
      <vt:lpstr>Calibri Light</vt:lpstr>
      <vt:lpstr>Raleway</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Akbar Khan</dc:creator>
  <cp:lastModifiedBy>Papu Bhattacharya</cp:lastModifiedBy>
  <cp:revision>85</cp:revision>
  <dcterms:created xsi:type="dcterms:W3CDTF">2020-09-08T11:22:38Z</dcterms:created>
  <dcterms:modified xsi:type="dcterms:W3CDTF">2022-03-08T06:15:24Z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