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3" r:id="rId4"/>
  </p:sldMasterIdLst>
  <p:notesMasterIdLst>
    <p:notesMasterId r:id="rId19"/>
  </p:notesMasterIdLst>
  <p:handoutMasterIdLst>
    <p:handoutMasterId r:id="rId20"/>
  </p:handoutMasterIdLst>
  <p:sldIdLst>
    <p:sldId id="360" r:id="rId5"/>
    <p:sldId id="931" r:id="rId6"/>
    <p:sldId id="936" r:id="rId7"/>
    <p:sldId id="939" r:id="rId8"/>
    <p:sldId id="940" r:id="rId9"/>
    <p:sldId id="941" r:id="rId10"/>
    <p:sldId id="943" r:id="rId11"/>
    <p:sldId id="942" r:id="rId12"/>
    <p:sldId id="944" r:id="rId13"/>
    <p:sldId id="953" r:id="rId14"/>
    <p:sldId id="949" r:id="rId15"/>
    <p:sldId id="952" r:id="rId16"/>
    <p:sldId id="938" r:id="rId17"/>
    <p:sldId id="937" r:id="rId18"/>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userDrawn="1">
          <p15:clr>
            <a:srgbClr val="A4A3A4"/>
          </p15:clr>
        </p15:guide>
        <p15:guide id="2" pos="355">
          <p15:clr>
            <a:srgbClr val="A4A3A4"/>
          </p15:clr>
        </p15:guide>
        <p15:guide id="3" orient="horz" pos="1212" userDrawn="1">
          <p15:clr>
            <a:srgbClr val="A4A3A4"/>
          </p15:clr>
        </p15:guide>
        <p15:guide id="4" orient="horz" pos="948" userDrawn="1">
          <p15:clr>
            <a:srgbClr val="A4A3A4"/>
          </p15:clr>
        </p15:guide>
        <p15:guide id="5" orient="horz" pos="2964" userDrawn="1">
          <p15:clr>
            <a:srgbClr val="A4A3A4"/>
          </p15:clr>
        </p15:guide>
        <p15:guide id="6" orient="horz" pos="516" userDrawn="1">
          <p15:clr>
            <a:srgbClr val="A4A3A4"/>
          </p15:clr>
        </p15:guide>
        <p15:guide id="7" orient="horz" pos="1190">
          <p15:clr>
            <a:srgbClr val="A4A3A4"/>
          </p15:clr>
        </p15:guide>
        <p15:guide id="8" orient="horz" pos="750">
          <p15:clr>
            <a:srgbClr val="A4A3A4"/>
          </p15:clr>
        </p15:guide>
        <p15:guide id="9" orient="horz" pos="2916">
          <p15:clr>
            <a:srgbClr val="A4A3A4"/>
          </p15:clr>
        </p15:guide>
        <p15:guide id="10" pos="145">
          <p15:clr>
            <a:srgbClr val="A4A3A4"/>
          </p15:clr>
        </p15:guide>
        <p15:guide id="11" pos="5617">
          <p15:clr>
            <a:srgbClr val="A4A3A4"/>
          </p15:clr>
        </p15:guide>
        <p15:guide id="12" pos="288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guide id="3" orient="horz" pos="2304">
          <p15:clr>
            <a:srgbClr val="A4A3A4"/>
          </p15:clr>
        </p15:guide>
        <p15:guide id="4"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rban Banerjee" initials="AB"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666666"/>
    <a:srgbClr val="00B0F0"/>
    <a:srgbClr val="83A2D9"/>
    <a:srgbClr val="ADB9CA"/>
    <a:srgbClr val="B4C7E7"/>
    <a:srgbClr val="CFD5EA"/>
    <a:srgbClr val="E9EBF5"/>
    <a:srgbClr val="EE29DC"/>
    <a:srgbClr val="EEC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25" autoAdjust="0"/>
    <p:restoredTop sz="91799" autoAdjust="0"/>
  </p:normalViewPr>
  <p:slideViewPr>
    <p:cSldViewPr snapToGrid="0">
      <p:cViewPr varScale="1">
        <p:scale>
          <a:sx n="97" d="100"/>
          <a:sy n="97" d="100"/>
        </p:scale>
        <p:origin x="484" y="60"/>
      </p:cViewPr>
      <p:guideLst>
        <p:guide orient="horz" pos="708"/>
        <p:guide pos="355"/>
        <p:guide orient="horz" pos="1212"/>
        <p:guide orient="horz" pos="948"/>
        <p:guide orient="horz" pos="2964"/>
        <p:guide orient="horz" pos="516"/>
        <p:guide orient="horz" pos="1190"/>
        <p:guide orient="horz" pos="750"/>
        <p:guide orient="horz" pos="2916"/>
        <p:guide pos="145"/>
        <p:guide pos="5617"/>
        <p:guide pos="2881"/>
      </p:guideLst>
    </p:cSldViewPr>
  </p:slideViewPr>
  <p:outlineViewPr>
    <p:cViewPr>
      <p:scale>
        <a:sx n="33" d="100"/>
        <a:sy n="33" d="100"/>
      </p:scale>
      <p:origin x="0" y="174"/>
    </p:cViewPr>
  </p:outlineViewPr>
  <p:notesTextViewPr>
    <p:cViewPr>
      <p:scale>
        <a:sx n="75" d="100"/>
        <a:sy n="75" d="100"/>
      </p:scale>
      <p:origin x="0" y="0"/>
    </p:cViewPr>
  </p:notesTextViewPr>
  <p:sorterViewPr>
    <p:cViewPr>
      <p:scale>
        <a:sx n="100" d="100"/>
        <a:sy n="100" d="100"/>
      </p:scale>
      <p:origin x="0" y="5490"/>
    </p:cViewPr>
  </p:sorterViewPr>
  <p:notesViewPr>
    <p:cSldViewPr snapToGrid="0">
      <p:cViewPr varScale="1">
        <p:scale>
          <a:sx n="81" d="100"/>
          <a:sy n="81" d="100"/>
        </p:scale>
        <p:origin x="2112" y="53"/>
      </p:cViewPr>
      <p:guideLst>
        <p:guide orient="horz" pos="3024"/>
        <p:guide pos="2304"/>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sz="quarter" idx="1"/>
          </p:nvPr>
        </p:nvSpPr>
        <p:spPr>
          <a:xfrm>
            <a:off x="5438459" y="0"/>
            <a:ext cx="4160520" cy="365760"/>
          </a:xfrm>
          <a:prstGeom prst="rect">
            <a:avLst/>
          </a:prstGeom>
        </p:spPr>
        <p:txBody>
          <a:bodyPr vert="horz" lIns="96648" tIns="48325" rIns="96648" bIns="48325" rtlCol="0"/>
          <a:lstStyle>
            <a:lvl1pPr algn="r">
              <a:defRPr sz="1300"/>
            </a:lvl1pPr>
          </a:lstStyle>
          <a:p>
            <a:fld id="{1B9E88C5-C104-1D4D-887E-00A617007132}" type="datetimeFigureOut">
              <a:rPr lang="en-US" smtClean="0"/>
              <a:pPr/>
              <a:t>4/24/2023</a:t>
            </a:fld>
            <a:endParaRPr lang="en-US" dirty="0"/>
          </a:p>
        </p:txBody>
      </p:sp>
      <p:sp>
        <p:nvSpPr>
          <p:cNvPr id="4" name="Footer Placeholder 3"/>
          <p:cNvSpPr>
            <a:spLocks noGrp="1"/>
          </p:cNvSpPr>
          <p:nvPr>
            <p:ph type="ftr" sz="quarter" idx="2"/>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5" name="Slide Number Placeholder 4"/>
          <p:cNvSpPr>
            <a:spLocks noGrp="1"/>
          </p:cNvSpPr>
          <p:nvPr>
            <p:ph type="sldNum" sz="quarter" idx="3"/>
          </p:nvPr>
        </p:nvSpPr>
        <p:spPr>
          <a:xfrm>
            <a:off x="5438459" y="6948171"/>
            <a:ext cx="4160520" cy="365760"/>
          </a:xfrm>
          <a:prstGeom prst="rect">
            <a:avLst/>
          </a:prstGeom>
        </p:spPr>
        <p:txBody>
          <a:bodyPr vert="horz" lIns="96648" tIns="48325" rIns="96648" bIns="48325" rtlCol="0" anchor="b"/>
          <a:lstStyle>
            <a:lvl1pPr algn="r">
              <a:defRPr sz="1300"/>
            </a:lvl1pPr>
          </a:lstStyle>
          <a:p>
            <a:fld id="{AE1561C0-4582-414D-9482-B90AA17E5928}" type="slidenum">
              <a:rPr lang="en-US" smtClean="0"/>
              <a:pPr/>
              <a:t>‹#›</a:t>
            </a:fld>
            <a:endParaRPr lang="en-US" dirty="0"/>
          </a:p>
        </p:txBody>
      </p:sp>
    </p:spTree>
    <p:extLst>
      <p:ext uri="{BB962C8B-B14F-4D97-AF65-F5344CB8AC3E}">
        <p14:creationId xmlns:p14="http://schemas.microsoft.com/office/powerpoint/2010/main" val="2730367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idx="1"/>
          </p:nvPr>
        </p:nvSpPr>
        <p:spPr>
          <a:xfrm>
            <a:off x="5438459" y="0"/>
            <a:ext cx="4160520" cy="365760"/>
          </a:xfrm>
          <a:prstGeom prst="rect">
            <a:avLst/>
          </a:prstGeom>
        </p:spPr>
        <p:txBody>
          <a:bodyPr vert="horz" lIns="96648" tIns="48325" rIns="96648" bIns="48325" rtlCol="0"/>
          <a:lstStyle>
            <a:lvl1pPr algn="r">
              <a:defRPr sz="1300"/>
            </a:lvl1pPr>
          </a:lstStyle>
          <a:p>
            <a:fld id="{0F237061-72E3-FC45-B1DA-EE364FA20673}" type="datetimeFigureOut">
              <a:rPr lang="en-US" smtClean="0"/>
              <a:pPr/>
              <a:t>4/24/2023</a:t>
            </a:fld>
            <a:endParaRPr lang="en-US" dirty="0"/>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48" tIns="48325" rIns="96648" bIns="48325" rtlCol="0" anchor="ctr"/>
          <a:lstStyle/>
          <a:p>
            <a:endParaRPr lang="en-US" dirty="0"/>
          </a:p>
        </p:txBody>
      </p:sp>
      <p:sp>
        <p:nvSpPr>
          <p:cNvPr id="5" name="Notes Placeholder 4"/>
          <p:cNvSpPr>
            <a:spLocks noGrp="1"/>
          </p:cNvSpPr>
          <p:nvPr>
            <p:ph type="body" sz="quarter" idx="3"/>
          </p:nvPr>
        </p:nvSpPr>
        <p:spPr>
          <a:xfrm>
            <a:off x="960121" y="3474720"/>
            <a:ext cx="7680960" cy="3291840"/>
          </a:xfrm>
          <a:prstGeom prst="rect">
            <a:avLst/>
          </a:prstGeom>
        </p:spPr>
        <p:txBody>
          <a:bodyPr vert="horz" lIns="96648" tIns="48325" rIns="96648"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7" name="Slide Number Placeholder 6"/>
          <p:cNvSpPr>
            <a:spLocks noGrp="1"/>
          </p:cNvSpPr>
          <p:nvPr>
            <p:ph type="sldNum" sz="quarter" idx="5"/>
          </p:nvPr>
        </p:nvSpPr>
        <p:spPr>
          <a:xfrm>
            <a:off x="5438459" y="6948171"/>
            <a:ext cx="4160520" cy="365760"/>
          </a:xfrm>
          <a:prstGeom prst="rect">
            <a:avLst/>
          </a:prstGeom>
        </p:spPr>
        <p:txBody>
          <a:bodyPr vert="horz" lIns="96648" tIns="48325" rIns="96648" bIns="48325" rtlCol="0" anchor="b"/>
          <a:lstStyle>
            <a:lvl1pPr algn="r">
              <a:defRPr sz="1300"/>
            </a:lvl1pPr>
          </a:lstStyle>
          <a:p>
            <a:fld id="{11D4D097-0016-D44A-A908-ADB1EED4D51F}" type="slidenum">
              <a:rPr lang="en-US" smtClean="0"/>
              <a:pPr/>
              <a:t>‹#›</a:t>
            </a:fld>
            <a:endParaRPr lang="en-US" dirty="0"/>
          </a:p>
        </p:txBody>
      </p:sp>
    </p:spTree>
    <p:extLst>
      <p:ext uri="{BB962C8B-B14F-4D97-AF65-F5344CB8AC3E}">
        <p14:creationId xmlns:p14="http://schemas.microsoft.com/office/powerpoint/2010/main" val="9246525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D54283D-B617-4C0C-8B6C-DC7F41934E18}" type="slidenum">
              <a:rPr lang="ru-RU" smtClean="0"/>
              <a:pPr>
                <a:defRPr/>
              </a:pPr>
              <a:t>1</a:t>
            </a:fld>
            <a:endParaRPr lang="ru-RU" dirty="0"/>
          </a:p>
        </p:txBody>
      </p:sp>
    </p:spTree>
    <p:extLst>
      <p:ext uri="{BB962C8B-B14F-4D97-AF65-F5344CB8AC3E}">
        <p14:creationId xmlns:p14="http://schemas.microsoft.com/office/powerpoint/2010/main" val="2434698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2</a:t>
            </a:fld>
            <a:endParaRPr lang="en-US"/>
          </a:p>
        </p:txBody>
      </p:sp>
    </p:spTree>
    <p:extLst>
      <p:ext uri="{BB962C8B-B14F-4D97-AF65-F5344CB8AC3E}">
        <p14:creationId xmlns:p14="http://schemas.microsoft.com/office/powerpoint/2010/main" val="659267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5</a:t>
            </a:fld>
            <a:endParaRPr lang="en-US" dirty="0"/>
          </a:p>
        </p:txBody>
      </p:sp>
    </p:spTree>
    <p:extLst>
      <p:ext uri="{BB962C8B-B14F-4D97-AF65-F5344CB8AC3E}">
        <p14:creationId xmlns:p14="http://schemas.microsoft.com/office/powerpoint/2010/main" val="3573826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6</a:t>
            </a:fld>
            <a:endParaRPr lang="en-US" dirty="0"/>
          </a:p>
        </p:txBody>
      </p:sp>
    </p:spTree>
    <p:extLst>
      <p:ext uri="{BB962C8B-B14F-4D97-AF65-F5344CB8AC3E}">
        <p14:creationId xmlns:p14="http://schemas.microsoft.com/office/powerpoint/2010/main" val="524181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7</a:t>
            </a:fld>
            <a:endParaRPr lang="en-US" dirty="0"/>
          </a:p>
        </p:txBody>
      </p:sp>
    </p:spTree>
    <p:extLst>
      <p:ext uri="{BB962C8B-B14F-4D97-AF65-F5344CB8AC3E}">
        <p14:creationId xmlns:p14="http://schemas.microsoft.com/office/powerpoint/2010/main" val="1374322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8</a:t>
            </a:fld>
            <a:endParaRPr lang="en-US" dirty="0"/>
          </a:p>
        </p:txBody>
      </p:sp>
    </p:spTree>
    <p:extLst>
      <p:ext uri="{BB962C8B-B14F-4D97-AF65-F5344CB8AC3E}">
        <p14:creationId xmlns:p14="http://schemas.microsoft.com/office/powerpoint/2010/main" val="3557202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9</a:t>
            </a:fld>
            <a:endParaRPr lang="en-US" dirty="0"/>
          </a:p>
        </p:txBody>
      </p:sp>
    </p:spTree>
    <p:extLst>
      <p:ext uri="{BB962C8B-B14F-4D97-AF65-F5344CB8AC3E}">
        <p14:creationId xmlns:p14="http://schemas.microsoft.com/office/powerpoint/2010/main" val="3996641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10</a:t>
            </a:fld>
            <a:endParaRPr lang="en-US" dirty="0"/>
          </a:p>
        </p:txBody>
      </p:sp>
    </p:spTree>
    <p:extLst>
      <p:ext uri="{BB962C8B-B14F-4D97-AF65-F5344CB8AC3E}">
        <p14:creationId xmlns:p14="http://schemas.microsoft.com/office/powerpoint/2010/main" val="401139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11</a:t>
            </a:fld>
            <a:endParaRPr lang="en-US" dirty="0"/>
          </a:p>
        </p:txBody>
      </p:sp>
    </p:spTree>
    <p:extLst>
      <p:ext uri="{BB962C8B-B14F-4D97-AF65-F5344CB8AC3E}">
        <p14:creationId xmlns:p14="http://schemas.microsoft.com/office/powerpoint/2010/main" val="59908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12</a:t>
            </a:fld>
            <a:endParaRPr lang="en-US" dirty="0"/>
          </a:p>
        </p:txBody>
      </p:sp>
    </p:spTree>
    <p:extLst>
      <p:ext uri="{BB962C8B-B14F-4D97-AF65-F5344CB8AC3E}">
        <p14:creationId xmlns:p14="http://schemas.microsoft.com/office/powerpoint/2010/main" val="1030677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14</a:t>
            </a:fld>
            <a:endParaRPr lang="en-US"/>
          </a:p>
        </p:txBody>
      </p:sp>
    </p:spTree>
    <p:extLst>
      <p:ext uri="{BB962C8B-B14F-4D97-AF65-F5344CB8AC3E}">
        <p14:creationId xmlns:p14="http://schemas.microsoft.com/office/powerpoint/2010/main" val="77017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1C470-AD6E-4186-B9D1-F5CD3B500E2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83C95E8-2456-4167-873C-DCE7CAAC3803}"/>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F2A8EA70-3D9F-4AF5-98CD-ADBF6098E199}"/>
              </a:ext>
            </a:extLst>
          </p:cNvPr>
          <p:cNvSpPr>
            <a:spLocks noGrp="1"/>
          </p:cNvSpPr>
          <p:nvPr>
            <p:ph type="dt" sz="half" idx="10"/>
          </p:nvPr>
        </p:nvSpPr>
        <p:spPr/>
        <p:txBody>
          <a:bodyPr/>
          <a:lstStyle/>
          <a:p>
            <a:fld id="{EEA2FC0F-490E-4037-809F-EE94D2F34D5E}" type="datetimeFigureOut">
              <a:rPr lang="en-US" smtClean="0"/>
              <a:t>4/24/2023</a:t>
            </a:fld>
            <a:endParaRPr lang="en-US"/>
          </a:p>
        </p:txBody>
      </p:sp>
      <p:sp>
        <p:nvSpPr>
          <p:cNvPr id="5" name="Footer Placeholder 4">
            <a:extLst>
              <a:ext uri="{FF2B5EF4-FFF2-40B4-BE49-F238E27FC236}">
                <a16:creationId xmlns:a16="http://schemas.microsoft.com/office/drawing/2014/main" id="{23F43C81-0BFA-4130-A65D-D3CC845059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E84D5-BB7E-4E36-BDD6-EFE15F39073F}"/>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98991981"/>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413E0-DD14-47F6-9B7F-42FBF61404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229E49-3498-4403-82C4-B1F6B86D59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197E07-562F-45F1-837C-60309DDD771F}"/>
              </a:ext>
            </a:extLst>
          </p:cNvPr>
          <p:cNvSpPr>
            <a:spLocks noGrp="1"/>
          </p:cNvSpPr>
          <p:nvPr>
            <p:ph type="dt" sz="half" idx="10"/>
          </p:nvPr>
        </p:nvSpPr>
        <p:spPr/>
        <p:txBody>
          <a:bodyPr/>
          <a:lstStyle/>
          <a:p>
            <a:fld id="{EEA2FC0F-490E-4037-809F-EE94D2F34D5E}" type="datetimeFigureOut">
              <a:rPr lang="en-US" smtClean="0"/>
              <a:t>4/24/2023</a:t>
            </a:fld>
            <a:endParaRPr lang="en-US"/>
          </a:p>
        </p:txBody>
      </p:sp>
      <p:sp>
        <p:nvSpPr>
          <p:cNvPr id="5" name="Footer Placeholder 4">
            <a:extLst>
              <a:ext uri="{FF2B5EF4-FFF2-40B4-BE49-F238E27FC236}">
                <a16:creationId xmlns:a16="http://schemas.microsoft.com/office/drawing/2014/main" id="{0CEF44FE-B2E7-4C3E-A0FF-6663FE339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7BC22-0663-4485-AAEC-0BD58F22644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379444002"/>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4CC4-3A0B-4712-A9F7-8EFECAA65EAC}"/>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0C75C78-E1BE-4358-BCCB-44D8FE6C948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735536-F69A-4616-A789-DA0A622B9244}"/>
              </a:ext>
            </a:extLst>
          </p:cNvPr>
          <p:cNvSpPr>
            <a:spLocks noGrp="1"/>
          </p:cNvSpPr>
          <p:nvPr>
            <p:ph type="dt" sz="half" idx="10"/>
          </p:nvPr>
        </p:nvSpPr>
        <p:spPr/>
        <p:txBody>
          <a:bodyPr/>
          <a:lstStyle/>
          <a:p>
            <a:fld id="{EEA2FC0F-490E-4037-809F-EE94D2F34D5E}" type="datetimeFigureOut">
              <a:rPr lang="en-US" smtClean="0"/>
              <a:t>4/24/2023</a:t>
            </a:fld>
            <a:endParaRPr lang="en-US"/>
          </a:p>
        </p:txBody>
      </p:sp>
      <p:sp>
        <p:nvSpPr>
          <p:cNvPr id="5" name="Footer Placeholder 4">
            <a:extLst>
              <a:ext uri="{FF2B5EF4-FFF2-40B4-BE49-F238E27FC236}">
                <a16:creationId xmlns:a16="http://schemas.microsoft.com/office/drawing/2014/main" id="{9A658AAC-821A-44AE-8EE6-C0A1200FC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20430-D5EC-4964-B716-240956BB231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432167756"/>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28F0-303B-4830-9E52-17B2E6DD96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5EB1E4-6C50-4BA0-AB4A-0E170CA477AE}"/>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C525F4-5C5E-4C65-A4B4-F4613C63D38B}"/>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B5BC1C-BB68-4BEF-8C5B-5F1CE4BEA347}"/>
              </a:ext>
            </a:extLst>
          </p:cNvPr>
          <p:cNvSpPr>
            <a:spLocks noGrp="1"/>
          </p:cNvSpPr>
          <p:nvPr>
            <p:ph type="dt" sz="half" idx="10"/>
          </p:nvPr>
        </p:nvSpPr>
        <p:spPr/>
        <p:txBody>
          <a:bodyPr/>
          <a:lstStyle/>
          <a:p>
            <a:fld id="{EEA2FC0F-490E-4037-809F-EE94D2F34D5E}" type="datetimeFigureOut">
              <a:rPr lang="en-US" smtClean="0"/>
              <a:t>4/24/2023</a:t>
            </a:fld>
            <a:endParaRPr lang="en-US"/>
          </a:p>
        </p:txBody>
      </p:sp>
      <p:sp>
        <p:nvSpPr>
          <p:cNvPr id="6" name="Footer Placeholder 5">
            <a:extLst>
              <a:ext uri="{FF2B5EF4-FFF2-40B4-BE49-F238E27FC236}">
                <a16:creationId xmlns:a16="http://schemas.microsoft.com/office/drawing/2014/main" id="{DC2B7364-CEC3-4B58-A2E4-650734E4FF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36CBE-3367-47A8-A624-5AA9168A8C4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579010347"/>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F2DC-7C77-423C-B5AA-22D7DD08DE8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3FEFCC-4ACB-4A5B-A4AC-E10B7B40D56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928E7C7-CF83-449D-ACC7-0141E70E6AD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7D6AC6-B8C6-4A02-8F99-A7E0F493353C}"/>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F8F52BC-C951-4B70-9938-2B204E1F4B9C}"/>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733799-1F0E-4495-8FE1-72980475DDDD}"/>
              </a:ext>
            </a:extLst>
          </p:cNvPr>
          <p:cNvSpPr>
            <a:spLocks noGrp="1"/>
          </p:cNvSpPr>
          <p:nvPr>
            <p:ph type="dt" sz="half" idx="10"/>
          </p:nvPr>
        </p:nvSpPr>
        <p:spPr/>
        <p:txBody>
          <a:bodyPr/>
          <a:lstStyle/>
          <a:p>
            <a:fld id="{EEA2FC0F-490E-4037-809F-EE94D2F34D5E}" type="datetimeFigureOut">
              <a:rPr lang="en-US" smtClean="0"/>
              <a:t>4/24/2023</a:t>
            </a:fld>
            <a:endParaRPr lang="en-US"/>
          </a:p>
        </p:txBody>
      </p:sp>
      <p:sp>
        <p:nvSpPr>
          <p:cNvPr id="8" name="Footer Placeholder 7">
            <a:extLst>
              <a:ext uri="{FF2B5EF4-FFF2-40B4-BE49-F238E27FC236}">
                <a16:creationId xmlns:a16="http://schemas.microsoft.com/office/drawing/2014/main" id="{27F4A26C-594B-4849-ADE7-BDD65FA6FD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0AB182-1C5B-41A4-992A-A46157BC102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589604878"/>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E026-9521-49F9-9910-4E59D0EE7E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90F577-9C03-4D72-B18C-3DB7A3079E7A}"/>
              </a:ext>
            </a:extLst>
          </p:cNvPr>
          <p:cNvSpPr>
            <a:spLocks noGrp="1"/>
          </p:cNvSpPr>
          <p:nvPr>
            <p:ph type="dt" sz="half" idx="10"/>
          </p:nvPr>
        </p:nvSpPr>
        <p:spPr/>
        <p:txBody>
          <a:bodyPr/>
          <a:lstStyle/>
          <a:p>
            <a:fld id="{EEA2FC0F-490E-4037-809F-EE94D2F34D5E}" type="datetimeFigureOut">
              <a:rPr lang="en-US" smtClean="0"/>
              <a:t>4/24/2023</a:t>
            </a:fld>
            <a:endParaRPr lang="en-US"/>
          </a:p>
        </p:txBody>
      </p:sp>
      <p:sp>
        <p:nvSpPr>
          <p:cNvPr id="4" name="Footer Placeholder 3">
            <a:extLst>
              <a:ext uri="{FF2B5EF4-FFF2-40B4-BE49-F238E27FC236}">
                <a16:creationId xmlns:a16="http://schemas.microsoft.com/office/drawing/2014/main" id="{2A5D3A2E-13DC-495D-90A7-7A4E5FDF7D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97EF5E-5D2B-4CCD-B2BC-2A9FAD1D2DA4}"/>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6" name="Rectangle 5">
            <a:extLst>
              <a:ext uri="{FF2B5EF4-FFF2-40B4-BE49-F238E27FC236}">
                <a16:creationId xmlns:a16="http://schemas.microsoft.com/office/drawing/2014/main" id="{B10C55AE-6A42-40C6-97AE-E89CE4E6C939}"/>
              </a:ext>
            </a:extLst>
          </p:cNvPr>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3153467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418A9C-B077-499A-8FA9-DFFA04A07D06}"/>
              </a:ext>
            </a:extLst>
          </p:cNvPr>
          <p:cNvSpPr>
            <a:spLocks noGrp="1"/>
          </p:cNvSpPr>
          <p:nvPr>
            <p:ph type="dt" sz="half" idx="10"/>
          </p:nvPr>
        </p:nvSpPr>
        <p:spPr/>
        <p:txBody>
          <a:bodyPr/>
          <a:lstStyle/>
          <a:p>
            <a:fld id="{EEA2FC0F-490E-4037-809F-EE94D2F34D5E}" type="datetimeFigureOut">
              <a:rPr lang="en-US" smtClean="0"/>
              <a:t>4/24/2023</a:t>
            </a:fld>
            <a:endParaRPr lang="en-US"/>
          </a:p>
        </p:txBody>
      </p:sp>
      <p:sp>
        <p:nvSpPr>
          <p:cNvPr id="3" name="Footer Placeholder 2">
            <a:extLst>
              <a:ext uri="{FF2B5EF4-FFF2-40B4-BE49-F238E27FC236}">
                <a16:creationId xmlns:a16="http://schemas.microsoft.com/office/drawing/2014/main" id="{463B566F-A0BB-400C-A181-7DA718D963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758D3B-0ADC-4EE2-8119-D2FEA44A894F}"/>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5" name="Graphic 5">
            <a:extLst>
              <a:ext uri="{FF2B5EF4-FFF2-40B4-BE49-F238E27FC236}">
                <a16:creationId xmlns:a16="http://schemas.microsoft.com/office/drawing/2014/main" id="{B8F8BF69-64D7-4398-A323-00B3D8B0C0C0}"/>
              </a:ext>
            </a:extLst>
          </p:cNvPr>
          <p:cNvSpPr>
            <a:spLocks noChangeAspect="1"/>
          </p:cNvSpPr>
          <p:nvPr userDrawn="1"/>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350"/>
          </a:p>
        </p:txBody>
      </p:sp>
    </p:spTree>
    <p:extLst>
      <p:ext uri="{BB962C8B-B14F-4D97-AF65-F5344CB8AC3E}">
        <p14:creationId xmlns:p14="http://schemas.microsoft.com/office/powerpoint/2010/main" val="3760809805"/>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E1F1-69D8-4AB9-A2CB-D1008002AAA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920CFE4-0CFA-4BB0-99D2-46954FDDAFD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C256C7-FCFA-43F1-94D2-4A905D20321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6D5FC62-A4D6-4E31-874E-E2F7D31AD553}"/>
              </a:ext>
            </a:extLst>
          </p:cNvPr>
          <p:cNvSpPr>
            <a:spLocks noGrp="1"/>
          </p:cNvSpPr>
          <p:nvPr>
            <p:ph type="dt" sz="half" idx="10"/>
          </p:nvPr>
        </p:nvSpPr>
        <p:spPr/>
        <p:txBody>
          <a:bodyPr/>
          <a:lstStyle/>
          <a:p>
            <a:fld id="{EEA2FC0F-490E-4037-809F-EE94D2F34D5E}" type="datetimeFigureOut">
              <a:rPr lang="en-US" smtClean="0"/>
              <a:t>4/24/2023</a:t>
            </a:fld>
            <a:endParaRPr lang="en-US"/>
          </a:p>
        </p:txBody>
      </p:sp>
      <p:sp>
        <p:nvSpPr>
          <p:cNvPr id="6" name="Footer Placeholder 5">
            <a:extLst>
              <a:ext uri="{FF2B5EF4-FFF2-40B4-BE49-F238E27FC236}">
                <a16:creationId xmlns:a16="http://schemas.microsoft.com/office/drawing/2014/main" id="{7A567646-D893-4414-BAEC-A3578E0E0F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CF64B9-EAA5-4849-872E-8A5B5815208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836220739"/>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09EF-03C5-4888-88B5-4EA70E42549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08A5960-079A-48E1-843B-4F5A89112DB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ED5F0BC-0F2D-4FBE-B9F3-4AA42F04CC1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89127A3-FA32-49FB-9287-668F7ED6DF56}"/>
              </a:ext>
            </a:extLst>
          </p:cNvPr>
          <p:cNvSpPr>
            <a:spLocks noGrp="1"/>
          </p:cNvSpPr>
          <p:nvPr>
            <p:ph type="dt" sz="half" idx="10"/>
          </p:nvPr>
        </p:nvSpPr>
        <p:spPr/>
        <p:txBody>
          <a:bodyPr/>
          <a:lstStyle/>
          <a:p>
            <a:fld id="{EEA2FC0F-490E-4037-809F-EE94D2F34D5E}" type="datetimeFigureOut">
              <a:rPr lang="en-US" smtClean="0"/>
              <a:t>4/24/2023</a:t>
            </a:fld>
            <a:endParaRPr lang="en-US"/>
          </a:p>
        </p:txBody>
      </p:sp>
      <p:sp>
        <p:nvSpPr>
          <p:cNvPr id="6" name="Footer Placeholder 5">
            <a:extLst>
              <a:ext uri="{FF2B5EF4-FFF2-40B4-BE49-F238E27FC236}">
                <a16:creationId xmlns:a16="http://schemas.microsoft.com/office/drawing/2014/main" id="{E7882F0A-7C33-4891-8DDC-058E2B9CE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04B07F-B89D-44C8-9955-21F878CB402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78031905"/>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F3897-2A10-48CC-B46F-A4984195FF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8313DE-D904-4D6D-A071-8078EACABB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8042B-5B4A-4A4A-91CB-597523F4FBF3}"/>
              </a:ext>
            </a:extLst>
          </p:cNvPr>
          <p:cNvSpPr>
            <a:spLocks noGrp="1"/>
          </p:cNvSpPr>
          <p:nvPr>
            <p:ph type="dt" sz="half" idx="10"/>
          </p:nvPr>
        </p:nvSpPr>
        <p:spPr/>
        <p:txBody>
          <a:bodyPr/>
          <a:lstStyle/>
          <a:p>
            <a:fld id="{EEA2FC0F-490E-4037-809F-EE94D2F34D5E}" type="datetimeFigureOut">
              <a:rPr lang="en-US" smtClean="0"/>
              <a:t>4/24/2023</a:t>
            </a:fld>
            <a:endParaRPr lang="en-US"/>
          </a:p>
        </p:txBody>
      </p:sp>
      <p:sp>
        <p:nvSpPr>
          <p:cNvPr id="5" name="Footer Placeholder 4">
            <a:extLst>
              <a:ext uri="{FF2B5EF4-FFF2-40B4-BE49-F238E27FC236}">
                <a16:creationId xmlns:a16="http://schemas.microsoft.com/office/drawing/2014/main" id="{AD9FBA54-D886-4643-8534-A20CFD9E3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8AA205-DC56-4C6D-B193-E25F0A4A1D5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61360278"/>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43D52B-5A56-4B4C-9B42-D9A53D157502}"/>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2A10A3-6943-4364-97E4-E652E32B323F}"/>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1A199-B825-4041-8038-B421CFEF7369}"/>
              </a:ext>
            </a:extLst>
          </p:cNvPr>
          <p:cNvSpPr>
            <a:spLocks noGrp="1"/>
          </p:cNvSpPr>
          <p:nvPr>
            <p:ph type="dt" sz="half" idx="10"/>
          </p:nvPr>
        </p:nvSpPr>
        <p:spPr/>
        <p:txBody>
          <a:bodyPr/>
          <a:lstStyle/>
          <a:p>
            <a:fld id="{EEA2FC0F-490E-4037-809F-EE94D2F34D5E}" type="datetimeFigureOut">
              <a:rPr lang="en-US" smtClean="0"/>
              <a:t>4/24/2023</a:t>
            </a:fld>
            <a:endParaRPr lang="en-US"/>
          </a:p>
        </p:txBody>
      </p:sp>
      <p:sp>
        <p:nvSpPr>
          <p:cNvPr id="5" name="Footer Placeholder 4">
            <a:extLst>
              <a:ext uri="{FF2B5EF4-FFF2-40B4-BE49-F238E27FC236}">
                <a16:creationId xmlns:a16="http://schemas.microsoft.com/office/drawing/2014/main" id="{630F5A77-474F-4406-90D1-B956A7B3E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88F4A5-AF5C-4AA5-BA15-0F4D22CF1B2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837694370"/>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ndard Body Slide with Headline and Subhea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3429000"/>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D6EC5702-CC6C-449A-9363-23B4FFE00979}" type="datetime1">
              <a:rPr lang="en-US" smtClean="0"/>
              <a:t>4/24/2023</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Slide Option 2">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1885949"/>
            <a:ext cx="9144000" cy="2743201"/>
          </a:xfrm>
        </p:spPr>
        <p:txBody>
          <a:bodyPr anchor="ctr" anchorCtr="0"/>
          <a:lstStyle>
            <a:lvl1pPr marL="0" indent="0" algn="ctr">
              <a:buFontTx/>
              <a:buNone/>
              <a:defRPr sz="1200"/>
            </a:lvl1pPr>
          </a:lstStyle>
          <a:p>
            <a:endParaRPr lang="en-US" dirty="0"/>
          </a:p>
        </p:txBody>
      </p:sp>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baseline="0"/>
            </a:lvl1pPr>
          </a:lstStyle>
          <a:p>
            <a:r>
              <a:rPr lang="en-US" dirty="0"/>
              <a:t>Slide Title</a:t>
            </a:r>
          </a:p>
        </p:txBody>
      </p:sp>
      <p:sp>
        <p:nvSpPr>
          <p:cNvPr id="6" name="Text Placeholder 12"/>
          <p:cNvSpPr>
            <a:spLocks noGrp="1"/>
          </p:cNvSpPr>
          <p:nvPr>
            <p:ph type="body" sz="quarter" idx="12" hasCustomPrompt="1"/>
          </p:nvPr>
        </p:nvSpPr>
        <p:spPr>
          <a:xfrm>
            <a:off x="228600" y="731520"/>
            <a:ext cx="6483096" cy="457200"/>
          </a:xfrm>
        </p:spPr>
        <p:txBody>
          <a:bodyPr lIns="0" tIns="0" rIns="0" bIns="0">
            <a:noAutofit/>
          </a:bodyPr>
          <a:lstStyle>
            <a:lvl1pPr marL="0" indent="0">
              <a:spcBef>
                <a:spcPts val="0"/>
              </a:spcBef>
              <a:buFontTx/>
              <a:buNone/>
              <a:defRPr sz="1800"/>
            </a:lvl1pPr>
          </a:lstStyle>
          <a:p>
            <a:pPr lvl="0"/>
            <a:r>
              <a:rPr lang="en-US" dirty="0"/>
              <a:t>Subhead</a:t>
            </a:r>
          </a:p>
        </p:txBody>
      </p:sp>
      <p:sp>
        <p:nvSpPr>
          <p:cNvPr id="10" name="Rectangle 9"/>
          <p:cNvSpPr/>
          <p:nvPr userDrawn="1"/>
        </p:nvSpPr>
        <p:spPr>
          <a:xfrm>
            <a:off x="8704716" y="4879337"/>
            <a:ext cx="218782" cy="15903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1" name="Picture 10" descr="hitachi-consulting-logo-rendered.png"/>
          <p:cNvPicPr>
            <a:picLocks noChangeAspect="1"/>
          </p:cNvPicPr>
          <p:nvPr userDrawn="1"/>
        </p:nvPicPr>
        <p:blipFill>
          <a:blip r:embed="rId2"/>
          <a:stretch>
            <a:fillRect/>
          </a:stretch>
        </p:blipFill>
        <p:spPr>
          <a:xfrm>
            <a:off x="230188" y="4714875"/>
            <a:ext cx="1798009" cy="352519"/>
          </a:xfrm>
          <a:prstGeom prst="rect">
            <a:avLst/>
          </a:prstGeom>
        </p:spPr>
      </p:pic>
      <p:pic>
        <p:nvPicPr>
          <p:cNvPr id="13" name="Picture 12" descr="hitachi-inspire-the-next-logo.png"/>
          <p:cNvPicPr>
            <a:picLocks noChangeAspect="1"/>
          </p:cNvPicPr>
          <p:nvPr userDrawn="1"/>
        </p:nvPicPr>
        <p:blipFill>
          <a:blip r:embed="rId3">
            <a:alphaModFix/>
          </a:blip>
          <a:stretch>
            <a:fillRect/>
          </a:stretch>
        </p:blipFill>
        <p:spPr>
          <a:xfrm>
            <a:off x="7740438" y="128016"/>
            <a:ext cx="1289130" cy="52232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Divider Option 1">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0" y="1200150"/>
            <a:ext cx="9144000" cy="3429000"/>
          </a:xfrm>
        </p:spPr>
        <p:txBody>
          <a:bodyPr anchor="ctr" anchorCtr="0">
            <a:noAutofit/>
          </a:bodyPr>
          <a:lstStyle>
            <a:lvl1pPr marL="0" indent="0" algn="ctr">
              <a:buFontTx/>
              <a:buNone/>
              <a:defRPr sz="1200"/>
            </a:lvl1pPr>
          </a:lstStyle>
          <a:p>
            <a:endParaRPr lang="en-US" dirty="0"/>
          </a:p>
        </p:txBody>
      </p:sp>
      <p:pic>
        <p:nvPicPr>
          <p:cNvPr id="7" name="Picture 6"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1"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Option 2">
    <p:spTree>
      <p:nvGrpSpPr>
        <p:cNvPr id="1" name=""/>
        <p:cNvGrpSpPr/>
        <p:nvPr/>
      </p:nvGrpSpPr>
      <p:grpSpPr>
        <a:xfrm>
          <a:off x="0" y="0"/>
          <a:ext cx="0" cy="0"/>
          <a:chOff x="0" y="0"/>
          <a:chExt cx="0" cy="0"/>
        </a:xfrm>
      </p:grpSpPr>
      <p:sp>
        <p:nvSpPr>
          <p:cNvPr id="18" name="Picture Placeholder 16"/>
          <p:cNvSpPr>
            <a:spLocks noGrp="1"/>
          </p:cNvSpPr>
          <p:nvPr>
            <p:ph type="pic" sz="quarter" idx="15"/>
          </p:nvPr>
        </p:nvSpPr>
        <p:spPr>
          <a:xfrm>
            <a:off x="0" y="1200151"/>
            <a:ext cx="5430837" cy="3428999"/>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4"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Option 3">
    <p:spTree>
      <p:nvGrpSpPr>
        <p:cNvPr id="1" name=""/>
        <p:cNvGrpSpPr/>
        <p:nvPr/>
      </p:nvGrpSpPr>
      <p:grpSpPr>
        <a:xfrm>
          <a:off x="0" y="0"/>
          <a:ext cx="0" cy="0"/>
          <a:chOff x="0" y="0"/>
          <a:chExt cx="0" cy="0"/>
        </a:xfrm>
      </p:grpSpPr>
      <p:sp>
        <p:nvSpPr>
          <p:cNvPr id="15" name="Picture Placeholder 14"/>
          <p:cNvSpPr>
            <a:spLocks noGrp="1"/>
          </p:cNvSpPr>
          <p:nvPr>
            <p:ph type="pic" sz="quarter" idx="15"/>
          </p:nvPr>
        </p:nvSpPr>
        <p:spPr>
          <a:xfrm>
            <a:off x="0" y="1889125"/>
            <a:ext cx="9144000" cy="2740025"/>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C Background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extLst>
      <p:ext uri="{BB962C8B-B14F-4D97-AF65-F5344CB8AC3E}">
        <p14:creationId xmlns:p14="http://schemas.microsoft.com/office/powerpoint/2010/main" val="17479664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and Table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5"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69235B16-92EC-4ADE-AC67-A1F32B564842}" type="datetime1">
              <a:rPr lang="en-US" smtClean="0"/>
              <a:t>4/24/2023</a:t>
            </a:fld>
            <a:endParaRPr lang="en-US" dirty="0"/>
          </a:p>
        </p:txBody>
      </p:sp>
      <p:sp>
        <p:nvSpPr>
          <p:cNvPr id="26"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27" name="Straight Connector 26"/>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2286000" cy="457200"/>
          </a:xfrm>
        </p:spPr>
        <p:txBody>
          <a:bodyPr anchor="ctr" anchorCtr="0">
            <a:noAutofit/>
          </a:bodyPr>
          <a:lstStyle>
            <a:lvl1pPr algn="ctr">
              <a:buNone/>
              <a:defRPr sz="1200"/>
            </a:lvl1pPr>
          </a:lstStyle>
          <a:p>
            <a:endParaRPr lang="en-US" dirty="0"/>
          </a:p>
        </p:txBody>
      </p:sp>
      <p:sp>
        <p:nvSpPr>
          <p:cNvPr id="29" name="Picture Placeholder 16"/>
          <p:cNvSpPr>
            <a:spLocks noGrp="1"/>
          </p:cNvSpPr>
          <p:nvPr>
            <p:ph type="pic" sz="quarter" idx="25"/>
          </p:nvPr>
        </p:nvSpPr>
        <p:spPr>
          <a:xfrm>
            <a:off x="230188" y="2452688"/>
            <a:ext cx="2286000" cy="457200"/>
          </a:xfrm>
        </p:spPr>
        <p:txBody>
          <a:bodyPr anchor="ctr" anchorCtr="0">
            <a:noAutofit/>
          </a:bodyPr>
          <a:lstStyle>
            <a:lvl1pPr algn="ctr">
              <a:buNone/>
              <a:defRPr sz="1200"/>
            </a:lvl1pPr>
          </a:lstStyle>
          <a:p>
            <a:endParaRPr lang="en-US" dirty="0"/>
          </a:p>
        </p:txBody>
      </p:sp>
      <p:sp>
        <p:nvSpPr>
          <p:cNvPr id="30" name="Picture Placeholder 16"/>
          <p:cNvSpPr>
            <a:spLocks noGrp="1"/>
          </p:cNvSpPr>
          <p:nvPr>
            <p:ph type="pic" sz="quarter" idx="26"/>
          </p:nvPr>
        </p:nvSpPr>
        <p:spPr>
          <a:xfrm>
            <a:off x="230188" y="3014663"/>
            <a:ext cx="2286000" cy="457200"/>
          </a:xfrm>
        </p:spPr>
        <p:txBody>
          <a:bodyPr anchor="ctr" anchorCtr="0">
            <a:noAutofit/>
          </a:bodyPr>
          <a:lstStyle>
            <a:lvl1pPr algn="ctr">
              <a:buNone/>
              <a:defRPr sz="1200"/>
            </a:lvl1pPr>
          </a:lstStyle>
          <a:p>
            <a:endParaRPr lang="en-US" dirty="0"/>
          </a:p>
        </p:txBody>
      </p:sp>
      <p:sp>
        <p:nvSpPr>
          <p:cNvPr id="31" name="Picture Placeholder 16"/>
          <p:cNvSpPr>
            <a:spLocks noGrp="1"/>
          </p:cNvSpPr>
          <p:nvPr>
            <p:ph type="pic" sz="quarter" idx="27"/>
          </p:nvPr>
        </p:nvSpPr>
        <p:spPr>
          <a:xfrm>
            <a:off x="230188" y="3578225"/>
            <a:ext cx="2286000" cy="457200"/>
          </a:xfrm>
        </p:spPr>
        <p:txBody>
          <a:bodyPr anchor="ctr" anchorCtr="0">
            <a:noAutofit/>
          </a:bodyPr>
          <a:lstStyle>
            <a:lvl1pPr algn="ctr">
              <a:buNone/>
              <a:defRPr sz="1200"/>
            </a:lvl1pPr>
          </a:lstStyle>
          <a:p>
            <a:endParaRPr lang="en-US" dirty="0"/>
          </a:p>
        </p:txBody>
      </p:sp>
      <p:sp>
        <p:nvSpPr>
          <p:cNvPr id="32" name="Picture Placeholder 16"/>
          <p:cNvSpPr>
            <a:spLocks noGrp="1"/>
          </p:cNvSpPr>
          <p:nvPr>
            <p:ph type="pic" sz="quarter" idx="28"/>
          </p:nvPr>
        </p:nvSpPr>
        <p:spPr>
          <a:xfrm>
            <a:off x="230188" y="4141788"/>
            <a:ext cx="2286000" cy="457200"/>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27602922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ultiple Graph Option 1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688975"/>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C48BA28F-F5EE-4CA9-83D1-C0DADD8673A3}" type="datetime1">
              <a:rPr lang="en-US" smtClean="0"/>
              <a:t>4/24/2023</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4233672" cy="1225296"/>
          </a:xfrm>
        </p:spPr>
        <p:txBody>
          <a:bodyPr anchor="ctr" anchorCtr="0">
            <a:noAutofit/>
          </a:bodyPr>
          <a:lstStyle>
            <a:lvl1pPr algn="ctr">
              <a:buNone/>
              <a:defRPr sz="1200"/>
            </a:lvl1pPr>
          </a:lstStyle>
          <a:p>
            <a:endParaRPr lang="en-US" dirty="0"/>
          </a:p>
        </p:txBody>
      </p:sp>
      <p:sp>
        <p:nvSpPr>
          <p:cNvPr id="23" name="Picture Placeholder 16"/>
          <p:cNvSpPr>
            <a:spLocks noGrp="1"/>
          </p:cNvSpPr>
          <p:nvPr>
            <p:ph type="pic" sz="quarter" idx="16"/>
          </p:nvPr>
        </p:nvSpPr>
        <p:spPr>
          <a:xfrm>
            <a:off x="4680462" y="1889125"/>
            <a:ext cx="4233672" cy="1225296"/>
          </a:xfrm>
        </p:spPr>
        <p:txBody>
          <a:bodyPr anchor="ctr" anchorCtr="0">
            <a:noAutofit/>
          </a:bodyPr>
          <a:lstStyle>
            <a:lvl1pPr algn="ctr">
              <a:buNone/>
              <a:defRPr sz="1200"/>
            </a:lvl1pPr>
          </a:lstStyle>
          <a:p>
            <a:endParaRPr lang="en-US" dirty="0"/>
          </a:p>
        </p:txBody>
      </p:sp>
      <p:sp>
        <p:nvSpPr>
          <p:cNvPr id="24" name="Picture Placeholder 16"/>
          <p:cNvSpPr>
            <a:spLocks noGrp="1"/>
          </p:cNvSpPr>
          <p:nvPr>
            <p:ph type="pic" sz="quarter" idx="17"/>
          </p:nvPr>
        </p:nvSpPr>
        <p:spPr>
          <a:xfrm>
            <a:off x="230186" y="3378816"/>
            <a:ext cx="4233672" cy="1225296"/>
          </a:xfrm>
        </p:spPr>
        <p:txBody>
          <a:bodyPr anchor="ctr" anchorCtr="0">
            <a:noAutofit/>
          </a:bodyPr>
          <a:lstStyle>
            <a:lvl1pPr algn="ctr">
              <a:buNone/>
              <a:defRPr sz="1200"/>
            </a:lvl1pPr>
          </a:lstStyle>
          <a:p>
            <a:endParaRPr lang="en-US" dirty="0"/>
          </a:p>
        </p:txBody>
      </p:sp>
      <p:sp>
        <p:nvSpPr>
          <p:cNvPr id="25" name="Picture Placeholder 16"/>
          <p:cNvSpPr>
            <a:spLocks noGrp="1"/>
          </p:cNvSpPr>
          <p:nvPr>
            <p:ph type="pic" sz="quarter" idx="18"/>
          </p:nvPr>
        </p:nvSpPr>
        <p:spPr>
          <a:xfrm>
            <a:off x="4680462" y="3378816"/>
            <a:ext cx="4233672" cy="1225296"/>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18695324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Rectangle 2"/>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8921103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53"/>
          <p:cNvSpPr>
            <a:spLocks noGrp="1"/>
          </p:cNvSpPr>
          <p:nvPr>
            <p:ph idx="1" hasCustomPrompt="1"/>
          </p:nvPr>
        </p:nvSpPr>
        <p:spPr>
          <a:xfrm>
            <a:off x="264161" y="1244666"/>
            <a:ext cx="8575039" cy="1494768"/>
          </a:xfrm>
          <a:prstGeom prst="rect">
            <a:avLst/>
          </a:prstGeom>
        </p:spPr>
        <p:txBody>
          <a:bodyPr vert="horz" wrap="square" lIns="91430" tIns="91440" rIns="91430" bIns="91440" rtlCol="0">
            <a:spAutoFit/>
          </a:bodyPr>
          <a:lstStyle>
            <a:lvl1pPr marL="280953" indent="-280953">
              <a:buSzPct val="55000"/>
              <a:buFont typeface="Wingdings" charset="2"/>
              <a:buChar char="u"/>
              <a:defRPr sz="1800"/>
            </a:lvl1pPr>
            <a:lvl2pPr>
              <a:defRPr sz="1600"/>
            </a:lvl2pPr>
            <a:lvl3pPr marL="855557" indent="-280953">
              <a:buClr>
                <a:schemeClr val="tx2"/>
              </a:buClr>
              <a:buFont typeface="Wingdings" charset="2"/>
              <a:buChar char="§"/>
              <a:defRPr sz="1600"/>
            </a:lvl3pPr>
            <a:lvl4pPr>
              <a:defRPr sz="1600" baseline="0"/>
            </a:lvl4pPr>
          </a:lstStyle>
          <a:p>
            <a:pPr lvl="0"/>
            <a:r>
              <a:rPr lang="en-US" dirty="0"/>
              <a:t>Click to add text</a:t>
            </a:r>
          </a:p>
          <a:p>
            <a:pPr lvl="1"/>
            <a:r>
              <a:rPr lang="en-US" dirty="0"/>
              <a:t>Second level</a:t>
            </a:r>
          </a:p>
          <a:p>
            <a:pPr lvl="2"/>
            <a:r>
              <a:rPr lang="en-US" dirty="0"/>
              <a:t>Third level</a:t>
            </a:r>
          </a:p>
          <a:p>
            <a:pPr lvl="3"/>
            <a:r>
              <a:rPr lang="en-US" dirty="0"/>
              <a:t>Forth level</a:t>
            </a:r>
          </a:p>
        </p:txBody>
      </p:sp>
      <p:sp>
        <p:nvSpPr>
          <p:cNvPr id="4" name="Text Placeholder 5"/>
          <p:cNvSpPr>
            <a:spLocks noGrp="1"/>
          </p:cNvSpPr>
          <p:nvPr>
            <p:ph type="body" sz="quarter" idx="24"/>
          </p:nvPr>
        </p:nvSpPr>
        <p:spPr>
          <a:xfrm>
            <a:off x="264160" y="877455"/>
            <a:ext cx="8575040" cy="369332"/>
          </a:xfrm>
          <a:prstGeom prst="rect">
            <a:avLst/>
          </a:prstGeom>
        </p:spPr>
        <p:txBody>
          <a:bodyPr>
            <a:spAutoFit/>
          </a:bodyPr>
          <a:lstStyle>
            <a:lvl1pPr marL="0" indent="0">
              <a:buNone/>
              <a:defRPr sz="1800" b="0"/>
            </a:lvl1pPr>
          </a:lstStyle>
          <a:p>
            <a:r>
              <a:rPr lang="en-US" dirty="0"/>
              <a:t>Slide subtitle</a:t>
            </a:r>
          </a:p>
        </p:txBody>
      </p:sp>
    </p:spTree>
    <p:extLst>
      <p:ext uri="{BB962C8B-B14F-4D97-AF65-F5344CB8AC3E}">
        <p14:creationId xmlns:p14="http://schemas.microsoft.com/office/powerpoint/2010/main" val="38905931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Титульный слайд">
    <p:spTree>
      <p:nvGrpSpPr>
        <p:cNvPr id="1" name=""/>
        <p:cNvGrpSpPr/>
        <p:nvPr/>
      </p:nvGrpSpPr>
      <p:grpSpPr>
        <a:xfrm>
          <a:off x="0" y="0"/>
          <a:ext cx="0" cy="0"/>
          <a:chOff x="0" y="0"/>
          <a:chExt cx="0" cy="0"/>
        </a:xfrm>
      </p:grpSpPr>
      <p:sp>
        <p:nvSpPr>
          <p:cNvPr id="8" name="Рисунок 7"/>
          <p:cNvSpPr>
            <a:spLocks noGrp="1"/>
          </p:cNvSpPr>
          <p:nvPr>
            <p:ph type="pic" sz="quarter" idx="10"/>
          </p:nvPr>
        </p:nvSpPr>
        <p:spPr>
          <a:xfrm>
            <a:off x="0" y="0"/>
            <a:ext cx="9144000" cy="5143500"/>
          </a:xfrm>
        </p:spPr>
        <p:txBody>
          <a:bodyPr rtlCol="0">
            <a:normAutofit/>
          </a:bodyPr>
          <a:lstStyle/>
          <a:p>
            <a:pPr lvl="0"/>
            <a:endParaRPr lang="ru-RU" noProof="0" dirty="0"/>
          </a:p>
        </p:txBody>
      </p:sp>
    </p:spTree>
    <p:extLst>
      <p:ext uri="{BB962C8B-B14F-4D97-AF65-F5344CB8AC3E}">
        <p14:creationId xmlns:p14="http://schemas.microsoft.com/office/powerpoint/2010/main" val="1693212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536B8-BC4D-477E-BD3E-1E14E11F431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B19134-91FE-46CC-B0FB-BEDBEF5880F1}"/>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8AF512-084F-4371-A0B6-8088CB77895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EEA2FC0F-490E-4037-809F-EE94D2F34D5E}" type="datetimeFigureOut">
              <a:rPr lang="en-US" smtClean="0"/>
              <a:t>4/24/2023</a:t>
            </a:fld>
            <a:endParaRPr lang="en-US"/>
          </a:p>
        </p:txBody>
      </p:sp>
      <p:sp>
        <p:nvSpPr>
          <p:cNvPr id="5" name="Footer Placeholder 4">
            <a:extLst>
              <a:ext uri="{FF2B5EF4-FFF2-40B4-BE49-F238E27FC236}">
                <a16:creationId xmlns:a16="http://schemas.microsoft.com/office/drawing/2014/main" id="{1E09B006-DED5-43AC-A255-C435A76BF94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5B28A4-A031-40DC-89D6-956EADB64DCD}"/>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ECA14B2-F45F-4421-8663-2E4CBFF6CDB4}" type="slidenum">
              <a:rPr lang="en-US" smtClean="0"/>
              <a:t>‹#›</a:t>
            </a:fld>
            <a:endParaRPr lang="en-US"/>
          </a:p>
        </p:txBody>
      </p:sp>
    </p:spTree>
    <p:extLst>
      <p:ext uri="{BB962C8B-B14F-4D97-AF65-F5344CB8AC3E}">
        <p14:creationId xmlns:p14="http://schemas.microsoft.com/office/powerpoint/2010/main" val="342186497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654" r:id="rId12"/>
    <p:sldLayoutId id="2147483701" r:id="rId13"/>
    <p:sldLayoutId id="2147483668" r:id="rId14"/>
    <p:sldLayoutId id="2147483670" r:id="rId15"/>
    <p:sldLayoutId id="2147483671" r:id="rId16"/>
    <p:sldLayoutId id="2147483716" r:id="rId17"/>
    <p:sldLayoutId id="2147483708" r:id="rId18"/>
    <p:sldLayoutId id="2147483709" r:id="rId19"/>
    <p:sldLayoutId id="2147483718" r:id="rId20"/>
    <p:sldLayoutId id="2147483719" r:id="rId21"/>
    <p:sldLayoutId id="2147483739" r:id="rId22"/>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07E520EA-5F2A-4D8A-BD76-DAD2517D46BD}"/>
              </a:ext>
            </a:extLst>
          </p:cNvPr>
          <p:cNvSpPr/>
          <p:nvPr/>
        </p:nvSpPr>
        <p:spPr>
          <a:xfrm>
            <a:off x="0" y="0"/>
            <a:ext cx="9144000" cy="5143500"/>
          </a:xfrm>
          <a:prstGeom prst="rect">
            <a:avLst/>
          </a:prstGeom>
          <a:solidFill>
            <a:schemeClr val="tx1">
              <a:alpha val="8862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sz="1350" dirty="0"/>
          </a:p>
        </p:txBody>
      </p:sp>
      <p:sp>
        <p:nvSpPr>
          <p:cNvPr id="9" name="TextBox 8">
            <a:extLst>
              <a:ext uri="{FF2B5EF4-FFF2-40B4-BE49-F238E27FC236}">
                <a16:creationId xmlns:a16="http://schemas.microsoft.com/office/drawing/2014/main" id="{11DFADA0-5E43-48D1-BDC7-1C83EA867467}"/>
              </a:ext>
            </a:extLst>
          </p:cNvPr>
          <p:cNvSpPr txBox="1">
            <a:spLocks noChangeArrowheads="1"/>
          </p:cNvSpPr>
          <p:nvPr/>
        </p:nvSpPr>
        <p:spPr bwMode="auto">
          <a:xfrm>
            <a:off x="-1" y="799272"/>
            <a:ext cx="914400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dirty="0">
                <a:solidFill>
                  <a:schemeClr val="bg1"/>
                </a:solidFill>
                <a:latin typeface="Raleway Medium" panose="020B0603030101060003" pitchFamily="34" charset="0"/>
              </a:rPr>
              <a:t>Open Products Accelerating </a:t>
            </a:r>
          </a:p>
          <a:p>
            <a:pPr algn="ctr" eaLnBrk="1" hangingPunct="1">
              <a:lnSpc>
                <a:spcPct val="100000"/>
              </a:lnSpc>
              <a:spcBef>
                <a:spcPct val="0"/>
              </a:spcBef>
              <a:buFontTx/>
              <a:buNone/>
            </a:pPr>
            <a:r>
              <a:rPr lang="en-US" altLang="ru-RU" dirty="0">
                <a:solidFill>
                  <a:srgbClr val="DA291C"/>
                </a:solidFill>
                <a:latin typeface="Raleway ExtraBold" panose="020B0903030101060003" pitchFamily="34" charset="0"/>
              </a:rPr>
              <a:t>Enterprise Transformation</a:t>
            </a:r>
          </a:p>
        </p:txBody>
      </p:sp>
      <p:grpSp>
        <p:nvGrpSpPr>
          <p:cNvPr id="36864" name="Group 36863">
            <a:extLst>
              <a:ext uri="{FF2B5EF4-FFF2-40B4-BE49-F238E27FC236}">
                <a16:creationId xmlns:a16="http://schemas.microsoft.com/office/drawing/2014/main" id="{EF8582F1-C5DB-4534-89E0-07978C7C0FAC}"/>
              </a:ext>
            </a:extLst>
          </p:cNvPr>
          <p:cNvGrpSpPr/>
          <p:nvPr/>
        </p:nvGrpSpPr>
        <p:grpSpPr>
          <a:xfrm>
            <a:off x="451541" y="1786181"/>
            <a:ext cx="1785098" cy="3449696"/>
            <a:chOff x="591895" y="2381574"/>
            <a:chExt cx="2380130" cy="4599595"/>
          </a:xfrm>
        </p:grpSpPr>
        <p:sp>
          <p:nvSpPr>
            <p:cNvPr id="30" name="Freeform: Shape 29">
              <a:extLst>
                <a:ext uri="{FF2B5EF4-FFF2-40B4-BE49-F238E27FC236}">
                  <a16:creationId xmlns:a16="http://schemas.microsoft.com/office/drawing/2014/main" id="{8B5294FF-0750-4E16-9783-831B09A1BD47}"/>
                </a:ext>
              </a:extLst>
            </p:cNvPr>
            <p:cNvSpPr/>
            <p:nvPr/>
          </p:nvSpPr>
          <p:spPr>
            <a:xfrm>
              <a:off x="591895" y="3218137"/>
              <a:ext cx="2380130" cy="3763032"/>
            </a:xfrm>
            <a:custGeom>
              <a:avLst/>
              <a:gdLst>
                <a:gd name="connsiteX0" fmla="*/ 847165 w 1603937"/>
                <a:gd name="connsiteY0" fmla="*/ 0 h 2003612"/>
                <a:gd name="connsiteX1" fmla="*/ 860612 w 1603937"/>
                <a:gd name="connsiteY1" fmla="*/ 94129 h 2003612"/>
                <a:gd name="connsiteX2" fmla="*/ 820271 w 1603937"/>
                <a:gd name="connsiteY2" fmla="*/ 389965 h 2003612"/>
                <a:gd name="connsiteX3" fmla="*/ 766483 w 1603937"/>
                <a:gd name="connsiteY3" fmla="*/ 470647 h 2003612"/>
                <a:gd name="connsiteX4" fmla="*/ 726142 w 1603937"/>
                <a:gd name="connsiteY4" fmla="*/ 510988 h 2003612"/>
                <a:gd name="connsiteX5" fmla="*/ 672353 w 1603937"/>
                <a:gd name="connsiteY5" fmla="*/ 524435 h 2003612"/>
                <a:gd name="connsiteX6" fmla="*/ 537883 w 1603937"/>
                <a:gd name="connsiteY6" fmla="*/ 564776 h 2003612"/>
                <a:gd name="connsiteX7" fmla="*/ 510989 w 1603937"/>
                <a:gd name="connsiteY7" fmla="*/ 591671 h 2003612"/>
                <a:gd name="connsiteX8" fmla="*/ 174812 w 1603937"/>
                <a:gd name="connsiteY8" fmla="*/ 578224 h 2003612"/>
                <a:gd name="connsiteX9" fmla="*/ 80683 w 1603937"/>
                <a:gd name="connsiteY9" fmla="*/ 537882 h 2003612"/>
                <a:gd name="connsiteX10" fmla="*/ 40342 w 1603937"/>
                <a:gd name="connsiteY10" fmla="*/ 524435 h 2003612"/>
                <a:gd name="connsiteX11" fmla="*/ 13447 w 1603937"/>
                <a:gd name="connsiteY11" fmla="*/ 443753 h 2003612"/>
                <a:gd name="connsiteX12" fmla="*/ 0 w 1603937"/>
                <a:gd name="connsiteY12" fmla="*/ 403412 h 2003612"/>
                <a:gd name="connsiteX13" fmla="*/ 13447 w 1603937"/>
                <a:gd name="connsiteY13" fmla="*/ 215153 h 2003612"/>
                <a:gd name="connsiteX14" fmla="*/ 53789 w 1603937"/>
                <a:gd name="connsiteY14" fmla="*/ 188259 h 2003612"/>
                <a:gd name="connsiteX15" fmla="*/ 134471 w 1603937"/>
                <a:gd name="connsiteY15" fmla="*/ 147918 h 2003612"/>
                <a:gd name="connsiteX16" fmla="*/ 484095 w 1603937"/>
                <a:gd name="connsiteY16" fmla="*/ 161365 h 2003612"/>
                <a:gd name="connsiteX17" fmla="*/ 510989 w 1603937"/>
                <a:gd name="connsiteY17" fmla="*/ 201706 h 2003612"/>
                <a:gd name="connsiteX18" fmla="*/ 551330 w 1603937"/>
                <a:gd name="connsiteY18" fmla="*/ 215153 h 2003612"/>
                <a:gd name="connsiteX19" fmla="*/ 605118 w 1603937"/>
                <a:gd name="connsiteY19" fmla="*/ 255494 h 2003612"/>
                <a:gd name="connsiteX20" fmla="*/ 672353 w 1603937"/>
                <a:gd name="connsiteY20" fmla="*/ 349624 h 2003612"/>
                <a:gd name="connsiteX21" fmla="*/ 712695 w 1603937"/>
                <a:gd name="connsiteY21" fmla="*/ 363071 h 2003612"/>
                <a:gd name="connsiteX22" fmla="*/ 766483 w 1603937"/>
                <a:gd name="connsiteY22" fmla="*/ 389965 h 2003612"/>
                <a:gd name="connsiteX23" fmla="*/ 806824 w 1603937"/>
                <a:gd name="connsiteY23" fmla="*/ 430306 h 2003612"/>
                <a:gd name="connsiteX24" fmla="*/ 860612 w 1603937"/>
                <a:gd name="connsiteY24" fmla="*/ 443753 h 2003612"/>
                <a:gd name="connsiteX25" fmla="*/ 900953 w 1603937"/>
                <a:gd name="connsiteY25" fmla="*/ 457200 h 2003612"/>
                <a:gd name="connsiteX26" fmla="*/ 1371600 w 1603937"/>
                <a:gd name="connsiteY26" fmla="*/ 403412 h 2003612"/>
                <a:gd name="connsiteX27" fmla="*/ 1385047 w 1603937"/>
                <a:gd name="connsiteY27" fmla="*/ 349624 h 2003612"/>
                <a:gd name="connsiteX28" fmla="*/ 1371600 w 1603937"/>
                <a:gd name="connsiteY28" fmla="*/ 174812 h 2003612"/>
                <a:gd name="connsiteX29" fmla="*/ 981636 w 1603937"/>
                <a:gd name="connsiteY29" fmla="*/ 201706 h 2003612"/>
                <a:gd name="connsiteX30" fmla="*/ 954742 w 1603937"/>
                <a:gd name="connsiteY30" fmla="*/ 242047 h 2003612"/>
                <a:gd name="connsiteX31" fmla="*/ 887506 w 1603937"/>
                <a:gd name="connsiteY31" fmla="*/ 309282 h 2003612"/>
                <a:gd name="connsiteX32" fmla="*/ 860612 w 1603937"/>
                <a:gd name="connsiteY32" fmla="*/ 389965 h 2003612"/>
                <a:gd name="connsiteX33" fmla="*/ 833718 w 1603937"/>
                <a:gd name="connsiteY33" fmla="*/ 430306 h 2003612"/>
                <a:gd name="connsiteX34" fmla="*/ 820271 w 1603937"/>
                <a:gd name="connsiteY34" fmla="*/ 470647 h 2003612"/>
                <a:gd name="connsiteX35" fmla="*/ 766483 w 1603937"/>
                <a:gd name="connsiteY35" fmla="*/ 551329 h 2003612"/>
                <a:gd name="connsiteX36" fmla="*/ 739589 w 1603937"/>
                <a:gd name="connsiteY36" fmla="*/ 591671 h 2003612"/>
                <a:gd name="connsiteX37" fmla="*/ 685800 w 1603937"/>
                <a:gd name="connsiteY37" fmla="*/ 658906 h 2003612"/>
                <a:gd name="connsiteX38" fmla="*/ 645459 w 1603937"/>
                <a:gd name="connsiteY38" fmla="*/ 712694 h 2003612"/>
                <a:gd name="connsiteX39" fmla="*/ 605118 w 1603937"/>
                <a:gd name="connsiteY39" fmla="*/ 726141 h 2003612"/>
                <a:gd name="connsiteX40" fmla="*/ 443753 w 1603937"/>
                <a:gd name="connsiteY40" fmla="*/ 712694 h 2003612"/>
                <a:gd name="connsiteX41" fmla="*/ 430306 w 1603937"/>
                <a:gd name="connsiteY41" fmla="*/ 672353 h 2003612"/>
                <a:gd name="connsiteX42" fmla="*/ 403412 w 1603937"/>
                <a:gd name="connsiteY42" fmla="*/ 618565 h 2003612"/>
                <a:gd name="connsiteX43" fmla="*/ 376518 w 1603937"/>
                <a:gd name="connsiteY43" fmla="*/ 537882 h 2003612"/>
                <a:gd name="connsiteX44" fmla="*/ 430306 w 1603937"/>
                <a:gd name="connsiteY44" fmla="*/ 349624 h 2003612"/>
                <a:gd name="connsiteX45" fmla="*/ 484095 w 1603937"/>
                <a:gd name="connsiteY45" fmla="*/ 363071 h 2003612"/>
                <a:gd name="connsiteX46" fmla="*/ 524436 w 1603937"/>
                <a:gd name="connsiteY46" fmla="*/ 416859 h 2003612"/>
                <a:gd name="connsiteX47" fmla="*/ 564777 w 1603937"/>
                <a:gd name="connsiteY47" fmla="*/ 457200 h 2003612"/>
                <a:gd name="connsiteX48" fmla="*/ 591671 w 1603937"/>
                <a:gd name="connsiteY48" fmla="*/ 537882 h 2003612"/>
                <a:gd name="connsiteX49" fmla="*/ 618565 w 1603937"/>
                <a:gd name="connsiteY49" fmla="*/ 578224 h 2003612"/>
                <a:gd name="connsiteX50" fmla="*/ 658906 w 1603937"/>
                <a:gd name="connsiteY50" fmla="*/ 672353 h 2003612"/>
                <a:gd name="connsiteX51" fmla="*/ 672353 w 1603937"/>
                <a:gd name="connsiteY51" fmla="*/ 712694 h 2003612"/>
                <a:gd name="connsiteX52" fmla="*/ 685800 w 1603937"/>
                <a:gd name="connsiteY52" fmla="*/ 766482 h 2003612"/>
                <a:gd name="connsiteX53" fmla="*/ 712695 w 1603937"/>
                <a:gd name="connsiteY53" fmla="*/ 793376 h 2003612"/>
                <a:gd name="connsiteX54" fmla="*/ 766483 w 1603937"/>
                <a:gd name="connsiteY54" fmla="*/ 860612 h 2003612"/>
                <a:gd name="connsiteX55" fmla="*/ 793377 w 1603937"/>
                <a:gd name="connsiteY55" fmla="*/ 900953 h 2003612"/>
                <a:gd name="connsiteX56" fmla="*/ 874059 w 1603937"/>
                <a:gd name="connsiteY56" fmla="*/ 968188 h 2003612"/>
                <a:gd name="connsiteX57" fmla="*/ 1385047 w 1603937"/>
                <a:gd name="connsiteY57" fmla="*/ 954741 h 2003612"/>
                <a:gd name="connsiteX58" fmla="*/ 1452283 w 1603937"/>
                <a:gd name="connsiteY58" fmla="*/ 887506 h 2003612"/>
                <a:gd name="connsiteX59" fmla="*/ 1519518 w 1603937"/>
                <a:gd name="connsiteY59" fmla="*/ 793376 h 2003612"/>
                <a:gd name="connsiteX60" fmla="*/ 1546412 w 1603937"/>
                <a:gd name="connsiteY60" fmla="*/ 699247 h 2003612"/>
                <a:gd name="connsiteX61" fmla="*/ 1519518 w 1603937"/>
                <a:gd name="connsiteY61" fmla="*/ 443753 h 2003612"/>
                <a:gd name="connsiteX62" fmla="*/ 1479177 w 1603937"/>
                <a:gd name="connsiteY62" fmla="*/ 416859 h 2003612"/>
                <a:gd name="connsiteX63" fmla="*/ 1411942 w 1603937"/>
                <a:gd name="connsiteY63" fmla="*/ 363071 h 2003612"/>
                <a:gd name="connsiteX64" fmla="*/ 1290918 w 1603937"/>
                <a:gd name="connsiteY64" fmla="*/ 389965 h 2003612"/>
                <a:gd name="connsiteX65" fmla="*/ 1223683 w 1603937"/>
                <a:gd name="connsiteY65" fmla="*/ 470647 h 2003612"/>
                <a:gd name="connsiteX66" fmla="*/ 1183342 w 1603937"/>
                <a:gd name="connsiteY66" fmla="*/ 497541 h 2003612"/>
                <a:gd name="connsiteX67" fmla="*/ 1143000 w 1603937"/>
                <a:gd name="connsiteY67" fmla="*/ 578224 h 2003612"/>
                <a:gd name="connsiteX68" fmla="*/ 1116106 w 1603937"/>
                <a:gd name="connsiteY68" fmla="*/ 618565 h 2003612"/>
                <a:gd name="connsiteX69" fmla="*/ 1089212 w 1603937"/>
                <a:gd name="connsiteY69" fmla="*/ 699247 h 2003612"/>
                <a:gd name="connsiteX70" fmla="*/ 1062318 w 1603937"/>
                <a:gd name="connsiteY70" fmla="*/ 779929 h 2003612"/>
                <a:gd name="connsiteX71" fmla="*/ 1048871 w 1603937"/>
                <a:gd name="connsiteY71" fmla="*/ 820271 h 2003612"/>
                <a:gd name="connsiteX72" fmla="*/ 1062318 w 1603937"/>
                <a:gd name="connsiteY72" fmla="*/ 1021976 h 2003612"/>
                <a:gd name="connsiteX73" fmla="*/ 1089212 w 1603937"/>
                <a:gd name="connsiteY73" fmla="*/ 1102659 h 2003612"/>
                <a:gd name="connsiteX74" fmla="*/ 1183342 w 1603937"/>
                <a:gd name="connsiteY74" fmla="*/ 1183341 h 2003612"/>
                <a:gd name="connsiteX75" fmla="*/ 1223683 w 1603937"/>
                <a:gd name="connsiteY75" fmla="*/ 1223682 h 2003612"/>
                <a:gd name="connsiteX76" fmla="*/ 1304365 w 1603937"/>
                <a:gd name="connsiteY76" fmla="*/ 1277471 h 2003612"/>
                <a:gd name="connsiteX77" fmla="*/ 1573306 w 1603937"/>
                <a:gd name="connsiteY77" fmla="*/ 1250576 h 2003612"/>
                <a:gd name="connsiteX78" fmla="*/ 1532965 w 1603937"/>
                <a:gd name="connsiteY78" fmla="*/ 712694 h 2003612"/>
                <a:gd name="connsiteX79" fmla="*/ 1465730 w 1603937"/>
                <a:gd name="connsiteY79" fmla="*/ 645459 h 2003612"/>
                <a:gd name="connsiteX80" fmla="*/ 1385047 w 1603937"/>
                <a:gd name="connsiteY80" fmla="*/ 591671 h 2003612"/>
                <a:gd name="connsiteX81" fmla="*/ 1331259 w 1603937"/>
                <a:gd name="connsiteY81" fmla="*/ 551329 h 2003612"/>
                <a:gd name="connsiteX82" fmla="*/ 1277471 w 1603937"/>
                <a:gd name="connsiteY82" fmla="*/ 578224 h 2003612"/>
                <a:gd name="connsiteX83" fmla="*/ 1264024 w 1603937"/>
                <a:gd name="connsiteY83" fmla="*/ 618565 h 2003612"/>
                <a:gd name="connsiteX84" fmla="*/ 1237130 w 1603937"/>
                <a:gd name="connsiteY84" fmla="*/ 672353 h 2003612"/>
                <a:gd name="connsiteX85" fmla="*/ 1196789 w 1603937"/>
                <a:gd name="connsiteY85" fmla="*/ 766482 h 2003612"/>
                <a:gd name="connsiteX86" fmla="*/ 1169895 w 1603937"/>
                <a:gd name="connsiteY86" fmla="*/ 806824 h 2003612"/>
                <a:gd name="connsiteX87" fmla="*/ 1102659 w 1603937"/>
                <a:gd name="connsiteY87" fmla="*/ 981635 h 2003612"/>
                <a:gd name="connsiteX88" fmla="*/ 1035424 w 1603937"/>
                <a:gd name="connsiteY88" fmla="*/ 1116106 h 2003612"/>
                <a:gd name="connsiteX89" fmla="*/ 995083 w 1603937"/>
                <a:gd name="connsiteY89" fmla="*/ 1156447 h 2003612"/>
                <a:gd name="connsiteX90" fmla="*/ 941295 w 1603937"/>
                <a:gd name="connsiteY90" fmla="*/ 1169894 h 2003612"/>
                <a:gd name="connsiteX91" fmla="*/ 510989 w 1603937"/>
                <a:gd name="connsiteY91" fmla="*/ 1156447 h 2003612"/>
                <a:gd name="connsiteX92" fmla="*/ 470647 w 1603937"/>
                <a:gd name="connsiteY92" fmla="*/ 1129553 h 2003612"/>
                <a:gd name="connsiteX93" fmla="*/ 376518 w 1603937"/>
                <a:gd name="connsiteY93" fmla="*/ 1062318 h 2003612"/>
                <a:gd name="connsiteX94" fmla="*/ 349624 w 1603937"/>
                <a:gd name="connsiteY94" fmla="*/ 1021976 h 2003612"/>
                <a:gd name="connsiteX95" fmla="*/ 255495 w 1603937"/>
                <a:gd name="connsiteY95" fmla="*/ 981635 h 2003612"/>
                <a:gd name="connsiteX96" fmla="*/ 174812 w 1603937"/>
                <a:gd name="connsiteY96" fmla="*/ 874059 h 2003612"/>
                <a:gd name="connsiteX97" fmla="*/ 121024 w 1603937"/>
                <a:gd name="connsiteY97" fmla="*/ 793376 h 2003612"/>
                <a:gd name="connsiteX98" fmla="*/ 134471 w 1603937"/>
                <a:gd name="connsiteY98" fmla="*/ 699247 h 2003612"/>
                <a:gd name="connsiteX99" fmla="*/ 242047 w 1603937"/>
                <a:gd name="connsiteY99" fmla="*/ 672353 h 2003612"/>
                <a:gd name="connsiteX100" fmla="*/ 497542 w 1603937"/>
                <a:gd name="connsiteY100" fmla="*/ 699247 h 2003612"/>
                <a:gd name="connsiteX101" fmla="*/ 591671 w 1603937"/>
                <a:gd name="connsiteY101" fmla="*/ 726141 h 2003612"/>
                <a:gd name="connsiteX102" fmla="*/ 632012 w 1603937"/>
                <a:gd name="connsiteY102" fmla="*/ 779929 h 2003612"/>
                <a:gd name="connsiteX103" fmla="*/ 658906 w 1603937"/>
                <a:gd name="connsiteY103" fmla="*/ 860612 h 2003612"/>
                <a:gd name="connsiteX104" fmla="*/ 685800 w 1603937"/>
                <a:gd name="connsiteY104" fmla="*/ 1223682 h 2003612"/>
                <a:gd name="connsiteX105" fmla="*/ 712695 w 1603937"/>
                <a:gd name="connsiteY105" fmla="*/ 1277471 h 2003612"/>
                <a:gd name="connsiteX106" fmla="*/ 766483 w 1603937"/>
                <a:gd name="connsiteY106" fmla="*/ 1331259 h 2003612"/>
                <a:gd name="connsiteX107" fmla="*/ 847165 w 1603937"/>
                <a:gd name="connsiteY107" fmla="*/ 1425388 h 2003612"/>
                <a:gd name="connsiteX108" fmla="*/ 1129553 w 1603937"/>
                <a:gd name="connsiteY108" fmla="*/ 1398494 h 2003612"/>
                <a:gd name="connsiteX109" fmla="*/ 1156447 w 1603937"/>
                <a:gd name="connsiteY109" fmla="*/ 1331259 h 2003612"/>
                <a:gd name="connsiteX110" fmla="*/ 1183342 w 1603937"/>
                <a:gd name="connsiteY110" fmla="*/ 1223682 h 2003612"/>
                <a:gd name="connsiteX111" fmla="*/ 1210236 w 1603937"/>
                <a:gd name="connsiteY111" fmla="*/ 1008529 h 2003612"/>
                <a:gd name="connsiteX112" fmla="*/ 1183342 w 1603937"/>
                <a:gd name="connsiteY112" fmla="*/ 712694 h 2003612"/>
                <a:gd name="connsiteX113" fmla="*/ 1143000 w 1603937"/>
                <a:gd name="connsiteY113" fmla="*/ 699247 h 2003612"/>
                <a:gd name="connsiteX114" fmla="*/ 1075765 w 1603937"/>
                <a:gd name="connsiteY114" fmla="*/ 658906 h 2003612"/>
                <a:gd name="connsiteX115" fmla="*/ 1008530 w 1603937"/>
                <a:gd name="connsiteY115" fmla="*/ 645459 h 2003612"/>
                <a:gd name="connsiteX116" fmla="*/ 954742 w 1603937"/>
                <a:gd name="connsiteY116" fmla="*/ 632012 h 2003612"/>
                <a:gd name="connsiteX117" fmla="*/ 564777 w 1603937"/>
                <a:gd name="connsiteY117" fmla="*/ 645459 h 2003612"/>
                <a:gd name="connsiteX118" fmla="*/ 524436 w 1603937"/>
                <a:gd name="connsiteY118" fmla="*/ 685800 h 2003612"/>
                <a:gd name="connsiteX119" fmla="*/ 497542 w 1603937"/>
                <a:gd name="connsiteY119" fmla="*/ 739588 h 2003612"/>
                <a:gd name="connsiteX120" fmla="*/ 470647 w 1603937"/>
                <a:gd name="connsiteY120" fmla="*/ 779929 h 2003612"/>
                <a:gd name="connsiteX121" fmla="*/ 430306 w 1603937"/>
                <a:gd name="connsiteY121" fmla="*/ 847165 h 2003612"/>
                <a:gd name="connsiteX122" fmla="*/ 416859 w 1603937"/>
                <a:gd name="connsiteY122" fmla="*/ 900953 h 2003612"/>
                <a:gd name="connsiteX123" fmla="*/ 403412 w 1603937"/>
                <a:gd name="connsiteY123" fmla="*/ 941294 h 2003612"/>
                <a:gd name="connsiteX124" fmla="*/ 376518 w 1603937"/>
                <a:gd name="connsiteY124" fmla="*/ 1143000 h 2003612"/>
                <a:gd name="connsiteX125" fmla="*/ 457200 w 1603937"/>
                <a:gd name="connsiteY125" fmla="*/ 1479176 h 2003612"/>
                <a:gd name="connsiteX126" fmla="*/ 551330 w 1603937"/>
                <a:gd name="connsiteY126" fmla="*/ 1532965 h 2003612"/>
                <a:gd name="connsiteX127" fmla="*/ 658906 w 1603937"/>
                <a:gd name="connsiteY127" fmla="*/ 1559859 h 2003612"/>
                <a:gd name="connsiteX128" fmla="*/ 1183342 w 1603937"/>
                <a:gd name="connsiteY128" fmla="*/ 1519518 h 2003612"/>
                <a:gd name="connsiteX129" fmla="*/ 1210236 w 1603937"/>
                <a:gd name="connsiteY129" fmla="*/ 1479176 h 2003612"/>
                <a:gd name="connsiteX130" fmla="*/ 1250577 w 1603937"/>
                <a:gd name="connsiteY130" fmla="*/ 1425388 h 2003612"/>
                <a:gd name="connsiteX131" fmla="*/ 1277471 w 1603937"/>
                <a:gd name="connsiteY131" fmla="*/ 1344706 h 2003612"/>
                <a:gd name="connsiteX132" fmla="*/ 1304365 w 1603937"/>
                <a:gd name="connsiteY132" fmla="*/ 1250576 h 2003612"/>
                <a:gd name="connsiteX133" fmla="*/ 1196789 w 1603937"/>
                <a:gd name="connsiteY133" fmla="*/ 793376 h 2003612"/>
                <a:gd name="connsiteX134" fmla="*/ 1156447 w 1603937"/>
                <a:gd name="connsiteY134" fmla="*/ 766482 h 2003612"/>
                <a:gd name="connsiteX135" fmla="*/ 1089212 w 1603937"/>
                <a:gd name="connsiteY135" fmla="*/ 779929 h 2003612"/>
                <a:gd name="connsiteX136" fmla="*/ 1062318 w 1603937"/>
                <a:gd name="connsiteY136" fmla="*/ 860612 h 2003612"/>
                <a:gd name="connsiteX137" fmla="*/ 1048871 w 1603937"/>
                <a:gd name="connsiteY137" fmla="*/ 900953 h 2003612"/>
                <a:gd name="connsiteX138" fmla="*/ 1062318 w 1603937"/>
                <a:gd name="connsiteY138" fmla="*/ 1156447 h 2003612"/>
                <a:gd name="connsiteX139" fmla="*/ 1102659 w 1603937"/>
                <a:gd name="connsiteY139" fmla="*/ 1196788 h 2003612"/>
                <a:gd name="connsiteX140" fmla="*/ 1210236 w 1603937"/>
                <a:gd name="connsiteY140" fmla="*/ 1317812 h 2003612"/>
                <a:gd name="connsiteX141" fmla="*/ 1264024 w 1603937"/>
                <a:gd name="connsiteY141" fmla="*/ 1344706 h 2003612"/>
                <a:gd name="connsiteX142" fmla="*/ 1385047 w 1603937"/>
                <a:gd name="connsiteY142" fmla="*/ 1411941 h 2003612"/>
                <a:gd name="connsiteX143" fmla="*/ 1411942 w 1603937"/>
                <a:gd name="connsiteY143" fmla="*/ 1452282 h 2003612"/>
                <a:gd name="connsiteX144" fmla="*/ 1425389 w 1603937"/>
                <a:gd name="connsiteY144" fmla="*/ 1492624 h 2003612"/>
                <a:gd name="connsiteX145" fmla="*/ 1452283 w 1603937"/>
                <a:gd name="connsiteY145" fmla="*/ 1613647 h 2003612"/>
                <a:gd name="connsiteX146" fmla="*/ 1465730 w 1603937"/>
                <a:gd name="connsiteY146" fmla="*/ 1653988 h 2003612"/>
                <a:gd name="connsiteX147" fmla="*/ 1479177 w 1603937"/>
                <a:gd name="connsiteY147" fmla="*/ 1734671 h 2003612"/>
                <a:gd name="connsiteX148" fmla="*/ 1492624 w 1603937"/>
                <a:gd name="connsiteY148" fmla="*/ 1775012 h 2003612"/>
                <a:gd name="connsiteX149" fmla="*/ 1465730 w 1603937"/>
                <a:gd name="connsiteY149" fmla="*/ 1936376 h 2003612"/>
                <a:gd name="connsiteX150" fmla="*/ 1438836 w 1603937"/>
                <a:gd name="connsiteY150" fmla="*/ 1976718 h 2003612"/>
                <a:gd name="connsiteX151" fmla="*/ 1425389 w 1603937"/>
                <a:gd name="connsiteY151" fmla="*/ 2003612 h 2003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1603937" h="2003612">
                  <a:moveTo>
                    <a:pt x="847165" y="0"/>
                  </a:moveTo>
                  <a:cubicBezTo>
                    <a:pt x="851647" y="31376"/>
                    <a:pt x="860612" y="62434"/>
                    <a:pt x="860612" y="94129"/>
                  </a:cubicBezTo>
                  <a:cubicBezTo>
                    <a:pt x="860612" y="126098"/>
                    <a:pt x="863885" y="324543"/>
                    <a:pt x="820271" y="389965"/>
                  </a:cubicBezTo>
                  <a:cubicBezTo>
                    <a:pt x="802342" y="416859"/>
                    <a:pt x="789339" y="447791"/>
                    <a:pt x="766483" y="470647"/>
                  </a:cubicBezTo>
                  <a:cubicBezTo>
                    <a:pt x="753036" y="484094"/>
                    <a:pt x="742653" y="501553"/>
                    <a:pt x="726142" y="510988"/>
                  </a:cubicBezTo>
                  <a:cubicBezTo>
                    <a:pt x="710096" y="520157"/>
                    <a:pt x="690055" y="519124"/>
                    <a:pt x="672353" y="524435"/>
                  </a:cubicBezTo>
                  <a:cubicBezTo>
                    <a:pt x="508654" y="573544"/>
                    <a:pt x="661864" y="533781"/>
                    <a:pt x="537883" y="564776"/>
                  </a:cubicBezTo>
                  <a:cubicBezTo>
                    <a:pt x="528918" y="573741"/>
                    <a:pt x="523659" y="591202"/>
                    <a:pt x="510989" y="591671"/>
                  </a:cubicBezTo>
                  <a:cubicBezTo>
                    <a:pt x="398917" y="595822"/>
                    <a:pt x="286676" y="586215"/>
                    <a:pt x="174812" y="578224"/>
                  </a:cubicBezTo>
                  <a:cubicBezTo>
                    <a:pt x="149587" y="576422"/>
                    <a:pt x="98878" y="545680"/>
                    <a:pt x="80683" y="537882"/>
                  </a:cubicBezTo>
                  <a:cubicBezTo>
                    <a:pt x="67655" y="532298"/>
                    <a:pt x="53789" y="528917"/>
                    <a:pt x="40342" y="524435"/>
                  </a:cubicBezTo>
                  <a:lnTo>
                    <a:pt x="13447" y="443753"/>
                  </a:lnTo>
                  <a:lnTo>
                    <a:pt x="0" y="403412"/>
                  </a:lnTo>
                  <a:cubicBezTo>
                    <a:pt x="4482" y="340659"/>
                    <a:pt x="-1812" y="276187"/>
                    <a:pt x="13447" y="215153"/>
                  </a:cubicBezTo>
                  <a:cubicBezTo>
                    <a:pt x="17367" y="199474"/>
                    <a:pt x="39334" y="195487"/>
                    <a:pt x="53789" y="188259"/>
                  </a:cubicBezTo>
                  <a:cubicBezTo>
                    <a:pt x="165131" y="132589"/>
                    <a:pt x="18864" y="224989"/>
                    <a:pt x="134471" y="147918"/>
                  </a:cubicBezTo>
                  <a:cubicBezTo>
                    <a:pt x="251012" y="152400"/>
                    <a:pt x="368640" y="144871"/>
                    <a:pt x="484095" y="161365"/>
                  </a:cubicBezTo>
                  <a:cubicBezTo>
                    <a:pt x="500094" y="163651"/>
                    <a:pt x="498369" y="191610"/>
                    <a:pt x="510989" y="201706"/>
                  </a:cubicBezTo>
                  <a:cubicBezTo>
                    <a:pt x="522057" y="210561"/>
                    <a:pt x="537883" y="210671"/>
                    <a:pt x="551330" y="215153"/>
                  </a:cubicBezTo>
                  <a:cubicBezTo>
                    <a:pt x="569259" y="228600"/>
                    <a:pt x="589271" y="239647"/>
                    <a:pt x="605118" y="255494"/>
                  </a:cubicBezTo>
                  <a:cubicBezTo>
                    <a:pt x="654170" y="304546"/>
                    <a:pt x="608827" y="296686"/>
                    <a:pt x="672353" y="349624"/>
                  </a:cubicBezTo>
                  <a:cubicBezTo>
                    <a:pt x="683242" y="358698"/>
                    <a:pt x="699666" y="357487"/>
                    <a:pt x="712695" y="363071"/>
                  </a:cubicBezTo>
                  <a:cubicBezTo>
                    <a:pt x="731120" y="370967"/>
                    <a:pt x="750171" y="378314"/>
                    <a:pt x="766483" y="389965"/>
                  </a:cubicBezTo>
                  <a:cubicBezTo>
                    <a:pt x="781958" y="401018"/>
                    <a:pt x="790313" y="420871"/>
                    <a:pt x="806824" y="430306"/>
                  </a:cubicBezTo>
                  <a:cubicBezTo>
                    <a:pt x="822870" y="439475"/>
                    <a:pt x="842842" y="438676"/>
                    <a:pt x="860612" y="443753"/>
                  </a:cubicBezTo>
                  <a:cubicBezTo>
                    <a:pt x="874241" y="447647"/>
                    <a:pt x="887506" y="452718"/>
                    <a:pt x="900953" y="457200"/>
                  </a:cubicBezTo>
                  <a:cubicBezTo>
                    <a:pt x="999770" y="454206"/>
                    <a:pt x="1302053" y="565689"/>
                    <a:pt x="1371600" y="403412"/>
                  </a:cubicBezTo>
                  <a:cubicBezTo>
                    <a:pt x="1378880" y="386425"/>
                    <a:pt x="1380565" y="367553"/>
                    <a:pt x="1385047" y="349624"/>
                  </a:cubicBezTo>
                  <a:cubicBezTo>
                    <a:pt x="1380565" y="291353"/>
                    <a:pt x="1426471" y="194931"/>
                    <a:pt x="1371600" y="174812"/>
                  </a:cubicBezTo>
                  <a:cubicBezTo>
                    <a:pt x="1249268" y="129957"/>
                    <a:pt x="1110270" y="180959"/>
                    <a:pt x="981636" y="201706"/>
                  </a:cubicBezTo>
                  <a:cubicBezTo>
                    <a:pt x="965681" y="204279"/>
                    <a:pt x="965384" y="229884"/>
                    <a:pt x="954742" y="242047"/>
                  </a:cubicBezTo>
                  <a:cubicBezTo>
                    <a:pt x="933870" y="265900"/>
                    <a:pt x="887506" y="309282"/>
                    <a:pt x="887506" y="309282"/>
                  </a:cubicBezTo>
                  <a:cubicBezTo>
                    <a:pt x="878541" y="336176"/>
                    <a:pt x="876337" y="366377"/>
                    <a:pt x="860612" y="389965"/>
                  </a:cubicBezTo>
                  <a:cubicBezTo>
                    <a:pt x="851647" y="403412"/>
                    <a:pt x="840946" y="415851"/>
                    <a:pt x="833718" y="430306"/>
                  </a:cubicBezTo>
                  <a:cubicBezTo>
                    <a:pt x="827379" y="442984"/>
                    <a:pt x="827155" y="458256"/>
                    <a:pt x="820271" y="470647"/>
                  </a:cubicBezTo>
                  <a:cubicBezTo>
                    <a:pt x="804574" y="498902"/>
                    <a:pt x="784412" y="524435"/>
                    <a:pt x="766483" y="551329"/>
                  </a:cubicBezTo>
                  <a:lnTo>
                    <a:pt x="739589" y="591671"/>
                  </a:lnTo>
                  <a:cubicBezTo>
                    <a:pt x="673098" y="691409"/>
                    <a:pt x="749669" y="582264"/>
                    <a:pt x="685800" y="658906"/>
                  </a:cubicBezTo>
                  <a:cubicBezTo>
                    <a:pt x="671452" y="676123"/>
                    <a:pt x="662676" y="698346"/>
                    <a:pt x="645459" y="712694"/>
                  </a:cubicBezTo>
                  <a:cubicBezTo>
                    <a:pt x="634570" y="721768"/>
                    <a:pt x="618565" y="721659"/>
                    <a:pt x="605118" y="726141"/>
                  </a:cubicBezTo>
                  <a:cubicBezTo>
                    <a:pt x="551330" y="721659"/>
                    <a:pt x="495341" y="728567"/>
                    <a:pt x="443753" y="712694"/>
                  </a:cubicBezTo>
                  <a:cubicBezTo>
                    <a:pt x="430205" y="708526"/>
                    <a:pt x="435890" y="685381"/>
                    <a:pt x="430306" y="672353"/>
                  </a:cubicBezTo>
                  <a:cubicBezTo>
                    <a:pt x="422410" y="653928"/>
                    <a:pt x="410857" y="637177"/>
                    <a:pt x="403412" y="618565"/>
                  </a:cubicBezTo>
                  <a:cubicBezTo>
                    <a:pt x="392883" y="592244"/>
                    <a:pt x="376518" y="537882"/>
                    <a:pt x="376518" y="537882"/>
                  </a:cubicBezTo>
                  <a:cubicBezTo>
                    <a:pt x="378729" y="511346"/>
                    <a:pt x="348822" y="361264"/>
                    <a:pt x="430306" y="349624"/>
                  </a:cubicBezTo>
                  <a:cubicBezTo>
                    <a:pt x="448602" y="347010"/>
                    <a:pt x="466165" y="358589"/>
                    <a:pt x="484095" y="363071"/>
                  </a:cubicBezTo>
                  <a:cubicBezTo>
                    <a:pt x="497542" y="381000"/>
                    <a:pt x="509851" y="399843"/>
                    <a:pt x="524436" y="416859"/>
                  </a:cubicBezTo>
                  <a:cubicBezTo>
                    <a:pt x="536812" y="431298"/>
                    <a:pt x="555542" y="440576"/>
                    <a:pt x="564777" y="457200"/>
                  </a:cubicBezTo>
                  <a:cubicBezTo>
                    <a:pt x="578544" y="481981"/>
                    <a:pt x="582706" y="510988"/>
                    <a:pt x="591671" y="537882"/>
                  </a:cubicBezTo>
                  <a:cubicBezTo>
                    <a:pt x="596782" y="553214"/>
                    <a:pt x="609600" y="564777"/>
                    <a:pt x="618565" y="578224"/>
                  </a:cubicBezTo>
                  <a:cubicBezTo>
                    <a:pt x="646551" y="690168"/>
                    <a:pt x="612474" y="579489"/>
                    <a:pt x="658906" y="672353"/>
                  </a:cubicBezTo>
                  <a:cubicBezTo>
                    <a:pt x="665245" y="685031"/>
                    <a:pt x="668459" y="699065"/>
                    <a:pt x="672353" y="712694"/>
                  </a:cubicBezTo>
                  <a:cubicBezTo>
                    <a:pt x="677430" y="730464"/>
                    <a:pt x="677535" y="749952"/>
                    <a:pt x="685800" y="766482"/>
                  </a:cubicBezTo>
                  <a:cubicBezTo>
                    <a:pt x="691470" y="777822"/>
                    <a:pt x="703730" y="784411"/>
                    <a:pt x="712695" y="793376"/>
                  </a:cubicBezTo>
                  <a:cubicBezTo>
                    <a:pt x="738873" y="871913"/>
                    <a:pt x="705659" y="799788"/>
                    <a:pt x="766483" y="860612"/>
                  </a:cubicBezTo>
                  <a:cubicBezTo>
                    <a:pt x="777911" y="872040"/>
                    <a:pt x="783031" y="888538"/>
                    <a:pt x="793377" y="900953"/>
                  </a:cubicBezTo>
                  <a:cubicBezTo>
                    <a:pt x="825732" y="939780"/>
                    <a:pt x="834393" y="941744"/>
                    <a:pt x="874059" y="968188"/>
                  </a:cubicBezTo>
                  <a:lnTo>
                    <a:pt x="1385047" y="954741"/>
                  </a:lnTo>
                  <a:cubicBezTo>
                    <a:pt x="1416438" y="950361"/>
                    <a:pt x="1433266" y="912862"/>
                    <a:pt x="1452283" y="887506"/>
                  </a:cubicBezTo>
                  <a:cubicBezTo>
                    <a:pt x="1461423" y="875319"/>
                    <a:pt x="1509685" y="813043"/>
                    <a:pt x="1519518" y="793376"/>
                  </a:cubicBezTo>
                  <a:cubicBezTo>
                    <a:pt x="1529164" y="774084"/>
                    <a:pt x="1542103" y="716481"/>
                    <a:pt x="1546412" y="699247"/>
                  </a:cubicBezTo>
                  <a:cubicBezTo>
                    <a:pt x="1537447" y="614082"/>
                    <a:pt x="1539353" y="527059"/>
                    <a:pt x="1519518" y="443753"/>
                  </a:cubicBezTo>
                  <a:cubicBezTo>
                    <a:pt x="1515775" y="428031"/>
                    <a:pt x="1490605" y="428287"/>
                    <a:pt x="1479177" y="416859"/>
                  </a:cubicBezTo>
                  <a:cubicBezTo>
                    <a:pt x="1418353" y="356035"/>
                    <a:pt x="1490478" y="389250"/>
                    <a:pt x="1411942" y="363071"/>
                  </a:cubicBezTo>
                  <a:cubicBezTo>
                    <a:pt x="1371601" y="372036"/>
                    <a:pt x="1330123" y="376897"/>
                    <a:pt x="1290918" y="389965"/>
                  </a:cubicBezTo>
                  <a:cubicBezTo>
                    <a:pt x="1230435" y="410126"/>
                    <a:pt x="1262099" y="424547"/>
                    <a:pt x="1223683" y="470647"/>
                  </a:cubicBezTo>
                  <a:cubicBezTo>
                    <a:pt x="1213337" y="483062"/>
                    <a:pt x="1196789" y="488576"/>
                    <a:pt x="1183342" y="497541"/>
                  </a:cubicBezTo>
                  <a:cubicBezTo>
                    <a:pt x="1106271" y="613143"/>
                    <a:pt x="1198669" y="466885"/>
                    <a:pt x="1143000" y="578224"/>
                  </a:cubicBezTo>
                  <a:cubicBezTo>
                    <a:pt x="1135773" y="592679"/>
                    <a:pt x="1122670" y="603797"/>
                    <a:pt x="1116106" y="618565"/>
                  </a:cubicBezTo>
                  <a:cubicBezTo>
                    <a:pt x="1104592" y="644470"/>
                    <a:pt x="1098177" y="672353"/>
                    <a:pt x="1089212" y="699247"/>
                  </a:cubicBezTo>
                  <a:lnTo>
                    <a:pt x="1062318" y="779929"/>
                  </a:lnTo>
                  <a:lnTo>
                    <a:pt x="1048871" y="820271"/>
                  </a:lnTo>
                  <a:cubicBezTo>
                    <a:pt x="1053353" y="887506"/>
                    <a:pt x="1052788" y="955269"/>
                    <a:pt x="1062318" y="1021976"/>
                  </a:cubicBezTo>
                  <a:cubicBezTo>
                    <a:pt x="1066327" y="1050040"/>
                    <a:pt x="1069166" y="1082613"/>
                    <a:pt x="1089212" y="1102659"/>
                  </a:cubicBezTo>
                  <a:cubicBezTo>
                    <a:pt x="1189312" y="1202759"/>
                    <a:pt x="1062588" y="1079839"/>
                    <a:pt x="1183342" y="1183341"/>
                  </a:cubicBezTo>
                  <a:cubicBezTo>
                    <a:pt x="1197781" y="1195717"/>
                    <a:pt x="1208672" y="1212007"/>
                    <a:pt x="1223683" y="1223682"/>
                  </a:cubicBezTo>
                  <a:cubicBezTo>
                    <a:pt x="1249197" y="1243526"/>
                    <a:pt x="1304365" y="1277471"/>
                    <a:pt x="1304365" y="1277471"/>
                  </a:cubicBezTo>
                  <a:cubicBezTo>
                    <a:pt x="1394012" y="1268506"/>
                    <a:pt x="1533848" y="1331570"/>
                    <a:pt x="1573306" y="1250576"/>
                  </a:cubicBezTo>
                  <a:cubicBezTo>
                    <a:pt x="1592651" y="1210867"/>
                    <a:pt x="1648651" y="844907"/>
                    <a:pt x="1532965" y="712694"/>
                  </a:cubicBezTo>
                  <a:cubicBezTo>
                    <a:pt x="1512094" y="688841"/>
                    <a:pt x="1490261" y="665529"/>
                    <a:pt x="1465730" y="645459"/>
                  </a:cubicBezTo>
                  <a:cubicBezTo>
                    <a:pt x="1440713" y="624991"/>
                    <a:pt x="1410905" y="611065"/>
                    <a:pt x="1385047" y="591671"/>
                  </a:cubicBezTo>
                  <a:lnTo>
                    <a:pt x="1331259" y="551329"/>
                  </a:lnTo>
                  <a:cubicBezTo>
                    <a:pt x="1313330" y="560294"/>
                    <a:pt x="1291645" y="564049"/>
                    <a:pt x="1277471" y="578224"/>
                  </a:cubicBezTo>
                  <a:cubicBezTo>
                    <a:pt x="1267448" y="588247"/>
                    <a:pt x="1269608" y="605537"/>
                    <a:pt x="1264024" y="618565"/>
                  </a:cubicBezTo>
                  <a:cubicBezTo>
                    <a:pt x="1256128" y="636990"/>
                    <a:pt x="1245425" y="654104"/>
                    <a:pt x="1237130" y="672353"/>
                  </a:cubicBezTo>
                  <a:cubicBezTo>
                    <a:pt x="1223004" y="703430"/>
                    <a:pt x="1212055" y="735949"/>
                    <a:pt x="1196789" y="766482"/>
                  </a:cubicBezTo>
                  <a:cubicBezTo>
                    <a:pt x="1189561" y="780937"/>
                    <a:pt x="1176373" y="792017"/>
                    <a:pt x="1169895" y="806824"/>
                  </a:cubicBezTo>
                  <a:cubicBezTo>
                    <a:pt x="1144871" y="864021"/>
                    <a:pt x="1125287" y="923448"/>
                    <a:pt x="1102659" y="981635"/>
                  </a:cubicBezTo>
                  <a:cubicBezTo>
                    <a:pt x="1081287" y="1036590"/>
                    <a:pt x="1071695" y="1067745"/>
                    <a:pt x="1035424" y="1116106"/>
                  </a:cubicBezTo>
                  <a:cubicBezTo>
                    <a:pt x="1024014" y="1131320"/>
                    <a:pt x="1011594" y="1147012"/>
                    <a:pt x="995083" y="1156447"/>
                  </a:cubicBezTo>
                  <a:cubicBezTo>
                    <a:pt x="979037" y="1165616"/>
                    <a:pt x="959224" y="1165412"/>
                    <a:pt x="941295" y="1169894"/>
                  </a:cubicBezTo>
                  <a:cubicBezTo>
                    <a:pt x="797860" y="1165412"/>
                    <a:pt x="653970" y="1168702"/>
                    <a:pt x="510989" y="1156447"/>
                  </a:cubicBezTo>
                  <a:cubicBezTo>
                    <a:pt x="494886" y="1155067"/>
                    <a:pt x="483798" y="1138947"/>
                    <a:pt x="470647" y="1129553"/>
                  </a:cubicBezTo>
                  <a:cubicBezTo>
                    <a:pt x="353874" y="1046144"/>
                    <a:pt x="471603" y="1125708"/>
                    <a:pt x="376518" y="1062318"/>
                  </a:cubicBezTo>
                  <a:cubicBezTo>
                    <a:pt x="367553" y="1048871"/>
                    <a:pt x="361052" y="1033404"/>
                    <a:pt x="349624" y="1021976"/>
                  </a:cubicBezTo>
                  <a:cubicBezTo>
                    <a:pt x="318670" y="991022"/>
                    <a:pt x="296643" y="991922"/>
                    <a:pt x="255495" y="981635"/>
                  </a:cubicBezTo>
                  <a:cubicBezTo>
                    <a:pt x="228601" y="945776"/>
                    <a:pt x="199675" y="911355"/>
                    <a:pt x="174812" y="874059"/>
                  </a:cubicBezTo>
                  <a:lnTo>
                    <a:pt x="121024" y="793376"/>
                  </a:lnTo>
                  <a:cubicBezTo>
                    <a:pt x="125506" y="762000"/>
                    <a:pt x="112059" y="721659"/>
                    <a:pt x="134471" y="699247"/>
                  </a:cubicBezTo>
                  <a:cubicBezTo>
                    <a:pt x="160607" y="673111"/>
                    <a:pt x="242047" y="672353"/>
                    <a:pt x="242047" y="672353"/>
                  </a:cubicBezTo>
                  <a:cubicBezTo>
                    <a:pt x="327212" y="681318"/>
                    <a:pt x="412626" y="688171"/>
                    <a:pt x="497542" y="699247"/>
                  </a:cubicBezTo>
                  <a:cubicBezTo>
                    <a:pt x="525281" y="702865"/>
                    <a:pt x="564322" y="717025"/>
                    <a:pt x="591671" y="726141"/>
                  </a:cubicBezTo>
                  <a:cubicBezTo>
                    <a:pt x="605118" y="744070"/>
                    <a:pt x="621989" y="759883"/>
                    <a:pt x="632012" y="779929"/>
                  </a:cubicBezTo>
                  <a:cubicBezTo>
                    <a:pt x="644690" y="805285"/>
                    <a:pt x="658906" y="860612"/>
                    <a:pt x="658906" y="860612"/>
                  </a:cubicBezTo>
                  <a:cubicBezTo>
                    <a:pt x="659068" y="864347"/>
                    <a:pt x="649848" y="1127813"/>
                    <a:pt x="685800" y="1223682"/>
                  </a:cubicBezTo>
                  <a:cubicBezTo>
                    <a:pt x="692839" y="1242452"/>
                    <a:pt x="700667" y="1261434"/>
                    <a:pt x="712695" y="1277471"/>
                  </a:cubicBezTo>
                  <a:cubicBezTo>
                    <a:pt x="727909" y="1297756"/>
                    <a:pt x="751269" y="1310974"/>
                    <a:pt x="766483" y="1331259"/>
                  </a:cubicBezTo>
                  <a:cubicBezTo>
                    <a:pt x="845590" y="1436736"/>
                    <a:pt x="730170" y="1337642"/>
                    <a:pt x="847165" y="1425388"/>
                  </a:cubicBezTo>
                  <a:cubicBezTo>
                    <a:pt x="941294" y="1416423"/>
                    <a:pt x="1039094" y="1426025"/>
                    <a:pt x="1129553" y="1398494"/>
                  </a:cubicBezTo>
                  <a:cubicBezTo>
                    <a:pt x="1152645" y="1391466"/>
                    <a:pt x="1147971" y="1353860"/>
                    <a:pt x="1156447" y="1331259"/>
                  </a:cubicBezTo>
                  <a:cubicBezTo>
                    <a:pt x="1170889" y="1292748"/>
                    <a:pt x="1177167" y="1266904"/>
                    <a:pt x="1183342" y="1223682"/>
                  </a:cubicBezTo>
                  <a:cubicBezTo>
                    <a:pt x="1193563" y="1152133"/>
                    <a:pt x="1210236" y="1008529"/>
                    <a:pt x="1210236" y="1008529"/>
                  </a:cubicBezTo>
                  <a:cubicBezTo>
                    <a:pt x="1201271" y="909917"/>
                    <a:pt x="1204377" y="809452"/>
                    <a:pt x="1183342" y="712694"/>
                  </a:cubicBezTo>
                  <a:cubicBezTo>
                    <a:pt x="1180331" y="698843"/>
                    <a:pt x="1155678" y="705586"/>
                    <a:pt x="1143000" y="699247"/>
                  </a:cubicBezTo>
                  <a:cubicBezTo>
                    <a:pt x="1119623" y="687559"/>
                    <a:pt x="1100032" y="668613"/>
                    <a:pt x="1075765" y="658906"/>
                  </a:cubicBezTo>
                  <a:cubicBezTo>
                    <a:pt x="1054544" y="650418"/>
                    <a:pt x="1030841" y="650417"/>
                    <a:pt x="1008530" y="645459"/>
                  </a:cubicBezTo>
                  <a:cubicBezTo>
                    <a:pt x="990489" y="641450"/>
                    <a:pt x="972671" y="636494"/>
                    <a:pt x="954742" y="632012"/>
                  </a:cubicBezTo>
                  <a:cubicBezTo>
                    <a:pt x="824754" y="636494"/>
                    <a:pt x="693838" y="629326"/>
                    <a:pt x="564777" y="645459"/>
                  </a:cubicBezTo>
                  <a:cubicBezTo>
                    <a:pt x="545907" y="647818"/>
                    <a:pt x="535489" y="670325"/>
                    <a:pt x="524436" y="685800"/>
                  </a:cubicBezTo>
                  <a:cubicBezTo>
                    <a:pt x="512785" y="702112"/>
                    <a:pt x="507488" y="722184"/>
                    <a:pt x="497542" y="739588"/>
                  </a:cubicBezTo>
                  <a:cubicBezTo>
                    <a:pt x="489524" y="753620"/>
                    <a:pt x="479213" y="766224"/>
                    <a:pt x="470647" y="779929"/>
                  </a:cubicBezTo>
                  <a:cubicBezTo>
                    <a:pt x="456795" y="802093"/>
                    <a:pt x="443753" y="824753"/>
                    <a:pt x="430306" y="847165"/>
                  </a:cubicBezTo>
                  <a:cubicBezTo>
                    <a:pt x="425824" y="865094"/>
                    <a:pt x="421936" y="883183"/>
                    <a:pt x="416859" y="900953"/>
                  </a:cubicBezTo>
                  <a:cubicBezTo>
                    <a:pt x="412965" y="914582"/>
                    <a:pt x="405417" y="927262"/>
                    <a:pt x="403412" y="941294"/>
                  </a:cubicBezTo>
                  <a:cubicBezTo>
                    <a:pt x="368132" y="1188258"/>
                    <a:pt x="409498" y="1011079"/>
                    <a:pt x="376518" y="1143000"/>
                  </a:cubicBezTo>
                  <a:cubicBezTo>
                    <a:pt x="393311" y="1254953"/>
                    <a:pt x="378127" y="1386925"/>
                    <a:pt x="457200" y="1479176"/>
                  </a:cubicBezTo>
                  <a:cubicBezTo>
                    <a:pt x="469005" y="1492948"/>
                    <a:pt x="539169" y="1528911"/>
                    <a:pt x="551330" y="1532965"/>
                  </a:cubicBezTo>
                  <a:cubicBezTo>
                    <a:pt x="586395" y="1544653"/>
                    <a:pt x="658906" y="1559859"/>
                    <a:pt x="658906" y="1559859"/>
                  </a:cubicBezTo>
                  <a:cubicBezTo>
                    <a:pt x="783296" y="1556497"/>
                    <a:pt x="1068614" y="1662927"/>
                    <a:pt x="1183342" y="1519518"/>
                  </a:cubicBezTo>
                  <a:cubicBezTo>
                    <a:pt x="1193438" y="1506898"/>
                    <a:pt x="1200842" y="1492327"/>
                    <a:pt x="1210236" y="1479176"/>
                  </a:cubicBezTo>
                  <a:cubicBezTo>
                    <a:pt x="1223262" y="1460939"/>
                    <a:pt x="1237130" y="1443317"/>
                    <a:pt x="1250577" y="1425388"/>
                  </a:cubicBezTo>
                  <a:cubicBezTo>
                    <a:pt x="1259542" y="1398494"/>
                    <a:pt x="1270595" y="1372208"/>
                    <a:pt x="1277471" y="1344706"/>
                  </a:cubicBezTo>
                  <a:cubicBezTo>
                    <a:pt x="1294356" y="1277167"/>
                    <a:pt x="1285074" y="1308451"/>
                    <a:pt x="1304365" y="1250576"/>
                  </a:cubicBezTo>
                  <a:cubicBezTo>
                    <a:pt x="1265566" y="862588"/>
                    <a:pt x="1368617" y="922247"/>
                    <a:pt x="1196789" y="793376"/>
                  </a:cubicBezTo>
                  <a:cubicBezTo>
                    <a:pt x="1183860" y="783679"/>
                    <a:pt x="1169894" y="775447"/>
                    <a:pt x="1156447" y="766482"/>
                  </a:cubicBezTo>
                  <a:cubicBezTo>
                    <a:pt x="1134035" y="770964"/>
                    <a:pt x="1105373" y="763768"/>
                    <a:pt x="1089212" y="779929"/>
                  </a:cubicBezTo>
                  <a:cubicBezTo>
                    <a:pt x="1069166" y="799975"/>
                    <a:pt x="1071283" y="833718"/>
                    <a:pt x="1062318" y="860612"/>
                  </a:cubicBezTo>
                  <a:lnTo>
                    <a:pt x="1048871" y="900953"/>
                  </a:lnTo>
                  <a:cubicBezTo>
                    <a:pt x="1053353" y="986118"/>
                    <a:pt x="1047062" y="1072540"/>
                    <a:pt x="1062318" y="1156447"/>
                  </a:cubicBezTo>
                  <a:cubicBezTo>
                    <a:pt x="1065720" y="1175157"/>
                    <a:pt x="1090283" y="1182349"/>
                    <a:pt x="1102659" y="1196788"/>
                  </a:cubicBezTo>
                  <a:cubicBezTo>
                    <a:pt x="1132796" y="1231948"/>
                    <a:pt x="1168479" y="1296933"/>
                    <a:pt x="1210236" y="1317812"/>
                  </a:cubicBezTo>
                  <a:cubicBezTo>
                    <a:pt x="1228165" y="1326777"/>
                    <a:pt x="1246835" y="1334393"/>
                    <a:pt x="1264024" y="1344706"/>
                  </a:cubicBezTo>
                  <a:cubicBezTo>
                    <a:pt x="1379619" y="1414063"/>
                    <a:pt x="1303904" y="1384893"/>
                    <a:pt x="1385047" y="1411941"/>
                  </a:cubicBezTo>
                  <a:cubicBezTo>
                    <a:pt x="1394012" y="1425388"/>
                    <a:pt x="1404714" y="1437827"/>
                    <a:pt x="1411942" y="1452282"/>
                  </a:cubicBezTo>
                  <a:cubicBezTo>
                    <a:pt x="1418281" y="1464960"/>
                    <a:pt x="1421495" y="1478995"/>
                    <a:pt x="1425389" y="1492624"/>
                  </a:cubicBezTo>
                  <a:cubicBezTo>
                    <a:pt x="1452999" y="1589261"/>
                    <a:pt x="1424551" y="1502720"/>
                    <a:pt x="1452283" y="1613647"/>
                  </a:cubicBezTo>
                  <a:cubicBezTo>
                    <a:pt x="1455721" y="1627398"/>
                    <a:pt x="1461248" y="1640541"/>
                    <a:pt x="1465730" y="1653988"/>
                  </a:cubicBezTo>
                  <a:cubicBezTo>
                    <a:pt x="1470212" y="1680882"/>
                    <a:pt x="1473262" y="1708055"/>
                    <a:pt x="1479177" y="1734671"/>
                  </a:cubicBezTo>
                  <a:cubicBezTo>
                    <a:pt x="1482252" y="1748508"/>
                    <a:pt x="1492624" y="1760838"/>
                    <a:pt x="1492624" y="1775012"/>
                  </a:cubicBezTo>
                  <a:cubicBezTo>
                    <a:pt x="1492624" y="1804838"/>
                    <a:pt x="1486770" y="1894296"/>
                    <a:pt x="1465730" y="1936376"/>
                  </a:cubicBezTo>
                  <a:cubicBezTo>
                    <a:pt x="1458502" y="1950831"/>
                    <a:pt x="1447151" y="1962860"/>
                    <a:pt x="1438836" y="1976718"/>
                  </a:cubicBezTo>
                  <a:cubicBezTo>
                    <a:pt x="1433679" y="1985313"/>
                    <a:pt x="1429871" y="1994647"/>
                    <a:pt x="1425389" y="2003612"/>
                  </a:cubicBezTo>
                </a:path>
              </a:pathLst>
            </a:cu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nvGrpSpPr>
            <p:cNvPr id="17" name="Group 16">
              <a:extLst>
                <a:ext uri="{FF2B5EF4-FFF2-40B4-BE49-F238E27FC236}">
                  <a16:creationId xmlns:a16="http://schemas.microsoft.com/office/drawing/2014/main" id="{55555765-277B-45E4-81FA-0DEBFB937580}"/>
                </a:ext>
              </a:extLst>
            </p:cNvPr>
            <p:cNvGrpSpPr/>
            <p:nvPr/>
          </p:nvGrpSpPr>
          <p:grpSpPr>
            <a:xfrm rot="10800000">
              <a:off x="1393816" y="2381574"/>
              <a:ext cx="914400" cy="914400"/>
              <a:chOff x="9757619" y="2093495"/>
              <a:chExt cx="914400" cy="914400"/>
            </a:xfrm>
            <a:gradFill>
              <a:gsLst>
                <a:gs pos="0">
                  <a:schemeClr val="accent1">
                    <a:lumMod val="5000"/>
                    <a:lumOff val="95000"/>
                  </a:schemeClr>
                </a:gs>
                <a:gs pos="74000">
                  <a:schemeClr val="bg2">
                    <a:lumMod val="90000"/>
                  </a:schemeClr>
                </a:gs>
                <a:gs pos="83000">
                  <a:schemeClr val="accent1">
                    <a:lumMod val="45000"/>
                    <a:lumOff val="55000"/>
                  </a:schemeClr>
                </a:gs>
                <a:gs pos="100000">
                  <a:schemeClr val="accent1">
                    <a:lumMod val="30000"/>
                    <a:lumOff val="70000"/>
                  </a:schemeClr>
                </a:gs>
              </a:gsLst>
              <a:path path="circle">
                <a:fillToRect l="100000" t="100000"/>
              </a:path>
            </a:gradFill>
          </p:grpSpPr>
          <p:grpSp>
            <p:nvGrpSpPr>
              <p:cNvPr id="18" name="Graphic 2" descr="Lightbulb">
                <a:extLst>
                  <a:ext uri="{FF2B5EF4-FFF2-40B4-BE49-F238E27FC236}">
                    <a16:creationId xmlns:a16="http://schemas.microsoft.com/office/drawing/2014/main" id="{13A6E969-530B-4193-995B-AE1F80BAF26B}"/>
                  </a:ext>
                </a:extLst>
              </p:cNvPr>
              <p:cNvGrpSpPr/>
              <p:nvPr/>
            </p:nvGrpSpPr>
            <p:grpSpPr>
              <a:xfrm rot="10800000">
                <a:off x="9757619" y="2093495"/>
                <a:ext cx="914400" cy="914400"/>
                <a:chOff x="9757619" y="2093495"/>
                <a:chExt cx="914400" cy="914400"/>
              </a:xfrm>
              <a:grpFill/>
            </p:grpSpPr>
            <p:sp>
              <p:nvSpPr>
                <p:cNvPr id="20" name="Freeform: Shape 19">
                  <a:extLst>
                    <a:ext uri="{FF2B5EF4-FFF2-40B4-BE49-F238E27FC236}">
                      <a16:creationId xmlns:a16="http://schemas.microsoft.com/office/drawing/2014/main" id="{8B8D8659-C068-4CA9-99B2-6307F4F49F43}"/>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1">
                    <a:lumMod val="95000"/>
                  </a:schemeClr>
                </a:solidFill>
                <a:ln w="9525" cap="flat">
                  <a:noFill/>
                  <a:prstDash val="solid"/>
                  <a:miter/>
                </a:ln>
              </p:spPr>
              <p:txBody>
                <a:bodyPr/>
                <a:lstStyle/>
                <a:p>
                  <a:endParaRPr lang="en-US" sz="1350" dirty="0"/>
                </a:p>
              </p:txBody>
            </p:sp>
            <p:sp>
              <p:nvSpPr>
                <p:cNvPr id="21" name="Freeform: Shape 20">
                  <a:extLst>
                    <a:ext uri="{FF2B5EF4-FFF2-40B4-BE49-F238E27FC236}">
                      <a16:creationId xmlns:a16="http://schemas.microsoft.com/office/drawing/2014/main" id="{CB94DE0F-6ED1-4594-82D6-19A77CB1117F}"/>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chemeClr val="bg2"/>
                </a:solidFill>
                <a:ln w="9525" cap="flat">
                  <a:noFill/>
                  <a:prstDash val="solid"/>
                  <a:miter/>
                </a:ln>
              </p:spPr>
              <p:txBody>
                <a:bodyPr/>
                <a:lstStyle/>
                <a:p>
                  <a:endParaRPr lang="en-US" sz="1350"/>
                </a:p>
              </p:txBody>
            </p:sp>
            <p:sp>
              <p:nvSpPr>
                <p:cNvPr id="22" name="Freeform: Shape 21">
                  <a:extLst>
                    <a:ext uri="{FF2B5EF4-FFF2-40B4-BE49-F238E27FC236}">
                      <a16:creationId xmlns:a16="http://schemas.microsoft.com/office/drawing/2014/main" id="{CAE5DA39-4960-48C2-A455-680759D6D352}"/>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chemeClr val="tx2">
                    <a:lumMod val="20000"/>
                    <a:lumOff val="80000"/>
                  </a:schemeClr>
                </a:solidFill>
                <a:ln w="9525" cap="flat">
                  <a:noFill/>
                  <a:prstDash val="solid"/>
                  <a:miter/>
                </a:ln>
              </p:spPr>
              <p:txBody>
                <a:bodyPr/>
                <a:lstStyle/>
                <a:p>
                  <a:endParaRPr lang="en-US" sz="1350" dirty="0"/>
                </a:p>
              </p:txBody>
            </p:sp>
            <p:sp>
              <p:nvSpPr>
                <p:cNvPr id="23" name="Freeform: Shape 22">
                  <a:extLst>
                    <a:ext uri="{FF2B5EF4-FFF2-40B4-BE49-F238E27FC236}">
                      <a16:creationId xmlns:a16="http://schemas.microsoft.com/office/drawing/2014/main" id="{63FE4E93-F418-4B70-BE07-048F74B44B96}"/>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grpFill/>
                <a:ln w="9525" cap="flat">
                  <a:noFill/>
                  <a:prstDash val="solid"/>
                  <a:miter/>
                </a:ln>
              </p:spPr>
              <p:txBody>
                <a:bodyPr/>
                <a:lstStyle/>
                <a:p>
                  <a:endParaRPr lang="en-US" sz="1350" dirty="0"/>
                </a:p>
              </p:txBody>
            </p:sp>
          </p:grpSp>
          <p:sp>
            <p:nvSpPr>
              <p:cNvPr id="19" name="Freeform: Shape 18">
                <a:extLst>
                  <a:ext uri="{FF2B5EF4-FFF2-40B4-BE49-F238E27FC236}">
                    <a16:creationId xmlns:a16="http://schemas.microsoft.com/office/drawing/2014/main" id="{92455C61-0793-4DBB-8BF9-03D1BF5FF2BF}"/>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grpSp>
        <p:nvGrpSpPr>
          <p:cNvPr id="31" name="Group 30">
            <a:extLst>
              <a:ext uri="{FF2B5EF4-FFF2-40B4-BE49-F238E27FC236}">
                <a16:creationId xmlns:a16="http://schemas.microsoft.com/office/drawing/2014/main" id="{DCBE6B62-A2B2-4E0A-9208-77D5179B9475}"/>
              </a:ext>
            </a:extLst>
          </p:cNvPr>
          <p:cNvGrpSpPr/>
          <p:nvPr/>
        </p:nvGrpSpPr>
        <p:grpSpPr>
          <a:xfrm>
            <a:off x="7831520" y="0"/>
            <a:ext cx="685800" cy="3333489"/>
            <a:chOff x="9757619" y="-26894"/>
            <a:chExt cx="914400" cy="3034789"/>
          </a:xfrm>
        </p:grpSpPr>
        <p:cxnSp>
          <p:nvCxnSpPr>
            <p:cNvPr id="26" name="Straight Connector 25">
              <a:extLst>
                <a:ext uri="{FF2B5EF4-FFF2-40B4-BE49-F238E27FC236}">
                  <a16:creationId xmlns:a16="http://schemas.microsoft.com/office/drawing/2014/main" id="{A5348050-D971-41B5-AEE8-856EABC5BDBD}"/>
                </a:ext>
              </a:extLst>
            </p:cNvPr>
            <p:cNvCxnSpPr/>
            <p:nvPr/>
          </p:nvCxnSpPr>
          <p:spPr>
            <a:xfrm flipV="1">
              <a:off x="10223528" y="-26894"/>
              <a:ext cx="0" cy="218160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06EB8CE-EA91-426B-86EB-62FAC860BC63}"/>
                </a:ext>
              </a:extLst>
            </p:cNvPr>
            <p:cNvGrpSpPr/>
            <p:nvPr/>
          </p:nvGrpSpPr>
          <p:grpSpPr>
            <a:xfrm>
              <a:off x="9757619" y="2093495"/>
              <a:ext cx="914400" cy="914400"/>
              <a:chOff x="9757619" y="2093495"/>
              <a:chExt cx="914400" cy="914400"/>
            </a:xfrm>
          </p:grpSpPr>
          <p:grpSp>
            <p:nvGrpSpPr>
              <p:cNvPr id="4" name="Graphic 2" descr="Lightbulb">
                <a:extLst>
                  <a:ext uri="{FF2B5EF4-FFF2-40B4-BE49-F238E27FC236}">
                    <a16:creationId xmlns:a16="http://schemas.microsoft.com/office/drawing/2014/main" id="{FD2BB3C1-3444-4585-9E80-54FB43266207}"/>
                  </a:ext>
                </a:extLst>
              </p:cNvPr>
              <p:cNvGrpSpPr/>
              <p:nvPr/>
            </p:nvGrpSpPr>
            <p:grpSpPr>
              <a:xfrm rot="10800000">
                <a:off x="9757619" y="2093495"/>
                <a:ext cx="914400" cy="914400"/>
                <a:chOff x="9757619" y="2093495"/>
                <a:chExt cx="914400" cy="914400"/>
              </a:xfrm>
            </p:grpSpPr>
            <p:sp>
              <p:nvSpPr>
                <p:cNvPr id="7" name="Freeform: Shape 6">
                  <a:extLst>
                    <a:ext uri="{FF2B5EF4-FFF2-40B4-BE49-F238E27FC236}">
                      <a16:creationId xmlns:a16="http://schemas.microsoft.com/office/drawing/2014/main" id="{6FEA3A4F-F5F3-4DB7-8456-4768B01FDB91}"/>
                    </a:ext>
                  </a:extLst>
                </p:cNvPr>
                <p:cNvSpPr/>
                <p:nvPr/>
              </p:nvSpPr>
              <p:spPr>
                <a:xfrm>
                  <a:off x="10083850" y="269595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sz="1350" dirty="0"/>
                </a:p>
              </p:txBody>
            </p:sp>
            <p:sp>
              <p:nvSpPr>
                <p:cNvPr id="8" name="Freeform: Shape 7">
                  <a:extLst>
                    <a:ext uri="{FF2B5EF4-FFF2-40B4-BE49-F238E27FC236}">
                      <a16:creationId xmlns:a16="http://schemas.microsoft.com/office/drawing/2014/main" id="{5CC37F91-1EDC-4A39-B54C-5EC0BAB5E1B8}"/>
                    </a:ext>
                  </a:extLst>
                </p:cNvPr>
                <p:cNvSpPr/>
                <p:nvPr/>
              </p:nvSpPr>
              <p:spPr>
                <a:xfrm>
                  <a:off x="10083850" y="2791201"/>
                  <a:ext cx="257175" cy="66675"/>
                </a:xfrm>
                <a:custGeom>
                  <a:avLst/>
                  <a:gdLst/>
                  <a:ahLst/>
                  <a:cxnLst/>
                  <a:rect l="0" t="0" r="0" b="0"/>
                  <a:pathLst>
                    <a:path w="257175" h="66675">
                      <a:moveTo>
                        <a:pt x="35719" y="7144"/>
                      </a:moveTo>
                      <a:lnTo>
                        <a:pt x="226219" y="7144"/>
                      </a:lnTo>
                      <a:cubicBezTo>
                        <a:pt x="242411" y="7144"/>
                        <a:pt x="254794" y="19526"/>
                        <a:pt x="254794" y="35719"/>
                      </a:cubicBezTo>
                      <a:cubicBezTo>
                        <a:pt x="254794" y="51911"/>
                        <a:pt x="242411" y="64294"/>
                        <a:pt x="226219" y="64294"/>
                      </a:cubicBezTo>
                      <a:lnTo>
                        <a:pt x="35719" y="64294"/>
                      </a:lnTo>
                      <a:cubicBezTo>
                        <a:pt x="19526" y="64294"/>
                        <a:pt x="7144" y="51911"/>
                        <a:pt x="7144" y="35719"/>
                      </a:cubicBezTo>
                      <a:cubicBezTo>
                        <a:pt x="7144" y="19526"/>
                        <a:pt x="19526" y="7144"/>
                        <a:pt x="35719" y="7144"/>
                      </a:cubicBezTo>
                      <a:close/>
                    </a:path>
                  </a:pathLst>
                </a:custGeom>
                <a:solidFill>
                  <a:srgbClr val="FFFF00"/>
                </a:solidFill>
                <a:ln w="9525" cap="flat">
                  <a:solidFill>
                    <a:srgbClr val="FFFF00"/>
                  </a:solidFill>
                  <a:prstDash val="solid"/>
                  <a:miter/>
                </a:ln>
              </p:spPr>
              <p:txBody>
                <a:bodyPr/>
                <a:lstStyle/>
                <a:p>
                  <a:endParaRPr lang="en-US" sz="1350"/>
                </a:p>
              </p:txBody>
            </p:sp>
            <p:sp>
              <p:nvSpPr>
                <p:cNvPr id="10" name="Freeform: Shape 9">
                  <a:extLst>
                    <a:ext uri="{FF2B5EF4-FFF2-40B4-BE49-F238E27FC236}">
                      <a16:creationId xmlns:a16="http://schemas.microsoft.com/office/drawing/2014/main" id="{EB1A4252-13E8-43EB-A5F8-64A9E33EED4F}"/>
                    </a:ext>
                  </a:extLst>
                </p:cNvPr>
                <p:cNvSpPr/>
                <p:nvPr/>
              </p:nvSpPr>
              <p:spPr>
                <a:xfrm>
                  <a:off x="10145763" y="2886451"/>
                  <a:ext cx="133350" cy="66675"/>
                </a:xfrm>
                <a:custGeom>
                  <a:avLst/>
                  <a:gdLst/>
                  <a:ahLst/>
                  <a:cxnLst/>
                  <a:rect l="0" t="0" r="0" b="0"/>
                  <a:pathLst>
                    <a:path w="133350" h="66675">
                      <a:moveTo>
                        <a:pt x="7144" y="7144"/>
                      </a:moveTo>
                      <a:cubicBezTo>
                        <a:pt x="10001" y="39529"/>
                        <a:pt x="36671" y="64294"/>
                        <a:pt x="69056" y="64294"/>
                      </a:cubicBezTo>
                      <a:cubicBezTo>
                        <a:pt x="101441" y="64294"/>
                        <a:pt x="128111" y="39529"/>
                        <a:pt x="130969" y="7144"/>
                      </a:cubicBezTo>
                      <a:lnTo>
                        <a:pt x="7144" y="7144"/>
                      </a:lnTo>
                      <a:close/>
                    </a:path>
                  </a:pathLst>
                </a:custGeom>
                <a:solidFill>
                  <a:srgbClr val="FFFF00"/>
                </a:solidFill>
                <a:ln w="9525" cap="flat">
                  <a:solidFill>
                    <a:srgbClr val="FFFF00"/>
                  </a:solidFill>
                  <a:prstDash val="solid"/>
                  <a:miter/>
                </a:ln>
              </p:spPr>
              <p:txBody>
                <a:bodyPr/>
                <a:lstStyle/>
                <a:p>
                  <a:endParaRPr lang="en-US" sz="1350"/>
                </a:p>
              </p:txBody>
            </p:sp>
            <p:sp>
              <p:nvSpPr>
                <p:cNvPr id="11" name="Freeform: Shape 10">
                  <a:extLst>
                    <a:ext uri="{FF2B5EF4-FFF2-40B4-BE49-F238E27FC236}">
                      <a16:creationId xmlns:a16="http://schemas.microsoft.com/office/drawing/2014/main" id="{2AAC16E2-8A3E-4664-B069-26A9B96006C1}"/>
                    </a:ext>
                  </a:extLst>
                </p:cNvPr>
                <p:cNvSpPr/>
                <p:nvPr/>
              </p:nvSpPr>
              <p:spPr>
                <a:xfrm>
                  <a:off x="9960025" y="2143501"/>
                  <a:ext cx="504825" cy="523875"/>
                </a:xfrm>
                <a:custGeom>
                  <a:avLst/>
                  <a:gdLst/>
                  <a:ahLst/>
                  <a:cxnLst/>
                  <a:rect l="0" t="0" r="0" b="0"/>
                  <a:pathLst>
                    <a:path w="504825" h="523875">
                      <a:moveTo>
                        <a:pt x="254794" y="7144"/>
                      </a:moveTo>
                      <a:cubicBezTo>
                        <a:pt x="254794" y="7144"/>
                        <a:pt x="254794" y="7144"/>
                        <a:pt x="254794" y="7144"/>
                      </a:cubicBezTo>
                      <a:cubicBezTo>
                        <a:pt x="254794" y="7144"/>
                        <a:pt x="254794" y="7144"/>
                        <a:pt x="254794" y="7144"/>
                      </a:cubicBezTo>
                      <a:cubicBezTo>
                        <a:pt x="119539" y="8096"/>
                        <a:pt x="10001" y="116681"/>
                        <a:pt x="7144" y="251936"/>
                      </a:cubicBezTo>
                      <a:lnTo>
                        <a:pt x="7144" y="260509"/>
                      </a:lnTo>
                      <a:cubicBezTo>
                        <a:pt x="8096" y="290036"/>
                        <a:pt x="13811" y="318611"/>
                        <a:pt x="24289" y="346234"/>
                      </a:cubicBezTo>
                      <a:cubicBezTo>
                        <a:pt x="34766" y="371951"/>
                        <a:pt x="49054" y="395764"/>
                        <a:pt x="67151" y="416719"/>
                      </a:cubicBezTo>
                      <a:cubicBezTo>
                        <a:pt x="90011" y="441484"/>
                        <a:pt x="114776" y="490061"/>
                        <a:pt x="125254" y="511016"/>
                      </a:cubicBezTo>
                      <a:cubicBezTo>
                        <a:pt x="128111" y="517684"/>
                        <a:pt x="134779" y="521494"/>
                        <a:pt x="142399" y="521494"/>
                      </a:cubicBezTo>
                      <a:lnTo>
                        <a:pt x="367189" y="521494"/>
                      </a:lnTo>
                      <a:cubicBezTo>
                        <a:pt x="374809" y="521494"/>
                        <a:pt x="381476" y="517684"/>
                        <a:pt x="384334" y="511016"/>
                      </a:cubicBezTo>
                      <a:cubicBezTo>
                        <a:pt x="394811" y="490061"/>
                        <a:pt x="419576" y="441484"/>
                        <a:pt x="442436" y="416719"/>
                      </a:cubicBezTo>
                      <a:cubicBezTo>
                        <a:pt x="460534" y="395764"/>
                        <a:pt x="475774" y="371951"/>
                        <a:pt x="485299" y="346234"/>
                      </a:cubicBezTo>
                      <a:cubicBezTo>
                        <a:pt x="495776" y="318611"/>
                        <a:pt x="501491" y="290036"/>
                        <a:pt x="502444" y="260509"/>
                      </a:cubicBezTo>
                      <a:lnTo>
                        <a:pt x="502444" y="251936"/>
                      </a:lnTo>
                      <a:cubicBezTo>
                        <a:pt x="499586" y="116681"/>
                        <a:pt x="390049" y="8096"/>
                        <a:pt x="254794" y="7144"/>
                      </a:cubicBezTo>
                      <a:close/>
                      <a:moveTo>
                        <a:pt x="445294" y="259556"/>
                      </a:moveTo>
                      <a:cubicBezTo>
                        <a:pt x="444341" y="282416"/>
                        <a:pt x="439579" y="305276"/>
                        <a:pt x="431959" y="326231"/>
                      </a:cubicBezTo>
                      <a:cubicBezTo>
                        <a:pt x="424339" y="345281"/>
                        <a:pt x="413861" y="363379"/>
                        <a:pt x="399574" y="378619"/>
                      </a:cubicBezTo>
                      <a:cubicBezTo>
                        <a:pt x="377666" y="405289"/>
                        <a:pt x="358616" y="433864"/>
                        <a:pt x="344329" y="464344"/>
                      </a:cubicBezTo>
                      <a:lnTo>
                        <a:pt x="254794" y="464344"/>
                      </a:lnTo>
                      <a:lnTo>
                        <a:pt x="166211" y="464344"/>
                      </a:lnTo>
                      <a:cubicBezTo>
                        <a:pt x="150971" y="433864"/>
                        <a:pt x="131921" y="405289"/>
                        <a:pt x="110966" y="378619"/>
                      </a:cubicBezTo>
                      <a:cubicBezTo>
                        <a:pt x="97631" y="363379"/>
                        <a:pt x="86201" y="345281"/>
                        <a:pt x="78581" y="326231"/>
                      </a:cubicBezTo>
                      <a:cubicBezTo>
                        <a:pt x="70009" y="305276"/>
                        <a:pt x="66199" y="282416"/>
                        <a:pt x="65246" y="259556"/>
                      </a:cubicBezTo>
                      <a:lnTo>
                        <a:pt x="65246" y="251936"/>
                      </a:lnTo>
                      <a:cubicBezTo>
                        <a:pt x="67151" y="148114"/>
                        <a:pt x="151924" y="64294"/>
                        <a:pt x="255746" y="63341"/>
                      </a:cubicBezTo>
                      <a:lnTo>
                        <a:pt x="255746" y="63341"/>
                      </a:lnTo>
                      <a:lnTo>
                        <a:pt x="255746" y="63341"/>
                      </a:lnTo>
                      <a:cubicBezTo>
                        <a:pt x="255746" y="63341"/>
                        <a:pt x="255746" y="63341"/>
                        <a:pt x="255746" y="63341"/>
                      </a:cubicBezTo>
                      <a:cubicBezTo>
                        <a:pt x="255746" y="63341"/>
                        <a:pt x="255746" y="63341"/>
                        <a:pt x="255746" y="63341"/>
                      </a:cubicBezTo>
                      <a:lnTo>
                        <a:pt x="255746" y="63341"/>
                      </a:lnTo>
                      <a:lnTo>
                        <a:pt x="255746" y="63341"/>
                      </a:lnTo>
                      <a:cubicBezTo>
                        <a:pt x="359569" y="64294"/>
                        <a:pt x="444341" y="147161"/>
                        <a:pt x="446246" y="251936"/>
                      </a:cubicBezTo>
                      <a:lnTo>
                        <a:pt x="446246" y="259556"/>
                      </a:lnTo>
                      <a:close/>
                    </a:path>
                  </a:pathLst>
                </a:custGeom>
                <a:solidFill>
                  <a:srgbClr val="FFFF00"/>
                </a:solidFill>
                <a:ln w="9525" cap="flat">
                  <a:solidFill>
                    <a:srgbClr val="FFFF00"/>
                  </a:solidFill>
                  <a:prstDash val="solid"/>
                  <a:miter/>
                </a:ln>
              </p:spPr>
              <p:txBody>
                <a:bodyPr/>
                <a:lstStyle/>
                <a:p>
                  <a:endParaRPr lang="en-US" sz="1350" dirty="0"/>
                </a:p>
              </p:txBody>
            </p:sp>
          </p:grpSp>
          <p:sp>
            <p:nvSpPr>
              <p:cNvPr id="13" name="Freeform: Shape 12">
                <a:extLst>
                  <a:ext uri="{FF2B5EF4-FFF2-40B4-BE49-F238E27FC236}">
                    <a16:creationId xmlns:a16="http://schemas.microsoft.com/office/drawing/2014/main" id="{BD76A508-0D8E-4FE9-B177-B36E6A23E986}"/>
                  </a:ext>
                </a:extLst>
              </p:cNvPr>
              <p:cNvSpPr/>
              <p:nvPr/>
            </p:nvSpPr>
            <p:spPr>
              <a:xfrm>
                <a:off x="10008394" y="2462213"/>
                <a:ext cx="426244" cy="457200"/>
              </a:xfrm>
              <a:custGeom>
                <a:avLst/>
                <a:gdLst>
                  <a:gd name="connsiteX0" fmla="*/ 114300 w 426244"/>
                  <a:gd name="connsiteY0" fmla="*/ 4762 h 457200"/>
                  <a:gd name="connsiteX1" fmla="*/ 26194 w 426244"/>
                  <a:gd name="connsiteY1" fmla="*/ 130968 h 457200"/>
                  <a:gd name="connsiteX2" fmla="*/ 0 w 426244"/>
                  <a:gd name="connsiteY2" fmla="*/ 307181 h 457200"/>
                  <a:gd name="connsiteX3" fmla="*/ 119062 w 426244"/>
                  <a:gd name="connsiteY3" fmla="*/ 433387 h 457200"/>
                  <a:gd name="connsiteX4" fmla="*/ 254794 w 426244"/>
                  <a:gd name="connsiteY4" fmla="*/ 457200 h 457200"/>
                  <a:gd name="connsiteX5" fmla="*/ 369094 w 426244"/>
                  <a:gd name="connsiteY5" fmla="*/ 388143 h 457200"/>
                  <a:gd name="connsiteX6" fmla="*/ 426244 w 426244"/>
                  <a:gd name="connsiteY6" fmla="*/ 223837 h 457200"/>
                  <a:gd name="connsiteX7" fmla="*/ 381000 w 426244"/>
                  <a:gd name="connsiteY7" fmla="*/ 128587 h 457200"/>
                  <a:gd name="connsiteX8" fmla="*/ 345281 w 426244"/>
                  <a:gd name="connsiteY8" fmla="*/ 54768 h 457200"/>
                  <a:gd name="connsiteX9" fmla="*/ 302419 w 426244"/>
                  <a:gd name="connsiteY9" fmla="*/ 9525 h 457200"/>
                  <a:gd name="connsiteX10" fmla="*/ 254794 w 426244"/>
                  <a:gd name="connsiteY10" fmla="*/ 0 h 457200"/>
                  <a:gd name="connsiteX11" fmla="*/ 114300 w 426244"/>
                  <a:gd name="connsiteY11" fmla="*/ 4762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6244" h="457200">
                    <a:moveTo>
                      <a:pt x="114300" y="4762"/>
                    </a:moveTo>
                    <a:lnTo>
                      <a:pt x="26194" y="130968"/>
                    </a:lnTo>
                    <a:lnTo>
                      <a:pt x="0" y="307181"/>
                    </a:lnTo>
                    <a:lnTo>
                      <a:pt x="119062" y="433387"/>
                    </a:lnTo>
                    <a:lnTo>
                      <a:pt x="254794" y="457200"/>
                    </a:lnTo>
                    <a:lnTo>
                      <a:pt x="369094" y="388143"/>
                    </a:lnTo>
                    <a:lnTo>
                      <a:pt x="426244" y="223837"/>
                    </a:lnTo>
                    <a:lnTo>
                      <a:pt x="381000" y="128587"/>
                    </a:lnTo>
                    <a:lnTo>
                      <a:pt x="345281" y="54768"/>
                    </a:lnTo>
                    <a:lnTo>
                      <a:pt x="302419" y="9525"/>
                    </a:lnTo>
                    <a:lnTo>
                      <a:pt x="254794" y="0"/>
                    </a:lnTo>
                    <a:lnTo>
                      <a:pt x="114300" y="4762"/>
                    </a:lnTo>
                    <a:close/>
                  </a:path>
                </a:pathLst>
              </a:cu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grpSp>
      <p:pic>
        <p:nvPicPr>
          <p:cNvPr id="36871" name="Picture 36870">
            <a:extLst>
              <a:ext uri="{FF2B5EF4-FFF2-40B4-BE49-F238E27FC236}">
                <a16:creationId xmlns:a16="http://schemas.microsoft.com/office/drawing/2014/main" id="{3A8F1B80-B132-4FBA-B4A4-D802F899D9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797" y="220967"/>
            <a:ext cx="1331785" cy="158477"/>
          </a:xfrm>
          <a:prstGeom prst="rect">
            <a:avLst/>
          </a:prstGeom>
        </p:spPr>
      </p:pic>
      <p:sp>
        <p:nvSpPr>
          <p:cNvPr id="36873" name="TextBox 36872">
            <a:extLst>
              <a:ext uri="{FF2B5EF4-FFF2-40B4-BE49-F238E27FC236}">
                <a16:creationId xmlns:a16="http://schemas.microsoft.com/office/drawing/2014/main" id="{D213D14F-503E-4E61-A079-A575362B8A1F}"/>
              </a:ext>
            </a:extLst>
          </p:cNvPr>
          <p:cNvSpPr txBox="1"/>
          <p:nvPr/>
        </p:nvSpPr>
        <p:spPr>
          <a:xfrm>
            <a:off x="6391126" y="4143218"/>
            <a:ext cx="1606216" cy="323165"/>
          </a:xfrm>
          <a:prstGeom prst="rect">
            <a:avLst/>
          </a:prstGeom>
          <a:noFill/>
        </p:spPr>
        <p:txBody>
          <a:bodyPr wrap="square" rtlCol="0">
            <a:spAutoFit/>
          </a:bodyPr>
          <a:lstStyle/>
          <a:p>
            <a:r>
              <a:rPr lang="en-US" altLang="ru-RU" sz="1500" dirty="0">
                <a:solidFill>
                  <a:schemeClr val="bg1"/>
                </a:solidFill>
                <a:latin typeface="Raleway Medium" panose="020B0603030101060003" pitchFamily="34" charset="0"/>
              </a:rPr>
              <a:t>Keep it simple…</a:t>
            </a:r>
            <a:endParaRPr lang="ru-RU" altLang="ru-RU" sz="1500" dirty="0">
              <a:solidFill>
                <a:schemeClr val="bg1"/>
              </a:solidFill>
              <a:latin typeface="Raleway ExtraBold" panose="020B0903030101060003" pitchFamily="34" charset="0"/>
            </a:endParaRPr>
          </a:p>
        </p:txBody>
      </p:sp>
      <p:sp>
        <p:nvSpPr>
          <p:cNvPr id="36874" name="Rectangle 36873">
            <a:extLst>
              <a:ext uri="{FF2B5EF4-FFF2-40B4-BE49-F238E27FC236}">
                <a16:creationId xmlns:a16="http://schemas.microsoft.com/office/drawing/2014/main" id="{7969B4D2-DFDA-4EF0-ACC7-B55EC956D001}"/>
              </a:ext>
            </a:extLst>
          </p:cNvPr>
          <p:cNvSpPr/>
          <p:nvPr/>
        </p:nvSpPr>
        <p:spPr>
          <a:xfrm>
            <a:off x="4214061" y="3690687"/>
            <a:ext cx="1019677" cy="653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TextBox 26">
            <a:extLst>
              <a:ext uri="{FF2B5EF4-FFF2-40B4-BE49-F238E27FC236}">
                <a16:creationId xmlns:a16="http://schemas.microsoft.com/office/drawing/2014/main" id="{EDDA6AF9-CEEC-45F8-B98A-B66F266AABA9}"/>
              </a:ext>
            </a:extLst>
          </p:cNvPr>
          <p:cNvSpPr txBox="1"/>
          <p:nvPr/>
        </p:nvSpPr>
        <p:spPr>
          <a:xfrm>
            <a:off x="6178013" y="4938949"/>
            <a:ext cx="3167960" cy="184666"/>
          </a:xfrm>
          <a:prstGeom prst="rect">
            <a:avLst/>
          </a:prstGeom>
          <a:noFill/>
        </p:spPr>
        <p:txBody>
          <a:bodyPr wrap="square" rtlCol="0">
            <a:spAutoFit/>
          </a:bodyPr>
          <a:lstStyle/>
          <a:p>
            <a:r>
              <a:rPr lang="en-US" sz="600" cap="small" dirty="0">
                <a:solidFill>
                  <a:schemeClr val="bg1"/>
                </a:solidFill>
                <a:latin typeface="Arial"/>
              </a:rPr>
              <a:t>© 2020 SYNECTIKS. All Rights Reserved. Proprietary and Confidential.</a:t>
            </a:r>
          </a:p>
        </p:txBody>
      </p:sp>
      <p:sp>
        <p:nvSpPr>
          <p:cNvPr id="2" name="TextBox 1">
            <a:extLst>
              <a:ext uri="{FF2B5EF4-FFF2-40B4-BE49-F238E27FC236}">
                <a16:creationId xmlns:a16="http://schemas.microsoft.com/office/drawing/2014/main" id="{6A57B0A0-5621-4BF7-A5AB-F5232AFED085}"/>
              </a:ext>
            </a:extLst>
          </p:cNvPr>
          <p:cNvSpPr txBox="1"/>
          <p:nvPr/>
        </p:nvSpPr>
        <p:spPr>
          <a:xfrm>
            <a:off x="1701622" y="115539"/>
            <a:ext cx="6904719" cy="369332"/>
          </a:xfrm>
          <a:prstGeom prst="rect">
            <a:avLst/>
          </a:prstGeom>
          <a:noFill/>
        </p:spPr>
        <p:txBody>
          <a:bodyPr wrap="square" rtlCol="0">
            <a:spAutoFit/>
          </a:bodyPr>
          <a:lstStyle/>
          <a:p>
            <a:r>
              <a:rPr lang="en-US" b="1" dirty="0">
                <a:solidFill>
                  <a:schemeClr val="bg1"/>
                </a:solidFill>
                <a:latin typeface="Raleway" panose="020B0003030101060003" pitchFamily="34" charset="0"/>
                <a:cs typeface="Segoe UI" panose="020B0502040204020203" pitchFamily="34" charset="0"/>
              </a:rPr>
              <a:t>Delivering TAAS</a:t>
            </a:r>
          </a:p>
        </p:txBody>
      </p:sp>
    </p:spTree>
  </p:cSld>
  <p:clrMapOvr>
    <a:masterClrMapping/>
  </p:clrMapOvr>
  <mc:AlternateContent xmlns:mc="http://schemas.openxmlformats.org/markup-compatibility/2006" xmlns:p14="http://schemas.microsoft.com/office/powerpoint/2010/main">
    <mc:Choice Requires="p14">
      <p:transition spd="slow" p14:dur="2750">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999"/>
                                          </p:stCondLst>
                                        </p:cTn>
                                        <p:tgtEl>
                                          <p:spTgt spid="368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1" presetClass="entr" presetSubtype="0" fill="hold" grpId="0" nodeType="clickEffect">
                                  <p:stCondLst>
                                    <p:cond delay="500"/>
                                  </p:stCondLst>
                                  <p:iterate type="lt">
                                    <p:tmPct val="10000"/>
                                  </p:iterate>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9"/>
                                        </p:tgtEl>
                                        <p:attrNameLst>
                                          <p:attrName>ppt_y</p:attrName>
                                        </p:attrNameLst>
                                      </p:cBhvr>
                                      <p:tavLst>
                                        <p:tav tm="0">
                                          <p:val>
                                            <p:strVal val="#ppt_y"/>
                                          </p:val>
                                        </p:tav>
                                        <p:tav tm="100000">
                                          <p:val>
                                            <p:strVal val="#ppt_y"/>
                                          </p:val>
                                        </p:tav>
                                      </p:tavLst>
                                    </p:anim>
                                    <p:anim calcmode="lin" valueType="num">
                                      <p:cBhvr>
                                        <p:cTn id="13" dur="5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nodeType="clickEffect">
                                  <p:stCondLst>
                                    <p:cond delay="500"/>
                                  </p:stCondLst>
                                  <p:childTnLst>
                                    <p:set>
                                      <p:cBhvr>
                                        <p:cTn id="19" dur="1" fill="hold">
                                          <p:stCondLst>
                                            <p:cond delay="0"/>
                                          </p:stCondLst>
                                        </p:cTn>
                                        <p:tgtEl>
                                          <p:spTgt spid="31"/>
                                        </p:tgtEl>
                                        <p:attrNameLst>
                                          <p:attrName>style.visibility</p:attrName>
                                        </p:attrNameLst>
                                      </p:cBhvr>
                                      <p:to>
                                        <p:strVal val="visible"/>
                                      </p:to>
                                    </p:set>
                                    <p:anim calcmode="lin" valueType="num">
                                      <p:cBhvr additive="base">
                                        <p:cTn id="20" dur="500" fill="hold"/>
                                        <p:tgtEl>
                                          <p:spTgt spid="31"/>
                                        </p:tgtEl>
                                        <p:attrNameLst>
                                          <p:attrName>ppt_x</p:attrName>
                                        </p:attrNameLst>
                                      </p:cBhvr>
                                      <p:tavLst>
                                        <p:tav tm="0">
                                          <p:val>
                                            <p:strVal val="#ppt_x"/>
                                          </p:val>
                                        </p:tav>
                                        <p:tav tm="100000">
                                          <p:val>
                                            <p:strVal val="#ppt_x"/>
                                          </p:val>
                                        </p:tav>
                                      </p:tavLst>
                                    </p:anim>
                                    <p:anim calcmode="lin" valueType="num">
                                      <p:cBhvr additive="base">
                                        <p:cTn id="21"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1" presetClass="entr" presetSubtype="0" fill="hold" grpId="0" nodeType="clickEffect">
                                  <p:stCondLst>
                                    <p:cond delay="0"/>
                                  </p:stCondLst>
                                  <p:iterate type="lt">
                                    <p:tmPct val="10000"/>
                                  </p:iterate>
                                  <p:childTnLst>
                                    <p:set>
                                      <p:cBhvr>
                                        <p:cTn id="25" dur="1" fill="hold">
                                          <p:stCondLst>
                                            <p:cond delay="0"/>
                                          </p:stCondLst>
                                        </p:cTn>
                                        <p:tgtEl>
                                          <p:spTgt spid="36873"/>
                                        </p:tgtEl>
                                        <p:attrNameLst>
                                          <p:attrName>style.visibility</p:attrName>
                                        </p:attrNameLst>
                                      </p:cBhvr>
                                      <p:to>
                                        <p:strVal val="visible"/>
                                      </p:to>
                                    </p:set>
                                    <p:anim calcmode="lin" valueType="num">
                                      <p:cBhvr>
                                        <p:cTn id="26" dur="500" fill="hold"/>
                                        <p:tgtEl>
                                          <p:spTgt spid="36873"/>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36873"/>
                                        </p:tgtEl>
                                        <p:attrNameLst>
                                          <p:attrName>ppt_y</p:attrName>
                                        </p:attrNameLst>
                                      </p:cBhvr>
                                      <p:tavLst>
                                        <p:tav tm="0">
                                          <p:val>
                                            <p:strVal val="#ppt_y"/>
                                          </p:val>
                                        </p:tav>
                                        <p:tav tm="100000">
                                          <p:val>
                                            <p:strVal val="#ppt_y"/>
                                          </p:val>
                                        </p:tav>
                                      </p:tavLst>
                                    </p:anim>
                                    <p:anim calcmode="lin" valueType="num">
                                      <p:cBhvr>
                                        <p:cTn id="28" dur="500" fill="hold"/>
                                        <p:tgtEl>
                                          <p:spTgt spid="36873"/>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3687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36873"/>
                                        </p:tgtEl>
                                      </p:cBhvr>
                                    </p:animEffect>
                                  </p:childTnLst>
                                </p:cTn>
                              </p:par>
                            </p:childTnLst>
                          </p:cTn>
                        </p:par>
                        <p:par>
                          <p:cTn id="31" fill="hold">
                            <p:stCondLst>
                              <p:cond delay="1100"/>
                            </p:stCondLst>
                            <p:childTnLst>
                              <p:par>
                                <p:cTn id="32" presetID="1" presetClass="entr" presetSubtype="0" fill="hold" grpId="0" nodeType="afterEffect" nodePh="1">
                                  <p:stCondLst>
                                    <p:cond delay="500"/>
                                  </p:stCondLst>
                                  <p:endCondLst>
                                    <p:cond evt="begin" delay="0">
                                      <p:tn val="32"/>
                                    </p:cond>
                                  </p:endCondLst>
                                  <p:childTnLst>
                                    <p:set>
                                      <p:cBhvr>
                                        <p:cTn id="33" dur="1" fill="hold">
                                          <p:stCondLst>
                                            <p:cond delay="999"/>
                                          </p:stCondLst>
                                        </p:cTn>
                                        <p:tgtEl>
                                          <p:spTgt spid="368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6873" grpId="0"/>
      <p:bldP spid="368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Box 71">
            <a:extLst>
              <a:ext uri="{FF2B5EF4-FFF2-40B4-BE49-F238E27FC236}">
                <a16:creationId xmlns:a16="http://schemas.microsoft.com/office/drawing/2014/main" id="{A58EDD76-93A4-402E-BC09-AB4F9E9B84D2}"/>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Appkube Platform</a:t>
            </a:r>
          </a:p>
        </p:txBody>
      </p:sp>
      <p:pic>
        <p:nvPicPr>
          <p:cNvPr id="22" name="Picture 21" descr="Diagram, timeline&#10;&#10;Description automatically generated">
            <a:extLst>
              <a:ext uri="{FF2B5EF4-FFF2-40B4-BE49-F238E27FC236}">
                <a16:creationId xmlns:a16="http://schemas.microsoft.com/office/drawing/2014/main" id="{C62ADDD5-ECB6-DB58-6C29-580A7ADF6F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503226"/>
            <a:ext cx="6858001" cy="4640273"/>
          </a:xfrm>
          <a:prstGeom prst="rect">
            <a:avLst/>
          </a:prstGeom>
        </p:spPr>
      </p:pic>
    </p:spTree>
    <p:extLst>
      <p:ext uri="{BB962C8B-B14F-4D97-AF65-F5344CB8AC3E}">
        <p14:creationId xmlns:p14="http://schemas.microsoft.com/office/powerpoint/2010/main" val="598699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9BDD177B-7A19-4EA0-B01C-2425731CC6BD}"/>
              </a:ext>
            </a:extLst>
          </p:cNvPr>
          <p:cNvPicPr>
            <a:picLocks noChangeAspect="1"/>
          </p:cNvPicPr>
          <p:nvPr/>
        </p:nvPicPr>
        <p:blipFill>
          <a:blip r:embed="rId2"/>
          <a:stretch>
            <a:fillRect/>
          </a:stretch>
        </p:blipFill>
        <p:spPr>
          <a:xfrm>
            <a:off x="0" y="846036"/>
            <a:ext cx="9144000" cy="3786626"/>
          </a:xfrm>
          <a:prstGeom prst="rect">
            <a:avLst/>
          </a:prstGeom>
        </p:spPr>
      </p:pic>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494638" y="51663"/>
            <a:ext cx="2154725"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Appkube Overall Architecture</a:t>
            </a:r>
          </a:p>
        </p:txBody>
      </p:sp>
    </p:spTree>
    <p:extLst>
      <p:ext uri="{BB962C8B-B14F-4D97-AF65-F5344CB8AC3E}">
        <p14:creationId xmlns:p14="http://schemas.microsoft.com/office/powerpoint/2010/main" val="396203874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494638" y="51663"/>
            <a:ext cx="2154725"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Appkube Key Modules</a:t>
            </a:r>
          </a:p>
        </p:txBody>
      </p:sp>
      <p:pic>
        <p:nvPicPr>
          <p:cNvPr id="11" name="Picture 10">
            <a:extLst>
              <a:ext uri="{FF2B5EF4-FFF2-40B4-BE49-F238E27FC236}">
                <a16:creationId xmlns:a16="http://schemas.microsoft.com/office/drawing/2014/main" id="{9CE751E7-7A09-A3CC-E4E3-9F2B104BF594}"/>
              </a:ext>
            </a:extLst>
          </p:cNvPr>
          <p:cNvPicPr>
            <a:picLocks noChangeAspect="1"/>
          </p:cNvPicPr>
          <p:nvPr/>
        </p:nvPicPr>
        <p:blipFill>
          <a:blip r:embed="rId2"/>
          <a:stretch>
            <a:fillRect/>
          </a:stretch>
        </p:blipFill>
        <p:spPr>
          <a:xfrm>
            <a:off x="258982" y="249980"/>
            <a:ext cx="8139233" cy="4893520"/>
          </a:xfrm>
          <a:prstGeom prst="rect">
            <a:avLst/>
          </a:prstGeom>
        </p:spPr>
      </p:pic>
    </p:spTree>
    <p:extLst>
      <p:ext uri="{BB962C8B-B14F-4D97-AF65-F5344CB8AC3E}">
        <p14:creationId xmlns:p14="http://schemas.microsoft.com/office/powerpoint/2010/main" val="280956917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298049" y="60578"/>
            <a:ext cx="2547899"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Appkube  Interaction Diagram</a:t>
            </a:r>
          </a:p>
        </p:txBody>
      </p:sp>
      <p:pic>
        <p:nvPicPr>
          <p:cNvPr id="3" name="Picture 2">
            <a:extLst>
              <a:ext uri="{FF2B5EF4-FFF2-40B4-BE49-F238E27FC236}">
                <a16:creationId xmlns:a16="http://schemas.microsoft.com/office/drawing/2014/main" id="{B16ED920-3E76-4C96-3475-0B985E8AA779}"/>
              </a:ext>
            </a:extLst>
          </p:cNvPr>
          <p:cNvPicPr>
            <a:picLocks noChangeAspect="1"/>
          </p:cNvPicPr>
          <p:nvPr/>
        </p:nvPicPr>
        <p:blipFill>
          <a:blip r:embed="rId3"/>
          <a:stretch>
            <a:fillRect/>
          </a:stretch>
        </p:blipFill>
        <p:spPr>
          <a:xfrm>
            <a:off x="59205" y="383117"/>
            <a:ext cx="9144000" cy="3719424"/>
          </a:xfrm>
          <a:prstGeom prst="rect">
            <a:avLst/>
          </a:prstGeom>
        </p:spPr>
      </p:pic>
      <p:sp>
        <p:nvSpPr>
          <p:cNvPr id="4" name="TextBox 3">
            <a:extLst>
              <a:ext uri="{FF2B5EF4-FFF2-40B4-BE49-F238E27FC236}">
                <a16:creationId xmlns:a16="http://schemas.microsoft.com/office/drawing/2014/main" id="{2D253639-98AD-650F-39A3-A5215E58A264}"/>
              </a:ext>
            </a:extLst>
          </p:cNvPr>
          <p:cNvSpPr txBox="1"/>
          <p:nvPr/>
        </p:nvSpPr>
        <p:spPr>
          <a:xfrm>
            <a:off x="29602" y="4127837"/>
            <a:ext cx="9084795" cy="1015663"/>
          </a:xfrm>
          <a:prstGeom prst="rect">
            <a:avLst/>
          </a:prstGeom>
          <a:noFill/>
        </p:spPr>
        <p:txBody>
          <a:bodyPr wrap="square" rtlCol="0">
            <a:spAutoFit/>
          </a:bodyPr>
          <a:lstStyle/>
          <a:p>
            <a:r>
              <a:rPr lang="en-US" sz="1200" dirty="0"/>
              <a:t>13/14/15/16/17/18- Services that manages config/ compliance/cost/metric/log/trace of cloud elements.</a:t>
            </a:r>
          </a:p>
          <a:p>
            <a:r>
              <a:rPr lang="en-US" sz="1200" dirty="0"/>
              <a:t>11- Proxy Query server takes queries from auxiliary services and get data from 13/14/..</a:t>
            </a:r>
          </a:p>
          <a:p>
            <a:r>
              <a:rPr lang="en-US" sz="1200" dirty="0"/>
              <a:t>12- Developers create artifacts like dashboards/pages with queries and publish them to global catalogue, so that UI can consume.</a:t>
            </a:r>
          </a:p>
          <a:p>
            <a:r>
              <a:rPr lang="en-US" sz="1200" dirty="0"/>
              <a:t>Entire architecture has been done with the objective of  1. Extreme Granularity –only small Cli’s   2.No regression 3. Easier Troubleshooting </a:t>
            </a:r>
          </a:p>
          <a:p>
            <a:r>
              <a:rPr lang="en-US" sz="1200" dirty="0"/>
              <a:t> </a:t>
            </a:r>
            <a:endParaRPr lang="en-IN" sz="1200" dirty="0"/>
          </a:p>
        </p:txBody>
      </p:sp>
    </p:spTree>
    <p:extLst>
      <p:ext uri="{BB962C8B-B14F-4D97-AF65-F5344CB8AC3E}">
        <p14:creationId xmlns:p14="http://schemas.microsoft.com/office/powerpoint/2010/main" val="316981233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178874" y="51663"/>
            <a:ext cx="2547899"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Asset Manager /  CMDB</a:t>
            </a:r>
          </a:p>
        </p:txBody>
      </p:sp>
      <p:pic>
        <p:nvPicPr>
          <p:cNvPr id="5" name="Picture 4">
            <a:extLst>
              <a:ext uri="{FF2B5EF4-FFF2-40B4-BE49-F238E27FC236}">
                <a16:creationId xmlns:a16="http://schemas.microsoft.com/office/drawing/2014/main" id="{D6897315-4BF1-398A-305C-12F71D048CCC}"/>
              </a:ext>
            </a:extLst>
          </p:cNvPr>
          <p:cNvPicPr>
            <a:picLocks noChangeAspect="1"/>
          </p:cNvPicPr>
          <p:nvPr/>
        </p:nvPicPr>
        <p:blipFill>
          <a:blip r:embed="rId3"/>
          <a:stretch>
            <a:fillRect/>
          </a:stretch>
        </p:blipFill>
        <p:spPr>
          <a:xfrm>
            <a:off x="287192" y="282378"/>
            <a:ext cx="8396654" cy="5143500"/>
          </a:xfrm>
          <a:prstGeom prst="rect">
            <a:avLst/>
          </a:prstGeom>
        </p:spPr>
      </p:pic>
    </p:spTree>
    <p:extLst>
      <p:ext uri="{BB962C8B-B14F-4D97-AF65-F5344CB8AC3E}">
        <p14:creationId xmlns:p14="http://schemas.microsoft.com/office/powerpoint/2010/main" val="216494434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178874" y="51663"/>
            <a:ext cx="2547899"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Automation Central</a:t>
            </a:r>
          </a:p>
        </p:txBody>
      </p:sp>
      <p:pic>
        <p:nvPicPr>
          <p:cNvPr id="3" name="Picture 2">
            <a:extLst>
              <a:ext uri="{FF2B5EF4-FFF2-40B4-BE49-F238E27FC236}">
                <a16:creationId xmlns:a16="http://schemas.microsoft.com/office/drawing/2014/main" id="{7D993B13-818F-2D5C-3B2F-3F855C2A9A63}"/>
              </a:ext>
            </a:extLst>
          </p:cNvPr>
          <p:cNvPicPr>
            <a:picLocks noChangeAspect="1"/>
          </p:cNvPicPr>
          <p:nvPr/>
        </p:nvPicPr>
        <p:blipFill>
          <a:blip r:embed="rId3"/>
          <a:stretch>
            <a:fillRect/>
          </a:stretch>
        </p:blipFill>
        <p:spPr>
          <a:xfrm>
            <a:off x="1944349" y="293845"/>
            <a:ext cx="4837999" cy="4664413"/>
          </a:xfrm>
          <a:prstGeom prst="rect">
            <a:avLst/>
          </a:prstGeom>
        </p:spPr>
      </p:pic>
    </p:spTree>
    <p:extLst>
      <p:ext uri="{BB962C8B-B14F-4D97-AF65-F5344CB8AC3E}">
        <p14:creationId xmlns:p14="http://schemas.microsoft.com/office/powerpoint/2010/main" val="396207111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178874" y="51663"/>
            <a:ext cx="2547899"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Cloud Catalogue</a:t>
            </a:r>
          </a:p>
        </p:txBody>
      </p:sp>
      <p:pic>
        <p:nvPicPr>
          <p:cNvPr id="8" name="Picture 7">
            <a:extLst>
              <a:ext uri="{FF2B5EF4-FFF2-40B4-BE49-F238E27FC236}">
                <a16:creationId xmlns:a16="http://schemas.microsoft.com/office/drawing/2014/main" id="{FCD6CFF3-15A3-0426-6002-E9CA40D746A9}"/>
              </a:ext>
            </a:extLst>
          </p:cNvPr>
          <p:cNvPicPr>
            <a:picLocks noChangeAspect="1"/>
          </p:cNvPicPr>
          <p:nvPr/>
        </p:nvPicPr>
        <p:blipFill>
          <a:blip r:embed="rId3"/>
          <a:stretch>
            <a:fillRect/>
          </a:stretch>
        </p:blipFill>
        <p:spPr>
          <a:xfrm>
            <a:off x="1833620" y="289450"/>
            <a:ext cx="5476759" cy="4854050"/>
          </a:xfrm>
          <a:prstGeom prst="rect">
            <a:avLst/>
          </a:prstGeom>
        </p:spPr>
      </p:pic>
    </p:spTree>
    <p:extLst>
      <p:ext uri="{BB962C8B-B14F-4D97-AF65-F5344CB8AC3E}">
        <p14:creationId xmlns:p14="http://schemas.microsoft.com/office/powerpoint/2010/main" val="260493877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178874" y="51663"/>
            <a:ext cx="2547899"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Metric Central </a:t>
            </a:r>
          </a:p>
        </p:txBody>
      </p:sp>
      <p:pic>
        <p:nvPicPr>
          <p:cNvPr id="7" name="Picture 6">
            <a:extLst>
              <a:ext uri="{FF2B5EF4-FFF2-40B4-BE49-F238E27FC236}">
                <a16:creationId xmlns:a16="http://schemas.microsoft.com/office/drawing/2014/main" id="{63B666EC-FFA5-9CB5-90F2-DA0EC009F7D5}"/>
              </a:ext>
            </a:extLst>
          </p:cNvPr>
          <p:cNvPicPr>
            <a:picLocks noChangeAspect="1"/>
          </p:cNvPicPr>
          <p:nvPr/>
        </p:nvPicPr>
        <p:blipFill>
          <a:blip r:embed="rId3"/>
          <a:stretch>
            <a:fillRect/>
          </a:stretch>
        </p:blipFill>
        <p:spPr>
          <a:xfrm>
            <a:off x="562211" y="296029"/>
            <a:ext cx="7651185" cy="5143500"/>
          </a:xfrm>
          <a:prstGeom prst="rect">
            <a:avLst/>
          </a:prstGeom>
        </p:spPr>
      </p:pic>
    </p:spTree>
    <p:extLst>
      <p:ext uri="{BB962C8B-B14F-4D97-AF65-F5344CB8AC3E}">
        <p14:creationId xmlns:p14="http://schemas.microsoft.com/office/powerpoint/2010/main" val="97359859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178874" y="51663"/>
            <a:ext cx="2547899"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Log Central </a:t>
            </a:r>
          </a:p>
        </p:txBody>
      </p:sp>
      <p:pic>
        <p:nvPicPr>
          <p:cNvPr id="5" name="Picture 4">
            <a:extLst>
              <a:ext uri="{FF2B5EF4-FFF2-40B4-BE49-F238E27FC236}">
                <a16:creationId xmlns:a16="http://schemas.microsoft.com/office/drawing/2014/main" id="{FE4386B0-DFF9-6440-1A4C-6DC559858D47}"/>
              </a:ext>
            </a:extLst>
          </p:cNvPr>
          <p:cNvPicPr>
            <a:picLocks noChangeAspect="1"/>
          </p:cNvPicPr>
          <p:nvPr/>
        </p:nvPicPr>
        <p:blipFill>
          <a:blip r:embed="rId3"/>
          <a:stretch>
            <a:fillRect/>
          </a:stretch>
        </p:blipFill>
        <p:spPr>
          <a:xfrm>
            <a:off x="460154" y="249486"/>
            <a:ext cx="7636399" cy="5143500"/>
          </a:xfrm>
          <a:prstGeom prst="rect">
            <a:avLst/>
          </a:prstGeom>
        </p:spPr>
      </p:pic>
    </p:spTree>
    <p:extLst>
      <p:ext uri="{BB962C8B-B14F-4D97-AF65-F5344CB8AC3E}">
        <p14:creationId xmlns:p14="http://schemas.microsoft.com/office/powerpoint/2010/main" val="178096984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178874" y="51663"/>
            <a:ext cx="2547899"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Cost Central </a:t>
            </a:r>
          </a:p>
        </p:txBody>
      </p:sp>
      <p:pic>
        <p:nvPicPr>
          <p:cNvPr id="6" name="Picture 5">
            <a:extLst>
              <a:ext uri="{FF2B5EF4-FFF2-40B4-BE49-F238E27FC236}">
                <a16:creationId xmlns:a16="http://schemas.microsoft.com/office/drawing/2014/main" id="{22EB40AE-2B15-4E28-74CA-CD2B7B459E93}"/>
              </a:ext>
            </a:extLst>
          </p:cNvPr>
          <p:cNvPicPr>
            <a:picLocks noChangeAspect="1"/>
          </p:cNvPicPr>
          <p:nvPr/>
        </p:nvPicPr>
        <p:blipFill>
          <a:blip r:embed="rId3"/>
          <a:stretch>
            <a:fillRect/>
          </a:stretch>
        </p:blipFill>
        <p:spPr>
          <a:xfrm>
            <a:off x="514601" y="309185"/>
            <a:ext cx="7654308" cy="5143500"/>
          </a:xfrm>
          <a:prstGeom prst="rect">
            <a:avLst/>
          </a:prstGeom>
        </p:spPr>
      </p:pic>
    </p:spTree>
    <p:extLst>
      <p:ext uri="{BB962C8B-B14F-4D97-AF65-F5344CB8AC3E}">
        <p14:creationId xmlns:p14="http://schemas.microsoft.com/office/powerpoint/2010/main" val="2382676378"/>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178874" y="51663"/>
            <a:ext cx="2547899"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SLA Central </a:t>
            </a:r>
          </a:p>
        </p:txBody>
      </p:sp>
      <p:pic>
        <p:nvPicPr>
          <p:cNvPr id="3" name="Picture 2">
            <a:extLst>
              <a:ext uri="{FF2B5EF4-FFF2-40B4-BE49-F238E27FC236}">
                <a16:creationId xmlns:a16="http://schemas.microsoft.com/office/drawing/2014/main" id="{E269BF68-340F-2ADE-D7F6-5EB6C37993B7}"/>
              </a:ext>
            </a:extLst>
          </p:cNvPr>
          <p:cNvPicPr>
            <a:picLocks noChangeAspect="1"/>
          </p:cNvPicPr>
          <p:nvPr/>
        </p:nvPicPr>
        <p:blipFill>
          <a:blip r:embed="rId3"/>
          <a:stretch>
            <a:fillRect/>
          </a:stretch>
        </p:blipFill>
        <p:spPr>
          <a:xfrm>
            <a:off x="766053" y="236329"/>
            <a:ext cx="7611894" cy="5143500"/>
          </a:xfrm>
          <a:prstGeom prst="rect">
            <a:avLst/>
          </a:prstGeom>
        </p:spPr>
      </p:pic>
    </p:spTree>
    <p:extLst>
      <p:ext uri="{BB962C8B-B14F-4D97-AF65-F5344CB8AC3E}">
        <p14:creationId xmlns:p14="http://schemas.microsoft.com/office/powerpoint/2010/main" val="31475729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494638" y="51663"/>
            <a:ext cx="2154725"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Application Architecture</a:t>
            </a:r>
          </a:p>
        </p:txBody>
      </p:sp>
      <p:sp>
        <p:nvSpPr>
          <p:cNvPr id="2" name="TextBox 1">
            <a:extLst>
              <a:ext uri="{FF2B5EF4-FFF2-40B4-BE49-F238E27FC236}">
                <a16:creationId xmlns:a16="http://schemas.microsoft.com/office/drawing/2014/main" id="{17EEECC0-E71D-E2EE-FA11-ABF7E61CE210}"/>
              </a:ext>
            </a:extLst>
          </p:cNvPr>
          <p:cNvSpPr txBox="1">
            <a:spLocks noChangeArrowheads="1"/>
          </p:cNvSpPr>
          <p:nvPr/>
        </p:nvSpPr>
        <p:spPr bwMode="auto">
          <a:xfrm>
            <a:off x="187508" y="1344700"/>
            <a:ext cx="260730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1600" dirty="0">
                <a:solidFill>
                  <a:srgbClr val="ED7D31"/>
                </a:solidFill>
                <a:latin typeface="Raleway ExtraBold" panose="020B0903030101060003" pitchFamily="34" charset="0"/>
              </a:rPr>
              <a:t>Development  Principle </a:t>
            </a:r>
          </a:p>
        </p:txBody>
      </p:sp>
      <p:sp>
        <p:nvSpPr>
          <p:cNvPr id="3" name="Подзаголовок 2">
            <a:extLst>
              <a:ext uri="{FF2B5EF4-FFF2-40B4-BE49-F238E27FC236}">
                <a16:creationId xmlns:a16="http://schemas.microsoft.com/office/drawing/2014/main" id="{8180BA13-B8E5-99D8-9BE6-A63B8F873D74}"/>
              </a:ext>
            </a:extLst>
          </p:cNvPr>
          <p:cNvSpPr txBox="1">
            <a:spLocks/>
          </p:cNvSpPr>
          <p:nvPr/>
        </p:nvSpPr>
        <p:spPr>
          <a:xfrm>
            <a:off x="324388" y="1943544"/>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200" dirty="0">
                <a:solidFill>
                  <a:schemeClr val="tx1">
                    <a:lumMod val="95000"/>
                    <a:lumOff val="5000"/>
                  </a:schemeClr>
                </a:solidFill>
              </a:rPr>
              <a:t>We build custom solutions based on Cloud Native principles with micro-service-based architecture , driven by DevSecOps approach to add development velocity and site reliability. While we are willing to be flexible on our execution approach, we believe that adopting the most modern technology stacks and architecture principles are critical to the project success.</a:t>
            </a:r>
          </a:p>
        </p:txBody>
      </p:sp>
      <p:pic>
        <p:nvPicPr>
          <p:cNvPr id="5" name="Picture 4">
            <a:extLst>
              <a:ext uri="{FF2B5EF4-FFF2-40B4-BE49-F238E27FC236}">
                <a16:creationId xmlns:a16="http://schemas.microsoft.com/office/drawing/2014/main" id="{D4A77C9F-76DF-7397-DD12-A1E6049A553A}"/>
              </a:ext>
            </a:extLst>
          </p:cNvPr>
          <p:cNvPicPr>
            <a:picLocks noChangeAspect="1"/>
          </p:cNvPicPr>
          <p:nvPr/>
        </p:nvPicPr>
        <p:blipFill>
          <a:blip r:embed="rId2"/>
          <a:stretch>
            <a:fillRect/>
          </a:stretch>
        </p:blipFill>
        <p:spPr>
          <a:xfrm>
            <a:off x="2966140" y="585608"/>
            <a:ext cx="5964264" cy="3925571"/>
          </a:xfrm>
          <a:prstGeom prst="rect">
            <a:avLst/>
          </a:prstGeom>
        </p:spPr>
      </p:pic>
    </p:spTree>
    <p:extLst>
      <p:ext uri="{BB962C8B-B14F-4D97-AF65-F5344CB8AC3E}">
        <p14:creationId xmlns:p14="http://schemas.microsoft.com/office/powerpoint/2010/main" val="36140513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25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2"/>
                                        </p:tgtEl>
                                        <p:attrNameLst>
                                          <p:attrName>ppt_y</p:attrName>
                                        </p:attrNameLst>
                                      </p:cBhvr>
                                      <p:tavLst>
                                        <p:tav tm="0">
                                          <p:val>
                                            <p:strVal val="#ppt_y"/>
                                          </p:val>
                                        </p:tav>
                                        <p:tav tm="100000">
                                          <p:val>
                                            <p:strVal val="#ppt_y"/>
                                          </p:val>
                                        </p:tav>
                                      </p:tavLst>
                                    </p:anim>
                                    <p:anim calcmode="lin" valueType="num">
                                      <p:cBhvr>
                                        <p:cTn id="9" dur="25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2"/>
                                        </p:tgtEl>
                                      </p:cBhvr>
                                    </p:animEffect>
                                  </p:childTnLst>
                                </p:cTn>
                              </p:par>
                            </p:childTnLst>
                          </p:cTn>
                        </p:par>
                        <p:par>
                          <p:cTn id="12" fill="hold">
                            <p:stCondLst>
                              <p:cond delay="725"/>
                            </p:stCondLst>
                            <p:childTnLst>
                              <p:par>
                                <p:cTn id="13" presetID="22" presetClass="entr" presetSubtype="1"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Box 71">
            <a:extLst>
              <a:ext uri="{FF2B5EF4-FFF2-40B4-BE49-F238E27FC236}">
                <a16:creationId xmlns:a16="http://schemas.microsoft.com/office/drawing/2014/main" id="{A58EDD76-93A4-402E-BC09-AB4F9E9B84D2}"/>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Tech Stack</a:t>
            </a:r>
          </a:p>
        </p:txBody>
      </p:sp>
      <p:grpSp>
        <p:nvGrpSpPr>
          <p:cNvPr id="22" name="Group 21">
            <a:extLst>
              <a:ext uri="{FF2B5EF4-FFF2-40B4-BE49-F238E27FC236}">
                <a16:creationId xmlns:a16="http://schemas.microsoft.com/office/drawing/2014/main" id="{A6A6BF21-CBF1-C953-0D13-A14178D68447}"/>
              </a:ext>
            </a:extLst>
          </p:cNvPr>
          <p:cNvGrpSpPr/>
          <p:nvPr/>
        </p:nvGrpSpPr>
        <p:grpSpPr>
          <a:xfrm>
            <a:off x="1065176" y="553282"/>
            <a:ext cx="6036676" cy="3748855"/>
            <a:chOff x="673394" y="1885861"/>
            <a:chExt cx="8239719" cy="2743289"/>
          </a:xfrm>
        </p:grpSpPr>
        <p:sp>
          <p:nvSpPr>
            <p:cNvPr id="29" name="Text Placeholder 12">
              <a:extLst>
                <a:ext uri="{FF2B5EF4-FFF2-40B4-BE49-F238E27FC236}">
                  <a16:creationId xmlns:a16="http://schemas.microsoft.com/office/drawing/2014/main" id="{645CBC7C-93DE-FC3F-BD5B-92EBC668C75C}"/>
                </a:ext>
              </a:extLst>
            </p:cNvPr>
            <p:cNvSpPr txBox="1">
              <a:spLocks/>
            </p:cNvSpPr>
            <p:nvPr/>
          </p:nvSpPr>
          <p:spPr>
            <a:xfrm>
              <a:off x="709224" y="1885861"/>
              <a:ext cx="1900407"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750" dirty="0"/>
            </a:p>
          </p:txBody>
        </p:sp>
        <p:sp>
          <p:nvSpPr>
            <p:cNvPr id="33" name="Text Placeholder 12">
              <a:extLst>
                <a:ext uri="{FF2B5EF4-FFF2-40B4-BE49-F238E27FC236}">
                  <a16:creationId xmlns:a16="http://schemas.microsoft.com/office/drawing/2014/main" id="{248D7162-7909-D9EB-D1FF-0455D795C35B}"/>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dirty="0"/>
                <a:t>Sprint backlog</a:t>
              </a:r>
            </a:p>
          </p:txBody>
        </p:sp>
        <p:sp>
          <p:nvSpPr>
            <p:cNvPr id="45" name="Text Placeholder 12">
              <a:extLst>
                <a:ext uri="{FF2B5EF4-FFF2-40B4-BE49-F238E27FC236}">
                  <a16:creationId xmlns:a16="http://schemas.microsoft.com/office/drawing/2014/main" id="{68E54E74-AE29-645D-4CC0-03DAA85575E4}"/>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closure</a:t>
              </a:r>
            </a:p>
          </p:txBody>
        </p:sp>
        <p:sp>
          <p:nvSpPr>
            <p:cNvPr id="50" name="Text Placeholder 14">
              <a:extLst>
                <a:ext uri="{FF2B5EF4-FFF2-40B4-BE49-F238E27FC236}">
                  <a16:creationId xmlns:a16="http://schemas.microsoft.com/office/drawing/2014/main" id="{5439111A-68FD-11D7-5E7F-3A3D4ABCD4BF}"/>
                </a:ext>
              </a:extLst>
            </p:cNvPr>
            <p:cNvSpPr txBox="1">
              <a:spLocks/>
            </p:cNvSpPr>
            <p:nvPr/>
          </p:nvSpPr>
          <p:spPr>
            <a:xfrm>
              <a:off x="673394"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cs typeface="Calibri" pitchFamily="34" charset="0"/>
                </a:rPr>
                <a:t>Release plan</a:t>
              </a:r>
            </a:p>
            <a:p>
              <a:pPr marL="171450" indent="-171450" defTabSz="514350">
                <a:spcBef>
                  <a:spcPts val="0"/>
                </a:spcBef>
                <a:buSzPct val="80000"/>
              </a:pPr>
              <a:r>
                <a:rPr lang="en-US" sz="750" dirty="0">
                  <a:solidFill>
                    <a:schemeClr val="bg1"/>
                  </a:solidFill>
                  <a:latin typeface="+mn-lt"/>
                  <a:cs typeface="Calibri" pitchFamily="34" charset="0"/>
                </a:rPr>
                <a:t>Product backlog</a:t>
              </a:r>
            </a:p>
            <a:p>
              <a:pPr marL="171450" indent="-171450" defTabSz="514350">
                <a:spcBef>
                  <a:spcPts val="0"/>
                </a:spcBef>
                <a:buSzPct val="80000"/>
              </a:pPr>
              <a:r>
                <a:rPr lang="en-US" sz="750" dirty="0">
                  <a:solidFill>
                    <a:schemeClr val="bg1"/>
                  </a:solidFill>
                  <a:cs typeface="Calibri" pitchFamily="34" charset="0"/>
                </a:rPr>
                <a:t>Release burn up</a:t>
              </a:r>
            </a:p>
            <a:p>
              <a:pPr marL="171450" indent="-171450" defTabSz="514350">
                <a:spcBef>
                  <a:spcPts val="0"/>
                </a:spcBef>
                <a:buSzPct val="80000"/>
              </a:pPr>
              <a:endParaRPr lang="en-US" sz="750" dirty="0">
                <a:solidFill>
                  <a:schemeClr val="bg1"/>
                </a:solidFill>
                <a:latin typeface="+mn-lt"/>
                <a:cs typeface="Calibri" pitchFamily="34" charset="0"/>
              </a:endParaRPr>
            </a:p>
          </p:txBody>
        </p:sp>
        <p:sp>
          <p:nvSpPr>
            <p:cNvPr id="51" name="Text Placeholder 16">
              <a:extLst>
                <a:ext uri="{FF2B5EF4-FFF2-40B4-BE49-F238E27FC236}">
                  <a16:creationId xmlns:a16="http://schemas.microsoft.com/office/drawing/2014/main" id="{C79488C2-56F8-2B44-B951-72B97304613E}"/>
                </a:ext>
              </a:extLst>
            </p:cNvPr>
            <p:cNvSpPr txBox="1">
              <a:spLocks/>
            </p:cNvSpPr>
            <p:nvPr/>
          </p:nvSpPr>
          <p:spPr>
            <a:xfrm>
              <a:off x="693469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Working Software</a:t>
              </a:r>
            </a:p>
            <a:p>
              <a:pPr marL="171450" indent="-171450" defTabSz="514350">
                <a:spcBef>
                  <a:spcPts val="0"/>
                </a:spcBef>
                <a:buSzPct val="80000"/>
              </a:pPr>
              <a:r>
                <a:rPr lang="en-US" sz="750" dirty="0">
                  <a:solidFill>
                    <a:schemeClr val="bg1"/>
                  </a:solidFill>
                  <a:latin typeface="+mn-lt"/>
                  <a:cs typeface="Calibri" pitchFamily="34" charset="0"/>
                </a:rPr>
                <a:t>Retrospective backlog / action list</a:t>
              </a:r>
            </a:p>
            <a:p>
              <a:pPr marL="171450" indent="-171450" defTabSz="514350">
                <a:spcBef>
                  <a:spcPts val="0"/>
                </a:spcBef>
                <a:buSzPct val="80000"/>
              </a:pPr>
              <a:r>
                <a:rPr lang="en-US" sz="750" dirty="0">
                  <a:solidFill>
                    <a:schemeClr val="bg1"/>
                  </a:solidFill>
                  <a:latin typeface="+mn-lt"/>
                  <a:cs typeface="Calibri" pitchFamily="34" charset="0"/>
                </a:rPr>
                <a:t>Continuous improvement plan</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Release burn-down</a:t>
              </a:r>
            </a:p>
          </p:txBody>
        </p:sp>
        <p:sp>
          <p:nvSpPr>
            <p:cNvPr id="52" name="Text Placeholder 14">
              <a:extLst>
                <a:ext uri="{FF2B5EF4-FFF2-40B4-BE49-F238E27FC236}">
                  <a16:creationId xmlns:a16="http://schemas.microsoft.com/office/drawing/2014/main" id="{C4AC3187-AD67-ED23-03BA-22FBBA5D8A62}"/>
                </a:ext>
              </a:extLst>
            </p:cNvPr>
            <p:cNvSpPr txBox="1">
              <a:spLocks/>
            </p:cNvSpPr>
            <p:nvPr/>
          </p:nvSpPr>
          <p:spPr>
            <a:xfrm>
              <a:off x="2761721"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Sprint backlog</a:t>
              </a:r>
            </a:p>
            <a:p>
              <a:pPr marL="171450" indent="-171450" defTabSz="514350">
                <a:spcBef>
                  <a:spcPts val="0"/>
                </a:spcBef>
                <a:buSzPct val="80000"/>
              </a:pPr>
              <a:r>
                <a:rPr lang="en-US" sz="750" dirty="0">
                  <a:solidFill>
                    <a:schemeClr val="bg1"/>
                  </a:solidFill>
                  <a:latin typeface="+mn-lt"/>
                  <a:cs typeface="Calibri" pitchFamily="34" charset="0"/>
                </a:rPr>
                <a:t>Definition of “Done”</a:t>
              </a:r>
            </a:p>
            <a:p>
              <a:pPr marL="171450" indent="-171450" defTabSz="514350">
                <a:spcBef>
                  <a:spcPts val="0"/>
                </a:spcBef>
                <a:buSzPct val="80000"/>
              </a:pPr>
              <a:r>
                <a:rPr lang="en-US" sz="750" dirty="0">
                  <a:solidFill>
                    <a:schemeClr val="bg1"/>
                  </a:solidFill>
                  <a:latin typeface="+mn-lt"/>
                  <a:cs typeface="Calibri" pitchFamily="34" charset="0"/>
                </a:rPr>
                <a:t>Test approach</a:t>
              </a:r>
            </a:p>
            <a:p>
              <a:pPr marL="171450" indent="-171450" defTabSz="514350">
                <a:spcBef>
                  <a:spcPts val="0"/>
                </a:spcBef>
                <a:buSzPct val="80000"/>
              </a:pPr>
              <a:r>
                <a:rPr lang="en-US" sz="750" dirty="0">
                  <a:solidFill>
                    <a:schemeClr val="bg1"/>
                  </a:solidFill>
                  <a:latin typeface="+mn-lt"/>
                  <a:cs typeface="Calibri" pitchFamily="34" charset="0"/>
                </a:rPr>
                <a:t>Acceptance criteria for each story</a:t>
              </a:r>
            </a:p>
            <a:p>
              <a:pPr marL="171450" indent="-171450" defTabSz="514350">
                <a:spcBef>
                  <a:spcPts val="0"/>
                </a:spcBef>
                <a:buSzPct val="80000"/>
              </a:pPr>
              <a:r>
                <a:rPr lang="en-US" sz="750" dirty="0">
                  <a:solidFill>
                    <a:schemeClr val="bg1"/>
                  </a:solidFill>
                  <a:latin typeface="+mn-lt"/>
                  <a:cs typeface="Calibri" pitchFamily="34" charset="0"/>
                </a:rPr>
                <a:t>Sprint Goal</a:t>
              </a:r>
            </a:p>
            <a:p>
              <a:pPr marL="171450" indent="-171450" defTabSz="514350">
                <a:spcBef>
                  <a:spcPts val="0"/>
                </a:spcBef>
                <a:buSzPct val="80000"/>
              </a:pPr>
              <a:r>
                <a:rPr lang="en-US" sz="750" dirty="0">
                  <a:solidFill>
                    <a:schemeClr val="bg1"/>
                  </a:solidFill>
                  <a:latin typeface="+mn-lt"/>
                  <a:cs typeface="Calibri" pitchFamily="34" charset="0"/>
                </a:rPr>
                <a:t>Documentation approach</a:t>
              </a:r>
            </a:p>
          </p:txBody>
        </p:sp>
        <p:sp>
          <p:nvSpPr>
            <p:cNvPr id="53" name="Text Placeholder 16">
              <a:extLst>
                <a:ext uri="{FF2B5EF4-FFF2-40B4-BE49-F238E27FC236}">
                  <a16:creationId xmlns:a16="http://schemas.microsoft.com/office/drawing/2014/main" id="{5F6CAE95-C7A7-4AF7-BDC2-2219259A6F8F}"/>
                </a:ext>
              </a:extLst>
            </p:cNvPr>
            <p:cNvSpPr txBox="1">
              <a:spLocks/>
            </p:cNvSpPr>
            <p:nvPr/>
          </p:nvSpPr>
          <p:spPr>
            <a:xfrm>
              <a:off x="485004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Impediment tracking list</a:t>
              </a:r>
            </a:p>
            <a:p>
              <a:pPr marL="171450" indent="-171450" defTabSz="514350">
                <a:spcBef>
                  <a:spcPts val="0"/>
                </a:spcBef>
                <a:buSzPct val="80000"/>
              </a:pPr>
              <a:r>
                <a:rPr lang="en-US" sz="750" dirty="0">
                  <a:solidFill>
                    <a:schemeClr val="bg1"/>
                  </a:solidFill>
                  <a:latin typeface="+mn-lt"/>
                  <a:cs typeface="Calibri" pitchFamily="34" charset="0"/>
                </a:rPr>
                <a:t>Sprint backlog prioritization</a:t>
              </a:r>
            </a:p>
            <a:p>
              <a:pPr marL="171450" indent="-171450" defTabSz="514350">
                <a:spcBef>
                  <a:spcPts val="0"/>
                </a:spcBef>
                <a:buSzPct val="80000"/>
              </a:pPr>
              <a:r>
                <a:rPr lang="en-US" sz="750" dirty="0">
                  <a:solidFill>
                    <a:schemeClr val="bg1"/>
                  </a:solidFill>
                  <a:latin typeface="+mn-lt"/>
                  <a:cs typeface="Calibri" pitchFamily="34" charset="0"/>
                </a:rPr>
                <a:t>Sprint burn-down chart</a:t>
              </a:r>
            </a:p>
            <a:p>
              <a:pPr marL="171450" indent="-171450" defTabSz="514350">
                <a:spcBef>
                  <a:spcPts val="0"/>
                </a:spcBef>
                <a:buSzPct val="80000"/>
              </a:pPr>
              <a:r>
                <a:rPr lang="en-US" sz="750" dirty="0">
                  <a:solidFill>
                    <a:schemeClr val="bg1"/>
                  </a:solidFill>
                  <a:latin typeface="+mn-lt"/>
                  <a:cs typeface="Calibri" pitchFamily="34" charset="0"/>
                </a:rPr>
                <a:t>Kanban / Scrum board</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Development documentation</a:t>
              </a:r>
            </a:p>
          </p:txBody>
        </p:sp>
      </p:grpSp>
      <p:grpSp>
        <p:nvGrpSpPr>
          <p:cNvPr id="118" name="Group 117">
            <a:extLst>
              <a:ext uri="{FF2B5EF4-FFF2-40B4-BE49-F238E27FC236}">
                <a16:creationId xmlns:a16="http://schemas.microsoft.com/office/drawing/2014/main" id="{1FD82FE6-5B4C-A63D-F3D1-AE5A6911571A}"/>
              </a:ext>
            </a:extLst>
          </p:cNvPr>
          <p:cNvGrpSpPr/>
          <p:nvPr/>
        </p:nvGrpSpPr>
        <p:grpSpPr>
          <a:xfrm>
            <a:off x="999919" y="552608"/>
            <a:ext cx="2785462" cy="2598454"/>
            <a:chOff x="999919" y="552608"/>
            <a:chExt cx="2785462" cy="2598454"/>
          </a:xfrm>
        </p:grpSpPr>
        <p:sp>
          <p:nvSpPr>
            <p:cNvPr id="58" name="Rectangle: Rounded Corners 57">
              <a:extLst>
                <a:ext uri="{FF2B5EF4-FFF2-40B4-BE49-F238E27FC236}">
                  <a16:creationId xmlns:a16="http://schemas.microsoft.com/office/drawing/2014/main" id="{AF6CAC52-6C96-D1AD-A0F2-78E2BDC1FF7E}"/>
                </a:ext>
              </a:extLst>
            </p:cNvPr>
            <p:cNvSpPr/>
            <p:nvPr/>
          </p:nvSpPr>
          <p:spPr>
            <a:xfrm>
              <a:off x="999919" y="552608"/>
              <a:ext cx="2785461" cy="3552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Front End</a:t>
              </a:r>
              <a:endParaRPr lang="en-IN" dirty="0"/>
            </a:p>
          </p:txBody>
        </p:sp>
        <p:sp>
          <p:nvSpPr>
            <p:cNvPr id="117" name="Text Placeholder 14">
              <a:extLst>
                <a:ext uri="{FF2B5EF4-FFF2-40B4-BE49-F238E27FC236}">
                  <a16:creationId xmlns:a16="http://schemas.microsoft.com/office/drawing/2014/main" id="{5DD2B128-5DB9-403E-F684-EE8E1D4E000E}"/>
                </a:ext>
              </a:extLst>
            </p:cNvPr>
            <p:cNvSpPr txBox="1">
              <a:spLocks/>
            </p:cNvSpPr>
            <p:nvPr/>
          </p:nvSpPr>
          <p:spPr>
            <a:xfrm>
              <a:off x="1062851" y="1038002"/>
              <a:ext cx="2722530" cy="2113060"/>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1400" dirty="0">
                  <a:latin typeface="+mn-lt"/>
                  <a:cs typeface="Calibri" pitchFamily="34" charset="0"/>
                </a:rPr>
                <a:t>UX  designs &amp; prototyping</a:t>
              </a:r>
            </a:p>
            <a:p>
              <a:pPr marL="571500" lvl="1" indent="-171450" defTabSz="514350">
                <a:spcBef>
                  <a:spcPts val="0"/>
                </a:spcBef>
                <a:buClr>
                  <a:srgbClr val="DA291C"/>
                </a:buClr>
                <a:buSzPct val="80000"/>
              </a:pPr>
              <a:r>
                <a:rPr lang="en-US" sz="1400" dirty="0">
                  <a:latin typeface="+mn-lt"/>
                  <a:cs typeface="Calibri" pitchFamily="34" charset="0"/>
                </a:rPr>
                <a:t>Figma / Adobe </a:t>
              </a:r>
            </a:p>
            <a:p>
              <a:pPr marL="171450" indent="-171450" defTabSz="514350">
                <a:spcBef>
                  <a:spcPts val="0"/>
                </a:spcBef>
                <a:buClr>
                  <a:srgbClr val="DA291C"/>
                </a:buClr>
                <a:buSzPct val="80000"/>
              </a:pPr>
              <a:r>
                <a:rPr lang="en-US" sz="1400" dirty="0">
                  <a:latin typeface="+mn-lt"/>
                  <a:cs typeface="Calibri" pitchFamily="34" charset="0"/>
                </a:rPr>
                <a:t>Core Web UI </a:t>
              </a:r>
            </a:p>
            <a:p>
              <a:pPr marL="571500" lvl="1" indent="-171450" defTabSz="514350">
                <a:spcBef>
                  <a:spcPts val="0"/>
                </a:spcBef>
                <a:buClr>
                  <a:srgbClr val="DA291C"/>
                </a:buClr>
                <a:buSzPct val="80000"/>
              </a:pPr>
              <a:r>
                <a:rPr lang="en-US" sz="1400" dirty="0">
                  <a:latin typeface="+mn-lt"/>
                  <a:cs typeface="Calibri" pitchFamily="34" charset="0"/>
                </a:rPr>
                <a:t>HTML5/CSS3/JAVASCRIPT </a:t>
              </a:r>
            </a:p>
            <a:p>
              <a:pPr marL="171450" indent="-171450" defTabSz="514350">
                <a:spcBef>
                  <a:spcPts val="0"/>
                </a:spcBef>
                <a:buClr>
                  <a:srgbClr val="DA291C"/>
                </a:buClr>
                <a:buSzPct val="80000"/>
              </a:pPr>
              <a:r>
                <a:rPr lang="en-US" sz="1400" dirty="0">
                  <a:latin typeface="+mn-lt"/>
                  <a:cs typeface="Calibri" pitchFamily="34" charset="0"/>
                </a:rPr>
                <a:t>Web Framework</a:t>
              </a:r>
            </a:p>
            <a:p>
              <a:pPr marL="571500" lvl="1" indent="-171450" defTabSz="514350">
                <a:spcBef>
                  <a:spcPts val="0"/>
                </a:spcBef>
                <a:buClr>
                  <a:srgbClr val="DA291C"/>
                </a:buClr>
                <a:buSzPct val="80000"/>
              </a:pPr>
              <a:r>
                <a:rPr lang="en-US" sz="1400" dirty="0">
                  <a:latin typeface="+mn-lt"/>
                  <a:cs typeface="Calibri" pitchFamily="34" charset="0"/>
                </a:rPr>
                <a:t>Reacts / Redux / Flutter </a:t>
              </a:r>
            </a:p>
            <a:p>
              <a:pPr marL="171450" indent="-171450" defTabSz="514350">
                <a:spcBef>
                  <a:spcPts val="0"/>
                </a:spcBef>
                <a:buClr>
                  <a:srgbClr val="DA291C"/>
                </a:buClr>
                <a:buSzPct val="80000"/>
              </a:pPr>
              <a:r>
                <a:rPr lang="en-US" sz="1400" dirty="0">
                  <a:latin typeface="+mn-lt"/>
                  <a:cs typeface="Calibri" pitchFamily="34" charset="0"/>
                </a:rPr>
                <a:t>Mobile Dev</a:t>
              </a:r>
            </a:p>
            <a:p>
              <a:pPr marL="571500" lvl="1" indent="-171450" defTabSz="514350">
                <a:spcBef>
                  <a:spcPts val="0"/>
                </a:spcBef>
                <a:buClr>
                  <a:srgbClr val="DA291C"/>
                </a:buClr>
                <a:buSzPct val="80000"/>
              </a:pPr>
              <a:r>
                <a:rPr lang="en-US" sz="1400" dirty="0">
                  <a:latin typeface="+mn-lt"/>
                  <a:cs typeface="Calibri" pitchFamily="34" charset="0"/>
                </a:rPr>
                <a:t>React Native / Flutter </a:t>
              </a:r>
            </a:p>
            <a:p>
              <a:pPr marL="571500" lvl="1" indent="-171450" defTabSz="514350">
                <a:spcBef>
                  <a:spcPts val="0"/>
                </a:spcBef>
                <a:buClr>
                  <a:srgbClr val="DA291C"/>
                </a:buClr>
                <a:buSzPct val="80000"/>
              </a:pPr>
              <a:endParaRPr lang="en-US" sz="1000" dirty="0">
                <a:latin typeface="+mn-lt"/>
                <a:cs typeface="Calibri" pitchFamily="34" charset="0"/>
              </a:endParaRPr>
            </a:p>
          </p:txBody>
        </p:sp>
      </p:grpSp>
      <p:grpSp>
        <p:nvGrpSpPr>
          <p:cNvPr id="119" name="Group 118">
            <a:extLst>
              <a:ext uri="{FF2B5EF4-FFF2-40B4-BE49-F238E27FC236}">
                <a16:creationId xmlns:a16="http://schemas.microsoft.com/office/drawing/2014/main" id="{EF30C8E1-3236-6CA8-D1C6-91BF7CE7AA03}"/>
              </a:ext>
            </a:extLst>
          </p:cNvPr>
          <p:cNvGrpSpPr/>
          <p:nvPr/>
        </p:nvGrpSpPr>
        <p:grpSpPr>
          <a:xfrm>
            <a:off x="4984396" y="552608"/>
            <a:ext cx="2785462" cy="2999736"/>
            <a:chOff x="999919" y="552608"/>
            <a:chExt cx="2785462" cy="2999736"/>
          </a:xfrm>
        </p:grpSpPr>
        <p:sp>
          <p:nvSpPr>
            <p:cNvPr id="120" name="Rectangle: Rounded Corners 119">
              <a:extLst>
                <a:ext uri="{FF2B5EF4-FFF2-40B4-BE49-F238E27FC236}">
                  <a16:creationId xmlns:a16="http://schemas.microsoft.com/office/drawing/2014/main" id="{012AC1C8-91DB-A649-DE29-E3A67763CB50}"/>
                </a:ext>
              </a:extLst>
            </p:cNvPr>
            <p:cNvSpPr/>
            <p:nvPr/>
          </p:nvSpPr>
          <p:spPr>
            <a:xfrm>
              <a:off x="999919" y="552608"/>
              <a:ext cx="2785461" cy="3552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Backend</a:t>
              </a:r>
              <a:endParaRPr lang="en-IN" dirty="0"/>
            </a:p>
          </p:txBody>
        </p:sp>
        <p:sp>
          <p:nvSpPr>
            <p:cNvPr id="121" name="Text Placeholder 14">
              <a:extLst>
                <a:ext uri="{FF2B5EF4-FFF2-40B4-BE49-F238E27FC236}">
                  <a16:creationId xmlns:a16="http://schemas.microsoft.com/office/drawing/2014/main" id="{C4E46391-45C6-9460-20DD-64F3DD084B91}"/>
                </a:ext>
              </a:extLst>
            </p:cNvPr>
            <p:cNvSpPr txBox="1">
              <a:spLocks/>
            </p:cNvSpPr>
            <p:nvPr/>
          </p:nvSpPr>
          <p:spPr>
            <a:xfrm>
              <a:off x="1062851" y="1038001"/>
              <a:ext cx="2722530" cy="2514343"/>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1400" dirty="0">
                  <a:latin typeface="+mn-lt"/>
                  <a:cs typeface="Calibri" pitchFamily="34" charset="0"/>
                </a:rPr>
                <a:t>API Development</a:t>
              </a:r>
            </a:p>
            <a:p>
              <a:pPr marL="571500" lvl="1" indent="-171450" defTabSz="514350">
                <a:spcBef>
                  <a:spcPts val="0"/>
                </a:spcBef>
                <a:buClr>
                  <a:srgbClr val="DA291C"/>
                </a:buClr>
                <a:buSzPct val="80000"/>
              </a:pPr>
              <a:r>
                <a:rPr lang="en-US" sz="1400" dirty="0">
                  <a:latin typeface="+mn-lt"/>
                  <a:cs typeface="Calibri" pitchFamily="34" charset="0"/>
                </a:rPr>
                <a:t>Golang/ Node-</a:t>
              </a:r>
              <a:r>
                <a:rPr lang="en-US" sz="1400" dirty="0" err="1">
                  <a:latin typeface="+mn-lt"/>
                  <a:cs typeface="Calibri" pitchFamily="34" charset="0"/>
                </a:rPr>
                <a:t>Js</a:t>
              </a:r>
              <a:r>
                <a:rPr lang="en-US" sz="1400" dirty="0">
                  <a:latin typeface="+mn-lt"/>
                  <a:cs typeface="Calibri" pitchFamily="34" charset="0"/>
                </a:rPr>
                <a:t> / Java / Lambda / Serverless</a:t>
              </a:r>
            </a:p>
            <a:p>
              <a:pPr marL="171450" indent="-171450" defTabSz="514350">
                <a:spcBef>
                  <a:spcPts val="0"/>
                </a:spcBef>
                <a:buClr>
                  <a:srgbClr val="DA291C"/>
                </a:buClr>
                <a:buSzPct val="80000"/>
              </a:pPr>
              <a:r>
                <a:rPr lang="en-US" sz="1400" dirty="0">
                  <a:latin typeface="+mn-lt"/>
                  <a:cs typeface="Calibri" pitchFamily="34" charset="0"/>
                </a:rPr>
                <a:t>Tests</a:t>
              </a:r>
            </a:p>
            <a:p>
              <a:pPr marL="571500" lvl="1" indent="-171450" defTabSz="514350">
                <a:spcBef>
                  <a:spcPts val="0"/>
                </a:spcBef>
                <a:buClr>
                  <a:srgbClr val="DA291C"/>
                </a:buClr>
                <a:buSzPct val="80000"/>
              </a:pPr>
              <a:r>
                <a:rPr lang="en-US" sz="1400" dirty="0">
                  <a:latin typeface="+mn-lt"/>
                  <a:cs typeface="Calibri" pitchFamily="34" charset="0"/>
                </a:rPr>
                <a:t>Junit5/ Cucumber BDD / Gatling/Post Man  </a:t>
              </a:r>
            </a:p>
            <a:p>
              <a:pPr marL="171450" indent="-171450" defTabSz="514350">
                <a:spcBef>
                  <a:spcPts val="0"/>
                </a:spcBef>
                <a:buClr>
                  <a:srgbClr val="DA291C"/>
                </a:buClr>
                <a:buSzPct val="80000"/>
              </a:pPr>
              <a:r>
                <a:rPr lang="en-US" sz="1400" dirty="0">
                  <a:latin typeface="+mn-lt"/>
                  <a:cs typeface="Calibri" pitchFamily="34" charset="0"/>
                </a:rPr>
                <a:t>Data Bases</a:t>
              </a:r>
            </a:p>
            <a:p>
              <a:pPr marL="571500" lvl="1" indent="-171450" defTabSz="514350">
                <a:spcBef>
                  <a:spcPts val="0"/>
                </a:spcBef>
                <a:buClr>
                  <a:srgbClr val="DA291C"/>
                </a:buClr>
                <a:buSzPct val="80000"/>
              </a:pPr>
              <a:r>
                <a:rPr lang="en-US" sz="1400" dirty="0">
                  <a:latin typeface="+mn-lt"/>
                  <a:cs typeface="Calibri" pitchFamily="34" charset="0"/>
                </a:rPr>
                <a:t>Postgres , Mongo , Dynamo, Redis , OpenSearch, metric DB, LogDB, GraphDB</a:t>
              </a:r>
            </a:p>
            <a:p>
              <a:pPr marL="571500" lvl="1" indent="-171450" defTabSz="514350">
                <a:spcBef>
                  <a:spcPts val="0"/>
                </a:spcBef>
                <a:buClr>
                  <a:srgbClr val="DA291C"/>
                </a:buClr>
                <a:buSzPct val="80000"/>
              </a:pPr>
              <a:endParaRPr lang="en-US" sz="1400" dirty="0">
                <a:latin typeface="+mn-lt"/>
                <a:cs typeface="Calibri" pitchFamily="34" charset="0"/>
              </a:endParaRPr>
            </a:p>
            <a:p>
              <a:pPr marL="571500" lvl="1" indent="-171450" defTabSz="514350">
                <a:spcBef>
                  <a:spcPts val="0"/>
                </a:spcBef>
                <a:buClr>
                  <a:srgbClr val="DA291C"/>
                </a:buClr>
                <a:buSzPct val="80000"/>
              </a:pPr>
              <a:endParaRPr lang="en-US" sz="1000" dirty="0">
                <a:latin typeface="+mn-lt"/>
                <a:cs typeface="Calibri" pitchFamily="34" charset="0"/>
              </a:endParaRPr>
            </a:p>
          </p:txBody>
        </p:sp>
      </p:grpSp>
    </p:spTree>
    <p:extLst>
      <p:ext uri="{BB962C8B-B14F-4D97-AF65-F5344CB8AC3E}">
        <p14:creationId xmlns:p14="http://schemas.microsoft.com/office/powerpoint/2010/main" val="1189988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7C478D541D6174AA77107583A259864" ma:contentTypeVersion="4" ma:contentTypeDescription="Create a new document." ma:contentTypeScope="" ma:versionID="6aa4fae692c1ff43e35373b033661ad6">
  <xsd:schema xmlns:xsd="http://www.w3.org/2001/XMLSchema" xmlns:xs="http://www.w3.org/2001/XMLSchema" xmlns:p="http://schemas.microsoft.com/office/2006/metadata/properties" xmlns:ns2="ff405f1e-6196-4298-8e35-fbecc950cb7b" targetNamespace="http://schemas.microsoft.com/office/2006/metadata/properties" ma:root="true" ma:fieldsID="98c1a472ba01282ba882d7e661592592" ns2:_="">
    <xsd:import namespace="ff405f1e-6196-4298-8e35-fbecc950cb7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405f1e-6196-4298-8e35-fbecc950cb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21F4AC2-0AEA-4354-802A-609AA4E08D71}">
  <ds:schemaRefs>
    <ds:schemaRef ds:uri="http://schemas.microsoft.com/sharepoint/v3/contenttype/forms"/>
  </ds:schemaRefs>
</ds:datastoreItem>
</file>

<file path=customXml/itemProps2.xml><?xml version="1.0" encoding="utf-8"?>
<ds:datastoreItem xmlns:ds="http://schemas.openxmlformats.org/officeDocument/2006/customXml" ds:itemID="{7820D18E-F63F-49C2-965E-6C5E03B4CC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405f1e-6196-4298-8e35-fbecc950cb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1BF9A0-A380-42E8-B81F-03D2471160C1}">
  <ds:schemaRefs>
    <ds:schemaRef ds:uri="http://purl.org/dc/terms/"/>
    <ds:schemaRef ds:uri="http://www.w3.org/XML/1998/namespace"/>
    <ds:schemaRef ds:uri="http://schemas.microsoft.com/office/2006/metadata/properties"/>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Slice</Template>
  <TotalTime>19681</TotalTime>
  <Words>468</Words>
  <Application>Microsoft Office PowerPoint</Application>
  <PresentationFormat>On-screen Show (16:9)</PresentationFormat>
  <Paragraphs>85</Paragraphs>
  <Slides>14</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Calibri Light</vt:lpstr>
      <vt:lpstr>Raleway</vt:lpstr>
      <vt:lpstr>Raleway ExtraBold</vt:lpstr>
      <vt:lpstr>Raleway Medium</vt:lpstr>
      <vt:lpstr>Raleway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High-level future state road map</dc:title>
  <dc:creator>Akbar Khan</dc:creator>
  <cp:lastModifiedBy>Papu Bhattacharya</cp:lastModifiedBy>
  <cp:revision>137</cp:revision>
  <dcterms:created xsi:type="dcterms:W3CDTF">2020-06-25T11:39:16Z</dcterms:created>
  <dcterms:modified xsi:type="dcterms:W3CDTF">2023-04-25T11:10:38Z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0x01010057C478D541D6174AA77107583A259864</vt:lpwstr>
  </property>
</Properties>
</file>