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21"/>
  </p:notesMasterIdLst>
  <p:handoutMasterIdLst>
    <p:handoutMasterId r:id="rId22"/>
  </p:handoutMasterIdLst>
  <p:sldIdLst>
    <p:sldId id="360" r:id="rId5"/>
    <p:sldId id="336" r:id="rId6"/>
    <p:sldId id="405" r:id="rId7"/>
    <p:sldId id="404" r:id="rId8"/>
    <p:sldId id="406" r:id="rId9"/>
    <p:sldId id="418" r:id="rId10"/>
    <p:sldId id="407" r:id="rId11"/>
    <p:sldId id="408" r:id="rId12"/>
    <p:sldId id="409" r:id="rId13"/>
    <p:sldId id="417" r:id="rId14"/>
    <p:sldId id="411" r:id="rId15"/>
    <p:sldId id="412" r:id="rId16"/>
    <p:sldId id="413" r:id="rId17"/>
    <p:sldId id="414" r:id="rId18"/>
    <p:sldId id="415" r:id="rId19"/>
    <p:sldId id="416" r:id="rId20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6DD9FF"/>
    <a:srgbClr val="5F5E5F"/>
    <a:srgbClr val="919D9D"/>
    <a:srgbClr val="F3F4F0"/>
    <a:srgbClr val="F3FDD3"/>
    <a:srgbClr val="000000"/>
    <a:srgbClr val="F37021"/>
    <a:srgbClr val="CCE0D7"/>
    <a:srgbClr val="E1E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70" autoAdjust="0"/>
    <p:restoredTop sz="94291" autoAdjust="0"/>
  </p:normalViewPr>
  <p:slideViewPr>
    <p:cSldViewPr snapToGrid="0">
      <p:cViewPr varScale="1">
        <p:scale>
          <a:sx n="102" d="100"/>
          <a:sy n="102" d="100"/>
        </p:scale>
        <p:origin x="72" y="48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1/28/2022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1/28/2022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31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8BC4-A547-4D3A-B6AA-E8386FC03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E963-94FB-4E7F-8ED9-DABC5B5A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F490-324D-4289-B024-6675AD95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AA4F-B2B7-4D4F-A263-B329CDE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5013-8926-4B30-8D77-BD3EFC8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4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1420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9-77D6-44FE-8CCC-2849646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2073-29E1-4E94-AB0A-04E1B38C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732-F87F-40A5-BEB1-D27D4BF0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2FC0-84F5-4474-80AE-8961864D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57BC-E475-4DCE-A61C-29BAF7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42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EF5-DFED-4C21-888D-D7BED2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11A-5EB3-4490-9307-70D935F7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E1F54-CA9E-4C4D-9C51-0D92F37A3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464EB-5873-4C58-942F-292D8550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9439-6DD3-4668-8CF0-4688B7B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EB6FD-D6B1-4F02-98D2-4C363CF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4107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5A2E-BAA3-4E34-B724-80A1F0D2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9807-C8BB-4234-8860-3F68BE08D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EDF8-3BFA-49F6-99AF-2BE841385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D341-B7E4-44B0-9D48-BEF005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030-77F2-4ADB-9944-3AF52585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9B3C9-487B-4040-805A-A310B4B6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9871-48F8-4850-9F26-89D0E1FE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9C7D0-4810-44BC-B20D-5EF9FBFE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71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320-690D-49B4-91F5-C81F2B3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612F1-84F3-44A8-81AE-49EAE40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FF993-8FCA-48CF-B85F-80B0E64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CB4D-B770-49B5-9D96-451D90E9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44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289ED-BC44-42E9-A1FE-AB2AD213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124C0-8767-4C67-A78E-32ADC58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12F6-0C46-4CDE-8FFD-3DA06D7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975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26-D23F-4D83-93BC-B89EDD4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DA66-B8C4-4614-AE44-7E1C453D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6DCCE-D0B2-4282-84F1-11D675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502F-D39D-4EBB-BF29-F535F25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705-95C1-46CD-87DA-00463E40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34521-9210-42EA-A79B-1CD85AA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162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AA4B-24BF-4290-9C02-3CB84746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D23B6-AA70-482B-A6AE-B8E5ACAF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E2872-1849-4BEF-B7B0-26378805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3588-CC90-4BAF-8FE0-1103BE11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C51A-B2CE-4CAC-A3F9-AC3F8B0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2259-6DCB-4E0A-A386-8A50ED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913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C70-26BC-4EE2-8107-1D6068F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28FD-A093-41E0-9199-9737B37C7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F7E2-DFB9-4894-B6EE-C0A70D8C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D0A-9BB8-461B-AB3D-F750A02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4A06-BDCF-42CC-953D-0F78B9A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7237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C359-4D48-4680-B1E0-00CB3C23C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4572-3123-4FB2-98FC-1DAC45C9E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1ABD-D28A-4AE4-8B55-6862AE38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F08A-35EB-470E-94EB-4704B8F6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F89D-1A84-46DE-987B-3CCC9E80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64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4298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699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7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3C52-4500-4CA3-A206-F85571BA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60867-C9D9-4675-A550-02D62B46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B27E-4705-4E1E-9CA1-00FDD5D33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D98AD-7C5B-4994-98B8-765221AB7D4C}" type="datetimeFigureOut">
              <a:rPr lang="en-US" smtClean="0"/>
              <a:t>1/28/2022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0698-B20A-4D82-AA53-61843F48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147F-9946-473B-98F7-7A14B0D3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6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799272"/>
            <a:ext cx="91440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chemeClr val="bg1"/>
                </a:solidFill>
                <a:latin typeface="Raleway Medium" panose="020B0603030101060003" pitchFamily="34" charset="0"/>
              </a:rPr>
              <a:t>Open Products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rgbClr val="DA291C"/>
                </a:solidFill>
                <a:latin typeface="Raleway ExtraBold" panose="020B0903030101060003" pitchFamily="34" charset="0"/>
              </a:rPr>
              <a:t>Enterprise Transformation</a:t>
            </a: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451541" y="1786181"/>
            <a:ext cx="1785098" cy="3449696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7831520" y="0"/>
            <a:ext cx="685800" cy="33334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7" y="220967"/>
            <a:ext cx="1331785" cy="158477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6391126" y="4143218"/>
            <a:ext cx="16062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15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15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4214061" y="3690687"/>
            <a:ext cx="1019677" cy="6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7B0A0-5621-4BF7-A5AB-F5232AFED085}"/>
              </a:ext>
            </a:extLst>
          </p:cNvPr>
          <p:cNvSpPr txBox="1"/>
          <p:nvPr/>
        </p:nvSpPr>
        <p:spPr>
          <a:xfrm>
            <a:off x="1701622" y="11553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anose="020B0003030101060003" pitchFamily="34" charset="0"/>
                <a:cs typeface="Segoe UI" panose="020B0502040204020203" pitchFamily="34" charset="0"/>
              </a:rPr>
              <a:t>Delivering TAAS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E85B5817-9E14-4673-92EB-9ECDD66C37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91" r="13806" b="-2"/>
          <a:stretch/>
        </p:blipFill>
        <p:spPr>
          <a:xfrm>
            <a:off x="3078480" y="10"/>
            <a:ext cx="6065520" cy="51434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D37DF7F-C465-4C61-8C40-6C5D6855FD92}"/>
              </a:ext>
            </a:extLst>
          </p:cNvPr>
          <p:cNvSpPr txBox="1"/>
          <p:nvPr/>
        </p:nvSpPr>
        <p:spPr>
          <a:xfrm>
            <a:off x="278320" y="870966"/>
            <a:ext cx="2578608" cy="8435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rgbClr val="D90000"/>
              </a:buClr>
              <a:buSzPct val="100000"/>
            </a:pPr>
            <a:r>
              <a:rPr lang="en-US" sz="2800" b="1" dirty="0">
                <a:solidFill>
                  <a:srgbClr val="C00000"/>
                </a:solidFill>
                <a:latin typeface="Raleway ExtraBold" panose="020B0903030101060003" pitchFamily="34" charset="0"/>
                <a:ea typeface="+mj-ea"/>
                <a:cs typeface="+mj-cs"/>
              </a:rPr>
              <a:t>Agenda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0CFBE8-FF4A-4E85-ABB0-D9E4CA2CA889}"/>
              </a:ext>
            </a:extLst>
          </p:cNvPr>
          <p:cNvSpPr txBox="1">
            <a:spLocks/>
          </p:cNvSpPr>
          <p:nvPr/>
        </p:nvSpPr>
        <p:spPr>
          <a:xfrm>
            <a:off x="278320" y="2038540"/>
            <a:ext cx="2800160" cy="24054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75000"/>
              <a:buFontTx/>
              <a:buNone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233363" indent="-233363" algn="l" defTabSz="457200" rtl="0" eaLnBrk="1" latinLnBrk="0" hangingPunct="1">
              <a:spcBef>
                <a:spcPct val="20000"/>
              </a:spcBef>
              <a:buClr>
                <a:srgbClr val="DA291C"/>
              </a:buClr>
              <a:buSzPct val="80000"/>
              <a:buFont typeface="Wingdings" panose="05000000000000000000" pitchFamily="2" charset="2"/>
              <a:buChar char="u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461963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Clr>
                <a:srgbClr val="919D9D"/>
              </a:buClr>
              <a:buFont typeface="Arial" panose="020B0604020202020204" pitchFamily="34" charset="0"/>
              <a:buChar char="■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909638" indent="-21907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Rationale / Data-</a:t>
            </a:r>
            <a:r>
              <a:rPr lang="en-US" sz="1600" dirty="0" err="1">
                <a:latin typeface="Raleway Medium"/>
              </a:rPr>
              <a:t>Fication</a:t>
            </a:r>
            <a:endParaRPr lang="en-US" sz="1600" dirty="0">
              <a:latin typeface="Raleway Medium"/>
            </a:endParaRPr>
          </a:p>
          <a:p>
            <a:pPr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Raleway Medium"/>
            </a:endParaRPr>
          </a:p>
          <a:p>
            <a:pPr marL="285750"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TAAS Product</a:t>
            </a:r>
          </a:p>
          <a:p>
            <a:pPr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Raleway Medium"/>
            </a:endParaRPr>
          </a:p>
          <a:p>
            <a:pPr marL="285750" indent="-228600" defTabSz="914400">
              <a:lnSpc>
                <a:spcPct val="90000"/>
              </a:lnSpc>
              <a:buClr>
                <a:srgbClr val="D9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Raleway Medium"/>
              </a:rPr>
              <a:t>Value</a:t>
            </a:r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8279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  <a:defRPr/>
            </a:pPr>
            <a:fld id="{4D82F6D6-BD64-564F-BDB4-3E98167DF08D}" type="slidenum">
              <a:rPr lang="en-US" sz="1200">
                <a:solidFill>
                  <a:schemeClr val="tx1"/>
                </a:solidFill>
                <a:latin typeface="Calibri" panose="020F0502020204030204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FF6E38-F753-46CF-AFD0-097191BDF204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72636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Rationale for Transformation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FB11A8-E94D-422F-A29E-CA47F3D9962D}"/>
              </a:ext>
            </a:extLst>
          </p:cNvPr>
          <p:cNvSpPr txBox="1"/>
          <p:nvPr/>
        </p:nvSpPr>
        <p:spPr>
          <a:xfrm>
            <a:off x="154787" y="1364700"/>
            <a:ext cx="787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cap="small" dirty="0">
                <a:latin typeface="Raleway Medium"/>
              </a:rPr>
              <a:t>Infra</a:t>
            </a:r>
            <a:endParaRPr lang="en-US" sz="1600" dirty="0">
              <a:latin typeface="Raleway Medium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3AD541-71ED-4A7F-9AA2-A5025F367172}"/>
              </a:ext>
            </a:extLst>
          </p:cNvPr>
          <p:cNvSpPr txBox="1"/>
          <p:nvPr/>
        </p:nvSpPr>
        <p:spPr>
          <a:xfrm>
            <a:off x="154787" y="2513240"/>
            <a:ext cx="7871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cap="small" dirty="0">
                <a:latin typeface="Raleway Medium"/>
              </a:rPr>
              <a:t>App</a:t>
            </a:r>
            <a:endParaRPr lang="en-US" sz="1600" dirty="0">
              <a:latin typeface="Raleway Medium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CFCA5C-6454-4555-A509-7B5A9BECB08C}"/>
              </a:ext>
            </a:extLst>
          </p:cNvPr>
          <p:cNvSpPr txBox="1"/>
          <p:nvPr/>
        </p:nvSpPr>
        <p:spPr>
          <a:xfrm>
            <a:off x="154786" y="3686521"/>
            <a:ext cx="787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cap="small" dirty="0">
                <a:latin typeface="Raleway Medium"/>
              </a:rPr>
              <a:t>Data</a:t>
            </a:r>
            <a:endParaRPr lang="en-US" sz="1600" dirty="0">
              <a:latin typeface="Raleway Medium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EDC2F2-D96A-4B7F-B016-BD38C4BEB380}"/>
              </a:ext>
            </a:extLst>
          </p:cNvPr>
          <p:cNvSpPr txBox="1"/>
          <p:nvPr/>
        </p:nvSpPr>
        <p:spPr>
          <a:xfrm>
            <a:off x="-46281" y="4783224"/>
            <a:ext cx="1189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cap="small" dirty="0">
                <a:latin typeface="Raleway Medium"/>
              </a:rPr>
              <a:t>Process</a:t>
            </a:r>
            <a:endParaRPr lang="en-US" sz="1600" dirty="0">
              <a:latin typeface="Raleway Medium"/>
            </a:endParaRPr>
          </a:p>
        </p:txBody>
      </p:sp>
      <p:graphicFrame>
        <p:nvGraphicFramePr>
          <p:cNvPr id="26" name="Table 26">
            <a:extLst>
              <a:ext uri="{FF2B5EF4-FFF2-40B4-BE49-F238E27FC236}">
                <a16:creationId xmlns:a16="http://schemas.microsoft.com/office/drawing/2014/main" id="{540FDB32-1B8D-407F-A641-01DFD0506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808756"/>
              </p:ext>
            </p:extLst>
          </p:nvPr>
        </p:nvGraphicFramePr>
        <p:xfrm>
          <a:off x="1089658" y="579120"/>
          <a:ext cx="7800625" cy="116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625">
                  <a:extLst>
                    <a:ext uri="{9D8B030D-6E8A-4147-A177-3AD203B41FA5}">
                      <a16:colId xmlns:a16="http://schemas.microsoft.com/office/drawing/2014/main" val="3039610847"/>
                    </a:ext>
                  </a:extLst>
                </a:gridCol>
              </a:tblGrid>
              <a:tr h="11632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25029"/>
                  </a:ext>
                </a:extLst>
              </a:tr>
            </a:tbl>
          </a:graphicData>
        </a:graphic>
      </p:graphicFrame>
      <p:graphicFrame>
        <p:nvGraphicFramePr>
          <p:cNvPr id="29" name="Table 26">
            <a:extLst>
              <a:ext uri="{FF2B5EF4-FFF2-40B4-BE49-F238E27FC236}">
                <a16:creationId xmlns:a16="http://schemas.microsoft.com/office/drawing/2014/main" id="{95E4DC6D-FBD9-490A-A178-308504457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085924"/>
              </p:ext>
            </p:extLst>
          </p:nvPr>
        </p:nvGraphicFramePr>
        <p:xfrm>
          <a:off x="1089658" y="1836420"/>
          <a:ext cx="7800625" cy="99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625">
                  <a:extLst>
                    <a:ext uri="{9D8B030D-6E8A-4147-A177-3AD203B41FA5}">
                      <a16:colId xmlns:a16="http://schemas.microsoft.com/office/drawing/2014/main" val="3039610847"/>
                    </a:ext>
                  </a:extLst>
                </a:gridCol>
              </a:tblGrid>
              <a:tr h="9982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25029"/>
                  </a:ext>
                </a:extLst>
              </a:tr>
            </a:tbl>
          </a:graphicData>
        </a:graphic>
      </p:graphicFrame>
      <p:graphicFrame>
        <p:nvGraphicFramePr>
          <p:cNvPr id="30" name="Table 26">
            <a:extLst>
              <a:ext uri="{FF2B5EF4-FFF2-40B4-BE49-F238E27FC236}">
                <a16:creationId xmlns:a16="http://schemas.microsoft.com/office/drawing/2014/main" id="{1CA55095-991D-4298-A3C1-58B27444E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774477"/>
              </p:ext>
            </p:extLst>
          </p:nvPr>
        </p:nvGraphicFramePr>
        <p:xfrm>
          <a:off x="1089658" y="2870835"/>
          <a:ext cx="7800625" cy="1148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625">
                  <a:extLst>
                    <a:ext uri="{9D8B030D-6E8A-4147-A177-3AD203B41FA5}">
                      <a16:colId xmlns:a16="http://schemas.microsoft.com/office/drawing/2014/main" val="3039610847"/>
                    </a:ext>
                  </a:extLst>
                </a:gridCol>
              </a:tblGrid>
              <a:tr h="114853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25029"/>
                  </a:ext>
                </a:extLst>
              </a:tr>
            </a:tbl>
          </a:graphicData>
        </a:graphic>
      </p:graphicFrame>
      <p:graphicFrame>
        <p:nvGraphicFramePr>
          <p:cNvPr id="31" name="Table 26">
            <a:extLst>
              <a:ext uri="{FF2B5EF4-FFF2-40B4-BE49-F238E27FC236}">
                <a16:creationId xmlns:a16="http://schemas.microsoft.com/office/drawing/2014/main" id="{407088D9-665D-4A42-9B51-BE8288118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007270"/>
              </p:ext>
            </p:extLst>
          </p:nvPr>
        </p:nvGraphicFramePr>
        <p:xfrm>
          <a:off x="1089658" y="4145280"/>
          <a:ext cx="7800625" cy="922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625">
                  <a:extLst>
                    <a:ext uri="{9D8B030D-6E8A-4147-A177-3AD203B41FA5}">
                      <a16:colId xmlns:a16="http://schemas.microsoft.com/office/drawing/2014/main" val="3039610847"/>
                    </a:ext>
                  </a:extLst>
                </a:gridCol>
              </a:tblGrid>
              <a:tr h="9220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225029"/>
                  </a:ext>
                </a:extLst>
              </a:tr>
            </a:tbl>
          </a:graphicData>
        </a:graphic>
      </p:graphicFrame>
      <p:graphicFrame>
        <p:nvGraphicFramePr>
          <p:cNvPr id="36" name="Table 39">
            <a:extLst>
              <a:ext uri="{FF2B5EF4-FFF2-40B4-BE49-F238E27FC236}">
                <a16:creationId xmlns:a16="http://schemas.microsoft.com/office/drawing/2014/main" id="{D9ACF791-2668-47E7-B334-10683BC15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80780"/>
              </p:ext>
            </p:extLst>
          </p:nvPr>
        </p:nvGraphicFramePr>
        <p:xfrm>
          <a:off x="1293595" y="656946"/>
          <a:ext cx="3369845" cy="98298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369845">
                  <a:extLst>
                    <a:ext uri="{9D8B030D-6E8A-4147-A177-3AD203B41FA5}">
                      <a16:colId xmlns:a16="http://schemas.microsoft.com/office/drawing/2014/main" val="3639447258"/>
                    </a:ext>
                  </a:extLst>
                </a:gridCol>
              </a:tblGrid>
              <a:tr h="300355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Discrete &amp; Hardware-Defined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26165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Less than 10% , Hardware Utilization</a:t>
                      </a:r>
                    </a:p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Large provisioning window, Large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Opex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Reduced Reliability SLA’s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18766"/>
                  </a:ext>
                </a:extLst>
              </a:tr>
            </a:tbl>
          </a:graphicData>
        </a:graphic>
      </p:graphicFrame>
      <p:graphicFrame>
        <p:nvGraphicFramePr>
          <p:cNvPr id="37" name="Table 39">
            <a:extLst>
              <a:ext uri="{FF2B5EF4-FFF2-40B4-BE49-F238E27FC236}">
                <a16:creationId xmlns:a16="http://schemas.microsoft.com/office/drawing/2014/main" id="{E0A40CFF-6AA2-415B-8350-5FBDD556B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491312"/>
              </p:ext>
            </p:extLst>
          </p:nvPr>
        </p:nvGraphicFramePr>
        <p:xfrm>
          <a:off x="1293595" y="1914781"/>
          <a:ext cx="3370383" cy="84979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370383">
                  <a:extLst>
                    <a:ext uri="{9D8B030D-6E8A-4147-A177-3AD203B41FA5}">
                      <a16:colId xmlns:a16="http://schemas.microsoft.com/office/drawing/2014/main" val="3639447258"/>
                    </a:ext>
                  </a:extLst>
                </a:gridCol>
              </a:tblGrid>
              <a:tr h="278293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Monolith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26165"/>
                  </a:ext>
                </a:extLst>
              </a:tr>
              <a:tr h="546316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Low Scalability</a:t>
                      </a:r>
                    </a:p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Less Reliability</a:t>
                      </a:r>
                    </a:p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Long Release Cycle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18766"/>
                  </a:ext>
                </a:extLst>
              </a:tr>
            </a:tbl>
          </a:graphicData>
        </a:graphic>
      </p:graphicFrame>
      <p:graphicFrame>
        <p:nvGraphicFramePr>
          <p:cNvPr id="38" name="Table 39">
            <a:extLst>
              <a:ext uri="{FF2B5EF4-FFF2-40B4-BE49-F238E27FC236}">
                <a16:creationId xmlns:a16="http://schemas.microsoft.com/office/drawing/2014/main" id="{5059418E-A9F8-4562-B932-8144DA285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632802"/>
              </p:ext>
            </p:extLst>
          </p:nvPr>
        </p:nvGraphicFramePr>
        <p:xfrm>
          <a:off x="1293595" y="2964490"/>
          <a:ext cx="3370383" cy="982979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370383">
                  <a:extLst>
                    <a:ext uri="{9D8B030D-6E8A-4147-A177-3AD203B41FA5}">
                      <a16:colId xmlns:a16="http://schemas.microsoft.com/office/drawing/2014/main" val="3639447258"/>
                    </a:ext>
                  </a:extLst>
                </a:gridCol>
              </a:tblGrid>
              <a:tr h="325749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Big-Data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26165"/>
                  </a:ext>
                </a:extLst>
              </a:tr>
              <a:tr h="657230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Data Originates Fast , Why to defer value?</a:t>
                      </a:r>
                    </a:p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Large </a:t>
                      </a:r>
                      <a:r>
                        <a:rPr lang="en-US" sz="1050" b="1" dirty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Opex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in ELT, ETL</a:t>
                      </a:r>
                    </a:p>
                    <a:p>
                      <a:endParaRPr lang="en-US" sz="1050" b="1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18766"/>
                  </a:ext>
                </a:extLst>
              </a:tr>
            </a:tbl>
          </a:graphicData>
        </a:graphic>
      </p:graphicFrame>
      <p:graphicFrame>
        <p:nvGraphicFramePr>
          <p:cNvPr id="39" name="Table 39">
            <a:extLst>
              <a:ext uri="{FF2B5EF4-FFF2-40B4-BE49-F238E27FC236}">
                <a16:creationId xmlns:a16="http://schemas.microsoft.com/office/drawing/2014/main" id="{C945688C-6663-418E-B4BB-A9691A302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116513"/>
              </p:ext>
            </p:extLst>
          </p:nvPr>
        </p:nvGraphicFramePr>
        <p:xfrm>
          <a:off x="1265499" y="4262002"/>
          <a:ext cx="3398479" cy="703612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398479">
                  <a:extLst>
                    <a:ext uri="{9D8B030D-6E8A-4147-A177-3AD203B41FA5}">
                      <a16:colId xmlns:a16="http://schemas.microsoft.com/office/drawing/2014/main" val="3639447258"/>
                    </a:ext>
                  </a:extLst>
                </a:gridCol>
              </a:tblGrid>
              <a:tr h="26688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Agile</a:t>
                      </a:r>
                      <a:endParaRPr lang="en-US" sz="1050" b="1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26165"/>
                  </a:ext>
                </a:extLst>
              </a:tr>
              <a:tr h="436725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Culture driven by more roles &amp; lengthy feedback cycle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18766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C909B6A-4C28-4B0A-B60E-081D8BC12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649822"/>
              </p:ext>
            </p:extLst>
          </p:nvPr>
        </p:nvGraphicFramePr>
        <p:xfrm>
          <a:off x="5359355" y="656946"/>
          <a:ext cx="3370383" cy="98298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370383">
                  <a:extLst>
                    <a:ext uri="{9D8B030D-6E8A-4147-A177-3AD203B41FA5}">
                      <a16:colId xmlns:a16="http://schemas.microsoft.com/office/drawing/2014/main" val="3639447258"/>
                    </a:ext>
                  </a:extLst>
                </a:gridCol>
              </a:tblGrid>
              <a:tr h="204749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Aggregated &amp; Software-Defined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26165"/>
                  </a:ext>
                </a:extLst>
              </a:tr>
              <a:tr h="618211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More than 80%, Hardware Utilization</a:t>
                      </a:r>
                    </a:p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 80% reliability, </a:t>
                      </a:r>
                    </a:p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 90% Provision/ Deprovision Time</a:t>
                      </a:r>
                    </a:p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60% Reduced </a:t>
                      </a:r>
                      <a:r>
                        <a:rPr lang="en-US" sz="1050" b="1" dirty="0" err="1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OpEx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18766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BF2EC792-40C2-4AD1-82AA-D02AE1EFA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93560"/>
              </p:ext>
            </p:extLst>
          </p:nvPr>
        </p:nvGraphicFramePr>
        <p:xfrm>
          <a:off x="5359355" y="1914781"/>
          <a:ext cx="3370383" cy="852629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370383">
                  <a:extLst>
                    <a:ext uri="{9D8B030D-6E8A-4147-A177-3AD203B41FA5}">
                      <a16:colId xmlns:a16="http://schemas.microsoft.com/office/drawing/2014/main" val="3639447258"/>
                    </a:ext>
                  </a:extLst>
                </a:gridCol>
              </a:tblGrid>
              <a:tr h="248624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Microservice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26165"/>
                  </a:ext>
                </a:extLst>
              </a:tr>
              <a:tr h="601169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 60% Business Agility</a:t>
                      </a:r>
                    </a:p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100% Uptime resilient system </a:t>
                      </a:r>
                    </a:p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Horizontal Scalability across cloud / geographies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18766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950161C9-4A21-4B4A-AC36-9A0B4E0B6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415279"/>
              </p:ext>
            </p:extLst>
          </p:nvPr>
        </p:nvGraphicFramePr>
        <p:xfrm>
          <a:off x="5359355" y="4238882"/>
          <a:ext cx="3370383" cy="683638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370383">
                  <a:extLst>
                    <a:ext uri="{9D8B030D-6E8A-4147-A177-3AD203B41FA5}">
                      <a16:colId xmlns:a16="http://schemas.microsoft.com/office/drawing/2014/main" val="3639447258"/>
                    </a:ext>
                  </a:extLst>
                </a:gridCol>
              </a:tblGrid>
              <a:tr h="266887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DevOps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26165"/>
                  </a:ext>
                </a:extLst>
              </a:tr>
              <a:tr h="416751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Culture with more autonomy and responsibility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18766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F5328105-583D-4D12-8C13-79BB59F43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344123"/>
              </p:ext>
            </p:extLst>
          </p:nvPr>
        </p:nvGraphicFramePr>
        <p:xfrm>
          <a:off x="5359355" y="2964491"/>
          <a:ext cx="3370383" cy="982980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3370383">
                  <a:extLst>
                    <a:ext uri="{9D8B030D-6E8A-4147-A177-3AD203B41FA5}">
                      <a16:colId xmlns:a16="http://schemas.microsoft.com/office/drawing/2014/main" val="3639447258"/>
                    </a:ext>
                  </a:extLst>
                </a:gridCol>
              </a:tblGrid>
              <a:tr h="204749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Fast-Data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26165"/>
                  </a:ext>
                </a:extLst>
              </a:tr>
              <a:tr h="618211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Realtime Contextual</a:t>
                      </a:r>
                    </a:p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50% faster decision making</a:t>
                      </a:r>
                    </a:p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 15% Data Revenue</a:t>
                      </a:r>
                    </a:p>
                    <a:p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 ETL, ELT, Reduced Capex, More simplicity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18766"/>
                  </a:ext>
                </a:extLst>
              </a:tr>
            </a:tbl>
          </a:graphicData>
        </a:graphic>
      </p:graphicFrame>
      <p:pic>
        <p:nvPicPr>
          <p:cNvPr id="50" name="Graphic 49" descr="Back RTL">
            <a:extLst>
              <a:ext uri="{FF2B5EF4-FFF2-40B4-BE49-F238E27FC236}">
                <a16:creationId xmlns:a16="http://schemas.microsoft.com/office/drawing/2014/main" id="{CA7682DA-B850-4EC9-848E-2B65B50CE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6300" y="880110"/>
            <a:ext cx="628650" cy="628650"/>
          </a:xfrm>
          <a:prstGeom prst="rect">
            <a:avLst/>
          </a:prstGeom>
        </p:spPr>
      </p:pic>
      <p:pic>
        <p:nvPicPr>
          <p:cNvPr id="51" name="Graphic 50" descr="Back RTL">
            <a:extLst>
              <a:ext uri="{FF2B5EF4-FFF2-40B4-BE49-F238E27FC236}">
                <a16:creationId xmlns:a16="http://schemas.microsoft.com/office/drawing/2014/main" id="{B1C27AF4-9475-4BFA-A6DE-389880368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6300" y="2021205"/>
            <a:ext cx="628650" cy="628650"/>
          </a:xfrm>
          <a:prstGeom prst="rect">
            <a:avLst/>
          </a:prstGeom>
        </p:spPr>
      </p:pic>
      <p:pic>
        <p:nvPicPr>
          <p:cNvPr id="52" name="Graphic 51" descr="Back RTL">
            <a:extLst>
              <a:ext uri="{FF2B5EF4-FFF2-40B4-BE49-F238E27FC236}">
                <a16:creationId xmlns:a16="http://schemas.microsoft.com/office/drawing/2014/main" id="{7663A801-CC8B-447C-95F5-E609B6C57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6300" y="3130776"/>
            <a:ext cx="628650" cy="628650"/>
          </a:xfrm>
          <a:prstGeom prst="rect">
            <a:avLst/>
          </a:prstGeom>
        </p:spPr>
      </p:pic>
      <p:pic>
        <p:nvPicPr>
          <p:cNvPr id="53" name="Graphic 52" descr="Back RTL">
            <a:extLst>
              <a:ext uri="{FF2B5EF4-FFF2-40B4-BE49-F238E27FC236}">
                <a16:creationId xmlns:a16="http://schemas.microsoft.com/office/drawing/2014/main" id="{A1EB499E-C8C9-4D67-8BDA-CDA0E6028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6300" y="4291965"/>
            <a:ext cx="628650" cy="628650"/>
          </a:xfrm>
          <a:prstGeom prst="rect">
            <a:avLst/>
          </a:prstGeom>
        </p:spPr>
      </p:pic>
      <p:pic>
        <p:nvPicPr>
          <p:cNvPr id="55" name="Picture 54" descr="A close up of a logo&#10;&#10;Description automatically generated">
            <a:extLst>
              <a:ext uri="{FF2B5EF4-FFF2-40B4-BE49-F238E27FC236}">
                <a16:creationId xmlns:a16="http://schemas.microsoft.com/office/drawing/2014/main" id="{9A87D5D9-4B07-4B1A-9C67-DC9AA9BC8D0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5779" y="782218"/>
            <a:ext cx="582482" cy="582482"/>
          </a:xfrm>
          <a:prstGeom prst="rect">
            <a:avLst/>
          </a:prstGeom>
        </p:spPr>
      </p:pic>
      <p:pic>
        <p:nvPicPr>
          <p:cNvPr id="57" name="Picture 56" descr="A close up of a logo&#10;&#10;Description automatically generated">
            <a:extLst>
              <a:ext uri="{FF2B5EF4-FFF2-40B4-BE49-F238E27FC236}">
                <a16:creationId xmlns:a16="http://schemas.microsoft.com/office/drawing/2014/main" id="{5671C07E-3CDD-41E3-AD4F-54195707905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7971" y="1889731"/>
            <a:ext cx="628550" cy="628550"/>
          </a:xfrm>
          <a:prstGeom prst="rect">
            <a:avLst/>
          </a:prstGeom>
        </p:spPr>
      </p:pic>
      <p:pic>
        <p:nvPicPr>
          <p:cNvPr id="59" name="Picture 58" descr="A close up of a logo&#10;&#10;Description automatically generated">
            <a:extLst>
              <a:ext uri="{FF2B5EF4-FFF2-40B4-BE49-F238E27FC236}">
                <a16:creationId xmlns:a16="http://schemas.microsoft.com/office/drawing/2014/main" id="{AFED91E4-6B37-4C2D-B12C-8C18D4D06F0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5779" y="3072206"/>
            <a:ext cx="612935" cy="612935"/>
          </a:xfrm>
          <a:prstGeom prst="rect">
            <a:avLst/>
          </a:prstGeom>
        </p:spPr>
      </p:pic>
      <p:pic>
        <p:nvPicPr>
          <p:cNvPr id="63" name="Picture 62" descr="A close up of a logo&#10;&#10;Description automatically generated">
            <a:extLst>
              <a:ext uri="{FF2B5EF4-FFF2-40B4-BE49-F238E27FC236}">
                <a16:creationId xmlns:a16="http://schemas.microsoft.com/office/drawing/2014/main" id="{03C99723-B260-40BD-B1AB-9930060C701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9007" y="4171254"/>
            <a:ext cx="781247" cy="78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22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C00000"/>
                </a:solidFill>
                <a:latin typeface="Helvetica" panose="020B0604020202020204" pitchFamily="2" charset="0"/>
              </a:rPr>
              <a:t>App Transformation</a:t>
            </a:r>
            <a:endParaRPr lang="en-US" b="1" dirty="0">
              <a:solidFill>
                <a:srgbClr val="C00000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2B0285-C5AF-4A81-929F-15D3BD61B6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2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3000" t="13518" r="-3000" b="-13649"/>
          <a:stretch/>
        </p:blipFill>
        <p:spPr>
          <a:xfrm>
            <a:off x="98213" y="584200"/>
            <a:ext cx="9144000" cy="50884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468362-7D8D-4152-BEBA-2C8A55BFA7CE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11393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Infra Transformation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1446EA-7695-4841-BE2D-5B42B191C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" y="557723"/>
            <a:ext cx="8826266" cy="44257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3347240-D995-463A-8798-19329A72F350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516403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Data Transformation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73A25E-B031-4B73-8A21-B702300D2C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89035" t="-2069" r="89035" b="2069"/>
          <a:stretch/>
        </p:blipFill>
        <p:spPr>
          <a:xfrm>
            <a:off x="-5659985" y="965335"/>
            <a:ext cx="6743717" cy="397921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905A05-07A0-4B18-8F9A-A2F81AEF5B02}"/>
              </a:ext>
            </a:extLst>
          </p:cNvPr>
          <p:cNvSpPr/>
          <p:nvPr/>
        </p:nvSpPr>
        <p:spPr>
          <a:xfrm>
            <a:off x="2608142" y="1295410"/>
            <a:ext cx="1972323" cy="32596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aleway bold" panose="020B0803030101060003" pitchFamily="34" charset="0"/>
              </a:rPr>
              <a:t>Streaming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Raleway bold" panose="020B0803030101060003" pitchFamily="34" charset="0"/>
              </a:rPr>
              <a:t>Analytics</a:t>
            </a:r>
          </a:p>
          <a:p>
            <a:pPr algn="ctr"/>
            <a:endParaRPr lang="en-US" dirty="0">
              <a:solidFill>
                <a:schemeClr val="tx1"/>
              </a:solidFill>
              <a:latin typeface="Raleway bold" panose="020B0803030101060003" pitchFamily="34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Raleway bold" panose="020B0803030101060003" pitchFamily="34" charset="0"/>
            </a:endParaRPr>
          </a:p>
          <a:p>
            <a:pPr algn="ctr"/>
            <a:r>
              <a:rPr lang="en-US" sz="4000" dirty="0">
                <a:solidFill>
                  <a:schemeClr val="tx1"/>
                </a:solidFill>
                <a:latin typeface="Raleway" panose="020B0003030101060003" pitchFamily="34" charset="0"/>
              </a:rPr>
              <a:t>+</a:t>
            </a:r>
          </a:p>
          <a:p>
            <a:pPr algn="ctr"/>
            <a:endParaRPr lang="en-US" dirty="0">
              <a:solidFill>
                <a:schemeClr val="tx1"/>
              </a:solidFill>
              <a:latin typeface="Raleway bold" panose="020B08030301010600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Raleway bold" panose="020B0803030101060003" pitchFamily="34" charset="0"/>
              </a:rPr>
              <a:t>Transactions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A5DC0ED-1D5B-4032-A3AA-3F98C3BB90BD}"/>
              </a:ext>
            </a:extLst>
          </p:cNvPr>
          <p:cNvSpPr/>
          <p:nvPr/>
        </p:nvSpPr>
        <p:spPr>
          <a:xfrm>
            <a:off x="6172199" y="1820344"/>
            <a:ext cx="2573867" cy="2167466"/>
          </a:xfrm>
          <a:prstGeom prst="roundRect">
            <a:avLst/>
          </a:prstGeom>
          <a:solidFill>
            <a:srgbClr val="DA291C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Batch/Iterative</a:t>
            </a:r>
          </a:p>
          <a:p>
            <a:r>
              <a:rPr lang="en-US" b="1" dirty="0">
                <a:solidFill>
                  <a:schemeClr val="bg1"/>
                </a:solidFill>
              </a:rPr>
              <a:t>Analytics</a:t>
            </a:r>
          </a:p>
          <a:p>
            <a:r>
              <a:rPr lang="en-US" sz="1400" dirty="0">
                <a:solidFill>
                  <a:schemeClr val="bg1"/>
                </a:solidFill>
              </a:rPr>
              <a:t>-  Statistical Correlations</a:t>
            </a:r>
          </a:p>
          <a:p>
            <a:r>
              <a:rPr lang="en-US" sz="1400" dirty="0">
                <a:solidFill>
                  <a:schemeClr val="bg1"/>
                </a:solidFill>
              </a:rPr>
              <a:t>-  Multi-Dimensional Analysis</a:t>
            </a:r>
          </a:p>
          <a:p>
            <a:r>
              <a:rPr lang="en-US" sz="1400" dirty="0">
                <a:solidFill>
                  <a:schemeClr val="bg1"/>
                </a:solidFill>
              </a:rPr>
              <a:t>-  Predictive Analysis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67E2BD3-FAF3-474D-94F5-BAFC3D36B795}"/>
              </a:ext>
            </a:extLst>
          </p:cNvPr>
          <p:cNvGrpSpPr/>
          <p:nvPr/>
        </p:nvGrpSpPr>
        <p:grpSpPr>
          <a:xfrm>
            <a:off x="1185332" y="2413009"/>
            <a:ext cx="1346200" cy="1075269"/>
            <a:chOff x="1430867" y="1905002"/>
            <a:chExt cx="1346200" cy="107526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B0DEFA8-28AE-4A4F-81BE-04C8C27CE587}"/>
                </a:ext>
              </a:extLst>
            </p:cNvPr>
            <p:cNvCxnSpPr/>
            <p:nvPr/>
          </p:nvCxnSpPr>
          <p:spPr>
            <a:xfrm>
              <a:off x="1430867" y="1905002"/>
              <a:ext cx="134620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871D0DE-7366-491F-BBA1-91F24DE93A6C}"/>
                </a:ext>
              </a:extLst>
            </p:cNvPr>
            <p:cNvCxnSpPr/>
            <p:nvPr/>
          </p:nvCxnSpPr>
          <p:spPr>
            <a:xfrm>
              <a:off x="1430867" y="2263425"/>
              <a:ext cx="134620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E2C616F-0C1D-49A7-8C21-C9F1C6514F0D}"/>
                </a:ext>
              </a:extLst>
            </p:cNvPr>
            <p:cNvCxnSpPr/>
            <p:nvPr/>
          </p:nvCxnSpPr>
          <p:spPr>
            <a:xfrm>
              <a:off x="1430867" y="2621848"/>
              <a:ext cx="134620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20B7F91-3D59-41D0-A461-D9B05CF8297F}"/>
                </a:ext>
              </a:extLst>
            </p:cNvPr>
            <p:cNvCxnSpPr/>
            <p:nvPr/>
          </p:nvCxnSpPr>
          <p:spPr>
            <a:xfrm>
              <a:off x="1430867" y="2980271"/>
              <a:ext cx="134620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7E7467-6CD6-4B3E-B639-8CEBBD5A365C}"/>
              </a:ext>
            </a:extLst>
          </p:cNvPr>
          <p:cNvGrpSpPr/>
          <p:nvPr/>
        </p:nvGrpSpPr>
        <p:grpSpPr>
          <a:xfrm>
            <a:off x="4707477" y="2413009"/>
            <a:ext cx="1346200" cy="1075269"/>
            <a:chOff x="4953012" y="1947332"/>
            <a:chExt cx="1346200" cy="1075269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A8254B2-84CA-4693-B3D2-1597C163D50E}"/>
                </a:ext>
              </a:extLst>
            </p:cNvPr>
            <p:cNvCxnSpPr/>
            <p:nvPr/>
          </p:nvCxnSpPr>
          <p:spPr>
            <a:xfrm>
              <a:off x="4953012" y="1947332"/>
              <a:ext cx="134620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AD9B5F1-0E12-418D-AB95-2A2AA6B566B3}"/>
                </a:ext>
              </a:extLst>
            </p:cNvPr>
            <p:cNvCxnSpPr/>
            <p:nvPr/>
          </p:nvCxnSpPr>
          <p:spPr>
            <a:xfrm>
              <a:off x="4953012" y="2305755"/>
              <a:ext cx="134620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B8E1523-45A9-4051-AEBC-7A97A1E7276B}"/>
                </a:ext>
              </a:extLst>
            </p:cNvPr>
            <p:cNvCxnSpPr/>
            <p:nvPr/>
          </p:nvCxnSpPr>
          <p:spPr>
            <a:xfrm>
              <a:off x="4953012" y="2664178"/>
              <a:ext cx="134620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07B3F6A-B537-4686-9C6F-6A8BB4CE8518}"/>
                </a:ext>
              </a:extLst>
            </p:cNvPr>
            <p:cNvCxnSpPr/>
            <p:nvPr/>
          </p:nvCxnSpPr>
          <p:spPr>
            <a:xfrm>
              <a:off x="4953012" y="3022601"/>
              <a:ext cx="1346200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Arrow: Curved Right 29">
            <a:extLst>
              <a:ext uri="{FF2B5EF4-FFF2-40B4-BE49-F238E27FC236}">
                <a16:creationId xmlns:a16="http://schemas.microsoft.com/office/drawing/2014/main" id="{D9050B9B-6CDF-418E-B5CB-ECD2E8728830}"/>
              </a:ext>
            </a:extLst>
          </p:cNvPr>
          <p:cNvSpPr/>
          <p:nvPr/>
        </p:nvSpPr>
        <p:spPr>
          <a:xfrm rot="5891468">
            <a:off x="5404782" y="-835231"/>
            <a:ext cx="1266211" cy="3462535"/>
          </a:xfrm>
          <a:prstGeom prst="curvedRightArrow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A6654-280C-4EBD-8A66-8C00197675DE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919276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DevOps Transformation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9C899B-11C0-40C4-9386-0F8411C2D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44" y="507846"/>
            <a:ext cx="8412480" cy="44860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D40C77-4B0D-4748-B28F-18A5BCA36AB8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801982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Open Product helping </a:t>
            </a:r>
            <a:r>
              <a:rPr lang="en-US" b="1" cap="small" dirty="0" err="1">
                <a:solidFill>
                  <a:srgbClr val="DA291C"/>
                </a:solidFill>
                <a:latin typeface="Helvetica" panose="020B0604020202020204" pitchFamily="2" charset="0"/>
              </a:rPr>
              <a:t>Xformation</a:t>
            </a:r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BC48CB-BFFC-4F51-AA9A-AA30DD8CB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27481"/>
            <a:ext cx="8455944" cy="39447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D7B306-FD7C-4A77-B8DF-66475D794A0C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915293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 err="1">
                <a:solidFill>
                  <a:srgbClr val="DA291C"/>
                </a:solidFill>
                <a:latin typeface="Helvetica" panose="020B0604020202020204" pitchFamily="2" charset="0"/>
              </a:rPr>
              <a:t>Xformation</a:t>
            </a:r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@50% Time &amp; Cost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F6B3063-9E76-4EEB-977B-5682ADACF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609600"/>
            <a:ext cx="8455944" cy="43891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3C074D-836A-4CB6-B42A-391F063CC1D5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71164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3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3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3" y="59591"/>
            <a:ext cx="69047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Salient Features</a:t>
            </a:r>
            <a:endParaRPr lang="en-US" sz="1350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033C3F-CCAE-4F5F-986B-2F4CECE5DA72}"/>
              </a:ext>
            </a:extLst>
          </p:cNvPr>
          <p:cNvGrpSpPr/>
          <p:nvPr/>
        </p:nvGrpSpPr>
        <p:grpSpPr>
          <a:xfrm>
            <a:off x="622294" y="371965"/>
            <a:ext cx="8121445" cy="4833633"/>
            <a:chOff x="120686" y="599727"/>
            <a:chExt cx="10080375" cy="613159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E49E679-D472-485E-A794-F1CE93DAD260}"/>
                </a:ext>
              </a:extLst>
            </p:cNvPr>
            <p:cNvGrpSpPr/>
            <p:nvPr/>
          </p:nvGrpSpPr>
          <p:grpSpPr>
            <a:xfrm>
              <a:off x="120686" y="1256708"/>
              <a:ext cx="3873440" cy="5474611"/>
              <a:chOff x="120686" y="1256708"/>
              <a:chExt cx="3873440" cy="5474610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66CB943-9920-4992-87A2-700A9B56107B}"/>
                  </a:ext>
                </a:extLst>
              </p:cNvPr>
              <p:cNvGrpSpPr/>
              <p:nvPr/>
            </p:nvGrpSpPr>
            <p:grpSpPr>
              <a:xfrm>
                <a:off x="120686" y="5103798"/>
                <a:ext cx="3873440" cy="1627520"/>
                <a:chOff x="349608" y="4478399"/>
                <a:chExt cx="3873440" cy="1627520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F2ADA61D-CDAB-4FBF-B09E-801A18B1F21D}"/>
                    </a:ext>
                  </a:extLst>
                </p:cNvPr>
                <p:cNvGrpSpPr/>
                <p:nvPr/>
              </p:nvGrpSpPr>
              <p:grpSpPr>
                <a:xfrm>
                  <a:off x="526398" y="4478399"/>
                  <a:ext cx="3696650" cy="530307"/>
                  <a:chOff x="4395150" y="1602540"/>
                  <a:chExt cx="3696650" cy="530307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69063522-2ACF-4173-95FB-F59AFF5A9A2C}"/>
                      </a:ext>
                    </a:extLst>
                  </p:cNvPr>
                  <p:cNvCxnSpPr/>
                  <p:nvPr/>
                </p:nvCxnSpPr>
                <p:spPr>
                  <a:xfrm>
                    <a:off x="4395150" y="1867693"/>
                    <a:ext cx="3696650" cy="0"/>
                  </a:xfrm>
                  <a:prstGeom prst="line">
                    <a:avLst/>
                  </a:prstGeom>
                  <a:ln w="12700">
                    <a:solidFill>
                      <a:schemeClr val="tx1">
                        <a:lumMod val="50000"/>
                        <a:lumOff val="50000"/>
                      </a:schemeClr>
                    </a:solidFill>
                    <a:head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1" name="Group 120">
                    <a:extLst>
                      <a:ext uri="{FF2B5EF4-FFF2-40B4-BE49-F238E27FC236}">
                        <a16:creationId xmlns:a16="http://schemas.microsoft.com/office/drawing/2014/main" id="{E3BC6121-F88C-41CF-ABEE-FE52F6E9B2B4}"/>
                      </a:ext>
                    </a:extLst>
                  </p:cNvPr>
                  <p:cNvGrpSpPr/>
                  <p:nvPr/>
                </p:nvGrpSpPr>
                <p:grpSpPr>
                  <a:xfrm>
                    <a:off x="4907237" y="1602540"/>
                    <a:ext cx="530307" cy="530307"/>
                    <a:chOff x="2362161" y="2205692"/>
                    <a:chExt cx="1216152" cy="1216152"/>
                  </a:xfrm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grpSpPr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01B7B956-6DAC-40C7-9D0E-D1FF17179F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362161" y="2205692"/>
                      <a:ext cx="1216152" cy="1216152"/>
                      <a:chOff x="320722" y="634457"/>
                      <a:chExt cx="1444752" cy="1444752"/>
                    </a:xfrm>
                    <a:effectLst/>
                  </p:grpSpPr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192C317C-1D88-483F-B296-11E4F86328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0722" y="634457"/>
                        <a:ext cx="1444752" cy="1444752"/>
                      </a:xfrm>
                      <a:prstGeom prst="ellipse">
                        <a:avLst/>
                      </a:prstGeom>
                      <a:solidFill>
                        <a:sysClr val="window" lastClr="FFFFFF"/>
                      </a:solidFill>
                      <a:ln w="12700" cap="flat" cmpd="sng" algn="ctr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685783">
                          <a:defRPr/>
                        </a:pPr>
                        <a:endParaRPr lang="en-US" sz="1350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B3ABEA0D-E732-4EA2-9947-8453C702F4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4325" y="698060"/>
                        <a:ext cx="1317546" cy="1317546"/>
                      </a:xfrm>
                      <a:prstGeom prst="ellipse">
                        <a:avLst/>
                      </a:prstGeom>
                      <a:solidFill>
                        <a:schemeClr val="accent5"/>
                      </a:solidFill>
                      <a:ln w="12700" cap="flat" cmpd="sng" algn="ctr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685783">
                          <a:defRPr/>
                        </a:pPr>
                        <a:endParaRPr lang="en-US" sz="1350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23" name="Freeform 47">
                      <a:extLst>
                        <a:ext uri="{FF2B5EF4-FFF2-40B4-BE49-F238E27FC236}">
                          <a16:creationId xmlns:a16="http://schemas.microsoft.com/office/drawing/2014/main" id="{2124B846-65AE-4A28-A6B3-B5D7D450D6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21237" y="2479228"/>
                      <a:ext cx="498000" cy="6690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1367" h="666750">
                          <a:moveTo>
                            <a:pt x="205755" y="0"/>
                          </a:moveTo>
                          <a:lnTo>
                            <a:pt x="260077" y="0"/>
                          </a:lnTo>
                          <a:lnTo>
                            <a:pt x="260077" y="36835"/>
                          </a:lnTo>
                          <a:cubicBezTo>
                            <a:pt x="315640" y="40308"/>
                            <a:pt x="358118" y="53454"/>
                            <a:pt x="387511" y="76275"/>
                          </a:cubicBezTo>
                          <a:cubicBezTo>
                            <a:pt x="416905" y="99095"/>
                            <a:pt x="436066" y="130349"/>
                            <a:pt x="444996" y="170036"/>
                          </a:cubicBezTo>
                          <a:lnTo>
                            <a:pt x="306586" y="191988"/>
                          </a:lnTo>
                          <a:cubicBezTo>
                            <a:pt x="299641" y="174377"/>
                            <a:pt x="293377" y="162161"/>
                            <a:pt x="287796" y="155340"/>
                          </a:cubicBezTo>
                          <a:cubicBezTo>
                            <a:pt x="282215" y="148518"/>
                            <a:pt x="272976" y="141635"/>
                            <a:pt x="260077" y="134690"/>
                          </a:cubicBezTo>
                          <a:lnTo>
                            <a:pt x="260077" y="242328"/>
                          </a:lnTo>
                          <a:cubicBezTo>
                            <a:pt x="335483" y="262440"/>
                            <a:pt x="385837" y="283665"/>
                            <a:pt x="411138" y="306005"/>
                          </a:cubicBezTo>
                          <a:cubicBezTo>
                            <a:pt x="444624" y="336042"/>
                            <a:pt x="461367" y="374144"/>
                            <a:pt x="461367" y="420312"/>
                          </a:cubicBezTo>
                          <a:cubicBezTo>
                            <a:pt x="461367" y="447368"/>
                            <a:pt x="455352" y="472191"/>
                            <a:pt x="443322" y="494781"/>
                          </a:cubicBezTo>
                          <a:cubicBezTo>
                            <a:pt x="431291" y="517371"/>
                            <a:pt x="415913" y="536236"/>
                            <a:pt x="397185" y="551376"/>
                          </a:cubicBezTo>
                          <a:cubicBezTo>
                            <a:pt x="378458" y="566517"/>
                            <a:pt x="358552" y="577501"/>
                            <a:pt x="337468" y="584328"/>
                          </a:cubicBezTo>
                          <a:cubicBezTo>
                            <a:pt x="316384" y="591155"/>
                            <a:pt x="290587" y="595189"/>
                            <a:pt x="260077" y="596429"/>
                          </a:cubicBezTo>
                          <a:lnTo>
                            <a:pt x="260077" y="666750"/>
                          </a:lnTo>
                          <a:lnTo>
                            <a:pt x="205755" y="666750"/>
                          </a:lnTo>
                          <a:lnTo>
                            <a:pt x="205755" y="596429"/>
                          </a:lnTo>
                          <a:cubicBezTo>
                            <a:pt x="169292" y="593204"/>
                            <a:pt x="139712" y="587313"/>
                            <a:pt x="117016" y="578756"/>
                          </a:cubicBezTo>
                          <a:cubicBezTo>
                            <a:pt x="94320" y="570198"/>
                            <a:pt x="74724" y="558354"/>
                            <a:pt x="58229" y="543223"/>
                          </a:cubicBezTo>
                          <a:cubicBezTo>
                            <a:pt x="41734" y="528092"/>
                            <a:pt x="29022" y="511783"/>
                            <a:pt x="20092" y="494296"/>
                          </a:cubicBezTo>
                          <a:cubicBezTo>
                            <a:pt x="11162" y="476808"/>
                            <a:pt x="4465" y="455662"/>
                            <a:pt x="0" y="430858"/>
                          </a:cubicBezTo>
                          <a:lnTo>
                            <a:pt x="150316" y="413370"/>
                          </a:lnTo>
                          <a:cubicBezTo>
                            <a:pt x="154781" y="437927"/>
                            <a:pt x="160796" y="455662"/>
                            <a:pt x="168362" y="466576"/>
                          </a:cubicBezTo>
                          <a:cubicBezTo>
                            <a:pt x="175927" y="477490"/>
                            <a:pt x="188392" y="487164"/>
                            <a:pt x="205755" y="495598"/>
                          </a:cubicBezTo>
                          <a:lnTo>
                            <a:pt x="205755" y="364123"/>
                          </a:lnTo>
                          <a:cubicBezTo>
                            <a:pt x="155649" y="350217"/>
                            <a:pt x="120117" y="338175"/>
                            <a:pt x="99157" y="327998"/>
                          </a:cubicBezTo>
                          <a:cubicBezTo>
                            <a:pt x="78197" y="317820"/>
                            <a:pt x="60027" y="301499"/>
                            <a:pt x="44648" y="279035"/>
                          </a:cubicBezTo>
                          <a:cubicBezTo>
                            <a:pt x="29270" y="256572"/>
                            <a:pt x="21580" y="229205"/>
                            <a:pt x="21580" y="196936"/>
                          </a:cubicBezTo>
                          <a:cubicBezTo>
                            <a:pt x="21580" y="152752"/>
                            <a:pt x="37021" y="115830"/>
                            <a:pt x="67903" y="86169"/>
                          </a:cubicBezTo>
                          <a:cubicBezTo>
                            <a:pt x="98785" y="56508"/>
                            <a:pt x="144735" y="40064"/>
                            <a:pt x="205755" y="36835"/>
                          </a:cubicBezTo>
                          <a:lnTo>
                            <a:pt x="205755" y="0"/>
                          </a:lnTo>
                          <a:close/>
                          <a:moveTo>
                            <a:pt x="205755" y="132829"/>
                          </a:moveTo>
                          <a:cubicBezTo>
                            <a:pt x="189880" y="138065"/>
                            <a:pt x="178842" y="144547"/>
                            <a:pt x="172641" y="152273"/>
                          </a:cubicBezTo>
                          <a:cubicBezTo>
                            <a:pt x="166439" y="159999"/>
                            <a:pt x="163339" y="169096"/>
                            <a:pt x="163339" y="179565"/>
                          </a:cubicBezTo>
                          <a:cubicBezTo>
                            <a:pt x="163339" y="190533"/>
                            <a:pt x="166485" y="200067"/>
                            <a:pt x="172777" y="208168"/>
                          </a:cubicBezTo>
                          <a:cubicBezTo>
                            <a:pt x="179070" y="216268"/>
                            <a:pt x="190062" y="223047"/>
                            <a:pt x="205755" y="228504"/>
                          </a:cubicBezTo>
                          <a:lnTo>
                            <a:pt x="205755" y="132829"/>
                          </a:lnTo>
                          <a:close/>
                          <a:moveTo>
                            <a:pt x="260077" y="379913"/>
                          </a:moveTo>
                          <a:lnTo>
                            <a:pt x="260077" y="499319"/>
                          </a:lnTo>
                          <a:cubicBezTo>
                            <a:pt x="281161" y="494590"/>
                            <a:pt x="296602" y="486814"/>
                            <a:pt x="306400" y="475989"/>
                          </a:cubicBezTo>
                          <a:cubicBezTo>
                            <a:pt x="316198" y="465164"/>
                            <a:pt x="321097" y="453033"/>
                            <a:pt x="321097" y="439595"/>
                          </a:cubicBezTo>
                          <a:cubicBezTo>
                            <a:pt x="321097" y="427898"/>
                            <a:pt x="316953" y="417136"/>
                            <a:pt x="308664" y="407307"/>
                          </a:cubicBezTo>
                          <a:cubicBezTo>
                            <a:pt x="300376" y="397478"/>
                            <a:pt x="284180" y="388347"/>
                            <a:pt x="260077" y="379913"/>
                          </a:cubicBezTo>
                          <a:close/>
                        </a:path>
                      </a:pathLst>
                    </a:custGeom>
                    <a:solidFill>
                      <a:schemeClr val="bg2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685783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Calibri" panose="020F0502020204030204"/>
                      </a:endParaRPr>
                    </a:p>
                  </p:txBody>
                </p:sp>
              </p:grp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C84019C6-3001-4163-88D2-11DFFA18BFEB}"/>
                    </a:ext>
                  </a:extLst>
                </p:cNvPr>
                <p:cNvGrpSpPr/>
                <p:nvPr/>
              </p:nvGrpSpPr>
              <p:grpSpPr>
                <a:xfrm>
                  <a:off x="349608" y="4943480"/>
                  <a:ext cx="3254909" cy="1162439"/>
                  <a:chOff x="3527383" y="4760929"/>
                  <a:chExt cx="3133417" cy="1096986"/>
                </a:xfrm>
              </p:grpSpPr>
              <p:sp>
                <p:nvSpPr>
                  <p:cNvPr id="118" name="Rectangle 117">
                    <a:extLst>
                      <a:ext uri="{FF2B5EF4-FFF2-40B4-BE49-F238E27FC236}">
                        <a16:creationId xmlns:a16="http://schemas.microsoft.com/office/drawing/2014/main" id="{65311DB9-91AB-4688-B9B7-873F5E08A9EC}"/>
                      </a:ext>
                    </a:extLst>
                  </p:cNvPr>
                  <p:cNvSpPr/>
                  <p:nvPr/>
                </p:nvSpPr>
                <p:spPr>
                  <a:xfrm>
                    <a:off x="3527383" y="4760929"/>
                    <a:ext cx="2783849" cy="35922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350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Continuous </a:t>
                    </a:r>
                    <a:r>
                      <a:rPr lang="en-US" sz="1350" b="1" u="sng" dirty="0">
                        <a:solidFill>
                          <a:schemeClr val="accent5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Automation Engine</a:t>
                    </a:r>
                    <a:endParaRPr lang="en-US" sz="1350" b="1" u="sng" dirty="0">
                      <a:solidFill>
                        <a:schemeClr val="accent5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E1D93816-BFB9-4E60-8042-B2205B08AE68}"/>
                      </a:ext>
                    </a:extLst>
                  </p:cNvPr>
                  <p:cNvSpPr/>
                  <p:nvPr/>
                </p:nvSpPr>
                <p:spPr>
                  <a:xfrm>
                    <a:off x="3567538" y="5167091"/>
                    <a:ext cx="3093262" cy="69082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050" dirty="0">
                        <a:latin typeface="Helvetica" panose="020B0604020202020204" pitchFamily="2" charset="0"/>
                      </a:rPr>
                      <a:t>Run jobs elastically and continuously audit on Infra and  App security /compliance</a:t>
                    </a:r>
                  </a:p>
                </p:txBody>
              </p:sp>
            </p:grp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0EF5F645-B635-4B55-9FAD-F9CCE1DAF694}"/>
                  </a:ext>
                </a:extLst>
              </p:cNvPr>
              <p:cNvGrpSpPr/>
              <p:nvPr/>
            </p:nvGrpSpPr>
            <p:grpSpPr>
              <a:xfrm>
                <a:off x="120687" y="1256708"/>
                <a:ext cx="3097146" cy="1837759"/>
                <a:chOff x="120687" y="1256708"/>
                <a:chExt cx="3097146" cy="1837759"/>
              </a:xfrm>
            </p:grpSpPr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A90B333E-4FE6-4511-B71A-D04334FC9123}"/>
                    </a:ext>
                  </a:extLst>
                </p:cNvPr>
                <p:cNvCxnSpPr/>
                <p:nvPr/>
              </p:nvCxnSpPr>
              <p:spPr>
                <a:xfrm>
                  <a:off x="297476" y="1527126"/>
                  <a:ext cx="2920357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80425A45-4FD4-4546-81FD-7B4A33194E85}"/>
                    </a:ext>
                  </a:extLst>
                </p:cNvPr>
                <p:cNvGrpSpPr/>
                <p:nvPr/>
              </p:nvGrpSpPr>
              <p:grpSpPr>
                <a:xfrm>
                  <a:off x="120687" y="1727057"/>
                  <a:ext cx="2182178" cy="1367410"/>
                  <a:chOff x="3527384" y="4760929"/>
                  <a:chExt cx="2100727" cy="1290415"/>
                </a:xfrm>
              </p:grpSpPr>
              <p:sp>
                <p:nvSpPr>
                  <p:cNvPr id="114" name="Rectangle 113">
                    <a:extLst>
                      <a:ext uri="{FF2B5EF4-FFF2-40B4-BE49-F238E27FC236}">
                        <a16:creationId xmlns:a16="http://schemas.microsoft.com/office/drawing/2014/main" id="{73894451-BC51-4FE1-8724-0C46215BC776}"/>
                      </a:ext>
                    </a:extLst>
                  </p:cNvPr>
                  <p:cNvSpPr/>
                  <p:nvPr/>
                </p:nvSpPr>
                <p:spPr>
                  <a:xfrm>
                    <a:off x="3527384" y="4760929"/>
                    <a:ext cx="2100727" cy="35922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350" b="1" u="sng" dirty="0">
                        <a:latin typeface="Agency FB" panose="020B0503020202020204" pitchFamily="34" charset="0"/>
                        <a:cs typeface="Arial" pitchFamily="34" charset="0"/>
                      </a:rPr>
                      <a:t>Service</a:t>
                    </a:r>
                    <a:r>
                      <a:rPr lang="en-US" sz="1350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 </a:t>
                    </a:r>
                    <a:r>
                      <a:rPr lang="en-US" sz="1350" b="1" u="sng" dirty="0">
                        <a:solidFill>
                          <a:schemeClr val="accent4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Definitions</a:t>
                    </a:r>
                    <a:endParaRPr lang="en-US" sz="1350" b="1" u="sng" dirty="0">
                      <a:solidFill>
                        <a:schemeClr val="accent4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115" name="Rectangle 114">
                    <a:extLst>
                      <a:ext uri="{FF2B5EF4-FFF2-40B4-BE49-F238E27FC236}">
                        <a16:creationId xmlns:a16="http://schemas.microsoft.com/office/drawing/2014/main" id="{400D117A-BE8D-48BD-A0EB-454FBBCF0165}"/>
                      </a:ext>
                    </a:extLst>
                  </p:cNvPr>
                  <p:cNvSpPr/>
                  <p:nvPr/>
                </p:nvSpPr>
                <p:spPr>
                  <a:xfrm>
                    <a:off x="3567540" y="5167090"/>
                    <a:ext cx="1837775" cy="8842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050" dirty="0">
                        <a:latin typeface="Helvetica" panose="020B0604020202020204" pitchFamily="2" charset="0"/>
                      </a:rPr>
                      <a:t>Rapidly develop microservices based app from existing base services templates.</a:t>
                    </a:r>
                  </a:p>
                </p:txBody>
              </p:sp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EAE55ADD-2DFE-45CB-B104-CCA1583FBBF3}"/>
                    </a:ext>
                  </a:extLst>
                </p:cNvPr>
                <p:cNvGrpSpPr/>
                <p:nvPr/>
              </p:nvGrpSpPr>
              <p:grpSpPr>
                <a:xfrm>
                  <a:off x="811516" y="1256708"/>
                  <a:ext cx="530307" cy="530307"/>
                  <a:chOff x="4632304" y="1156821"/>
                  <a:chExt cx="1216152" cy="121615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grpSp>
                <p:nvGrpSpPr>
                  <p:cNvPr id="110" name="Group 109">
                    <a:extLst>
                      <a:ext uri="{FF2B5EF4-FFF2-40B4-BE49-F238E27FC236}">
                        <a16:creationId xmlns:a16="http://schemas.microsoft.com/office/drawing/2014/main" id="{B364EF32-9425-40D6-AF27-2A24C25A82E0}"/>
                      </a:ext>
                    </a:extLst>
                  </p:cNvPr>
                  <p:cNvGrpSpPr/>
                  <p:nvPr/>
                </p:nvGrpSpPr>
                <p:grpSpPr>
                  <a:xfrm>
                    <a:off x="4632304" y="1156821"/>
                    <a:ext cx="1216152" cy="1216152"/>
                    <a:chOff x="320722" y="634457"/>
                    <a:chExt cx="1444752" cy="1444752"/>
                  </a:xfrm>
                  <a:effectLst/>
                </p:grpSpPr>
                <p:sp>
                  <p:nvSpPr>
                    <p:cNvPr id="112" name="Oval 111">
                      <a:extLst>
                        <a:ext uri="{FF2B5EF4-FFF2-40B4-BE49-F238E27FC236}">
                          <a16:creationId xmlns:a16="http://schemas.microsoft.com/office/drawing/2014/main" id="{5219EE4B-E5EF-4574-BA77-2B2ACA8201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722" y="634457"/>
                      <a:ext cx="1444752" cy="1444752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685783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13" name="Oval 112">
                      <a:extLst>
                        <a:ext uri="{FF2B5EF4-FFF2-40B4-BE49-F238E27FC236}">
                          <a16:creationId xmlns:a16="http://schemas.microsoft.com/office/drawing/2014/main" id="{368ECE12-40BF-4C8D-9DCA-AF1A2BB623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325" y="698060"/>
                      <a:ext cx="1317546" cy="1317546"/>
                    </a:xfrm>
                    <a:prstGeom prst="ellipse">
                      <a:avLst/>
                    </a:prstGeom>
                    <a:solidFill>
                      <a:schemeClr val="accent4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685783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sp>
                <p:nvSpPr>
                  <p:cNvPr id="111" name="Freeform 125">
                    <a:extLst>
                      <a:ext uri="{FF2B5EF4-FFF2-40B4-BE49-F238E27FC236}">
                        <a16:creationId xmlns:a16="http://schemas.microsoft.com/office/drawing/2014/main" id="{03CACDCC-0431-4630-9BD5-52BADFD392E9}"/>
                      </a:ext>
                    </a:extLst>
                  </p:cNvPr>
                  <p:cNvSpPr/>
                  <p:nvPr/>
                </p:nvSpPr>
                <p:spPr>
                  <a:xfrm>
                    <a:off x="5044467" y="1480977"/>
                    <a:ext cx="391826" cy="567840"/>
                  </a:xfrm>
                  <a:custGeom>
                    <a:avLst/>
                    <a:gdLst>
                      <a:gd name="connsiteX0" fmla="*/ 32162 w 631628"/>
                      <a:gd name="connsiteY0" fmla="*/ 0 h 915364"/>
                      <a:gd name="connsiteX1" fmla="*/ 599466 w 631628"/>
                      <a:gd name="connsiteY1" fmla="*/ 0 h 915364"/>
                      <a:gd name="connsiteX2" fmla="*/ 631628 w 631628"/>
                      <a:gd name="connsiteY2" fmla="*/ 32162 h 915364"/>
                      <a:gd name="connsiteX3" fmla="*/ 631628 w 631628"/>
                      <a:gd name="connsiteY3" fmla="*/ 883202 h 915364"/>
                      <a:gd name="connsiteX4" fmla="*/ 599466 w 631628"/>
                      <a:gd name="connsiteY4" fmla="*/ 915364 h 915364"/>
                      <a:gd name="connsiteX5" fmla="*/ 32162 w 631628"/>
                      <a:gd name="connsiteY5" fmla="*/ 915364 h 915364"/>
                      <a:gd name="connsiteX6" fmla="*/ 0 w 631628"/>
                      <a:gd name="connsiteY6" fmla="*/ 883202 h 915364"/>
                      <a:gd name="connsiteX7" fmla="*/ 0 w 631628"/>
                      <a:gd name="connsiteY7" fmla="*/ 32162 h 915364"/>
                      <a:gd name="connsiteX8" fmla="*/ 32162 w 631628"/>
                      <a:gd name="connsiteY8" fmla="*/ 0 h 915364"/>
                      <a:gd name="connsiteX9" fmla="*/ 80309 w 631628"/>
                      <a:gd name="connsiteY9" fmla="*/ 65369 h 915364"/>
                      <a:gd name="connsiteX10" fmla="*/ 51060 w 631628"/>
                      <a:gd name="connsiteY10" fmla="*/ 94618 h 915364"/>
                      <a:gd name="connsiteX11" fmla="*/ 51060 w 631628"/>
                      <a:gd name="connsiteY11" fmla="*/ 311353 h 915364"/>
                      <a:gd name="connsiteX12" fmla="*/ 80309 w 631628"/>
                      <a:gd name="connsiteY12" fmla="*/ 340602 h 915364"/>
                      <a:gd name="connsiteX13" fmla="*/ 550773 w 631628"/>
                      <a:gd name="connsiteY13" fmla="*/ 340602 h 915364"/>
                      <a:gd name="connsiteX14" fmla="*/ 580022 w 631628"/>
                      <a:gd name="connsiteY14" fmla="*/ 311353 h 915364"/>
                      <a:gd name="connsiteX15" fmla="*/ 580022 w 631628"/>
                      <a:gd name="connsiteY15" fmla="*/ 94618 h 915364"/>
                      <a:gd name="connsiteX16" fmla="*/ 550773 w 631628"/>
                      <a:gd name="connsiteY16" fmla="*/ 65369 h 915364"/>
                      <a:gd name="connsiteX17" fmla="*/ 80309 w 631628"/>
                      <a:gd name="connsiteY17" fmla="*/ 65369 h 915364"/>
                      <a:gd name="connsiteX18" fmla="*/ 57599 w 631628"/>
                      <a:gd name="connsiteY18" fmla="*/ 406453 h 915364"/>
                      <a:gd name="connsiteX19" fmla="*/ 52889 w 631628"/>
                      <a:gd name="connsiteY19" fmla="*/ 407404 h 915364"/>
                      <a:gd name="connsiteX20" fmla="*/ 52889 w 631628"/>
                      <a:gd name="connsiteY20" fmla="*/ 497598 h 915364"/>
                      <a:gd name="connsiteX21" fmla="*/ 57599 w 631628"/>
                      <a:gd name="connsiteY21" fmla="*/ 498549 h 915364"/>
                      <a:gd name="connsiteX22" fmla="*/ 140150 w 631628"/>
                      <a:gd name="connsiteY22" fmla="*/ 498549 h 915364"/>
                      <a:gd name="connsiteX23" fmla="*/ 153778 w 631628"/>
                      <a:gd name="connsiteY23" fmla="*/ 484921 h 915364"/>
                      <a:gd name="connsiteX24" fmla="*/ 153778 w 631628"/>
                      <a:gd name="connsiteY24" fmla="*/ 420082 h 915364"/>
                      <a:gd name="connsiteX25" fmla="*/ 140150 w 631628"/>
                      <a:gd name="connsiteY25" fmla="*/ 406453 h 915364"/>
                      <a:gd name="connsiteX26" fmla="*/ 57599 w 631628"/>
                      <a:gd name="connsiteY26" fmla="*/ 406453 h 915364"/>
                      <a:gd name="connsiteX27" fmla="*/ 347519 w 631628"/>
                      <a:gd name="connsiteY27" fmla="*/ 406453 h 915364"/>
                      <a:gd name="connsiteX28" fmla="*/ 333890 w 631628"/>
                      <a:gd name="connsiteY28" fmla="*/ 420082 h 915364"/>
                      <a:gd name="connsiteX29" fmla="*/ 333890 w 631628"/>
                      <a:gd name="connsiteY29" fmla="*/ 484921 h 915364"/>
                      <a:gd name="connsiteX30" fmla="*/ 347519 w 631628"/>
                      <a:gd name="connsiteY30" fmla="*/ 498549 h 915364"/>
                      <a:gd name="connsiteX31" fmla="*/ 430070 w 631628"/>
                      <a:gd name="connsiteY31" fmla="*/ 498549 h 915364"/>
                      <a:gd name="connsiteX32" fmla="*/ 434779 w 631628"/>
                      <a:gd name="connsiteY32" fmla="*/ 497598 h 915364"/>
                      <a:gd name="connsiteX33" fmla="*/ 434779 w 631628"/>
                      <a:gd name="connsiteY33" fmla="*/ 407404 h 915364"/>
                      <a:gd name="connsiteX34" fmla="*/ 430070 w 631628"/>
                      <a:gd name="connsiteY34" fmla="*/ 406453 h 915364"/>
                      <a:gd name="connsiteX35" fmla="*/ 347519 w 631628"/>
                      <a:gd name="connsiteY35" fmla="*/ 406453 h 915364"/>
                      <a:gd name="connsiteX36" fmla="*/ 474391 w 631628"/>
                      <a:gd name="connsiteY36" fmla="*/ 407266 h 915364"/>
                      <a:gd name="connsiteX37" fmla="*/ 474391 w 631628"/>
                      <a:gd name="connsiteY37" fmla="*/ 494486 h 915364"/>
                      <a:gd name="connsiteX38" fmla="*/ 578544 w 631628"/>
                      <a:gd name="connsiteY38" fmla="*/ 494486 h 915364"/>
                      <a:gd name="connsiteX39" fmla="*/ 578544 w 631628"/>
                      <a:gd name="connsiteY39" fmla="*/ 407266 h 915364"/>
                      <a:gd name="connsiteX40" fmla="*/ 474391 w 631628"/>
                      <a:gd name="connsiteY40" fmla="*/ 407266 h 915364"/>
                      <a:gd name="connsiteX41" fmla="*/ 198100 w 631628"/>
                      <a:gd name="connsiteY41" fmla="*/ 407265 h 915364"/>
                      <a:gd name="connsiteX42" fmla="*/ 193390 w 631628"/>
                      <a:gd name="connsiteY42" fmla="*/ 408216 h 915364"/>
                      <a:gd name="connsiteX43" fmla="*/ 193390 w 631628"/>
                      <a:gd name="connsiteY43" fmla="*/ 498410 h 915364"/>
                      <a:gd name="connsiteX44" fmla="*/ 198100 w 631628"/>
                      <a:gd name="connsiteY44" fmla="*/ 499361 h 915364"/>
                      <a:gd name="connsiteX45" fmla="*/ 280651 w 631628"/>
                      <a:gd name="connsiteY45" fmla="*/ 499361 h 915364"/>
                      <a:gd name="connsiteX46" fmla="*/ 294279 w 631628"/>
                      <a:gd name="connsiteY46" fmla="*/ 485733 h 915364"/>
                      <a:gd name="connsiteX47" fmla="*/ 294279 w 631628"/>
                      <a:gd name="connsiteY47" fmla="*/ 420894 h 915364"/>
                      <a:gd name="connsiteX48" fmla="*/ 280651 w 631628"/>
                      <a:gd name="connsiteY48" fmla="*/ 407265 h 915364"/>
                      <a:gd name="connsiteX49" fmla="*/ 198100 w 631628"/>
                      <a:gd name="connsiteY49" fmla="*/ 407265 h 915364"/>
                      <a:gd name="connsiteX50" fmla="*/ 348238 w 631628"/>
                      <a:gd name="connsiteY50" fmla="*/ 523366 h 915364"/>
                      <a:gd name="connsiteX51" fmla="*/ 334609 w 631628"/>
                      <a:gd name="connsiteY51" fmla="*/ 536995 h 915364"/>
                      <a:gd name="connsiteX52" fmla="*/ 334609 w 631628"/>
                      <a:gd name="connsiteY52" fmla="*/ 601834 h 915364"/>
                      <a:gd name="connsiteX53" fmla="*/ 348238 w 631628"/>
                      <a:gd name="connsiteY53" fmla="*/ 615462 h 915364"/>
                      <a:gd name="connsiteX54" fmla="*/ 430789 w 631628"/>
                      <a:gd name="connsiteY54" fmla="*/ 615462 h 915364"/>
                      <a:gd name="connsiteX55" fmla="*/ 435498 w 631628"/>
                      <a:gd name="connsiteY55" fmla="*/ 614511 h 915364"/>
                      <a:gd name="connsiteX56" fmla="*/ 435498 w 631628"/>
                      <a:gd name="connsiteY56" fmla="*/ 524317 h 915364"/>
                      <a:gd name="connsiteX57" fmla="*/ 430789 w 631628"/>
                      <a:gd name="connsiteY57" fmla="*/ 523366 h 915364"/>
                      <a:gd name="connsiteX58" fmla="*/ 348238 w 631628"/>
                      <a:gd name="connsiteY58" fmla="*/ 523366 h 915364"/>
                      <a:gd name="connsiteX59" fmla="*/ 474391 w 631628"/>
                      <a:gd name="connsiteY59" fmla="*/ 527430 h 915364"/>
                      <a:gd name="connsiteX60" fmla="*/ 474391 w 631628"/>
                      <a:gd name="connsiteY60" fmla="*/ 614650 h 915364"/>
                      <a:gd name="connsiteX61" fmla="*/ 578544 w 631628"/>
                      <a:gd name="connsiteY61" fmla="*/ 614650 h 915364"/>
                      <a:gd name="connsiteX62" fmla="*/ 578544 w 631628"/>
                      <a:gd name="connsiteY62" fmla="*/ 527430 h 915364"/>
                      <a:gd name="connsiteX63" fmla="*/ 474391 w 631628"/>
                      <a:gd name="connsiteY63" fmla="*/ 527430 h 915364"/>
                      <a:gd name="connsiteX64" fmla="*/ 199537 w 631628"/>
                      <a:gd name="connsiteY64" fmla="*/ 525804 h 915364"/>
                      <a:gd name="connsiteX65" fmla="*/ 194827 w 631628"/>
                      <a:gd name="connsiteY65" fmla="*/ 526755 h 915364"/>
                      <a:gd name="connsiteX66" fmla="*/ 194827 w 631628"/>
                      <a:gd name="connsiteY66" fmla="*/ 616949 h 915364"/>
                      <a:gd name="connsiteX67" fmla="*/ 199537 w 631628"/>
                      <a:gd name="connsiteY67" fmla="*/ 617900 h 915364"/>
                      <a:gd name="connsiteX68" fmla="*/ 282088 w 631628"/>
                      <a:gd name="connsiteY68" fmla="*/ 617900 h 915364"/>
                      <a:gd name="connsiteX69" fmla="*/ 295716 w 631628"/>
                      <a:gd name="connsiteY69" fmla="*/ 604272 h 915364"/>
                      <a:gd name="connsiteX70" fmla="*/ 295716 w 631628"/>
                      <a:gd name="connsiteY70" fmla="*/ 539433 h 915364"/>
                      <a:gd name="connsiteX71" fmla="*/ 282088 w 631628"/>
                      <a:gd name="connsiteY71" fmla="*/ 525804 h 915364"/>
                      <a:gd name="connsiteX72" fmla="*/ 199537 w 631628"/>
                      <a:gd name="connsiteY72" fmla="*/ 525804 h 915364"/>
                      <a:gd name="connsiteX73" fmla="*/ 59754 w 631628"/>
                      <a:gd name="connsiteY73" fmla="*/ 526617 h 915364"/>
                      <a:gd name="connsiteX74" fmla="*/ 55044 w 631628"/>
                      <a:gd name="connsiteY74" fmla="*/ 527568 h 915364"/>
                      <a:gd name="connsiteX75" fmla="*/ 55044 w 631628"/>
                      <a:gd name="connsiteY75" fmla="*/ 617762 h 915364"/>
                      <a:gd name="connsiteX76" fmla="*/ 59754 w 631628"/>
                      <a:gd name="connsiteY76" fmla="*/ 618713 h 915364"/>
                      <a:gd name="connsiteX77" fmla="*/ 142305 w 631628"/>
                      <a:gd name="connsiteY77" fmla="*/ 618713 h 915364"/>
                      <a:gd name="connsiteX78" fmla="*/ 155933 w 631628"/>
                      <a:gd name="connsiteY78" fmla="*/ 605085 h 915364"/>
                      <a:gd name="connsiteX79" fmla="*/ 155933 w 631628"/>
                      <a:gd name="connsiteY79" fmla="*/ 540246 h 915364"/>
                      <a:gd name="connsiteX80" fmla="*/ 142305 w 631628"/>
                      <a:gd name="connsiteY80" fmla="*/ 526617 h 915364"/>
                      <a:gd name="connsiteX81" fmla="*/ 59754 w 631628"/>
                      <a:gd name="connsiteY81" fmla="*/ 526617 h 915364"/>
                      <a:gd name="connsiteX82" fmla="*/ 475478 w 631628"/>
                      <a:gd name="connsiteY82" fmla="*/ 639441 h 915364"/>
                      <a:gd name="connsiteX83" fmla="*/ 474391 w 631628"/>
                      <a:gd name="connsiteY83" fmla="*/ 649236 h 915364"/>
                      <a:gd name="connsiteX84" fmla="*/ 474391 w 631628"/>
                      <a:gd name="connsiteY84" fmla="*/ 820920 h 915364"/>
                      <a:gd name="connsiteX85" fmla="*/ 489962 w 631628"/>
                      <a:gd name="connsiteY85" fmla="*/ 849263 h 915364"/>
                      <a:gd name="connsiteX86" fmla="*/ 564044 w 631628"/>
                      <a:gd name="connsiteY86" fmla="*/ 849263 h 915364"/>
                      <a:gd name="connsiteX87" fmla="*/ 579615 w 631628"/>
                      <a:gd name="connsiteY87" fmla="*/ 820920 h 915364"/>
                      <a:gd name="connsiteX88" fmla="*/ 579615 w 631628"/>
                      <a:gd name="connsiteY88" fmla="*/ 649236 h 915364"/>
                      <a:gd name="connsiteX89" fmla="*/ 578529 w 631628"/>
                      <a:gd name="connsiteY89" fmla="*/ 639441 h 915364"/>
                      <a:gd name="connsiteX90" fmla="*/ 475478 w 631628"/>
                      <a:gd name="connsiteY90" fmla="*/ 639441 h 915364"/>
                      <a:gd name="connsiteX91" fmla="*/ 59754 w 631628"/>
                      <a:gd name="connsiteY91" fmla="*/ 642545 h 915364"/>
                      <a:gd name="connsiteX92" fmla="*/ 55044 w 631628"/>
                      <a:gd name="connsiteY92" fmla="*/ 643496 h 915364"/>
                      <a:gd name="connsiteX93" fmla="*/ 55044 w 631628"/>
                      <a:gd name="connsiteY93" fmla="*/ 733690 h 915364"/>
                      <a:gd name="connsiteX94" fmla="*/ 59754 w 631628"/>
                      <a:gd name="connsiteY94" fmla="*/ 734641 h 915364"/>
                      <a:gd name="connsiteX95" fmla="*/ 142305 w 631628"/>
                      <a:gd name="connsiteY95" fmla="*/ 734641 h 915364"/>
                      <a:gd name="connsiteX96" fmla="*/ 155933 w 631628"/>
                      <a:gd name="connsiteY96" fmla="*/ 721013 h 915364"/>
                      <a:gd name="connsiteX97" fmla="*/ 155933 w 631628"/>
                      <a:gd name="connsiteY97" fmla="*/ 656174 h 915364"/>
                      <a:gd name="connsiteX98" fmla="*/ 142305 w 631628"/>
                      <a:gd name="connsiteY98" fmla="*/ 642545 h 915364"/>
                      <a:gd name="connsiteX99" fmla="*/ 59754 w 631628"/>
                      <a:gd name="connsiteY99" fmla="*/ 642545 h 915364"/>
                      <a:gd name="connsiteX100" fmla="*/ 199541 w 631628"/>
                      <a:gd name="connsiteY100" fmla="*/ 642545 h 915364"/>
                      <a:gd name="connsiteX101" fmla="*/ 194831 w 631628"/>
                      <a:gd name="connsiteY101" fmla="*/ 643496 h 915364"/>
                      <a:gd name="connsiteX102" fmla="*/ 194831 w 631628"/>
                      <a:gd name="connsiteY102" fmla="*/ 733690 h 915364"/>
                      <a:gd name="connsiteX103" fmla="*/ 199541 w 631628"/>
                      <a:gd name="connsiteY103" fmla="*/ 734641 h 915364"/>
                      <a:gd name="connsiteX104" fmla="*/ 282092 w 631628"/>
                      <a:gd name="connsiteY104" fmla="*/ 734641 h 915364"/>
                      <a:gd name="connsiteX105" fmla="*/ 295720 w 631628"/>
                      <a:gd name="connsiteY105" fmla="*/ 721013 h 915364"/>
                      <a:gd name="connsiteX106" fmla="*/ 295720 w 631628"/>
                      <a:gd name="connsiteY106" fmla="*/ 656174 h 915364"/>
                      <a:gd name="connsiteX107" fmla="*/ 282092 w 631628"/>
                      <a:gd name="connsiteY107" fmla="*/ 642545 h 915364"/>
                      <a:gd name="connsiteX108" fmla="*/ 199541 w 631628"/>
                      <a:gd name="connsiteY108" fmla="*/ 642545 h 915364"/>
                      <a:gd name="connsiteX109" fmla="*/ 348247 w 631628"/>
                      <a:gd name="connsiteY109" fmla="*/ 642545 h 915364"/>
                      <a:gd name="connsiteX110" fmla="*/ 334618 w 631628"/>
                      <a:gd name="connsiteY110" fmla="*/ 656174 h 915364"/>
                      <a:gd name="connsiteX111" fmla="*/ 334618 w 631628"/>
                      <a:gd name="connsiteY111" fmla="*/ 721013 h 915364"/>
                      <a:gd name="connsiteX112" fmla="*/ 348247 w 631628"/>
                      <a:gd name="connsiteY112" fmla="*/ 734641 h 915364"/>
                      <a:gd name="connsiteX113" fmla="*/ 430798 w 631628"/>
                      <a:gd name="connsiteY113" fmla="*/ 734641 h 915364"/>
                      <a:gd name="connsiteX114" fmla="*/ 435507 w 631628"/>
                      <a:gd name="connsiteY114" fmla="*/ 733690 h 915364"/>
                      <a:gd name="connsiteX115" fmla="*/ 435507 w 631628"/>
                      <a:gd name="connsiteY115" fmla="*/ 643496 h 915364"/>
                      <a:gd name="connsiteX116" fmla="*/ 430798 w 631628"/>
                      <a:gd name="connsiteY116" fmla="*/ 642545 h 915364"/>
                      <a:gd name="connsiteX117" fmla="*/ 348247 w 631628"/>
                      <a:gd name="connsiteY117" fmla="*/ 642545 h 915364"/>
                      <a:gd name="connsiteX118" fmla="*/ 62839 w 631628"/>
                      <a:gd name="connsiteY118" fmla="*/ 760270 h 915364"/>
                      <a:gd name="connsiteX119" fmla="*/ 51436 w 631628"/>
                      <a:gd name="connsiteY119" fmla="*/ 761221 h 915364"/>
                      <a:gd name="connsiteX120" fmla="*/ 51436 w 631628"/>
                      <a:gd name="connsiteY120" fmla="*/ 851415 h 915364"/>
                      <a:gd name="connsiteX121" fmla="*/ 62839 w 631628"/>
                      <a:gd name="connsiteY121" fmla="*/ 852366 h 915364"/>
                      <a:gd name="connsiteX122" fmla="*/ 262717 w 631628"/>
                      <a:gd name="connsiteY122" fmla="*/ 852366 h 915364"/>
                      <a:gd name="connsiteX123" fmla="*/ 295715 w 631628"/>
                      <a:gd name="connsiteY123" fmla="*/ 838738 h 915364"/>
                      <a:gd name="connsiteX124" fmla="*/ 295715 w 631628"/>
                      <a:gd name="connsiteY124" fmla="*/ 773899 h 915364"/>
                      <a:gd name="connsiteX125" fmla="*/ 262717 w 631628"/>
                      <a:gd name="connsiteY125" fmla="*/ 760270 h 915364"/>
                      <a:gd name="connsiteX126" fmla="*/ 62839 w 631628"/>
                      <a:gd name="connsiteY126" fmla="*/ 760270 h 915364"/>
                      <a:gd name="connsiteX127" fmla="*/ 348247 w 631628"/>
                      <a:gd name="connsiteY127" fmla="*/ 760270 h 915364"/>
                      <a:gd name="connsiteX128" fmla="*/ 334618 w 631628"/>
                      <a:gd name="connsiteY128" fmla="*/ 773899 h 915364"/>
                      <a:gd name="connsiteX129" fmla="*/ 334618 w 631628"/>
                      <a:gd name="connsiteY129" fmla="*/ 838738 h 915364"/>
                      <a:gd name="connsiteX130" fmla="*/ 348247 w 631628"/>
                      <a:gd name="connsiteY130" fmla="*/ 852366 h 915364"/>
                      <a:gd name="connsiteX131" fmla="*/ 430798 w 631628"/>
                      <a:gd name="connsiteY131" fmla="*/ 852366 h 915364"/>
                      <a:gd name="connsiteX132" fmla="*/ 435507 w 631628"/>
                      <a:gd name="connsiteY132" fmla="*/ 851415 h 915364"/>
                      <a:gd name="connsiteX133" fmla="*/ 435507 w 631628"/>
                      <a:gd name="connsiteY133" fmla="*/ 761221 h 915364"/>
                      <a:gd name="connsiteX134" fmla="*/ 430798 w 631628"/>
                      <a:gd name="connsiteY134" fmla="*/ 760270 h 915364"/>
                      <a:gd name="connsiteX135" fmla="*/ 348247 w 631628"/>
                      <a:gd name="connsiteY135" fmla="*/ 760270 h 9153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</a:cxnLst>
                    <a:rect l="l" t="t" r="r" b="b"/>
                    <a:pathLst>
                      <a:path w="631628" h="915364">
                        <a:moveTo>
                          <a:pt x="32162" y="0"/>
                        </a:moveTo>
                        <a:lnTo>
                          <a:pt x="599466" y="0"/>
                        </a:lnTo>
                        <a:cubicBezTo>
                          <a:pt x="617229" y="0"/>
                          <a:pt x="631628" y="14399"/>
                          <a:pt x="631628" y="32162"/>
                        </a:cubicBezTo>
                        <a:lnTo>
                          <a:pt x="631628" y="883202"/>
                        </a:lnTo>
                        <a:cubicBezTo>
                          <a:pt x="631628" y="900965"/>
                          <a:pt x="617229" y="915364"/>
                          <a:pt x="599466" y="915364"/>
                        </a:cubicBezTo>
                        <a:lnTo>
                          <a:pt x="32162" y="915364"/>
                        </a:lnTo>
                        <a:cubicBezTo>
                          <a:pt x="14399" y="915364"/>
                          <a:pt x="0" y="900965"/>
                          <a:pt x="0" y="883202"/>
                        </a:cubicBezTo>
                        <a:lnTo>
                          <a:pt x="0" y="32162"/>
                        </a:lnTo>
                        <a:cubicBezTo>
                          <a:pt x="0" y="14399"/>
                          <a:pt x="14399" y="0"/>
                          <a:pt x="32162" y="0"/>
                        </a:cubicBezTo>
                        <a:close/>
                        <a:moveTo>
                          <a:pt x="80309" y="65369"/>
                        </a:moveTo>
                        <a:cubicBezTo>
                          <a:pt x="64155" y="65369"/>
                          <a:pt x="51060" y="78464"/>
                          <a:pt x="51060" y="94618"/>
                        </a:cubicBezTo>
                        <a:lnTo>
                          <a:pt x="51060" y="311353"/>
                        </a:lnTo>
                        <a:cubicBezTo>
                          <a:pt x="51060" y="327507"/>
                          <a:pt x="64155" y="340602"/>
                          <a:pt x="80309" y="340602"/>
                        </a:cubicBezTo>
                        <a:lnTo>
                          <a:pt x="550773" y="340602"/>
                        </a:lnTo>
                        <a:cubicBezTo>
                          <a:pt x="566927" y="340602"/>
                          <a:pt x="580022" y="327507"/>
                          <a:pt x="580022" y="311353"/>
                        </a:cubicBezTo>
                        <a:lnTo>
                          <a:pt x="580022" y="94618"/>
                        </a:lnTo>
                        <a:cubicBezTo>
                          <a:pt x="580022" y="78464"/>
                          <a:pt x="566927" y="65369"/>
                          <a:pt x="550773" y="65369"/>
                        </a:cubicBezTo>
                        <a:lnTo>
                          <a:pt x="80309" y="65369"/>
                        </a:lnTo>
                        <a:close/>
                        <a:moveTo>
                          <a:pt x="57599" y="406453"/>
                        </a:moveTo>
                        <a:lnTo>
                          <a:pt x="52889" y="407404"/>
                        </a:lnTo>
                        <a:lnTo>
                          <a:pt x="52889" y="497598"/>
                        </a:lnTo>
                        <a:lnTo>
                          <a:pt x="57599" y="498549"/>
                        </a:lnTo>
                        <a:lnTo>
                          <a:pt x="140150" y="498549"/>
                        </a:lnTo>
                        <a:cubicBezTo>
                          <a:pt x="147677" y="498549"/>
                          <a:pt x="153778" y="492448"/>
                          <a:pt x="153778" y="484921"/>
                        </a:cubicBezTo>
                        <a:lnTo>
                          <a:pt x="153778" y="420082"/>
                        </a:lnTo>
                        <a:cubicBezTo>
                          <a:pt x="153778" y="412555"/>
                          <a:pt x="147677" y="406453"/>
                          <a:pt x="140150" y="406453"/>
                        </a:cubicBezTo>
                        <a:lnTo>
                          <a:pt x="57599" y="406453"/>
                        </a:lnTo>
                        <a:close/>
                        <a:moveTo>
                          <a:pt x="347519" y="406453"/>
                        </a:moveTo>
                        <a:cubicBezTo>
                          <a:pt x="339992" y="406453"/>
                          <a:pt x="333890" y="412555"/>
                          <a:pt x="333890" y="420082"/>
                        </a:cubicBezTo>
                        <a:lnTo>
                          <a:pt x="333890" y="484921"/>
                        </a:lnTo>
                        <a:cubicBezTo>
                          <a:pt x="333890" y="492448"/>
                          <a:pt x="339992" y="498549"/>
                          <a:pt x="347519" y="498549"/>
                        </a:cubicBezTo>
                        <a:lnTo>
                          <a:pt x="430070" y="498549"/>
                        </a:lnTo>
                        <a:lnTo>
                          <a:pt x="434779" y="497598"/>
                        </a:lnTo>
                        <a:lnTo>
                          <a:pt x="434779" y="407404"/>
                        </a:lnTo>
                        <a:lnTo>
                          <a:pt x="430070" y="406453"/>
                        </a:lnTo>
                        <a:lnTo>
                          <a:pt x="347519" y="406453"/>
                        </a:lnTo>
                        <a:close/>
                        <a:moveTo>
                          <a:pt x="474391" y="407266"/>
                        </a:moveTo>
                        <a:lnTo>
                          <a:pt x="474391" y="494486"/>
                        </a:lnTo>
                        <a:lnTo>
                          <a:pt x="578544" y="494486"/>
                        </a:lnTo>
                        <a:lnTo>
                          <a:pt x="578544" y="407266"/>
                        </a:lnTo>
                        <a:lnTo>
                          <a:pt x="474391" y="407266"/>
                        </a:lnTo>
                        <a:close/>
                        <a:moveTo>
                          <a:pt x="198100" y="407265"/>
                        </a:moveTo>
                        <a:lnTo>
                          <a:pt x="193390" y="408216"/>
                        </a:lnTo>
                        <a:lnTo>
                          <a:pt x="193390" y="498410"/>
                        </a:lnTo>
                        <a:lnTo>
                          <a:pt x="198100" y="499361"/>
                        </a:lnTo>
                        <a:lnTo>
                          <a:pt x="280651" y="499361"/>
                        </a:lnTo>
                        <a:cubicBezTo>
                          <a:pt x="288178" y="499361"/>
                          <a:pt x="294279" y="493260"/>
                          <a:pt x="294279" y="485733"/>
                        </a:cubicBezTo>
                        <a:lnTo>
                          <a:pt x="294279" y="420894"/>
                        </a:lnTo>
                        <a:cubicBezTo>
                          <a:pt x="294279" y="413367"/>
                          <a:pt x="288178" y="407265"/>
                          <a:pt x="280651" y="407265"/>
                        </a:cubicBezTo>
                        <a:lnTo>
                          <a:pt x="198100" y="407265"/>
                        </a:lnTo>
                        <a:close/>
                        <a:moveTo>
                          <a:pt x="348238" y="523366"/>
                        </a:moveTo>
                        <a:cubicBezTo>
                          <a:pt x="340711" y="523366"/>
                          <a:pt x="334609" y="529468"/>
                          <a:pt x="334609" y="536995"/>
                        </a:cubicBezTo>
                        <a:lnTo>
                          <a:pt x="334609" y="601834"/>
                        </a:lnTo>
                        <a:cubicBezTo>
                          <a:pt x="334609" y="609361"/>
                          <a:pt x="340711" y="615462"/>
                          <a:pt x="348238" y="615462"/>
                        </a:cubicBezTo>
                        <a:lnTo>
                          <a:pt x="430789" y="615462"/>
                        </a:lnTo>
                        <a:lnTo>
                          <a:pt x="435498" y="614511"/>
                        </a:lnTo>
                        <a:lnTo>
                          <a:pt x="435498" y="524317"/>
                        </a:lnTo>
                        <a:lnTo>
                          <a:pt x="430789" y="523366"/>
                        </a:lnTo>
                        <a:lnTo>
                          <a:pt x="348238" y="523366"/>
                        </a:lnTo>
                        <a:close/>
                        <a:moveTo>
                          <a:pt x="474391" y="527430"/>
                        </a:moveTo>
                        <a:lnTo>
                          <a:pt x="474391" y="614650"/>
                        </a:lnTo>
                        <a:lnTo>
                          <a:pt x="578544" y="614650"/>
                        </a:lnTo>
                        <a:lnTo>
                          <a:pt x="578544" y="527430"/>
                        </a:lnTo>
                        <a:lnTo>
                          <a:pt x="474391" y="527430"/>
                        </a:lnTo>
                        <a:close/>
                        <a:moveTo>
                          <a:pt x="199537" y="525804"/>
                        </a:moveTo>
                        <a:lnTo>
                          <a:pt x="194827" y="526755"/>
                        </a:lnTo>
                        <a:lnTo>
                          <a:pt x="194827" y="616949"/>
                        </a:lnTo>
                        <a:lnTo>
                          <a:pt x="199537" y="617900"/>
                        </a:lnTo>
                        <a:lnTo>
                          <a:pt x="282088" y="617900"/>
                        </a:lnTo>
                        <a:cubicBezTo>
                          <a:pt x="289615" y="617900"/>
                          <a:pt x="295716" y="611799"/>
                          <a:pt x="295716" y="604272"/>
                        </a:cubicBezTo>
                        <a:lnTo>
                          <a:pt x="295716" y="539433"/>
                        </a:lnTo>
                        <a:cubicBezTo>
                          <a:pt x="295716" y="531906"/>
                          <a:pt x="289615" y="525804"/>
                          <a:pt x="282088" y="525804"/>
                        </a:cubicBezTo>
                        <a:lnTo>
                          <a:pt x="199537" y="525804"/>
                        </a:lnTo>
                        <a:close/>
                        <a:moveTo>
                          <a:pt x="59754" y="526617"/>
                        </a:moveTo>
                        <a:lnTo>
                          <a:pt x="55044" y="527568"/>
                        </a:lnTo>
                        <a:lnTo>
                          <a:pt x="55044" y="617762"/>
                        </a:lnTo>
                        <a:lnTo>
                          <a:pt x="59754" y="618713"/>
                        </a:lnTo>
                        <a:lnTo>
                          <a:pt x="142305" y="618713"/>
                        </a:lnTo>
                        <a:cubicBezTo>
                          <a:pt x="149832" y="618713"/>
                          <a:pt x="155933" y="612612"/>
                          <a:pt x="155933" y="605085"/>
                        </a:cubicBezTo>
                        <a:lnTo>
                          <a:pt x="155933" y="540246"/>
                        </a:lnTo>
                        <a:cubicBezTo>
                          <a:pt x="155933" y="532719"/>
                          <a:pt x="149832" y="526617"/>
                          <a:pt x="142305" y="526617"/>
                        </a:cubicBezTo>
                        <a:lnTo>
                          <a:pt x="59754" y="526617"/>
                        </a:lnTo>
                        <a:close/>
                        <a:moveTo>
                          <a:pt x="475478" y="639441"/>
                        </a:moveTo>
                        <a:lnTo>
                          <a:pt x="474391" y="649236"/>
                        </a:lnTo>
                        <a:lnTo>
                          <a:pt x="474391" y="820920"/>
                        </a:lnTo>
                        <a:cubicBezTo>
                          <a:pt x="474391" y="836573"/>
                          <a:pt x="481363" y="849263"/>
                          <a:pt x="489962" y="849263"/>
                        </a:cubicBezTo>
                        <a:lnTo>
                          <a:pt x="564044" y="849263"/>
                        </a:lnTo>
                        <a:cubicBezTo>
                          <a:pt x="572644" y="849263"/>
                          <a:pt x="579615" y="836573"/>
                          <a:pt x="579615" y="820920"/>
                        </a:cubicBezTo>
                        <a:lnTo>
                          <a:pt x="579615" y="649236"/>
                        </a:lnTo>
                        <a:lnTo>
                          <a:pt x="578529" y="639441"/>
                        </a:lnTo>
                        <a:lnTo>
                          <a:pt x="475478" y="639441"/>
                        </a:lnTo>
                        <a:close/>
                        <a:moveTo>
                          <a:pt x="59754" y="642545"/>
                        </a:moveTo>
                        <a:lnTo>
                          <a:pt x="55044" y="643496"/>
                        </a:lnTo>
                        <a:lnTo>
                          <a:pt x="55044" y="733690"/>
                        </a:lnTo>
                        <a:lnTo>
                          <a:pt x="59754" y="734641"/>
                        </a:lnTo>
                        <a:lnTo>
                          <a:pt x="142305" y="734641"/>
                        </a:lnTo>
                        <a:cubicBezTo>
                          <a:pt x="149832" y="734641"/>
                          <a:pt x="155933" y="728540"/>
                          <a:pt x="155933" y="721013"/>
                        </a:cubicBezTo>
                        <a:lnTo>
                          <a:pt x="155933" y="656174"/>
                        </a:lnTo>
                        <a:cubicBezTo>
                          <a:pt x="155933" y="648647"/>
                          <a:pt x="149832" y="642545"/>
                          <a:pt x="142305" y="642545"/>
                        </a:cubicBezTo>
                        <a:lnTo>
                          <a:pt x="59754" y="642545"/>
                        </a:lnTo>
                        <a:close/>
                        <a:moveTo>
                          <a:pt x="199541" y="642545"/>
                        </a:moveTo>
                        <a:lnTo>
                          <a:pt x="194831" y="643496"/>
                        </a:lnTo>
                        <a:lnTo>
                          <a:pt x="194831" y="733690"/>
                        </a:lnTo>
                        <a:lnTo>
                          <a:pt x="199541" y="734641"/>
                        </a:lnTo>
                        <a:lnTo>
                          <a:pt x="282092" y="734641"/>
                        </a:lnTo>
                        <a:cubicBezTo>
                          <a:pt x="289619" y="734641"/>
                          <a:pt x="295720" y="728540"/>
                          <a:pt x="295720" y="721013"/>
                        </a:cubicBezTo>
                        <a:lnTo>
                          <a:pt x="295720" y="656174"/>
                        </a:lnTo>
                        <a:cubicBezTo>
                          <a:pt x="295720" y="648647"/>
                          <a:pt x="289619" y="642545"/>
                          <a:pt x="282092" y="642545"/>
                        </a:cubicBezTo>
                        <a:lnTo>
                          <a:pt x="199541" y="642545"/>
                        </a:lnTo>
                        <a:close/>
                        <a:moveTo>
                          <a:pt x="348247" y="642545"/>
                        </a:moveTo>
                        <a:cubicBezTo>
                          <a:pt x="340720" y="642545"/>
                          <a:pt x="334618" y="648647"/>
                          <a:pt x="334618" y="656174"/>
                        </a:cubicBezTo>
                        <a:lnTo>
                          <a:pt x="334618" y="721013"/>
                        </a:lnTo>
                        <a:cubicBezTo>
                          <a:pt x="334618" y="728540"/>
                          <a:pt x="340720" y="734641"/>
                          <a:pt x="348247" y="734641"/>
                        </a:cubicBezTo>
                        <a:lnTo>
                          <a:pt x="430798" y="734641"/>
                        </a:lnTo>
                        <a:lnTo>
                          <a:pt x="435507" y="733690"/>
                        </a:lnTo>
                        <a:lnTo>
                          <a:pt x="435507" y="643496"/>
                        </a:lnTo>
                        <a:lnTo>
                          <a:pt x="430798" y="642545"/>
                        </a:lnTo>
                        <a:lnTo>
                          <a:pt x="348247" y="642545"/>
                        </a:lnTo>
                        <a:close/>
                        <a:moveTo>
                          <a:pt x="62839" y="760270"/>
                        </a:moveTo>
                        <a:lnTo>
                          <a:pt x="51436" y="761221"/>
                        </a:lnTo>
                        <a:lnTo>
                          <a:pt x="51436" y="851415"/>
                        </a:lnTo>
                        <a:lnTo>
                          <a:pt x="62839" y="852366"/>
                        </a:lnTo>
                        <a:lnTo>
                          <a:pt x="262717" y="852366"/>
                        </a:lnTo>
                        <a:cubicBezTo>
                          <a:pt x="280942" y="852366"/>
                          <a:pt x="295715" y="846265"/>
                          <a:pt x="295715" y="838738"/>
                        </a:cubicBezTo>
                        <a:lnTo>
                          <a:pt x="295715" y="773899"/>
                        </a:lnTo>
                        <a:cubicBezTo>
                          <a:pt x="295715" y="766372"/>
                          <a:pt x="280942" y="760270"/>
                          <a:pt x="262717" y="760270"/>
                        </a:cubicBezTo>
                        <a:lnTo>
                          <a:pt x="62839" y="760270"/>
                        </a:lnTo>
                        <a:close/>
                        <a:moveTo>
                          <a:pt x="348247" y="760270"/>
                        </a:moveTo>
                        <a:cubicBezTo>
                          <a:pt x="340720" y="760270"/>
                          <a:pt x="334618" y="766372"/>
                          <a:pt x="334618" y="773899"/>
                        </a:cubicBezTo>
                        <a:lnTo>
                          <a:pt x="334618" y="838738"/>
                        </a:lnTo>
                        <a:cubicBezTo>
                          <a:pt x="334618" y="846265"/>
                          <a:pt x="340720" y="852366"/>
                          <a:pt x="348247" y="852366"/>
                        </a:cubicBezTo>
                        <a:lnTo>
                          <a:pt x="430798" y="852366"/>
                        </a:lnTo>
                        <a:lnTo>
                          <a:pt x="435507" y="851415"/>
                        </a:lnTo>
                        <a:lnTo>
                          <a:pt x="435507" y="761221"/>
                        </a:lnTo>
                        <a:lnTo>
                          <a:pt x="430798" y="760270"/>
                        </a:lnTo>
                        <a:lnTo>
                          <a:pt x="348247" y="76027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 defTabSz="685783">
                      <a:defRPr/>
                    </a:pPr>
                    <a:endParaRPr lang="en-US" sz="1350" kern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4FBE2EEC-4949-4FE6-8C82-D4F77B37CED2}"/>
                  </a:ext>
                </a:extLst>
              </p:cNvPr>
              <p:cNvGrpSpPr/>
              <p:nvPr/>
            </p:nvGrpSpPr>
            <p:grpSpPr>
              <a:xfrm>
                <a:off x="120686" y="3163866"/>
                <a:ext cx="2828550" cy="2056488"/>
                <a:chOff x="120686" y="3163866"/>
                <a:chExt cx="2828550" cy="2056488"/>
              </a:xfrm>
            </p:grpSpPr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BBCEFB40-6D8A-437F-8BE0-D762F7E652DC}"/>
                    </a:ext>
                  </a:extLst>
                </p:cNvPr>
                <p:cNvCxnSpPr/>
                <p:nvPr/>
              </p:nvCxnSpPr>
              <p:spPr>
                <a:xfrm>
                  <a:off x="297476" y="3448039"/>
                  <a:ext cx="2651760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C47404F8-BE68-40DD-B6E9-943AB6EA9986}"/>
                    </a:ext>
                  </a:extLst>
                </p:cNvPr>
                <p:cNvGrpSpPr/>
                <p:nvPr/>
              </p:nvGrpSpPr>
              <p:grpSpPr>
                <a:xfrm>
                  <a:off x="120686" y="3647970"/>
                  <a:ext cx="2122295" cy="1572384"/>
                  <a:chOff x="3527383" y="4760929"/>
                  <a:chExt cx="2043079" cy="1483847"/>
                </a:xfrm>
              </p:grpSpPr>
              <p:sp>
                <p:nvSpPr>
                  <p:cNvPr id="105" name="Rectangle 104">
                    <a:extLst>
                      <a:ext uri="{FF2B5EF4-FFF2-40B4-BE49-F238E27FC236}">
                        <a16:creationId xmlns:a16="http://schemas.microsoft.com/office/drawing/2014/main" id="{62A7712E-1C0A-4723-A634-861F3370A185}"/>
                      </a:ext>
                    </a:extLst>
                  </p:cNvPr>
                  <p:cNvSpPr/>
                  <p:nvPr/>
                </p:nvSpPr>
                <p:spPr>
                  <a:xfrm>
                    <a:off x="3527383" y="4760929"/>
                    <a:ext cx="2043079" cy="35922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350" b="1" u="sng" dirty="0">
                        <a:latin typeface="Agency FB" panose="020B0503020202020204" pitchFamily="34" charset="0"/>
                        <a:cs typeface="Arial" pitchFamily="34" charset="0"/>
                      </a:rPr>
                      <a:t>Proactive</a:t>
                    </a:r>
                    <a:r>
                      <a:rPr lang="en-US" sz="1350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 </a:t>
                    </a:r>
                    <a:r>
                      <a:rPr lang="en-US" sz="1350" b="1" u="sng" dirty="0">
                        <a:solidFill>
                          <a:schemeClr val="accent6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Control</a:t>
                    </a:r>
                    <a:endParaRPr lang="en-US" sz="1350" b="1" u="sng" dirty="0">
                      <a:solidFill>
                        <a:schemeClr val="accent6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0C184027-6AC5-4A12-9BCF-BC3EFB513878}"/>
                      </a:ext>
                    </a:extLst>
                  </p:cNvPr>
                  <p:cNvSpPr/>
                  <p:nvPr/>
                </p:nvSpPr>
                <p:spPr>
                  <a:xfrm>
                    <a:off x="3567540" y="5167092"/>
                    <a:ext cx="1936951" cy="107768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050" dirty="0">
                        <a:latin typeface="Helvetica" panose="020B0604020202020204" pitchFamily="2" charset="0"/>
                      </a:rPr>
                      <a:t>Monitor billing, security, configuration in real time and combat any threats before it happen. </a:t>
                    </a:r>
                  </a:p>
                </p:txBody>
              </p:sp>
            </p:grpSp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EFFDC92B-6F39-45A8-B32F-6E7770508CF6}"/>
                    </a:ext>
                  </a:extLst>
                </p:cNvPr>
                <p:cNvGrpSpPr/>
                <p:nvPr/>
              </p:nvGrpSpPr>
              <p:grpSpPr>
                <a:xfrm>
                  <a:off x="801169" y="3163866"/>
                  <a:ext cx="530813" cy="530813"/>
                  <a:chOff x="103032" y="1157828"/>
                  <a:chExt cx="1217312" cy="121731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grpSp>
                <p:nvGrpSpPr>
                  <p:cNvPr id="101" name="Group 100">
                    <a:extLst>
                      <a:ext uri="{FF2B5EF4-FFF2-40B4-BE49-F238E27FC236}">
                        <a16:creationId xmlns:a16="http://schemas.microsoft.com/office/drawing/2014/main" id="{2BB1A006-C87D-4093-80E7-1E52A356F02C}"/>
                      </a:ext>
                    </a:extLst>
                  </p:cNvPr>
                  <p:cNvGrpSpPr/>
                  <p:nvPr/>
                </p:nvGrpSpPr>
                <p:grpSpPr>
                  <a:xfrm>
                    <a:off x="103032" y="1157828"/>
                    <a:ext cx="1217312" cy="1217312"/>
                    <a:chOff x="320722" y="634457"/>
                    <a:chExt cx="1444752" cy="1444752"/>
                  </a:xfrm>
                  <a:effectLst/>
                </p:grpSpPr>
                <p:sp>
                  <p:nvSpPr>
                    <p:cNvPr id="103" name="Oval 102">
                      <a:extLst>
                        <a:ext uri="{FF2B5EF4-FFF2-40B4-BE49-F238E27FC236}">
                          <a16:creationId xmlns:a16="http://schemas.microsoft.com/office/drawing/2014/main" id="{3CBAF51C-B0B0-4704-9D0A-095157C7EE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722" y="634457"/>
                      <a:ext cx="1444752" cy="1444752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685783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04" name="Oval 103">
                      <a:extLst>
                        <a:ext uri="{FF2B5EF4-FFF2-40B4-BE49-F238E27FC236}">
                          <a16:creationId xmlns:a16="http://schemas.microsoft.com/office/drawing/2014/main" id="{757B33A3-0B3B-4B0F-967A-42677CE2C0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325" y="698060"/>
                      <a:ext cx="1317546" cy="1317546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685783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sp>
                <p:nvSpPr>
                  <p:cNvPr id="102" name="Freeform 130">
                    <a:extLst>
                      <a:ext uri="{FF2B5EF4-FFF2-40B4-BE49-F238E27FC236}">
                        <a16:creationId xmlns:a16="http://schemas.microsoft.com/office/drawing/2014/main" id="{FBBA9E43-A079-42AE-8BE3-9F555FC1984B}"/>
                      </a:ext>
                    </a:extLst>
                  </p:cNvPr>
                  <p:cNvSpPr/>
                  <p:nvPr/>
                </p:nvSpPr>
                <p:spPr>
                  <a:xfrm>
                    <a:off x="467198" y="1506435"/>
                    <a:ext cx="488980" cy="520098"/>
                  </a:xfrm>
                  <a:custGeom>
                    <a:avLst/>
                    <a:gdLst>
                      <a:gd name="connsiteX0" fmla="*/ 631264 w 2467260"/>
                      <a:gd name="connsiteY0" fmla="*/ 1180513 h 2624258"/>
                      <a:gd name="connsiteX1" fmla="*/ 603192 w 2467260"/>
                      <a:gd name="connsiteY1" fmla="*/ 1203582 h 2624258"/>
                      <a:gd name="connsiteX2" fmla="*/ 603192 w 2467260"/>
                      <a:gd name="connsiteY2" fmla="*/ 1790113 h 2624258"/>
                      <a:gd name="connsiteX3" fmla="*/ 940027 w 2467260"/>
                      <a:gd name="connsiteY3" fmla="*/ 1790113 h 2624258"/>
                      <a:gd name="connsiteX4" fmla="*/ 940027 w 2467260"/>
                      <a:gd name="connsiteY4" fmla="*/ 1203582 h 2624258"/>
                      <a:gd name="connsiteX5" fmla="*/ 911955 w 2467260"/>
                      <a:gd name="connsiteY5" fmla="*/ 1180513 h 2624258"/>
                      <a:gd name="connsiteX6" fmla="*/ 1139622 w 2467260"/>
                      <a:gd name="connsiteY6" fmla="*/ 990804 h 2624258"/>
                      <a:gd name="connsiteX7" fmla="*/ 1111550 w 2467260"/>
                      <a:gd name="connsiteY7" fmla="*/ 1018876 h 2624258"/>
                      <a:gd name="connsiteX8" fmla="*/ 1111550 w 2467260"/>
                      <a:gd name="connsiteY8" fmla="*/ 1759022 h 2624258"/>
                      <a:gd name="connsiteX9" fmla="*/ 1139622 w 2467260"/>
                      <a:gd name="connsiteY9" fmla="*/ 1787094 h 2624258"/>
                      <a:gd name="connsiteX10" fmla="*/ 1420313 w 2467260"/>
                      <a:gd name="connsiteY10" fmla="*/ 1787094 h 2624258"/>
                      <a:gd name="connsiteX11" fmla="*/ 1448385 w 2467260"/>
                      <a:gd name="connsiteY11" fmla="*/ 1759022 h 2624258"/>
                      <a:gd name="connsiteX12" fmla="*/ 1448385 w 2467260"/>
                      <a:gd name="connsiteY12" fmla="*/ 1018876 h 2624258"/>
                      <a:gd name="connsiteX13" fmla="*/ 1420313 w 2467260"/>
                      <a:gd name="connsiteY13" fmla="*/ 990804 h 2624258"/>
                      <a:gd name="connsiteX14" fmla="*/ 1635078 w 2467260"/>
                      <a:gd name="connsiteY14" fmla="*/ 796494 h 2624258"/>
                      <a:gd name="connsiteX15" fmla="*/ 1608406 w 2467260"/>
                      <a:gd name="connsiteY15" fmla="*/ 823166 h 2624258"/>
                      <a:gd name="connsiteX16" fmla="*/ 1608406 w 2467260"/>
                      <a:gd name="connsiteY16" fmla="*/ 1764232 h 2624258"/>
                      <a:gd name="connsiteX17" fmla="*/ 1635078 w 2467260"/>
                      <a:gd name="connsiteY17" fmla="*/ 1790904 h 2624258"/>
                      <a:gd name="connsiteX18" fmla="*/ 1901774 w 2467260"/>
                      <a:gd name="connsiteY18" fmla="*/ 1790904 h 2624258"/>
                      <a:gd name="connsiteX19" fmla="*/ 1928446 w 2467260"/>
                      <a:gd name="connsiteY19" fmla="*/ 1764232 h 2624258"/>
                      <a:gd name="connsiteX20" fmla="*/ 1928446 w 2467260"/>
                      <a:gd name="connsiteY20" fmla="*/ 823166 h 2624258"/>
                      <a:gd name="connsiteX21" fmla="*/ 1901774 w 2467260"/>
                      <a:gd name="connsiteY21" fmla="*/ 796494 h 2624258"/>
                      <a:gd name="connsiteX22" fmla="*/ 360801 w 2467260"/>
                      <a:gd name="connsiteY22" fmla="*/ 586944 h 2624258"/>
                      <a:gd name="connsiteX23" fmla="*/ 360801 w 2467260"/>
                      <a:gd name="connsiteY23" fmla="*/ 1960085 h 2624258"/>
                      <a:gd name="connsiteX24" fmla="*/ 360397 w 2467260"/>
                      <a:gd name="connsiteY24" fmla="*/ 1962086 h 2624258"/>
                      <a:gd name="connsiteX25" fmla="*/ 360801 w 2467260"/>
                      <a:gd name="connsiteY25" fmla="*/ 1964087 h 2624258"/>
                      <a:gd name="connsiteX26" fmla="*/ 360801 w 2467260"/>
                      <a:gd name="connsiteY26" fmla="*/ 1970105 h 2624258"/>
                      <a:gd name="connsiteX27" fmla="*/ 362016 w 2467260"/>
                      <a:gd name="connsiteY27" fmla="*/ 1970105 h 2624258"/>
                      <a:gd name="connsiteX28" fmla="*/ 366490 w 2467260"/>
                      <a:gd name="connsiteY28" fmla="*/ 1992267 h 2624258"/>
                      <a:gd name="connsiteX29" fmla="*/ 437934 w 2467260"/>
                      <a:gd name="connsiteY29" fmla="*/ 2039623 h 2624258"/>
                      <a:gd name="connsiteX30" fmla="*/ 1956586 w 2467260"/>
                      <a:gd name="connsiteY30" fmla="*/ 2039623 h 2624258"/>
                      <a:gd name="connsiteX31" fmla="*/ 2034123 w 2467260"/>
                      <a:gd name="connsiteY31" fmla="*/ 1962086 h 2624258"/>
                      <a:gd name="connsiteX32" fmla="*/ 1956586 w 2467260"/>
                      <a:gd name="connsiteY32" fmla="*/ 1884549 h 2624258"/>
                      <a:gd name="connsiteX33" fmla="*/ 467748 w 2467260"/>
                      <a:gd name="connsiteY33" fmla="*/ 1884549 h 2624258"/>
                      <a:gd name="connsiteX34" fmla="*/ 467748 w 2467260"/>
                      <a:gd name="connsiteY34" fmla="*/ 586944 h 2624258"/>
                      <a:gd name="connsiteX35" fmla="*/ 118428 w 2467260"/>
                      <a:gd name="connsiteY35" fmla="*/ 0 h 2624258"/>
                      <a:gd name="connsiteX36" fmla="*/ 2348832 w 2467260"/>
                      <a:gd name="connsiteY36" fmla="*/ 0 h 2624258"/>
                      <a:gd name="connsiteX37" fmla="*/ 2467260 w 2467260"/>
                      <a:gd name="connsiteY37" fmla="*/ 118428 h 2624258"/>
                      <a:gd name="connsiteX38" fmla="*/ 2467260 w 2467260"/>
                      <a:gd name="connsiteY38" fmla="*/ 2505830 h 2624258"/>
                      <a:gd name="connsiteX39" fmla="*/ 2348832 w 2467260"/>
                      <a:gd name="connsiteY39" fmla="*/ 2624258 h 2624258"/>
                      <a:gd name="connsiteX40" fmla="*/ 118428 w 2467260"/>
                      <a:gd name="connsiteY40" fmla="*/ 2624258 h 2624258"/>
                      <a:gd name="connsiteX41" fmla="*/ 0 w 2467260"/>
                      <a:gd name="connsiteY41" fmla="*/ 2505830 h 2624258"/>
                      <a:gd name="connsiteX42" fmla="*/ 0 w 2467260"/>
                      <a:gd name="connsiteY42" fmla="*/ 118428 h 2624258"/>
                      <a:gd name="connsiteX43" fmla="*/ 118428 w 2467260"/>
                      <a:gd name="connsiteY43" fmla="*/ 0 h 26242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</a:cxnLst>
                    <a:rect l="l" t="t" r="r" b="b"/>
                    <a:pathLst>
                      <a:path w="2467260" h="2624258">
                        <a:moveTo>
                          <a:pt x="631264" y="1180513"/>
                        </a:moveTo>
                        <a:cubicBezTo>
                          <a:pt x="615760" y="1180513"/>
                          <a:pt x="603192" y="1190841"/>
                          <a:pt x="603192" y="1203582"/>
                        </a:cubicBezTo>
                        <a:lnTo>
                          <a:pt x="603192" y="1790113"/>
                        </a:lnTo>
                        <a:lnTo>
                          <a:pt x="940027" y="1790113"/>
                        </a:lnTo>
                        <a:lnTo>
                          <a:pt x="940027" y="1203582"/>
                        </a:lnTo>
                        <a:cubicBezTo>
                          <a:pt x="940027" y="1190841"/>
                          <a:pt x="927459" y="1180513"/>
                          <a:pt x="911955" y="1180513"/>
                        </a:cubicBezTo>
                        <a:close/>
                        <a:moveTo>
                          <a:pt x="1139622" y="990804"/>
                        </a:moveTo>
                        <a:cubicBezTo>
                          <a:pt x="1124118" y="990804"/>
                          <a:pt x="1111550" y="1003372"/>
                          <a:pt x="1111550" y="1018876"/>
                        </a:cubicBezTo>
                        <a:lnTo>
                          <a:pt x="1111550" y="1759022"/>
                        </a:lnTo>
                        <a:cubicBezTo>
                          <a:pt x="1111550" y="1774526"/>
                          <a:pt x="1124118" y="1787094"/>
                          <a:pt x="1139622" y="1787094"/>
                        </a:cubicBezTo>
                        <a:lnTo>
                          <a:pt x="1420313" y="1787094"/>
                        </a:lnTo>
                        <a:cubicBezTo>
                          <a:pt x="1435817" y="1787094"/>
                          <a:pt x="1448385" y="1774526"/>
                          <a:pt x="1448385" y="1759022"/>
                        </a:cubicBezTo>
                        <a:lnTo>
                          <a:pt x="1448385" y="1018876"/>
                        </a:lnTo>
                        <a:cubicBezTo>
                          <a:pt x="1448385" y="1003372"/>
                          <a:pt x="1435817" y="990804"/>
                          <a:pt x="1420313" y="990804"/>
                        </a:cubicBezTo>
                        <a:close/>
                        <a:moveTo>
                          <a:pt x="1635078" y="796494"/>
                        </a:moveTo>
                        <a:cubicBezTo>
                          <a:pt x="1620347" y="796494"/>
                          <a:pt x="1608406" y="808435"/>
                          <a:pt x="1608406" y="823166"/>
                        </a:cubicBezTo>
                        <a:lnTo>
                          <a:pt x="1608406" y="1764232"/>
                        </a:lnTo>
                        <a:cubicBezTo>
                          <a:pt x="1608406" y="1778963"/>
                          <a:pt x="1620347" y="1790904"/>
                          <a:pt x="1635078" y="1790904"/>
                        </a:cubicBezTo>
                        <a:lnTo>
                          <a:pt x="1901774" y="1790904"/>
                        </a:lnTo>
                        <a:cubicBezTo>
                          <a:pt x="1916505" y="1790904"/>
                          <a:pt x="1928446" y="1778963"/>
                          <a:pt x="1928446" y="1764232"/>
                        </a:cubicBezTo>
                        <a:lnTo>
                          <a:pt x="1928446" y="823166"/>
                        </a:lnTo>
                        <a:cubicBezTo>
                          <a:pt x="1928446" y="808435"/>
                          <a:pt x="1916505" y="796494"/>
                          <a:pt x="1901774" y="796494"/>
                        </a:cubicBezTo>
                        <a:close/>
                        <a:moveTo>
                          <a:pt x="360801" y="586944"/>
                        </a:moveTo>
                        <a:lnTo>
                          <a:pt x="360801" y="1960085"/>
                        </a:lnTo>
                        <a:lnTo>
                          <a:pt x="360397" y="1962086"/>
                        </a:lnTo>
                        <a:lnTo>
                          <a:pt x="360801" y="1964087"/>
                        </a:lnTo>
                        <a:lnTo>
                          <a:pt x="360801" y="1970105"/>
                        </a:lnTo>
                        <a:lnTo>
                          <a:pt x="362016" y="1970105"/>
                        </a:lnTo>
                        <a:lnTo>
                          <a:pt x="366490" y="1992267"/>
                        </a:lnTo>
                        <a:cubicBezTo>
                          <a:pt x="378261" y="2020096"/>
                          <a:pt x="405817" y="2039623"/>
                          <a:pt x="437934" y="2039623"/>
                        </a:cubicBezTo>
                        <a:lnTo>
                          <a:pt x="1956586" y="2039623"/>
                        </a:lnTo>
                        <a:cubicBezTo>
                          <a:pt x="1999409" y="2039623"/>
                          <a:pt x="2034123" y="2004909"/>
                          <a:pt x="2034123" y="1962086"/>
                        </a:cubicBezTo>
                        <a:cubicBezTo>
                          <a:pt x="2034123" y="1919263"/>
                          <a:pt x="1999409" y="1884549"/>
                          <a:pt x="1956586" y="1884549"/>
                        </a:cubicBezTo>
                        <a:lnTo>
                          <a:pt x="467748" y="1884549"/>
                        </a:lnTo>
                        <a:lnTo>
                          <a:pt x="467748" y="586944"/>
                        </a:lnTo>
                        <a:close/>
                        <a:moveTo>
                          <a:pt x="118428" y="0"/>
                        </a:moveTo>
                        <a:lnTo>
                          <a:pt x="2348832" y="0"/>
                        </a:lnTo>
                        <a:cubicBezTo>
                          <a:pt x="2414238" y="0"/>
                          <a:pt x="2467260" y="53022"/>
                          <a:pt x="2467260" y="118428"/>
                        </a:cubicBezTo>
                        <a:lnTo>
                          <a:pt x="2467260" y="2505830"/>
                        </a:lnTo>
                        <a:cubicBezTo>
                          <a:pt x="2467260" y="2571236"/>
                          <a:pt x="2414238" y="2624258"/>
                          <a:pt x="2348832" y="2624258"/>
                        </a:cubicBezTo>
                        <a:lnTo>
                          <a:pt x="118428" y="2624258"/>
                        </a:lnTo>
                        <a:cubicBezTo>
                          <a:pt x="53022" y="2624258"/>
                          <a:pt x="0" y="2571236"/>
                          <a:pt x="0" y="2505830"/>
                        </a:cubicBezTo>
                        <a:lnTo>
                          <a:pt x="0" y="118428"/>
                        </a:lnTo>
                        <a:cubicBezTo>
                          <a:pt x="0" y="53022"/>
                          <a:pt x="53022" y="0"/>
                          <a:pt x="118428" y="0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685783">
                      <a:defRPr/>
                    </a:pPr>
                    <a:endParaRPr lang="en-US" sz="1350" kern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6FC07B4-5D68-4305-A8C3-0268FE2C181E}"/>
                </a:ext>
              </a:extLst>
            </p:cNvPr>
            <p:cNvGrpSpPr/>
            <p:nvPr/>
          </p:nvGrpSpPr>
          <p:grpSpPr>
            <a:xfrm>
              <a:off x="5037699" y="599727"/>
              <a:ext cx="5163362" cy="5477498"/>
              <a:chOff x="5037698" y="599727"/>
              <a:chExt cx="5163362" cy="547749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EFB77452-CE31-4D1F-B719-DF087A55F755}"/>
                  </a:ext>
                </a:extLst>
              </p:cNvPr>
              <p:cNvGrpSpPr/>
              <p:nvPr/>
            </p:nvGrpSpPr>
            <p:grpSpPr>
              <a:xfrm>
                <a:off x="6268026" y="2513686"/>
                <a:ext cx="3229727" cy="1830303"/>
                <a:chOff x="6268026" y="2513686"/>
                <a:chExt cx="3229727" cy="1830303"/>
              </a:xfrm>
            </p:grpSpPr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6F943259-6AEE-46E5-B603-ABDF2695FDF1}"/>
                    </a:ext>
                  </a:extLst>
                </p:cNvPr>
                <p:cNvCxnSpPr/>
                <p:nvPr/>
              </p:nvCxnSpPr>
              <p:spPr>
                <a:xfrm flipH="1">
                  <a:off x="6268026" y="2791058"/>
                  <a:ext cx="2651760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4C682128-7E12-499F-841D-51B2D8B9E2A3}"/>
                    </a:ext>
                  </a:extLst>
                </p:cNvPr>
                <p:cNvGrpSpPr/>
                <p:nvPr/>
              </p:nvGrpSpPr>
              <p:grpSpPr>
                <a:xfrm flipH="1">
                  <a:off x="7130190" y="2990997"/>
                  <a:ext cx="2367563" cy="1352992"/>
                  <a:chOff x="3141176" y="4760929"/>
                  <a:chExt cx="2279191" cy="1276806"/>
                </a:xfrm>
              </p:grpSpPr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12ED9301-1508-429E-A5A6-DDCFD7CCE01E}"/>
                      </a:ext>
                    </a:extLst>
                  </p:cNvPr>
                  <p:cNvSpPr/>
                  <p:nvPr/>
                </p:nvSpPr>
                <p:spPr>
                  <a:xfrm>
                    <a:off x="3141176" y="4760929"/>
                    <a:ext cx="2279191" cy="35922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350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App-Centric </a:t>
                    </a:r>
                    <a:r>
                      <a:rPr lang="en-US" sz="1350" b="1" u="sng" dirty="0">
                        <a:solidFill>
                          <a:schemeClr val="accent2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View</a:t>
                    </a:r>
                    <a:endParaRPr lang="en-US" sz="1350" b="1" u="sng" dirty="0">
                      <a:solidFill>
                        <a:schemeClr val="accent2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4C106DEB-96E4-492D-8625-90EF1B1A093C}"/>
                      </a:ext>
                    </a:extLst>
                  </p:cNvPr>
                  <p:cNvSpPr/>
                  <p:nvPr/>
                </p:nvSpPr>
                <p:spPr>
                  <a:xfrm>
                    <a:off x="3506385" y="5153482"/>
                    <a:ext cx="1869844" cy="884253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050" dirty="0">
                        <a:latin typeface="Helvetica" panose="020B0604020202020204" pitchFamily="2" charset="0"/>
                      </a:rPr>
                      <a:t>Optimize Infrastructure and Operation based on production usage of application.</a:t>
                    </a:r>
                  </a:p>
                </p:txBody>
              </p:sp>
            </p:grpSp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355584D6-AF0E-4D66-9642-87E1988F2C0E}"/>
                    </a:ext>
                  </a:extLst>
                </p:cNvPr>
                <p:cNvGrpSpPr/>
                <p:nvPr/>
              </p:nvGrpSpPr>
              <p:grpSpPr>
                <a:xfrm>
                  <a:off x="7880817" y="2513686"/>
                  <a:ext cx="530307" cy="530307"/>
                  <a:chOff x="6880837" y="2193990"/>
                  <a:chExt cx="1216152" cy="1216152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grpSp>
                <p:nvGrpSpPr>
                  <p:cNvPr id="89" name="Group 88">
                    <a:extLst>
                      <a:ext uri="{FF2B5EF4-FFF2-40B4-BE49-F238E27FC236}">
                        <a16:creationId xmlns:a16="http://schemas.microsoft.com/office/drawing/2014/main" id="{361E2AD2-275D-4336-9699-E1B39BBD24D9}"/>
                      </a:ext>
                    </a:extLst>
                  </p:cNvPr>
                  <p:cNvGrpSpPr/>
                  <p:nvPr/>
                </p:nvGrpSpPr>
                <p:grpSpPr>
                  <a:xfrm>
                    <a:off x="6880837" y="2193990"/>
                    <a:ext cx="1216152" cy="1216152"/>
                    <a:chOff x="320722" y="634457"/>
                    <a:chExt cx="1444752" cy="1444752"/>
                  </a:xfrm>
                  <a:effectLst/>
                </p:grpSpPr>
                <p:sp>
                  <p:nvSpPr>
                    <p:cNvPr id="91" name="Oval 90">
                      <a:extLst>
                        <a:ext uri="{FF2B5EF4-FFF2-40B4-BE49-F238E27FC236}">
                          <a16:creationId xmlns:a16="http://schemas.microsoft.com/office/drawing/2014/main" id="{EDD43296-E72F-42AE-94F8-3501BAA2FD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722" y="634457"/>
                      <a:ext cx="1444752" cy="1444752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685783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F49E798E-A505-4933-98E7-DCB7BBF55B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325" y="698060"/>
                      <a:ext cx="1317546" cy="1317546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685783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sp>
                <p:nvSpPr>
                  <p:cNvPr id="90" name="Freeform 167">
                    <a:extLst>
                      <a:ext uri="{FF2B5EF4-FFF2-40B4-BE49-F238E27FC236}">
                        <a16:creationId xmlns:a16="http://schemas.microsoft.com/office/drawing/2014/main" id="{02629FA8-6B82-4D5D-A08E-E28CD55A5B8F}"/>
                      </a:ext>
                    </a:extLst>
                  </p:cNvPr>
                  <p:cNvSpPr/>
                  <p:nvPr/>
                </p:nvSpPr>
                <p:spPr>
                  <a:xfrm>
                    <a:off x="7102386" y="2523605"/>
                    <a:ext cx="773055" cy="556922"/>
                  </a:xfrm>
                  <a:custGeom>
                    <a:avLst/>
                    <a:gdLst>
                      <a:gd name="connsiteX0" fmla="*/ 296810 w 773055"/>
                      <a:gd name="connsiteY0" fmla="*/ 486733 h 556922"/>
                      <a:gd name="connsiteX1" fmla="*/ 296810 w 773055"/>
                      <a:gd name="connsiteY1" fmla="*/ 502106 h 556922"/>
                      <a:gd name="connsiteX2" fmla="*/ 474841 w 773055"/>
                      <a:gd name="connsiteY2" fmla="*/ 502106 h 556922"/>
                      <a:gd name="connsiteX3" fmla="*/ 474841 w 773055"/>
                      <a:gd name="connsiteY3" fmla="*/ 486733 h 556922"/>
                      <a:gd name="connsiteX4" fmla="*/ 164901 w 773055"/>
                      <a:gd name="connsiteY4" fmla="*/ 325113 h 556922"/>
                      <a:gd name="connsiteX5" fmla="*/ 253949 w 773055"/>
                      <a:gd name="connsiteY5" fmla="*/ 325113 h 556922"/>
                      <a:gd name="connsiteX6" fmla="*/ 253949 w 773055"/>
                      <a:gd name="connsiteY6" fmla="*/ 398521 h 556922"/>
                      <a:gd name="connsiteX7" fmla="*/ 164901 w 773055"/>
                      <a:gd name="connsiteY7" fmla="*/ 398521 h 556922"/>
                      <a:gd name="connsiteX8" fmla="*/ 288038 w 773055"/>
                      <a:gd name="connsiteY8" fmla="*/ 253476 h 556922"/>
                      <a:gd name="connsiteX9" fmla="*/ 375022 w 773055"/>
                      <a:gd name="connsiteY9" fmla="*/ 253476 h 556922"/>
                      <a:gd name="connsiteX10" fmla="*/ 375022 w 773055"/>
                      <a:gd name="connsiteY10" fmla="*/ 397947 h 556922"/>
                      <a:gd name="connsiteX11" fmla="*/ 288038 w 773055"/>
                      <a:gd name="connsiteY11" fmla="*/ 397947 h 556922"/>
                      <a:gd name="connsiteX12" fmla="*/ 408593 w 773055"/>
                      <a:gd name="connsiteY12" fmla="*/ 195406 h 556922"/>
                      <a:gd name="connsiteX13" fmla="*/ 495577 w 773055"/>
                      <a:gd name="connsiteY13" fmla="*/ 195406 h 556922"/>
                      <a:gd name="connsiteX14" fmla="*/ 495577 w 773055"/>
                      <a:gd name="connsiteY14" fmla="*/ 397883 h 556922"/>
                      <a:gd name="connsiteX15" fmla="*/ 408593 w 773055"/>
                      <a:gd name="connsiteY15" fmla="*/ 397883 h 556922"/>
                      <a:gd name="connsiteX16" fmla="*/ 529165 w 773055"/>
                      <a:gd name="connsiteY16" fmla="*/ 111180 h 556922"/>
                      <a:gd name="connsiteX17" fmla="*/ 616149 w 773055"/>
                      <a:gd name="connsiteY17" fmla="*/ 111180 h 556922"/>
                      <a:gd name="connsiteX18" fmla="*/ 616149 w 773055"/>
                      <a:gd name="connsiteY18" fmla="*/ 397672 h 556922"/>
                      <a:gd name="connsiteX19" fmla="*/ 529165 w 773055"/>
                      <a:gd name="connsiteY19" fmla="*/ 397672 h 556922"/>
                      <a:gd name="connsiteX20" fmla="*/ 92645 w 773055"/>
                      <a:gd name="connsiteY20" fmla="*/ 45642 h 556922"/>
                      <a:gd name="connsiteX21" fmla="*/ 92645 w 773055"/>
                      <a:gd name="connsiteY21" fmla="*/ 439521 h 556922"/>
                      <a:gd name="connsiteX22" fmla="*/ 682470 w 773055"/>
                      <a:gd name="connsiteY22" fmla="*/ 439521 h 556922"/>
                      <a:gd name="connsiteX23" fmla="*/ 682470 w 773055"/>
                      <a:gd name="connsiteY23" fmla="*/ 45642 h 556922"/>
                      <a:gd name="connsiteX24" fmla="*/ 78943 w 773055"/>
                      <a:gd name="connsiteY24" fmla="*/ 0 h 556922"/>
                      <a:gd name="connsiteX25" fmla="*/ 698605 w 773055"/>
                      <a:gd name="connsiteY25" fmla="*/ 0 h 556922"/>
                      <a:gd name="connsiteX26" fmla="*/ 731030 w 773055"/>
                      <a:gd name="connsiteY26" fmla="*/ 32425 h 556922"/>
                      <a:gd name="connsiteX27" fmla="*/ 731030 w 773055"/>
                      <a:gd name="connsiteY27" fmla="*/ 440522 h 556922"/>
                      <a:gd name="connsiteX28" fmla="*/ 773055 w 773055"/>
                      <a:gd name="connsiteY28" fmla="*/ 440522 h 556922"/>
                      <a:gd name="connsiteX29" fmla="*/ 773055 w 773055"/>
                      <a:gd name="connsiteY29" fmla="*/ 515809 h 556922"/>
                      <a:gd name="connsiteX30" fmla="*/ 731942 w 773055"/>
                      <a:gd name="connsiteY30" fmla="*/ 556922 h 556922"/>
                      <a:gd name="connsiteX31" fmla="*/ 41113 w 773055"/>
                      <a:gd name="connsiteY31" fmla="*/ 556922 h 556922"/>
                      <a:gd name="connsiteX32" fmla="*/ 0 w 773055"/>
                      <a:gd name="connsiteY32" fmla="*/ 515809 h 556922"/>
                      <a:gd name="connsiteX33" fmla="*/ 0 w 773055"/>
                      <a:gd name="connsiteY33" fmla="*/ 440522 h 556922"/>
                      <a:gd name="connsiteX34" fmla="*/ 46519 w 773055"/>
                      <a:gd name="connsiteY34" fmla="*/ 440522 h 556922"/>
                      <a:gd name="connsiteX35" fmla="*/ 46519 w 773055"/>
                      <a:gd name="connsiteY35" fmla="*/ 32425 h 556922"/>
                      <a:gd name="connsiteX36" fmla="*/ 78943 w 773055"/>
                      <a:gd name="connsiteY36" fmla="*/ 0 h 5569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</a:cxnLst>
                    <a:rect l="l" t="t" r="r" b="b"/>
                    <a:pathLst>
                      <a:path w="773055" h="556922">
                        <a:moveTo>
                          <a:pt x="296810" y="486733"/>
                        </a:moveTo>
                        <a:lnTo>
                          <a:pt x="296810" y="502106"/>
                        </a:lnTo>
                        <a:lnTo>
                          <a:pt x="474841" y="502106"/>
                        </a:lnTo>
                        <a:lnTo>
                          <a:pt x="474841" y="486733"/>
                        </a:lnTo>
                        <a:close/>
                        <a:moveTo>
                          <a:pt x="164901" y="325113"/>
                        </a:moveTo>
                        <a:lnTo>
                          <a:pt x="253949" y="325113"/>
                        </a:lnTo>
                        <a:lnTo>
                          <a:pt x="253949" y="398521"/>
                        </a:lnTo>
                        <a:lnTo>
                          <a:pt x="164901" y="398521"/>
                        </a:lnTo>
                        <a:close/>
                        <a:moveTo>
                          <a:pt x="288038" y="253476"/>
                        </a:moveTo>
                        <a:lnTo>
                          <a:pt x="375022" y="253476"/>
                        </a:lnTo>
                        <a:lnTo>
                          <a:pt x="375022" y="397947"/>
                        </a:lnTo>
                        <a:lnTo>
                          <a:pt x="288038" y="397947"/>
                        </a:lnTo>
                        <a:close/>
                        <a:moveTo>
                          <a:pt x="408593" y="195406"/>
                        </a:moveTo>
                        <a:lnTo>
                          <a:pt x="495577" y="195406"/>
                        </a:lnTo>
                        <a:lnTo>
                          <a:pt x="495577" y="397883"/>
                        </a:lnTo>
                        <a:lnTo>
                          <a:pt x="408593" y="397883"/>
                        </a:lnTo>
                        <a:close/>
                        <a:moveTo>
                          <a:pt x="529165" y="111180"/>
                        </a:moveTo>
                        <a:lnTo>
                          <a:pt x="616149" y="111180"/>
                        </a:lnTo>
                        <a:lnTo>
                          <a:pt x="616149" y="397672"/>
                        </a:lnTo>
                        <a:lnTo>
                          <a:pt x="529165" y="397672"/>
                        </a:lnTo>
                        <a:close/>
                        <a:moveTo>
                          <a:pt x="92645" y="45642"/>
                        </a:moveTo>
                        <a:lnTo>
                          <a:pt x="92645" y="439521"/>
                        </a:lnTo>
                        <a:lnTo>
                          <a:pt x="682470" y="439521"/>
                        </a:lnTo>
                        <a:lnTo>
                          <a:pt x="682470" y="45642"/>
                        </a:lnTo>
                        <a:close/>
                        <a:moveTo>
                          <a:pt x="78943" y="0"/>
                        </a:moveTo>
                        <a:lnTo>
                          <a:pt x="698605" y="0"/>
                        </a:lnTo>
                        <a:cubicBezTo>
                          <a:pt x="716513" y="0"/>
                          <a:pt x="731030" y="14517"/>
                          <a:pt x="731030" y="32425"/>
                        </a:cubicBezTo>
                        <a:lnTo>
                          <a:pt x="731030" y="440522"/>
                        </a:lnTo>
                        <a:lnTo>
                          <a:pt x="773055" y="440522"/>
                        </a:lnTo>
                        <a:lnTo>
                          <a:pt x="773055" y="515809"/>
                        </a:lnTo>
                        <a:cubicBezTo>
                          <a:pt x="773055" y="538515"/>
                          <a:pt x="754648" y="556922"/>
                          <a:pt x="731942" y="556922"/>
                        </a:cubicBezTo>
                        <a:lnTo>
                          <a:pt x="41113" y="556922"/>
                        </a:lnTo>
                        <a:cubicBezTo>
                          <a:pt x="18407" y="556922"/>
                          <a:pt x="0" y="538515"/>
                          <a:pt x="0" y="515809"/>
                        </a:cubicBezTo>
                        <a:lnTo>
                          <a:pt x="0" y="440522"/>
                        </a:lnTo>
                        <a:lnTo>
                          <a:pt x="46519" y="440522"/>
                        </a:lnTo>
                        <a:lnTo>
                          <a:pt x="46519" y="32425"/>
                        </a:lnTo>
                        <a:cubicBezTo>
                          <a:pt x="46519" y="14517"/>
                          <a:pt x="61036" y="0"/>
                          <a:pt x="78943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algn="ctr" defTabSz="685783">
                      <a:defRPr/>
                    </a:pPr>
                    <a:endParaRPr lang="en-US" sz="1350" kern="0">
                      <a:solidFill>
                        <a:prstClr val="white"/>
                      </a:solidFill>
                      <a:latin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783CC8F6-1523-494A-B5ED-DB1E8C13FC98}"/>
                  </a:ext>
                </a:extLst>
              </p:cNvPr>
              <p:cNvGrpSpPr/>
              <p:nvPr/>
            </p:nvGrpSpPr>
            <p:grpSpPr>
              <a:xfrm>
                <a:off x="5037698" y="599727"/>
                <a:ext cx="4202348" cy="2042288"/>
                <a:chOff x="5037698" y="599727"/>
                <a:chExt cx="4202348" cy="2042288"/>
              </a:xfrm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6EB0620F-904C-464E-BDDA-FDFE586CB401}"/>
                    </a:ext>
                  </a:extLst>
                </p:cNvPr>
                <p:cNvCxnSpPr/>
                <p:nvPr/>
              </p:nvCxnSpPr>
              <p:spPr>
                <a:xfrm flipH="1">
                  <a:off x="5037698" y="870145"/>
                  <a:ext cx="3882088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317EB264-DB03-4369-88B1-27AD6914E3EB}"/>
                    </a:ext>
                  </a:extLst>
                </p:cNvPr>
                <p:cNvGrpSpPr/>
                <p:nvPr/>
              </p:nvGrpSpPr>
              <p:grpSpPr>
                <a:xfrm flipH="1">
                  <a:off x="7112508" y="1070072"/>
                  <a:ext cx="2127538" cy="1571943"/>
                  <a:chOff x="3389261" y="4760929"/>
                  <a:chExt cx="2048124" cy="1483432"/>
                </a:xfrm>
              </p:grpSpPr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6CF356B8-B84D-4D8C-B353-07AF379F105C}"/>
                      </a:ext>
                    </a:extLst>
                  </p:cNvPr>
                  <p:cNvSpPr/>
                  <p:nvPr/>
                </p:nvSpPr>
                <p:spPr>
                  <a:xfrm>
                    <a:off x="3527385" y="4760929"/>
                    <a:ext cx="1910000" cy="35922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350" b="1" u="sng" dirty="0">
                        <a:latin typeface="Agency FB" panose="020B0503020202020204" pitchFamily="34" charset="0"/>
                        <a:cs typeface="Arial" pitchFamily="34" charset="0"/>
                      </a:rPr>
                      <a:t>Software</a:t>
                    </a:r>
                    <a:r>
                      <a:rPr lang="en-US" sz="1350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 </a:t>
                    </a:r>
                    <a:r>
                      <a:rPr lang="en-US" sz="1350" b="1" u="sng" dirty="0">
                        <a:solidFill>
                          <a:schemeClr val="accent1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Defined</a:t>
                    </a:r>
                    <a:endParaRPr lang="en-US" sz="1350" b="1" u="sng" dirty="0">
                      <a:solidFill>
                        <a:schemeClr val="accent1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85" name="Rectangle 84">
                    <a:extLst>
                      <a:ext uri="{FF2B5EF4-FFF2-40B4-BE49-F238E27FC236}">
                        <a16:creationId xmlns:a16="http://schemas.microsoft.com/office/drawing/2014/main" id="{0FABAF7E-4975-4537-AB10-CCAB098E54AF}"/>
                      </a:ext>
                    </a:extLst>
                  </p:cNvPr>
                  <p:cNvSpPr/>
                  <p:nvPr/>
                </p:nvSpPr>
                <p:spPr>
                  <a:xfrm>
                    <a:off x="3389261" y="5166678"/>
                    <a:ext cx="2014354" cy="1077683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050" dirty="0">
                        <a:latin typeface="Helvetica" panose="020B0604020202020204" pitchFamily="2" charset="0"/>
                      </a:rPr>
                      <a:t>Infrastructure /Cloud provisioning through standard compliant templates, liquid elastic layer.</a:t>
                    </a:r>
                  </a:p>
                </p:txBody>
              </p: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E5A0C4D5-1CAF-491C-B075-DE77EBDBAA67}"/>
                    </a:ext>
                  </a:extLst>
                </p:cNvPr>
                <p:cNvGrpSpPr/>
                <p:nvPr/>
              </p:nvGrpSpPr>
              <p:grpSpPr>
                <a:xfrm>
                  <a:off x="7875439" y="599727"/>
                  <a:ext cx="530307" cy="530307"/>
                  <a:chOff x="7875439" y="599727"/>
                  <a:chExt cx="530307" cy="530307"/>
                </a:xfrm>
              </p:grpSpPr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012BDF5A-28A7-4A7D-AE0A-3930D1C8EC2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7875439" y="599727"/>
                    <a:ext cx="530307" cy="530307"/>
                    <a:chOff x="320722" y="634457"/>
                    <a:chExt cx="1444752" cy="1444752"/>
                  </a:xfrm>
                  <a:effectLst/>
                </p:grpSpPr>
                <p:sp>
                  <p:nvSpPr>
                    <p:cNvPr id="82" name="Oval 81">
                      <a:extLst>
                        <a:ext uri="{FF2B5EF4-FFF2-40B4-BE49-F238E27FC236}">
                          <a16:creationId xmlns:a16="http://schemas.microsoft.com/office/drawing/2014/main" id="{EA2353C6-05A2-478F-8298-EA37376790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722" y="634457"/>
                      <a:ext cx="1444752" cy="1444752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685783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3" name="Oval 82">
                      <a:extLst>
                        <a:ext uri="{FF2B5EF4-FFF2-40B4-BE49-F238E27FC236}">
                          <a16:creationId xmlns:a16="http://schemas.microsoft.com/office/drawing/2014/main" id="{358F0188-BC55-4674-B2C4-32491741CA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325" y="698060"/>
                      <a:ext cx="1317546" cy="1317546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685783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CBE55CCC-B754-482F-8307-F2F64D0BFE08}"/>
                      </a:ext>
                    </a:extLst>
                  </p:cNvPr>
                  <p:cNvGrpSpPr/>
                  <p:nvPr/>
                </p:nvGrpSpPr>
                <p:grpSpPr>
                  <a:xfrm rot="1865565">
                    <a:off x="8066415" y="697770"/>
                    <a:ext cx="188572" cy="301460"/>
                    <a:chOff x="-4076461" y="339339"/>
                    <a:chExt cx="3949778" cy="6314304"/>
                  </a:xfrm>
                  <a:solidFill>
                    <a:schemeClr val="bg1"/>
                  </a:solidFill>
                </p:grpSpPr>
                <p:grpSp>
                  <p:nvGrpSpPr>
                    <p:cNvPr id="73" name="Group 72">
                      <a:extLst>
                        <a:ext uri="{FF2B5EF4-FFF2-40B4-BE49-F238E27FC236}">
                          <a16:creationId xmlns:a16="http://schemas.microsoft.com/office/drawing/2014/main" id="{32EC76B0-0CC9-41BC-9135-BE64FE0E22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512843" y="339339"/>
                      <a:ext cx="1088958" cy="4888781"/>
                      <a:chOff x="5047977" y="-95001"/>
                      <a:chExt cx="1088958" cy="4888781"/>
                    </a:xfrm>
                    <a:grpFill/>
                  </p:grpSpPr>
                  <p:sp>
                    <p:nvSpPr>
                      <p:cNvPr id="75" name="Rectangle 16">
                        <a:extLst>
                          <a:ext uri="{FF2B5EF4-FFF2-40B4-BE49-F238E27FC236}">
                            <a16:creationId xmlns:a16="http://schemas.microsoft.com/office/drawing/2014/main" id="{42C7A4F4-6EFA-4A48-B1BC-0EEE5B63FA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084117" y="-95001"/>
                        <a:ext cx="278344" cy="423612"/>
                      </a:xfrm>
                      <a:custGeom>
                        <a:avLst/>
                        <a:gdLst>
                          <a:gd name="connsiteX0" fmla="*/ 0 w 406400"/>
                          <a:gd name="connsiteY0" fmla="*/ 0 h 311943"/>
                          <a:gd name="connsiteX1" fmla="*/ 406400 w 406400"/>
                          <a:gd name="connsiteY1" fmla="*/ 0 h 311943"/>
                          <a:gd name="connsiteX2" fmla="*/ 406400 w 406400"/>
                          <a:gd name="connsiteY2" fmla="*/ 311943 h 311943"/>
                          <a:gd name="connsiteX3" fmla="*/ 0 w 406400"/>
                          <a:gd name="connsiteY3" fmla="*/ 311943 h 311943"/>
                          <a:gd name="connsiteX4" fmla="*/ 0 w 406400"/>
                          <a:gd name="connsiteY4" fmla="*/ 0 h 311943"/>
                          <a:gd name="connsiteX0" fmla="*/ 0 w 406400"/>
                          <a:gd name="connsiteY0" fmla="*/ 0 h 314324"/>
                          <a:gd name="connsiteX1" fmla="*/ 406400 w 406400"/>
                          <a:gd name="connsiteY1" fmla="*/ 0 h 314324"/>
                          <a:gd name="connsiteX2" fmla="*/ 406400 w 406400"/>
                          <a:gd name="connsiteY2" fmla="*/ 311943 h 314324"/>
                          <a:gd name="connsiteX3" fmla="*/ 57150 w 406400"/>
                          <a:gd name="connsiteY3" fmla="*/ 314324 h 314324"/>
                          <a:gd name="connsiteX4" fmla="*/ 0 w 406400"/>
                          <a:gd name="connsiteY4" fmla="*/ 0 h 314324"/>
                          <a:gd name="connsiteX0" fmla="*/ 0 w 406400"/>
                          <a:gd name="connsiteY0" fmla="*/ 0 h 314324"/>
                          <a:gd name="connsiteX1" fmla="*/ 406400 w 406400"/>
                          <a:gd name="connsiteY1" fmla="*/ 0 h 314324"/>
                          <a:gd name="connsiteX2" fmla="*/ 270668 w 406400"/>
                          <a:gd name="connsiteY2" fmla="*/ 259555 h 314324"/>
                          <a:gd name="connsiteX3" fmla="*/ 57150 w 406400"/>
                          <a:gd name="connsiteY3" fmla="*/ 314324 h 314324"/>
                          <a:gd name="connsiteX4" fmla="*/ 0 w 406400"/>
                          <a:gd name="connsiteY4" fmla="*/ 0 h 314324"/>
                          <a:gd name="connsiteX0" fmla="*/ 0 w 270668"/>
                          <a:gd name="connsiteY0" fmla="*/ 78581 h 392905"/>
                          <a:gd name="connsiteX1" fmla="*/ 201613 w 270668"/>
                          <a:gd name="connsiteY1" fmla="*/ 0 h 392905"/>
                          <a:gd name="connsiteX2" fmla="*/ 270668 w 270668"/>
                          <a:gd name="connsiteY2" fmla="*/ 338136 h 392905"/>
                          <a:gd name="connsiteX3" fmla="*/ 57150 w 270668"/>
                          <a:gd name="connsiteY3" fmla="*/ 392905 h 392905"/>
                          <a:gd name="connsiteX4" fmla="*/ 0 w 270668"/>
                          <a:gd name="connsiteY4" fmla="*/ 78581 h 392905"/>
                          <a:gd name="connsiteX0" fmla="*/ 0 w 277812"/>
                          <a:gd name="connsiteY0" fmla="*/ 76200 h 392905"/>
                          <a:gd name="connsiteX1" fmla="*/ 208757 w 277812"/>
                          <a:gd name="connsiteY1" fmla="*/ 0 h 392905"/>
                          <a:gd name="connsiteX2" fmla="*/ 277812 w 277812"/>
                          <a:gd name="connsiteY2" fmla="*/ 338136 h 392905"/>
                          <a:gd name="connsiteX3" fmla="*/ 64294 w 277812"/>
                          <a:gd name="connsiteY3" fmla="*/ 392905 h 392905"/>
                          <a:gd name="connsiteX4" fmla="*/ 0 w 277812"/>
                          <a:gd name="connsiteY4" fmla="*/ 76200 h 392905"/>
                          <a:gd name="connsiteX0" fmla="*/ 1866 w 279678"/>
                          <a:gd name="connsiteY0" fmla="*/ 76200 h 392905"/>
                          <a:gd name="connsiteX1" fmla="*/ 210623 w 279678"/>
                          <a:gd name="connsiteY1" fmla="*/ 0 h 392905"/>
                          <a:gd name="connsiteX2" fmla="*/ 279678 w 279678"/>
                          <a:gd name="connsiteY2" fmla="*/ 338136 h 392905"/>
                          <a:gd name="connsiteX3" fmla="*/ 66160 w 279678"/>
                          <a:gd name="connsiteY3" fmla="*/ 392905 h 392905"/>
                          <a:gd name="connsiteX4" fmla="*/ 1866 w 279678"/>
                          <a:gd name="connsiteY4" fmla="*/ 76200 h 392905"/>
                          <a:gd name="connsiteX0" fmla="*/ 1891 w 279703"/>
                          <a:gd name="connsiteY0" fmla="*/ 109176 h 425881"/>
                          <a:gd name="connsiteX1" fmla="*/ 210648 w 279703"/>
                          <a:gd name="connsiteY1" fmla="*/ 32976 h 425881"/>
                          <a:gd name="connsiteX2" fmla="*/ 279703 w 279703"/>
                          <a:gd name="connsiteY2" fmla="*/ 371112 h 425881"/>
                          <a:gd name="connsiteX3" fmla="*/ 66185 w 279703"/>
                          <a:gd name="connsiteY3" fmla="*/ 425881 h 425881"/>
                          <a:gd name="connsiteX4" fmla="*/ 1891 w 279703"/>
                          <a:gd name="connsiteY4" fmla="*/ 109176 h 425881"/>
                          <a:gd name="connsiteX0" fmla="*/ 1891 w 279703"/>
                          <a:gd name="connsiteY0" fmla="*/ 113395 h 430100"/>
                          <a:gd name="connsiteX1" fmla="*/ 210648 w 279703"/>
                          <a:gd name="connsiteY1" fmla="*/ 37195 h 430100"/>
                          <a:gd name="connsiteX2" fmla="*/ 279703 w 279703"/>
                          <a:gd name="connsiteY2" fmla="*/ 375331 h 430100"/>
                          <a:gd name="connsiteX3" fmla="*/ 66185 w 279703"/>
                          <a:gd name="connsiteY3" fmla="*/ 430100 h 430100"/>
                          <a:gd name="connsiteX4" fmla="*/ 1891 w 279703"/>
                          <a:gd name="connsiteY4" fmla="*/ 113395 h 430100"/>
                          <a:gd name="connsiteX0" fmla="*/ 1709 w 279521"/>
                          <a:gd name="connsiteY0" fmla="*/ 114450 h 431155"/>
                          <a:gd name="connsiteX1" fmla="*/ 210466 w 279521"/>
                          <a:gd name="connsiteY1" fmla="*/ 38250 h 431155"/>
                          <a:gd name="connsiteX2" fmla="*/ 279521 w 279521"/>
                          <a:gd name="connsiteY2" fmla="*/ 376386 h 431155"/>
                          <a:gd name="connsiteX3" fmla="*/ 66003 w 279521"/>
                          <a:gd name="connsiteY3" fmla="*/ 431155 h 431155"/>
                          <a:gd name="connsiteX4" fmla="*/ 1709 w 279521"/>
                          <a:gd name="connsiteY4" fmla="*/ 114450 h 431155"/>
                          <a:gd name="connsiteX0" fmla="*/ 554 w 278366"/>
                          <a:gd name="connsiteY0" fmla="*/ 114450 h 431155"/>
                          <a:gd name="connsiteX1" fmla="*/ 209311 w 278366"/>
                          <a:gd name="connsiteY1" fmla="*/ 38250 h 431155"/>
                          <a:gd name="connsiteX2" fmla="*/ 278366 w 278366"/>
                          <a:gd name="connsiteY2" fmla="*/ 376386 h 431155"/>
                          <a:gd name="connsiteX3" fmla="*/ 64848 w 278366"/>
                          <a:gd name="connsiteY3" fmla="*/ 431155 h 431155"/>
                          <a:gd name="connsiteX4" fmla="*/ 554 w 278366"/>
                          <a:gd name="connsiteY4" fmla="*/ 114450 h 431155"/>
                          <a:gd name="connsiteX0" fmla="*/ 539 w 278351"/>
                          <a:gd name="connsiteY0" fmla="*/ 103734 h 420439"/>
                          <a:gd name="connsiteX1" fmla="*/ 214058 w 278351"/>
                          <a:gd name="connsiteY1" fmla="*/ 41822 h 420439"/>
                          <a:gd name="connsiteX2" fmla="*/ 278351 w 278351"/>
                          <a:gd name="connsiteY2" fmla="*/ 365670 h 420439"/>
                          <a:gd name="connsiteX3" fmla="*/ 64833 w 278351"/>
                          <a:gd name="connsiteY3" fmla="*/ 420439 h 420439"/>
                          <a:gd name="connsiteX4" fmla="*/ 539 w 278351"/>
                          <a:gd name="connsiteY4" fmla="*/ 103734 h 420439"/>
                          <a:gd name="connsiteX0" fmla="*/ 532 w 278344"/>
                          <a:gd name="connsiteY0" fmla="*/ 106907 h 423612"/>
                          <a:gd name="connsiteX1" fmla="*/ 214051 w 278344"/>
                          <a:gd name="connsiteY1" fmla="*/ 44995 h 423612"/>
                          <a:gd name="connsiteX2" fmla="*/ 278344 w 278344"/>
                          <a:gd name="connsiteY2" fmla="*/ 368843 h 423612"/>
                          <a:gd name="connsiteX3" fmla="*/ 64826 w 278344"/>
                          <a:gd name="connsiteY3" fmla="*/ 423612 h 423612"/>
                          <a:gd name="connsiteX4" fmla="*/ 532 w 278344"/>
                          <a:gd name="connsiteY4" fmla="*/ 106907 h 4236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78344" h="423612">
                            <a:moveTo>
                              <a:pt x="532" y="106907"/>
                            </a:moveTo>
                            <a:cubicBezTo>
                              <a:pt x="-10845" y="19595"/>
                              <a:pt x="163515" y="-48667"/>
                              <a:pt x="214051" y="44995"/>
                            </a:cubicBezTo>
                            <a:lnTo>
                              <a:pt x="278344" y="368843"/>
                            </a:lnTo>
                            <a:lnTo>
                              <a:pt x="64826" y="423612"/>
                            </a:lnTo>
                            <a:lnTo>
                              <a:pt x="532" y="106907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0" dirty="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76" name="Rectangle 17">
                        <a:extLst>
                          <a:ext uri="{FF2B5EF4-FFF2-40B4-BE49-F238E27FC236}">
                            <a16:creationId xmlns:a16="http://schemas.microsoft.com/office/drawing/2014/main" id="{339BAE75-6993-4E59-96F2-2984E2516B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84183" y="2178039"/>
                        <a:ext cx="496888" cy="422616"/>
                      </a:xfrm>
                      <a:custGeom>
                        <a:avLst/>
                        <a:gdLst>
                          <a:gd name="connsiteX0" fmla="*/ 0 w 406400"/>
                          <a:gd name="connsiteY0" fmla="*/ 0 h 682171"/>
                          <a:gd name="connsiteX1" fmla="*/ 406400 w 406400"/>
                          <a:gd name="connsiteY1" fmla="*/ 0 h 682171"/>
                          <a:gd name="connsiteX2" fmla="*/ 406400 w 406400"/>
                          <a:gd name="connsiteY2" fmla="*/ 682171 h 682171"/>
                          <a:gd name="connsiteX3" fmla="*/ 0 w 406400"/>
                          <a:gd name="connsiteY3" fmla="*/ 682171 h 682171"/>
                          <a:gd name="connsiteX4" fmla="*/ 0 w 406400"/>
                          <a:gd name="connsiteY4" fmla="*/ 0 h 682171"/>
                          <a:gd name="connsiteX0" fmla="*/ 0 w 437356"/>
                          <a:gd name="connsiteY0" fmla="*/ 76200 h 758371"/>
                          <a:gd name="connsiteX1" fmla="*/ 437356 w 437356"/>
                          <a:gd name="connsiteY1" fmla="*/ 0 h 758371"/>
                          <a:gd name="connsiteX2" fmla="*/ 406400 w 437356"/>
                          <a:gd name="connsiteY2" fmla="*/ 758371 h 758371"/>
                          <a:gd name="connsiteX3" fmla="*/ 0 w 437356"/>
                          <a:gd name="connsiteY3" fmla="*/ 758371 h 758371"/>
                          <a:gd name="connsiteX4" fmla="*/ 0 w 437356"/>
                          <a:gd name="connsiteY4" fmla="*/ 76200 h 758371"/>
                          <a:gd name="connsiteX0" fmla="*/ 0 w 496888"/>
                          <a:gd name="connsiteY0" fmla="*/ 76200 h 758371"/>
                          <a:gd name="connsiteX1" fmla="*/ 437356 w 496888"/>
                          <a:gd name="connsiteY1" fmla="*/ 0 h 758371"/>
                          <a:gd name="connsiteX2" fmla="*/ 496888 w 496888"/>
                          <a:gd name="connsiteY2" fmla="*/ 320221 h 758371"/>
                          <a:gd name="connsiteX3" fmla="*/ 0 w 496888"/>
                          <a:gd name="connsiteY3" fmla="*/ 758371 h 758371"/>
                          <a:gd name="connsiteX4" fmla="*/ 0 w 496888"/>
                          <a:gd name="connsiteY4" fmla="*/ 76200 h 758371"/>
                          <a:gd name="connsiteX0" fmla="*/ 0 w 496888"/>
                          <a:gd name="connsiteY0" fmla="*/ 76200 h 408328"/>
                          <a:gd name="connsiteX1" fmla="*/ 437356 w 496888"/>
                          <a:gd name="connsiteY1" fmla="*/ 0 h 408328"/>
                          <a:gd name="connsiteX2" fmla="*/ 496888 w 496888"/>
                          <a:gd name="connsiteY2" fmla="*/ 320221 h 408328"/>
                          <a:gd name="connsiteX3" fmla="*/ 76200 w 496888"/>
                          <a:gd name="connsiteY3" fmla="*/ 408328 h 408328"/>
                          <a:gd name="connsiteX4" fmla="*/ 0 w 496888"/>
                          <a:gd name="connsiteY4" fmla="*/ 76200 h 408328"/>
                          <a:gd name="connsiteX0" fmla="*/ 0 w 496888"/>
                          <a:gd name="connsiteY0" fmla="*/ 90488 h 422616"/>
                          <a:gd name="connsiteX1" fmla="*/ 454025 w 496888"/>
                          <a:gd name="connsiteY1" fmla="*/ 0 h 422616"/>
                          <a:gd name="connsiteX2" fmla="*/ 496888 w 496888"/>
                          <a:gd name="connsiteY2" fmla="*/ 334509 h 422616"/>
                          <a:gd name="connsiteX3" fmla="*/ 76200 w 496888"/>
                          <a:gd name="connsiteY3" fmla="*/ 422616 h 422616"/>
                          <a:gd name="connsiteX4" fmla="*/ 0 w 496888"/>
                          <a:gd name="connsiteY4" fmla="*/ 90488 h 422616"/>
                          <a:gd name="connsiteX0" fmla="*/ 0 w 496888"/>
                          <a:gd name="connsiteY0" fmla="*/ 90488 h 422616"/>
                          <a:gd name="connsiteX1" fmla="*/ 451644 w 496888"/>
                          <a:gd name="connsiteY1" fmla="*/ 0 h 422616"/>
                          <a:gd name="connsiteX2" fmla="*/ 496888 w 496888"/>
                          <a:gd name="connsiteY2" fmla="*/ 334509 h 422616"/>
                          <a:gd name="connsiteX3" fmla="*/ 76200 w 496888"/>
                          <a:gd name="connsiteY3" fmla="*/ 422616 h 422616"/>
                          <a:gd name="connsiteX4" fmla="*/ 0 w 496888"/>
                          <a:gd name="connsiteY4" fmla="*/ 90488 h 4226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96888" h="422616">
                            <a:moveTo>
                              <a:pt x="0" y="90488"/>
                            </a:moveTo>
                            <a:lnTo>
                              <a:pt x="451644" y="0"/>
                            </a:lnTo>
                            <a:lnTo>
                              <a:pt x="496888" y="334509"/>
                            </a:lnTo>
                            <a:lnTo>
                              <a:pt x="76200" y="422616"/>
                            </a:lnTo>
                            <a:lnTo>
                              <a:pt x="0" y="90488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77" name="Rounded Rectangle 18">
                        <a:extLst>
                          <a:ext uri="{FF2B5EF4-FFF2-40B4-BE49-F238E27FC236}">
                            <a16:creationId xmlns:a16="http://schemas.microsoft.com/office/drawing/2014/main" id="{05900AF8-8771-40E4-AC57-94D563024D87}"/>
                          </a:ext>
                        </a:extLst>
                      </p:cNvPr>
                      <p:cNvSpPr/>
                      <p:nvPr/>
                    </p:nvSpPr>
                    <p:spPr>
                      <a:xfrm rot="20940000">
                        <a:off x="5047977" y="324169"/>
                        <a:ext cx="449762" cy="139499"/>
                      </a:xfrm>
                      <a:custGeom>
                        <a:avLst/>
                        <a:gdLst>
                          <a:gd name="connsiteX0" fmla="*/ 0 w 448142"/>
                          <a:gd name="connsiteY0" fmla="*/ 36608 h 219641"/>
                          <a:gd name="connsiteX1" fmla="*/ 36608 w 448142"/>
                          <a:gd name="connsiteY1" fmla="*/ 0 h 219641"/>
                          <a:gd name="connsiteX2" fmla="*/ 411534 w 448142"/>
                          <a:gd name="connsiteY2" fmla="*/ 0 h 219641"/>
                          <a:gd name="connsiteX3" fmla="*/ 448142 w 448142"/>
                          <a:gd name="connsiteY3" fmla="*/ 36608 h 219641"/>
                          <a:gd name="connsiteX4" fmla="*/ 448142 w 448142"/>
                          <a:gd name="connsiteY4" fmla="*/ 183033 h 219641"/>
                          <a:gd name="connsiteX5" fmla="*/ 411534 w 448142"/>
                          <a:gd name="connsiteY5" fmla="*/ 219641 h 219641"/>
                          <a:gd name="connsiteX6" fmla="*/ 36608 w 448142"/>
                          <a:gd name="connsiteY6" fmla="*/ 219641 h 219641"/>
                          <a:gd name="connsiteX7" fmla="*/ 0 w 448142"/>
                          <a:gd name="connsiteY7" fmla="*/ 183033 h 219641"/>
                          <a:gd name="connsiteX8" fmla="*/ 0 w 448142"/>
                          <a:gd name="connsiteY8" fmla="*/ 36608 h 219641"/>
                          <a:gd name="connsiteX0" fmla="*/ 0 w 448142"/>
                          <a:gd name="connsiteY0" fmla="*/ 36608 h 219641"/>
                          <a:gd name="connsiteX1" fmla="*/ 36608 w 448142"/>
                          <a:gd name="connsiteY1" fmla="*/ 0 h 219641"/>
                          <a:gd name="connsiteX2" fmla="*/ 411534 w 448142"/>
                          <a:gd name="connsiteY2" fmla="*/ 0 h 219641"/>
                          <a:gd name="connsiteX3" fmla="*/ 448142 w 448142"/>
                          <a:gd name="connsiteY3" fmla="*/ 36608 h 219641"/>
                          <a:gd name="connsiteX4" fmla="*/ 448142 w 448142"/>
                          <a:gd name="connsiteY4" fmla="*/ 183033 h 219641"/>
                          <a:gd name="connsiteX5" fmla="*/ 411534 w 448142"/>
                          <a:gd name="connsiteY5" fmla="*/ 219641 h 219641"/>
                          <a:gd name="connsiteX6" fmla="*/ 0 w 448142"/>
                          <a:gd name="connsiteY6" fmla="*/ 183033 h 219641"/>
                          <a:gd name="connsiteX7" fmla="*/ 0 w 448142"/>
                          <a:gd name="connsiteY7" fmla="*/ 36608 h 219641"/>
                          <a:gd name="connsiteX0" fmla="*/ 0 w 448142"/>
                          <a:gd name="connsiteY0" fmla="*/ 36608 h 201336"/>
                          <a:gd name="connsiteX1" fmla="*/ 36608 w 448142"/>
                          <a:gd name="connsiteY1" fmla="*/ 0 h 201336"/>
                          <a:gd name="connsiteX2" fmla="*/ 411534 w 448142"/>
                          <a:gd name="connsiteY2" fmla="*/ 0 h 201336"/>
                          <a:gd name="connsiteX3" fmla="*/ 448142 w 448142"/>
                          <a:gd name="connsiteY3" fmla="*/ 36608 h 201336"/>
                          <a:gd name="connsiteX4" fmla="*/ 448142 w 448142"/>
                          <a:gd name="connsiteY4" fmla="*/ 183033 h 201336"/>
                          <a:gd name="connsiteX5" fmla="*/ 0 w 448142"/>
                          <a:gd name="connsiteY5" fmla="*/ 183033 h 201336"/>
                          <a:gd name="connsiteX6" fmla="*/ 0 w 448142"/>
                          <a:gd name="connsiteY6" fmla="*/ 36608 h 201336"/>
                          <a:gd name="connsiteX0" fmla="*/ 0 w 449762"/>
                          <a:gd name="connsiteY0" fmla="*/ 36608 h 189986"/>
                          <a:gd name="connsiteX1" fmla="*/ 36608 w 449762"/>
                          <a:gd name="connsiteY1" fmla="*/ 0 h 189986"/>
                          <a:gd name="connsiteX2" fmla="*/ 411534 w 449762"/>
                          <a:gd name="connsiteY2" fmla="*/ 0 h 189986"/>
                          <a:gd name="connsiteX3" fmla="*/ 448142 w 449762"/>
                          <a:gd name="connsiteY3" fmla="*/ 36608 h 189986"/>
                          <a:gd name="connsiteX4" fmla="*/ 449762 w 449762"/>
                          <a:gd name="connsiteY4" fmla="*/ 137257 h 189986"/>
                          <a:gd name="connsiteX5" fmla="*/ 0 w 449762"/>
                          <a:gd name="connsiteY5" fmla="*/ 183033 h 189986"/>
                          <a:gd name="connsiteX6" fmla="*/ 0 w 449762"/>
                          <a:gd name="connsiteY6" fmla="*/ 36608 h 189986"/>
                          <a:gd name="connsiteX0" fmla="*/ 0 w 449762"/>
                          <a:gd name="connsiteY0" fmla="*/ 36608 h 155080"/>
                          <a:gd name="connsiteX1" fmla="*/ 36608 w 449762"/>
                          <a:gd name="connsiteY1" fmla="*/ 0 h 155080"/>
                          <a:gd name="connsiteX2" fmla="*/ 411534 w 449762"/>
                          <a:gd name="connsiteY2" fmla="*/ 0 h 155080"/>
                          <a:gd name="connsiteX3" fmla="*/ 448142 w 449762"/>
                          <a:gd name="connsiteY3" fmla="*/ 36608 h 155080"/>
                          <a:gd name="connsiteX4" fmla="*/ 449762 w 449762"/>
                          <a:gd name="connsiteY4" fmla="*/ 137257 h 155080"/>
                          <a:gd name="connsiteX5" fmla="*/ 9087 w 449762"/>
                          <a:gd name="connsiteY5" fmla="*/ 136283 h 155080"/>
                          <a:gd name="connsiteX6" fmla="*/ 0 w 449762"/>
                          <a:gd name="connsiteY6" fmla="*/ 36608 h 155080"/>
                          <a:gd name="connsiteX0" fmla="*/ 0 w 449762"/>
                          <a:gd name="connsiteY0" fmla="*/ 36608 h 148371"/>
                          <a:gd name="connsiteX1" fmla="*/ 36608 w 449762"/>
                          <a:gd name="connsiteY1" fmla="*/ 0 h 148371"/>
                          <a:gd name="connsiteX2" fmla="*/ 411534 w 449762"/>
                          <a:gd name="connsiteY2" fmla="*/ 0 h 148371"/>
                          <a:gd name="connsiteX3" fmla="*/ 448142 w 449762"/>
                          <a:gd name="connsiteY3" fmla="*/ 36608 h 148371"/>
                          <a:gd name="connsiteX4" fmla="*/ 449762 w 449762"/>
                          <a:gd name="connsiteY4" fmla="*/ 137257 h 148371"/>
                          <a:gd name="connsiteX5" fmla="*/ 9087 w 449762"/>
                          <a:gd name="connsiteY5" fmla="*/ 136283 h 148371"/>
                          <a:gd name="connsiteX6" fmla="*/ 0 w 449762"/>
                          <a:gd name="connsiteY6" fmla="*/ 36608 h 148371"/>
                          <a:gd name="connsiteX0" fmla="*/ 0 w 449762"/>
                          <a:gd name="connsiteY0" fmla="*/ 36608 h 139499"/>
                          <a:gd name="connsiteX1" fmla="*/ 36608 w 449762"/>
                          <a:gd name="connsiteY1" fmla="*/ 0 h 139499"/>
                          <a:gd name="connsiteX2" fmla="*/ 411534 w 449762"/>
                          <a:gd name="connsiteY2" fmla="*/ 0 h 139499"/>
                          <a:gd name="connsiteX3" fmla="*/ 448142 w 449762"/>
                          <a:gd name="connsiteY3" fmla="*/ 36608 h 139499"/>
                          <a:gd name="connsiteX4" fmla="*/ 449762 w 449762"/>
                          <a:gd name="connsiteY4" fmla="*/ 137257 h 139499"/>
                          <a:gd name="connsiteX5" fmla="*/ 9087 w 449762"/>
                          <a:gd name="connsiteY5" fmla="*/ 136283 h 139499"/>
                          <a:gd name="connsiteX6" fmla="*/ 0 w 449762"/>
                          <a:gd name="connsiteY6" fmla="*/ 36608 h 139499"/>
                          <a:gd name="connsiteX0" fmla="*/ 0 w 449762"/>
                          <a:gd name="connsiteY0" fmla="*/ 36608 h 139499"/>
                          <a:gd name="connsiteX1" fmla="*/ 36608 w 449762"/>
                          <a:gd name="connsiteY1" fmla="*/ 0 h 139499"/>
                          <a:gd name="connsiteX2" fmla="*/ 411534 w 449762"/>
                          <a:gd name="connsiteY2" fmla="*/ 0 h 139499"/>
                          <a:gd name="connsiteX3" fmla="*/ 448142 w 449762"/>
                          <a:gd name="connsiteY3" fmla="*/ 36608 h 139499"/>
                          <a:gd name="connsiteX4" fmla="*/ 449762 w 449762"/>
                          <a:gd name="connsiteY4" fmla="*/ 137257 h 139499"/>
                          <a:gd name="connsiteX5" fmla="*/ 9087 w 449762"/>
                          <a:gd name="connsiteY5" fmla="*/ 136283 h 139499"/>
                          <a:gd name="connsiteX6" fmla="*/ 0 w 449762"/>
                          <a:gd name="connsiteY6" fmla="*/ 36608 h 13949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49762" h="139499">
                            <a:moveTo>
                              <a:pt x="0" y="36608"/>
                            </a:moveTo>
                            <a:cubicBezTo>
                              <a:pt x="0" y="16390"/>
                              <a:pt x="16390" y="0"/>
                              <a:pt x="36608" y="0"/>
                            </a:cubicBezTo>
                            <a:lnTo>
                              <a:pt x="411534" y="0"/>
                            </a:lnTo>
                            <a:cubicBezTo>
                              <a:pt x="431752" y="0"/>
                              <a:pt x="448142" y="16390"/>
                              <a:pt x="448142" y="36608"/>
                            </a:cubicBezTo>
                            <a:lnTo>
                              <a:pt x="449762" y="137257"/>
                            </a:lnTo>
                            <a:cubicBezTo>
                              <a:pt x="359553" y="141664"/>
                              <a:pt x="107475" y="138610"/>
                              <a:pt x="9087" y="136283"/>
                            </a:cubicBezTo>
                            <a:lnTo>
                              <a:pt x="0" y="36608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78" name="Freeform 176">
                        <a:extLst>
                          <a:ext uri="{FF2B5EF4-FFF2-40B4-BE49-F238E27FC236}">
                            <a16:creationId xmlns:a16="http://schemas.microsoft.com/office/drawing/2014/main" id="{5D13169C-BD34-4DE6-A630-409CEA33CE60}"/>
                          </a:ext>
                        </a:extLst>
                      </p:cNvPr>
                      <p:cNvSpPr/>
                      <p:nvPr/>
                    </p:nvSpPr>
                    <p:spPr>
                      <a:xfrm rot="20940000">
                        <a:off x="5201661" y="464650"/>
                        <a:ext cx="472671" cy="1702620"/>
                      </a:xfrm>
                      <a:custGeom>
                        <a:avLst/>
                        <a:gdLst>
                          <a:gd name="connsiteX0" fmla="*/ 326359 w 472671"/>
                          <a:gd name="connsiteY0" fmla="*/ 173336 h 1702620"/>
                          <a:gd name="connsiteX1" fmla="*/ 102574 w 472671"/>
                          <a:gd name="connsiteY1" fmla="*/ 236724 h 1702620"/>
                          <a:gd name="connsiteX2" fmla="*/ 114581 w 472671"/>
                          <a:gd name="connsiteY2" fmla="*/ 1547729 h 1702620"/>
                          <a:gd name="connsiteX3" fmla="*/ 347288 w 472671"/>
                          <a:gd name="connsiteY3" fmla="*/ 1544447 h 1702620"/>
                          <a:gd name="connsiteX4" fmla="*/ 382941 w 472671"/>
                          <a:gd name="connsiteY4" fmla="*/ 237854 h 1702620"/>
                          <a:gd name="connsiteX5" fmla="*/ 326359 w 472671"/>
                          <a:gd name="connsiteY5" fmla="*/ 173336 h 1702620"/>
                          <a:gd name="connsiteX6" fmla="*/ 472652 w 472671"/>
                          <a:gd name="connsiteY6" fmla="*/ 7013 h 1702620"/>
                          <a:gd name="connsiteX7" fmla="*/ 466125 w 472671"/>
                          <a:gd name="connsiteY7" fmla="*/ 1702620 h 1702620"/>
                          <a:gd name="connsiteX8" fmla="*/ 0 w 472671"/>
                          <a:gd name="connsiteY8" fmla="*/ 1699439 h 1702620"/>
                          <a:gd name="connsiteX9" fmla="*/ 24253 w 472671"/>
                          <a:gd name="connsiteY9" fmla="*/ 0 h 170262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472671" h="1702620">
                            <a:moveTo>
                              <a:pt x="326359" y="173336"/>
                            </a:moveTo>
                            <a:cubicBezTo>
                              <a:pt x="243944" y="132906"/>
                              <a:pt x="105361" y="162066"/>
                              <a:pt x="102574" y="236724"/>
                            </a:cubicBezTo>
                            <a:cubicBezTo>
                              <a:pt x="106577" y="673726"/>
                              <a:pt x="164997" y="1242596"/>
                              <a:pt x="114581" y="1547729"/>
                            </a:cubicBezTo>
                            <a:cubicBezTo>
                              <a:pt x="128462" y="1687082"/>
                              <a:pt x="365431" y="1627217"/>
                              <a:pt x="347288" y="1544447"/>
                            </a:cubicBezTo>
                            <a:lnTo>
                              <a:pt x="382941" y="237854"/>
                            </a:lnTo>
                            <a:cubicBezTo>
                              <a:pt x="375061" y="208021"/>
                              <a:pt x="353830" y="186812"/>
                              <a:pt x="326359" y="173336"/>
                            </a:cubicBezTo>
                            <a:close/>
                            <a:moveTo>
                              <a:pt x="472652" y="7013"/>
                            </a:moveTo>
                            <a:cubicBezTo>
                              <a:pt x="473106" y="51175"/>
                              <a:pt x="465671" y="1658458"/>
                              <a:pt x="466125" y="1702620"/>
                            </a:cubicBezTo>
                            <a:lnTo>
                              <a:pt x="0" y="1699439"/>
                            </a:lnTo>
                            <a:lnTo>
                              <a:pt x="24253" y="0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lang="en-US" sz="135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79" name="Rectangle 21">
                        <a:extLst>
                          <a:ext uri="{FF2B5EF4-FFF2-40B4-BE49-F238E27FC236}">
                            <a16:creationId xmlns:a16="http://schemas.microsoft.com/office/drawing/2014/main" id="{6A09ACB0-C3F1-4570-B185-8D3D350F1C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55622" y="2580469"/>
                        <a:ext cx="658812" cy="1275102"/>
                      </a:xfrm>
                      <a:custGeom>
                        <a:avLst/>
                        <a:gdLst>
                          <a:gd name="connsiteX0" fmla="*/ 0 w 406400"/>
                          <a:gd name="connsiteY0" fmla="*/ 0 h 682171"/>
                          <a:gd name="connsiteX1" fmla="*/ 406400 w 406400"/>
                          <a:gd name="connsiteY1" fmla="*/ 0 h 682171"/>
                          <a:gd name="connsiteX2" fmla="*/ 406400 w 406400"/>
                          <a:gd name="connsiteY2" fmla="*/ 682171 h 682171"/>
                          <a:gd name="connsiteX3" fmla="*/ 0 w 406400"/>
                          <a:gd name="connsiteY3" fmla="*/ 682171 h 682171"/>
                          <a:gd name="connsiteX4" fmla="*/ 0 w 406400"/>
                          <a:gd name="connsiteY4" fmla="*/ 0 h 682171"/>
                          <a:gd name="connsiteX0" fmla="*/ 0 w 442118"/>
                          <a:gd name="connsiteY0" fmla="*/ 80963 h 763134"/>
                          <a:gd name="connsiteX1" fmla="*/ 442118 w 442118"/>
                          <a:gd name="connsiteY1" fmla="*/ 0 h 763134"/>
                          <a:gd name="connsiteX2" fmla="*/ 406400 w 442118"/>
                          <a:gd name="connsiteY2" fmla="*/ 763134 h 763134"/>
                          <a:gd name="connsiteX3" fmla="*/ 0 w 442118"/>
                          <a:gd name="connsiteY3" fmla="*/ 763134 h 763134"/>
                          <a:gd name="connsiteX4" fmla="*/ 0 w 442118"/>
                          <a:gd name="connsiteY4" fmla="*/ 80963 h 763134"/>
                          <a:gd name="connsiteX0" fmla="*/ 0 w 656431"/>
                          <a:gd name="connsiteY0" fmla="*/ 80963 h 1186996"/>
                          <a:gd name="connsiteX1" fmla="*/ 442118 w 656431"/>
                          <a:gd name="connsiteY1" fmla="*/ 0 h 1186996"/>
                          <a:gd name="connsiteX2" fmla="*/ 656431 w 656431"/>
                          <a:gd name="connsiteY2" fmla="*/ 1186996 h 1186996"/>
                          <a:gd name="connsiteX3" fmla="*/ 0 w 656431"/>
                          <a:gd name="connsiteY3" fmla="*/ 763134 h 1186996"/>
                          <a:gd name="connsiteX4" fmla="*/ 0 w 656431"/>
                          <a:gd name="connsiteY4" fmla="*/ 80963 h 1186996"/>
                          <a:gd name="connsiteX0" fmla="*/ 0 w 656431"/>
                          <a:gd name="connsiteY0" fmla="*/ 80963 h 1275102"/>
                          <a:gd name="connsiteX1" fmla="*/ 442118 w 656431"/>
                          <a:gd name="connsiteY1" fmla="*/ 0 h 1275102"/>
                          <a:gd name="connsiteX2" fmla="*/ 656431 w 656431"/>
                          <a:gd name="connsiteY2" fmla="*/ 1186996 h 1275102"/>
                          <a:gd name="connsiteX3" fmla="*/ 219075 w 656431"/>
                          <a:gd name="connsiteY3" fmla="*/ 1275102 h 1275102"/>
                          <a:gd name="connsiteX4" fmla="*/ 0 w 656431"/>
                          <a:gd name="connsiteY4" fmla="*/ 80963 h 1275102"/>
                          <a:gd name="connsiteX0" fmla="*/ 0 w 658812"/>
                          <a:gd name="connsiteY0" fmla="*/ 80963 h 1275102"/>
                          <a:gd name="connsiteX1" fmla="*/ 442118 w 658812"/>
                          <a:gd name="connsiteY1" fmla="*/ 0 h 1275102"/>
                          <a:gd name="connsiteX2" fmla="*/ 658812 w 658812"/>
                          <a:gd name="connsiteY2" fmla="*/ 1191759 h 1275102"/>
                          <a:gd name="connsiteX3" fmla="*/ 219075 w 658812"/>
                          <a:gd name="connsiteY3" fmla="*/ 1275102 h 1275102"/>
                          <a:gd name="connsiteX4" fmla="*/ 0 w 658812"/>
                          <a:gd name="connsiteY4" fmla="*/ 80963 h 127510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58812" h="1275102">
                            <a:moveTo>
                              <a:pt x="0" y="80963"/>
                            </a:moveTo>
                            <a:lnTo>
                              <a:pt x="442118" y="0"/>
                            </a:lnTo>
                            <a:lnTo>
                              <a:pt x="658812" y="1191759"/>
                            </a:lnTo>
                            <a:lnTo>
                              <a:pt x="219075" y="1275102"/>
                            </a:lnTo>
                            <a:lnTo>
                              <a:pt x="0" y="80963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0" dirty="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80" name="Rectangle 22">
                        <a:extLst>
                          <a:ext uri="{FF2B5EF4-FFF2-40B4-BE49-F238E27FC236}">
                            <a16:creationId xmlns:a16="http://schemas.microsoft.com/office/drawing/2014/main" id="{3A162E4A-6389-428F-9A4E-92E0DC48CA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92435" y="3836762"/>
                        <a:ext cx="444500" cy="794090"/>
                      </a:xfrm>
                      <a:custGeom>
                        <a:avLst/>
                        <a:gdLst>
                          <a:gd name="connsiteX0" fmla="*/ 0 w 406400"/>
                          <a:gd name="connsiteY0" fmla="*/ 0 h 682171"/>
                          <a:gd name="connsiteX1" fmla="*/ 406400 w 406400"/>
                          <a:gd name="connsiteY1" fmla="*/ 0 h 682171"/>
                          <a:gd name="connsiteX2" fmla="*/ 406400 w 406400"/>
                          <a:gd name="connsiteY2" fmla="*/ 682171 h 682171"/>
                          <a:gd name="connsiteX3" fmla="*/ 0 w 406400"/>
                          <a:gd name="connsiteY3" fmla="*/ 682171 h 682171"/>
                          <a:gd name="connsiteX4" fmla="*/ 0 w 406400"/>
                          <a:gd name="connsiteY4" fmla="*/ 0 h 682171"/>
                          <a:gd name="connsiteX0" fmla="*/ 0 w 444500"/>
                          <a:gd name="connsiteY0" fmla="*/ 95250 h 777421"/>
                          <a:gd name="connsiteX1" fmla="*/ 444500 w 444500"/>
                          <a:gd name="connsiteY1" fmla="*/ 0 h 777421"/>
                          <a:gd name="connsiteX2" fmla="*/ 406400 w 444500"/>
                          <a:gd name="connsiteY2" fmla="*/ 777421 h 777421"/>
                          <a:gd name="connsiteX3" fmla="*/ 0 w 444500"/>
                          <a:gd name="connsiteY3" fmla="*/ 777421 h 777421"/>
                          <a:gd name="connsiteX4" fmla="*/ 0 w 444500"/>
                          <a:gd name="connsiteY4" fmla="*/ 95250 h 777421"/>
                          <a:gd name="connsiteX0" fmla="*/ 0 w 444500"/>
                          <a:gd name="connsiteY0" fmla="*/ 95250 h 777421"/>
                          <a:gd name="connsiteX1" fmla="*/ 444500 w 444500"/>
                          <a:gd name="connsiteY1" fmla="*/ 0 h 777421"/>
                          <a:gd name="connsiteX2" fmla="*/ 408782 w 444500"/>
                          <a:gd name="connsiteY2" fmla="*/ 748846 h 777421"/>
                          <a:gd name="connsiteX3" fmla="*/ 0 w 444500"/>
                          <a:gd name="connsiteY3" fmla="*/ 777421 h 777421"/>
                          <a:gd name="connsiteX4" fmla="*/ 0 w 444500"/>
                          <a:gd name="connsiteY4" fmla="*/ 95250 h 777421"/>
                          <a:gd name="connsiteX0" fmla="*/ 0 w 444500"/>
                          <a:gd name="connsiteY0" fmla="*/ 95250 h 777421"/>
                          <a:gd name="connsiteX1" fmla="*/ 444500 w 444500"/>
                          <a:gd name="connsiteY1" fmla="*/ 0 h 777421"/>
                          <a:gd name="connsiteX2" fmla="*/ 408782 w 444500"/>
                          <a:gd name="connsiteY2" fmla="*/ 758371 h 777421"/>
                          <a:gd name="connsiteX3" fmla="*/ 0 w 444500"/>
                          <a:gd name="connsiteY3" fmla="*/ 777421 h 777421"/>
                          <a:gd name="connsiteX4" fmla="*/ 0 w 444500"/>
                          <a:gd name="connsiteY4" fmla="*/ 95250 h 777421"/>
                          <a:gd name="connsiteX0" fmla="*/ 0 w 444500"/>
                          <a:gd name="connsiteY0" fmla="*/ 95250 h 789328"/>
                          <a:gd name="connsiteX1" fmla="*/ 444500 w 444500"/>
                          <a:gd name="connsiteY1" fmla="*/ 0 h 789328"/>
                          <a:gd name="connsiteX2" fmla="*/ 408782 w 444500"/>
                          <a:gd name="connsiteY2" fmla="*/ 758371 h 789328"/>
                          <a:gd name="connsiteX3" fmla="*/ 290512 w 444500"/>
                          <a:gd name="connsiteY3" fmla="*/ 789328 h 789328"/>
                          <a:gd name="connsiteX4" fmla="*/ 0 w 444500"/>
                          <a:gd name="connsiteY4" fmla="*/ 95250 h 789328"/>
                          <a:gd name="connsiteX0" fmla="*/ 0 w 444500"/>
                          <a:gd name="connsiteY0" fmla="*/ 95250 h 794090"/>
                          <a:gd name="connsiteX1" fmla="*/ 444500 w 444500"/>
                          <a:gd name="connsiteY1" fmla="*/ 0 h 794090"/>
                          <a:gd name="connsiteX2" fmla="*/ 408782 w 444500"/>
                          <a:gd name="connsiteY2" fmla="*/ 758371 h 794090"/>
                          <a:gd name="connsiteX3" fmla="*/ 292894 w 444500"/>
                          <a:gd name="connsiteY3" fmla="*/ 794090 h 794090"/>
                          <a:gd name="connsiteX4" fmla="*/ 0 w 444500"/>
                          <a:gd name="connsiteY4" fmla="*/ 95250 h 7940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44500" h="794090">
                            <a:moveTo>
                              <a:pt x="0" y="95250"/>
                            </a:moveTo>
                            <a:lnTo>
                              <a:pt x="444500" y="0"/>
                            </a:lnTo>
                            <a:lnTo>
                              <a:pt x="408782" y="758371"/>
                            </a:lnTo>
                            <a:lnTo>
                              <a:pt x="292894" y="794090"/>
                            </a:lnTo>
                            <a:lnTo>
                              <a:pt x="0" y="95250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  <p:sp>
                    <p:nvSpPr>
                      <p:cNvPr id="81" name="Rectangle 23">
                        <a:extLst>
                          <a:ext uri="{FF2B5EF4-FFF2-40B4-BE49-F238E27FC236}">
                            <a16:creationId xmlns:a16="http://schemas.microsoft.com/office/drawing/2014/main" id="{31C2BE64-736F-44BA-8715-2D56EE6E5F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025802" y="4650371"/>
                        <a:ext cx="64309" cy="143409"/>
                      </a:xfrm>
                      <a:custGeom>
                        <a:avLst/>
                        <a:gdLst>
                          <a:gd name="connsiteX0" fmla="*/ 0 w 90502"/>
                          <a:gd name="connsiteY0" fmla="*/ 0 h 119273"/>
                          <a:gd name="connsiteX1" fmla="*/ 90502 w 90502"/>
                          <a:gd name="connsiteY1" fmla="*/ 0 h 119273"/>
                          <a:gd name="connsiteX2" fmla="*/ 90502 w 90502"/>
                          <a:gd name="connsiteY2" fmla="*/ 119273 h 119273"/>
                          <a:gd name="connsiteX3" fmla="*/ 0 w 90502"/>
                          <a:gd name="connsiteY3" fmla="*/ 119273 h 119273"/>
                          <a:gd name="connsiteX4" fmla="*/ 0 w 90502"/>
                          <a:gd name="connsiteY4" fmla="*/ 0 h 119273"/>
                          <a:gd name="connsiteX0" fmla="*/ 0 w 90502"/>
                          <a:gd name="connsiteY0" fmla="*/ 21431 h 140704"/>
                          <a:gd name="connsiteX1" fmla="*/ 54783 w 90502"/>
                          <a:gd name="connsiteY1" fmla="*/ 0 h 140704"/>
                          <a:gd name="connsiteX2" fmla="*/ 90502 w 90502"/>
                          <a:gd name="connsiteY2" fmla="*/ 140704 h 140704"/>
                          <a:gd name="connsiteX3" fmla="*/ 0 w 90502"/>
                          <a:gd name="connsiteY3" fmla="*/ 140704 h 140704"/>
                          <a:gd name="connsiteX4" fmla="*/ 0 w 90502"/>
                          <a:gd name="connsiteY4" fmla="*/ 21431 h 140704"/>
                          <a:gd name="connsiteX0" fmla="*/ 0 w 64309"/>
                          <a:gd name="connsiteY0" fmla="*/ 21431 h 140704"/>
                          <a:gd name="connsiteX1" fmla="*/ 54783 w 64309"/>
                          <a:gd name="connsiteY1" fmla="*/ 0 h 140704"/>
                          <a:gd name="connsiteX2" fmla="*/ 64309 w 64309"/>
                          <a:gd name="connsiteY2" fmla="*/ 124035 h 140704"/>
                          <a:gd name="connsiteX3" fmla="*/ 0 w 64309"/>
                          <a:gd name="connsiteY3" fmla="*/ 140704 h 140704"/>
                          <a:gd name="connsiteX4" fmla="*/ 0 w 64309"/>
                          <a:gd name="connsiteY4" fmla="*/ 21431 h 140704"/>
                          <a:gd name="connsiteX0" fmla="*/ 0 w 64309"/>
                          <a:gd name="connsiteY0" fmla="*/ 21431 h 124035"/>
                          <a:gd name="connsiteX1" fmla="*/ 54783 w 64309"/>
                          <a:gd name="connsiteY1" fmla="*/ 0 h 124035"/>
                          <a:gd name="connsiteX2" fmla="*/ 64309 w 64309"/>
                          <a:gd name="connsiteY2" fmla="*/ 124035 h 124035"/>
                          <a:gd name="connsiteX3" fmla="*/ 14288 w 64309"/>
                          <a:gd name="connsiteY3" fmla="*/ 121654 h 124035"/>
                          <a:gd name="connsiteX4" fmla="*/ 0 w 64309"/>
                          <a:gd name="connsiteY4" fmla="*/ 21431 h 124035"/>
                          <a:gd name="connsiteX0" fmla="*/ 0 w 64309"/>
                          <a:gd name="connsiteY0" fmla="*/ 21431 h 135164"/>
                          <a:gd name="connsiteX1" fmla="*/ 54783 w 64309"/>
                          <a:gd name="connsiteY1" fmla="*/ 0 h 135164"/>
                          <a:gd name="connsiteX2" fmla="*/ 64309 w 64309"/>
                          <a:gd name="connsiteY2" fmla="*/ 124035 h 135164"/>
                          <a:gd name="connsiteX3" fmla="*/ 14288 w 64309"/>
                          <a:gd name="connsiteY3" fmla="*/ 121654 h 135164"/>
                          <a:gd name="connsiteX4" fmla="*/ 0 w 64309"/>
                          <a:gd name="connsiteY4" fmla="*/ 21431 h 135164"/>
                          <a:gd name="connsiteX0" fmla="*/ 0 w 64309"/>
                          <a:gd name="connsiteY0" fmla="*/ 21431 h 135164"/>
                          <a:gd name="connsiteX1" fmla="*/ 54783 w 64309"/>
                          <a:gd name="connsiteY1" fmla="*/ 0 h 135164"/>
                          <a:gd name="connsiteX2" fmla="*/ 64309 w 64309"/>
                          <a:gd name="connsiteY2" fmla="*/ 124035 h 135164"/>
                          <a:gd name="connsiteX3" fmla="*/ 14288 w 64309"/>
                          <a:gd name="connsiteY3" fmla="*/ 121654 h 135164"/>
                          <a:gd name="connsiteX4" fmla="*/ 0 w 64309"/>
                          <a:gd name="connsiteY4" fmla="*/ 21431 h 135164"/>
                          <a:gd name="connsiteX0" fmla="*/ 0 w 64309"/>
                          <a:gd name="connsiteY0" fmla="*/ 21431 h 141626"/>
                          <a:gd name="connsiteX1" fmla="*/ 54783 w 64309"/>
                          <a:gd name="connsiteY1" fmla="*/ 0 h 141626"/>
                          <a:gd name="connsiteX2" fmla="*/ 64309 w 64309"/>
                          <a:gd name="connsiteY2" fmla="*/ 124035 h 141626"/>
                          <a:gd name="connsiteX3" fmla="*/ 14288 w 64309"/>
                          <a:gd name="connsiteY3" fmla="*/ 121654 h 141626"/>
                          <a:gd name="connsiteX4" fmla="*/ 0 w 64309"/>
                          <a:gd name="connsiteY4" fmla="*/ 21431 h 141626"/>
                          <a:gd name="connsiteX0" fmla="*/ 0 w 64309"/>
                          <a:gd name="connsiteY0" fmla="*/ 21431 h 142561"/>
                          <a:gd name="connsiteX1" fmla="*/ 54783 w 64309"/>
                          <a:gd name="connsiteY1" fmla="*/ 0 h 142561"/>
                          <a:gd name="connsiteX2" fmla="*/ 64309 w 64309"/>
                          <a:gd name="connsiteY2" fmla="*/ 124035 h 142561"/>
                          <a:gd name="connsiteX3" fmla="*/ 14288 w 64309"/>
                          <a:gd name="connsiteY3" fmla="*/ 121654 h 142561"/>
                          <a:gd name="connsiteX4" fmla="*/ 0 w 64309"/>
                          <a:gd name="connsiteY4" fmla="*/ 21431 h 142561"/>
                          <a:gd name="connsiteX0" fmla="*/ 0 w 64309"/>
                          <a:gd name="connsiteY0" fmla="*/ 21431 h 143409"/>
                          <a:gd name="connsiteX1" fmla="*/ 54783 w 64309"/>
                          <a:gd name="connsiteY1" fmla="*/ 0 h 143409"/>
                          <a:gd name="connsiteX2" fmla="*/ 64309 w 64309"/>
                          <a:gd name="connsiteY2" fmla="*/ 124035 h 143409"/>
                          <a:gd name="connsiteX3" fmla="*/ 14288 w 64309"/>
                          <a:gd name="connsiteY3" fmla="*/ 121654 h 143409"/>
                          <a:gd name="connsiteX4" fmla="*/ 0 w 64309"/>
                          <a:gd name="connsiteY4" fmla="*/ 21431 h 143409"/>
                          <a:gd name="connsiteX0" fmla="*/ 0 w 64309"/>
                          <a:gd name="connsiteY0" fmla="*/ 21431 h 143409"/>
                          <a:gd name="connsiteX1" fmla="*/ 47640 w 64309"/>
                          <a:gd name="connsiteY1" fmla="*/ 0 h 143409"/>
                          <a:gd name="connsiteX2" fmla="*/ 64309 w 64309"/>
                          <a:gd name="connsiteY2" fmla="*/ 124035 h 143409"/>
                          <a:gd name="connsiteX3" fmla="*/ 14288 w 64309"/>
                          <a:gd name="connsiteY3" fmla="*/ 121654 h 143409"/>
                          <a:gd name="connsiteX4" fmla="*/ 0 w 64309"/>
                          <a:gd name="connsiteY4" fmla="*/ 21431 h 1434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64309" h="143409">
                            <a:moveTo>
                              <a:pt x="0" y="21431"/>
                            </a:moveTo>
                            <a:lnTo>
                              <a:pt x="47640" y="0"/>
                            </a:lnTo>
                            <a:lnTo>
                              <a:pt x="64309" y="124035"/>
                            </a:lnTo>
                            <a:cubicBezTo>
                              <a:pt x="57160" y="147053"/>
                              <a:pt x="14294" y="153404"/>
                              <a:pt x="14288" y="121654"/>
                            </a:cubicBezTo>
                            <a:lnTo>
                              <a:pt x="0" y="21431"/>
                            </a:ln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74" name="Freeform 172">
                      <a:extLst>
                        <a:ext uri="{FF2B5EF4-FFF2-40B4-BE49-F238E27FC236}">
                          <a16:creationId xmlns:a16="http://schemas.microsoft.com/office/drawing/2014/main" id="{0F32C60C-356D-4C8D-8322-D29ADD77B337}"/>
                        </a:ext>
                      </a:extLst>
                    </p:cNvPr>
                    <p:cNvSpPr/>
                    <p:nvPr/>
                  </p:nvSpPr>
                  <p:spPr>
                    <a:xfrm rot="19743168">
                      <a:off x="-4076461" y="1516391"/>
                      <a:ext cx="3949778" cy="5137252"/>
                    </a:xfrm>
                    <a:custGeom>
                      <a:avLst/>
                      <a:gdLst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335438 w 3949778"/>
                        <a:gd name="connsiteY36" fmla="*/ 1884985 h 5137252"/>
                        <a:gd name="connsiteX37" fmla="*/ 3234693 w 3949778"/>
                        <a:gd name="connsiteY37" fmla="*/ 2149055 h 5137252"/>
                        <a:gd name="connsiteX38" fmla="*/ 965662 w 3949778"/>
                        <a:gd name="connsiteY38" fmla="*/ 2151146 h 5137252"/>
                        <a:gd name="connsiteX39" fmla="*/ 849788 w 3949778"/>
                        <a:gd name="connsiteY39" fmla="*/ 2267234 h 5137252"/>
                        <a:gd name="connsiteX40" fmla="*/ 965876 w 3949778"/>
                        <a:gd name="connsiteY40" fmla="*/ 2383107 h 5137252"/>
                        <a:gd name="connsiteX41" fmla="*/ 3146162 w 3949778"/>
                        <a:gd name="connsiteY41" fmla="*/ 2381099 h 5137252"/>
                        <a:gd name="connsiteX42" fmla="*/ 3058829 w 3949778"/>
                        <a:gd name="connsiteY42" fmla="*/ 2609727 h 5137252"/>
                        <a:gd name="connsiteX43" fmla="*/ 2997318 w 3949778"/>
                        <a:gd name="connsiteY43" fmla="*/ 2770827 h 5137252"/>
                        <a:gd name="connsiteX44" fmla="*/ 965025 w 3949778"/>
                        <a:gd name="connsiteY44" fmla="*/ 2772700 h 5137252"/>
                        <a:gd name="connsiteX45" fmla="*/ 849151 w 3949778"/>
                        <a:gd name="connsiteY45" fmla="*/ 2888787 h 5137252"/>
                        <a:gd name="connsiteX46" fmla="*/ 965239 w 3949778"/>
                        <a:gd name="connsiteY46" fmla="*/ 3004661 h 5137252"/>
                        <a:gd name="connsiteX47" fmla="*/ 2908819 w 3949778"/>
                        <a:gd name="connsiteY47" fmla="*/ 3002870 h 5137252"/>
                        <a:gd name="connsiteX48" fmla="*/ 2893682 w 3949778"/>
                        <a:gd name="connsiteY48" fmla="*/ 3042577 h 5137252"/>
                        <a:gd name="connsiteX49" fmla="*/ 2821562 w 3949778"/>
                        <a:gd name="connsiteY49" fmla="*/ 3232345 h 5137252"/>
                        <a:gd name="connsiteX50" fmla="*/ 2762222 w 3949778"/>
                        <a:gd name="connsiteY50" fmla="*/ 3389325 h 5137252"/>
                        <a:gd name="connsiteX51" fmla="*/ 949683 w 3949778"/>
                        <a:gd name="connsiteY51" fmla="*/ 3390995 h 5137252"/>
                        <a:gd name="connsiteX52" fmla="*/ 833809 w 3949778"/>
                        <a:gd name="connsiteY52" fmla="*/ 3507083 h 5137252"/>
                        <a:gd name="connsiteX53" fmla="*/ 949897 w 3949778"/>
                        <a:gd name="connsiteY53" fmla="*/ 3622957 h 5137252"/>
                        <a:gd name="connsiteX54" fmla="*/ 2732014 w 3949778"/>
                        <a:gd name="connsiteY54" fmla="*/ 3621315 h 5137252"/>
                        <a:gd name="connsiteX55" fmla="*/ 2703042 w 3949778"/>
                        <a:gd name="connsiteY55" fmla="*/ 3568605 h 5137252"/>
                        <a:gd name="connsiteX56" fmla="*/ 2709514 w 3949778"/>
                        <a:gd name="connsiteY56" fmla="*/ 3551479 h 5137252"/>
                        <a:gd name="connsiteX57" fmla="*/ 2713161 w 3949778"/>
                        <a:gd name="connsiteY57" fmla="*/ 3564191 h 5137252"/>
                        <a:gd name="connsiteX58" fmla="*/ 2736830 w 3949778"/>
                        <a:gd name="connsiteY58" fmla="*/ 3605524 h 5137252"/>
                        <a:gd name="connsiteX59" fmla="*/ 2633061 w 3949778"/>
                        <a:gd name="connsiteY59" fmla="*/ 4312952 h 5137252"/>
                        <a:gd name="connsiteX60" fmla="*/ 2957180 w 3949778"/>
                        <a:gd name="connsiteY60" fmla="*/ 4409562 h 5137252"/>
                        <a:gd name="connsiteX61" fmla="*/ 3482402 w 3949778"/>
                        <a:gd name="connsiteY61" fmla="*/ 3613885 h 5137252"/>
                        <a:gd name="connsiteX62" fmla="*/ 3552044 w 3949778"/>
                        <a:gd name="connsiteY62" fmla="*/ 3429821 h 5137252"/>
                        <a:gd name="connsiteX63" fmla="*/ 3949778 w 3949778"/>
                        <a:gd name="connsiteY63" fmla="*/ 2383707 h 5137252"/>
                        <a:gd name="connsiteX64" fmla="*/ 3945411 w 3949778"/>
                        <a:gd name="connsiteY64" fmla="*/ 4892715 h 5137252"/>
                        <a:gd name="connsiteX65" fmla="*/ 3700874 w 3949778"/>
                        <a:gd name="connsiteY65" fmla="*/ 5137252 h 5137252"/>
                        <a:gd name="connsiteX66" fmla="*/ 244537 w 3949778"/>
                        <a:gd name="connsiteY66" fmla="*/ 5137252 h 5137252"/>
                        <a:gd name="connsiteX67" fmla="*/ 0 w 3949778"/>
                        <a:gd name="connsiteY67" fmla="*/ 4892715 h 5137252"/>
                        <a:gd name="connsiteX68" fmla="*/ 0 w 3949778"/>
                        <a:gd name="connsiteY68" fmla="*/ 4605616 h 5137252"/>
                        <a:gd name="connsiteX69" fmla="*/ 222310 w 3949778"/>
                        <a:gd name="connsiteY69" fmla="*/ 4605020 h 5137252"/>
                        <a:gd name="connsiteX70" fmla="*/ 223099 w 3949778"/>
                        <a:gd name="connsiteY70" fmla="*/ 4606189 h 5137252"/>
                        <a:gd name="connsiteX71" fmla="*/ 346112 w 3949778"/>
                        <a:gd name="connsiteY71" fmla="*/ 4657010 h 5137252"/>
                        <a:gd name="connsiteX72" fmla="*/ 519851 w 3949778"/>
                        <a:gd name="connsiteY72" fmla="*/ 4482950 h 5137252"/>
                        <a:gd name="connsiteX73" fmla="*/ 413494 w 3949778"/>
                        <a:gd name="connsiteY73" fmla="*/ 4322814 h 5137252"/>
                        <a:gd name="connsiteX74" fmla="*/ 345791 w 3949778"/>
                        <a:gd name="connsiteY74" fmla="*/ 4309210 h 5137252"/>
                        <a:gd name="connsiteX75" fmla="*/ 222872 w 3949778"/>
                        <a:gd name="connsiteY75" fmla="*/ 4360257 h 5137252"/>
                        <a:gd name="connsiteX76" fmla="*/ 214254 w 3949778"/>
                        <a:gd name="connsiteY76" fmla="*/ 4373065 h 5137252"/>
                        <a:gd name="connsiteX77" fmla="*/ 0 w 3949778"/>
                        <a:gd name="connsiteY77" fmla="*/ 4376088 h 5137252"/>
                        <a:gd name="connsiteX78" fmla="*/ 0 w 3949778"/>
                        <a:gd name="connsiteY78" fmla="*/ 4048176 h 5137252"/>
                        <a:gd name="connsiteX79" fmla="*/ 213279 w 3949778"/>
                        <a:gd name="connsiteY79" fmla="*/ 4047458 h 5137252"/>
                        <a:gd name="connsiteX80" fmla="*/ 227300 w 3949778"/>
                        <a:gd name="connsiteY80" fmla="*/ 4068214 h 5137252"/>
                        <a:gd name="connsiteX81" fmla="*/ 350312 w 3949778"/>
                        <a:gd name="connsiteY81" fmla="*/ 4119034 h 5137252"/>
                        <a:gd name="connsiteX82" fmla="*/ 524052 w 3949778"/>
                        <a:gd name="connsiteY82" fmla="*/ 3944974 h 5137252"/>
                        <a:gd name="connsiteX83" fmla="*/ 417694 w 3949778"/>
                        <a:gd name="connsiteY83" fmla="*/ 3784839 h 5137252"/>
                        <a:gd name="connsiteX84" fmla="*/ 349992 w 3949778"/>
                        <a:gd name="connsiteY84" fmla="*/ 3771235 h 5137252"/>
                        <a:gd name="connsiteX85" fmla="*/ 282315 w 3949778"/>
                        <a:gd name="connsiteY85" fmla="*/ 3784963 h 5137252"/>
                        <a:gd name="connsiteX86" fmla="*/ 237151 w 3949778"/>
                        <a:gd name="connsiteY86" fmla="*/ 3815474 h 5137252"/>
                        <a:gd name="connsiteX87" fmla="*/ 0 w 3949778"/>
                        <a:gd name="connsiteY87" fmla="*/ 3818662 h 5137252"/>
                        <a:gd name="connsiteX88" fmla="*/ 0 w 3949778"/>
                        <a:gd name="connsiteY88" fmla="*/ 2967160 h 5137252"/>
                        <a:gd name="connsiteX89" fmla="*/ 214473 w 3949778"/>
                        <a:gd name="connsiteY89" fmla="*/ 2964949 h 5137252"/>
                        <a:gd name="connsiteX90" fmla="*/ 222629 w 3949778"/>
                        <a:gd name="connsiteY90" fmla="*/ 2977021 h 5137252"/>
                        <a:gd name="connsiteX91" fmla="*/ 345641 w 3949778"/>
                        <a:gd name="connsiteY91" fmla="*/ 3027842 h 5137252"/>
                        <a:gd name="connsiteX92" fmla="*/ 519381 w 3949778"/>
                        <a:gd name="connsiteY92" fmla="*/ 2853781 h 5137252"/>
                        <a:gd name="connsiteX93" fmla="*/ 413023 w 3949778"/>
                        <a:gd name="connsiteY93" fmla="*/ 2693645 h 5137252"/>
                        <a:gd name="connsiteX94" fmla="*/ 345321 w 3949778"/>
                        <a:gd name="connsiteY94" fmla="*/ 2680041 h 5137252"/>
                        <a:gd name="connsiteX95" fmla="*/ 222402 w 3949778"/>
                        <a:gd name="connsiteY95" fmla="*/ 2731089 h 5137252"/>
                        <a:gd name="connsiteX96" fmla="*/ 221128 w 3949778"/>
                        <a:gd name="connsiteY96" fmla="*/ 2732981 h 5137252"/>
                        <a:gd name="connsiteX97" fmla="*/ 0 w 3949778"/>
                        <a:gd name="connsiteY97" fmla="*/ 2735633 h 5137252"/>
                        <a:gd name="connsiteX98" fmla="*/ 0 w 3949778"/>
                        <a:gd name="connsiteY98" fmla="*/ 2413015 h 5137252"/>
                        <a:gd name="connsiteX99" fmla="*/ 212094 w 3949778"/>
                        <a:gd name="connsiteY99" fmla="*/ 2411751 h 5137252"/>
                        <a:gd name="connsiteX100" fmla="*/ 224649 w 3949778"/>
                        <a:gd name="connsiteY100" fmla="*/ 2430336 h 5137252"/>
                        <a:gd name="connsiteX101" fmla="*/ 347662 w 3949778"/>
                        <a:gd name="connsiteY101" fmla="*/ 2481156 h 5137252"/>
                        <a:gd name="connsiteX102" fmla="*/ 521401 w 3949778"/>
                        <a:gd name="connsiteY102" fmla="*/ 2307096 h 5137252"/>
                        <a:gd name="connsiteX103" fmla="*/ 415044 w 3949778"/>
                        <a:gd name="connsiteY103" fmla="*/ 2146960 h 5137252"/>
                        <a:gd name="connsiteX104" fmla="*/ 347341 w 3949778"/>
                        <a:gd name="connsiteY104" fmla="*/ 2133357 h 5137252"/>
                        <a:gd name="connsiteX105" fmla="*/ 279664 w 3949778"/>
                        <a:gd name="connsiteY105" fmla="*/ 2147085 h 5137252"/>
                        <a:gd name="connsiteX106" fmla="*/ 231279 w 3949778"/>
                        <a:gd name="connsiteY106" fmla="*/ 2179773 h 5137252"/>
                        <a:gd name="connsiteX107" fmla="*/ 0 w 3949778"/>
                        <a:gd name="connsiteY107" fmla="*/ 2178209 h 5137252"/>
                        <a:gd name="connsiteX108" fmla="*/ 0 w 3949778"/>
                        <a:gd name="connsiteY108" fmla="*/ 1872741 h 5137252"/>
                        <a:gd name="connsiteX109" fmla="*/ 213783 w 3949778"/>
                        <a:gd name="connsiteY109" fmla="*/ 1874853 h 5137252"/>
                        <a:gd name="connsiteX110" fmla="*/ 223404 w 3949778"/>
                        <a:gd name="connsiteY110" fmla="*/ 1889096 h 5137252"/>
                        <a:gd name="connsiteX111" fmla="*/ 346417 w 3949778"/>
                        <a:gd name="connsiteY111" fmla="*/ 1939916 h 5137252"/>
                        <a:gd name="connsiteX112" fmla="*/ 520156 w 3949778"/>
                        <a:gd name="connsiteY112" fmla="*/ 1765856 h 5137252"/>
                        <a:gd name="connsiteX113" fmla="*/ 413799 w 3949778"/>
                        <a:gd name="connsiteY113" fmla="*/ 1605720 h 5137252"/>
                        <a:gd name="connsiteX114" fmla="*/ 346096 w 3949778"/>
                        <a:gd name="connsiteY114" fmla="*/ 1592117 h 5137252"/>
                        <a:gd name="connsiteX115" fmla="*/ 278419 w 3949778"/>
                        <a:gd name="connsiteY115" fmla="*/ 1605845 h 5137252"/>
                        <a:gd name="connsiteX116" fmla="*/ 223595 w 3949778"/>
                        <a:gd name="connsiteY116" fmla="*/ 1642881 h 5137252"/>
                        <a:gd name="connsiteX117" fmla="*/ 0 w 3949778"/>
                        <a:gd name="connsiteY117" fmla="*/ 1642007 h 5137252"/>
                        <a:gd name="connsiteX118" fmla="*/ 0 w 3949778"/>
                        <a:gd name="connsiteY118" fmla="*/ 1332051 h 5137252"/>
                        <a:gd name="connsiteX119" fmla="*/ 215067 w 3949778"/>
                        <a:gd name="connsiteY119" fmla="*/ 1332559 h 5137252"/>
                        <a:gd name="connsiteX120" fmla="*/ 227605 w 3949778"/>
                        <a:gd name="connsiteY120" fmla="*/ 1351120 h 5137252"/>
                        <a:gd name="connsiteX121" fmla="*/ 350618 w 3949778"/>
                        <a:gd name="connsiteY121" fmla="*/ 1401940 h 5137252"/>
                        <a:gd name="connsiteX122" fmla="*/ 524358 w 3949778"/>
                        <a:gd name="connsiteY122" fmla="*/ 1227880 h 5137252"/>
                        <a:gd name="connsiteX123" fmla="*/ 418000 w 3949778"/>
                        <a:gd name="connsiteY123" fmla="*/ 1067744 h 5137252"/>
                        <a:gd name="connsiteX124" fmla="*/ 350297 w 3949778"/>
                        <a:gd name="connsiteY124" fmla="*/ 1054140 h 5137252"/>
                        <a:gd name="connsiteX125" fmla="*/ 282620 w 3949778"/>
                        <a:gd name="connsiteY125" fmla="*/ 1067869 h 5137252"/>
                        <a:gd name="connsiteX126" fmla="*/ 234201 w 3949778"/>
                        <a:gd name="connsiteY126" fmla="*/ 1100579 h 5137252"/>
                        <a:gd name="connsiteX127" fmla="*/ 3221 w 3949778"/>
                        <a:gd name="connsiteY127" fmla="*/ 1102939 h 5137252"/>
                        <a:gd name="connsiteX128" fmla="*/ 0 w 3949778"/>
                        <a:gd name="connsiteY128" fmla="*/ 1210259 h 5137252"/>
                        <a:gd name="connsiteX129" fmla="*/ 0 w 3949778"/>
                        <a:gd name="connsiteY129" fmla="*/ 797050 h 5137252"/>
                        <a:gd name="connsiteX130" fmla="*/ 223677 w 3949778"/>
                        <a:gd name="connsiteY130" fmla="*/ 795631 h 5137252"/>
                        <a:gd name="connsiteX131" fmla="*/ 229623 w 3949778"/>
                        <a:gd name="connsiteY131" fmla="*/ 804432 h 5137252"/>
                        <a:gd name="connsiteX132" fmla="*/ 352636 w 3949778"/>
                        <a:gd name="connsiteY132" fmla="*/ 855253 h 5137252"/>
                        <a:gd name="connsiteX133" fmla="*/ 526376 w 3949778"/>
                        <a:gd name="connsiteY133" fmla="*/ 681193 h 5137252"/>
                        <a:gd name="connsiteX134" fmla="*/ 420018 w 3949778"/>
                        <a:gd name="connsiteY134" fmla="*/ 521057 h 5137252"/>
                        <a:gd name="connsiteX135" fmla="*/ 352316 w 3949778"/>
                        <a:gd name="connsiteY135" fmla="*/ 507453 h 5137252"/>
                        <a:gd name="connsiteX136" fmla="*/ 229397 w 3949778"/>
                        <a:gd name="connsiteY136" fmla="*/ 558500 h 5137252"/>
                        <a:gd name="connsiteX137" fmla="*/ 225922 w 3949778"/>
                        <a:gd name="connsiteY137" fmla="*/ 563667 h 5137252"/>
                        <a:gd name="connsiteX138" fmla="*/ 615 w 3949778"/>
                        <a:gd name="connsiteY138" fmla="*/ 565510 h 5137252"/>
                        <a:gd name="connsiteX139" fmla="*/ 0 w 3949778"/>
                        <a:gd name="connsiteY139" fmla="*/ 616517 h 5137252"/>
                        <a:gd name="connsiteX140" fmla="*/ 0 w 3949778"/>
                        <a:gd name="connsiteY140" fmla="*/ 244537 h 5137252"/>
                        <a:gd name="connsiteX141" fmla="*/ 244537 w 3949778"/>
                        <a:gd name="connsiteY141" fmla="*/ 0 h 5137252"/>
                        <a:gd name="connsiteX142" fmla="*/ 3700874 w 3949778"/>
                        <a:gd name="connsiteY142" fmla="*/ 0 h 5137252"/>
                        <a:gd name="connsiteX143" fmla="*/ 3837597 w 3949778"/>
                        <a:gd name="connsiteY143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335438 w 3949778"/>
                        <a:gd name="connsiteY36" fmla="*/ 1884985 h 5137252"/>
                        <a:gd name="connsiteX37" fmla="*/ 3234693 w 3949778"/>
                        <a:gd name="connsiteY37" fmla="*/ 2149055 h 5137252"/>
                        <a:gd name="connsiteX38" fmla="*/ 965662 w 3949778"/>
                        <a:gd name="connsiteY38" fmla="*/ 2151146 h 5137252"/>
                        <a:gd name="connsiteX39" fmla="*/ 849788 w 3949778"/>
                        <a:gd name="connsiteY39" fmla="*/ 2267234 h 5137252"/>
                        <a:gd name="connsiteX40" fmla="*/ 965876 w 3949778"/>
                        <a:gd name="connsiteY40" fmla="*/ 2383107 h 5137252"/>
                        <a:gd name="connsiteX41" fmla="*/ 3146162 w 3949778"/>
                        <a:gd name="connsiteY41" fmla="*/ 2381099 h 5137252"/>
                        <a:gd name="connsiteX42" fmla="*/ 3058829 w 3949778"/>
                        <a:gd name="connsiteY42" fmla="*/ 2609727 h 5137252"/>
                        <a:gd name="connsiteX43" fmla="*/ 2997318 w 3949778"/>
                        <a:gd name="connsiteY43" fmla="*/ 2770827 h 5137252"/>
                        <a:gd name="connsiteX44" fmla="*/ 965025 w 3949778"/>
                        <a:gd name="connsiteY44" fmla="*/ 2772700 h 5137252"/>
                        <a:gd name="connsiteX45" fmla="*/ 849151 w 3949778"/>
                        <a:gd name="connsiteY45" fmla="*/ 2888787 h 5137252"/>
                        <a:gd name="connsiteX46" fmla="*/ 965239 w 3949778"/>
                        <a:gd name="connsiteY46" fmla="*/ 3004661 h 5137252"/>
                        <a:gd name="connsiteX47" fmla="*/ 2908819 w 3949778"/>
                        <a:gd name="connsiteY47" fmla="*/ 3002870 h 5137252"/>
                        <a:gd name="connsiteX48" fmla="*/ 2893682 w 3949778"/>
                        <a:gd name="connsiteY48" fmla="*/ 3042577 h 5137252"/>
                        <a:gd name="connsiteX49" fmla="*/ 2821562 w 3949778"/>
                        <a:gd name="connsiteY49" fmla="*/ 3232345 h 5137252"/>
                        <a:gd name="connsiteX50" fmla="*/ 2762222 w 3949778"/>
                        <a:gd name="connsiteY50" fmla="*/ 3389325 h 5137252"/>
                        <a:gd name="connsiteX51" fmla="*/ 949683 w 3949778"/>
                        <a:gd name="connsiteY51" fmla="*/ 3390995 h 5137252"/>
                        <a:gd name="connsiteX52" fmla="*/ 833809 w 3949778"/>
                        <a:gd name="connsiteY52" fmla="*/ 3507083 h 5137252"/>
                        <a:gd name="connsiteX53" fmla="*/ 949897 w 3949778"/>
                        <a:gd name="connsiteY53" fmla="*/ 3622957 h 5137252"/>
                        <a:gd name="connsiteX54" fmla="*/ 2732014 w 3949778"/>
                        <a:gd name="connsiteY54" fmla="*/ 3621315 h 5137252"/>
                        <a:gd name="connsiteX55" fmla="*/ 2703042 w 3949778"/>
                        <a:gd name="connsiteY55" fmla="*/ 3568605 h 5137252"/>
                        <a:gd name="connsiteX56" fmla="*/ 2709514 w 3949778"/>
                        <a:gd name="connsiteY56" fmla="*/ 3551479 h 5137252"/>
                        <a:gd name="connsiteX57" fmla="*/ 2736830 w 3949778"/>
                        <a:gd name="connsiteY57" fmla="*/ 3605524 h 5137252"/>
                        <a:gd name="connsiteX58" fmla="*/ 2633061 w 3949778"/>
                        <a:gd name="connsiteY58" fmla="*/ 4312952 h 5137252"/>
                        <a:gd name="connsiteX59" fmla="*/ 2957180 w 3949778"/>
                        <a:gd name="connsiteY59" fmla="*/ 4409562 h 5137252"/>
                        <a:gd name="connsiteX60" fmla="*/ 3482402 w 3949778"/>
                        <a:gd name="connsiteY60" fmla="*/ 3613885 h 5137252"/>
                        <a:gd name="connsiteX61" fmla="*/ 3552044 w 3949778"/>
                        <a:gd name="connsiteY61" fmla="*/ 3429821 h 5137252"/>
                        <a:gd name="connsiteX62" fmla="*/ 3949778 w 3949778"/>
                        <a:gd name="connsiteY62" fmla="*/ 2383707 h 5137252"/>
                        <a:gd name="connsiteX63" fmla="*/ 3945411 w 3949778"/>
                        <a:gd name="connsiteY63" fmla="*/ 4892715 h 5137252"/>
                        <a:gd name="connsiteX64" fmla="*/ 3700874 w 3949778"/>
                        <a:gd name="connsiteY64" fmla="*/ 5137252 h 5137252"/>
                        <a:gd name="connsiteX65" fmla="*/ 244537 w 3949778"/>
                        <a:gd name="connsiteY65" fmla="*/ 5137252 h 5137252"/>
                        <a:gd name="connsiteX66" fmla="*/ 0 w 3949778"/>
                        <a:gd name="connsiteY66" fmla="*/ 4892715 h 5137252"/>
                        <a:gd name="connsiteX67" fmla="*/ 0 w 3949778"/>
                        <a:gd name="connsiteY67" fmla="*/ 4605616 h 5137252"/>
                        <a:gd name="connsiteX68" fmla="*/ 222310 w 3949778"/>
                        <a:gd name="connsiteY68" fmla="*/ 4605020 h 5137252"/>
                        <a:gd name="connsiteX69" fmla="*/ 223099 w 3949778"/>
                        <a:gd name="connsiteY69" fmla="*/ 4606189 h 5137252"/>
                        <a:gd name="connsiteX70" fmla="*/ 346112 w 3949778"/>
                        <a:gd name="connsiteY70" fmla="*/ 4657010 h 5137252"/>
                        <a:gd name="connsiteX71" fmla="*/ 519851 w 3949778"/>
                        <a:gd name="connsiteY71" fmla="*/ 4482950 h 5137252"/>
                        <a:gd name="connsiteX72" fmla="*/ 413494 w 3949778"/>
                        <a:gd name="connsiteY72" fmla="*/ 4322814 h 5137252"/>
                        <a:gd name="connsiteX73" fmla="*/ 345791 w 3949778"/>
                        <a:gd name="connsiteY73" fmla="*/ 4309210 h 5137252"/>
                        <a:gd name="connsiteX74" fmla="*/ 222872 w 3949778"/>
                        <a:gd name="connsiteY74" fmla="*/ 4360257 h 5137252"/>
                        <a:gd name="connsiteX75" fmla="*/ 214254 w 3949778"/>
                        <a:gd name="connsiteY75" fmla="*/ 4373065 h 5137252"/>
                        <a:gd name="connsiteX76" fmla="*/ 0 w 3949778"/>
                        <a:gd name="connsiteY76" fmla="*/ 4376088 h 5137252"/>
                        <a:gd name="connsiteX77" fmla="*/ 0 w 3949778"/>
                        <a:gd name="connsiteY77" fmla="*/ 4048176 h 5137252"/>
                        <a:gd name="connsiteX78" fmla="*/ 213279 w 3949778"/>
                        <a:gd name="connsiteY78" fmla="*/ 4047458 h 5137252"/>
                        <a:gd name="connsiteX79" fmla="*/ 227300 w 3949778"/>
                        <a:gd name="connsiteY79" fmla="*/ 4068214 h 5137252"/>
                        <a:gd name="connsiteX80" fmla="*/ 350312 w 3949778"/>
                        <a:gd name="connsiteY80" fmla="*/ 4119034 h 5137252"/>
                        <a:gd name="connsiteX81" fmla="*/ 524052 w 3949778"/>
                        <a:gd name="connsiteY81" fmla="*/ 3944974 h 5137252"/>
                        <a:gd name="connsiteX82" fmla="*/ 417694 w 3949778"/>
                        <a:gd name="connsiteY82" fmla="*/ 3784839 h 5137252"/>
                        <a:gd name="connsiteX83" fmla="*/ 349992 w 3949778"/>
                        <a:gd name="connsiteY83" fmla="*/ 3771235 h 5137252"/>
                        <a:gd name="connsiteX84" fmla="*/ 282315 w 3949778"/>
                        <a:gd name="connsiteY84" fmla="*/ 3784963 h 5137252"/>
                        <a:gd name="connsiteX85" fmla="*/ 237151 w 3949778"/>
                        <a:gd name="connsiteY85" fmla="*/ 3815474 h 5137252"/>
                        <a:gd name="connsiteX86" fmla="*/ 0 w 3949778"/>
                        <a:gd name="connsiteY86" fmla="*/ 3818662 h 5137252"/>
                        <a:gd name="connsiteX87" fmla="*/ 0 w 3949778"/>
                        <a:gd name="connsiteY87" fmla="*/ 2967160 h 5137252"/>
                        <a:gd name="connsiteX88" fmla="*/ 214473 w 3949778"/>
                        <a:gd name="connsiteY88" fmla="*/ 2964949 h 5137252"/>
                        <a:gd name="connsiteX89" fmla="*/ 222629 w 3949778"/>
                        <a:gd name="connsiteY89" fmla="*/ 2977021 h 5137252"/>
                        <a:gd name="connsiteX90" fmla="*/ 345641 w 3949778"/>
                        <a:gd name="connsiteY90" fmla="*/ 3027842 h 5137252"/>
                        <a:gd name="connsiteX91" fmla="*/ 519381 w 3949778"/>
                        <a:gd name="connsiteY91" fmla="*/ 2853781 h 5137252"/>
                        <a:gd name="connsiteX92" fmla="*/ 413023 w 3949778"/>
                        <a:gd name="connsiteY92" fmla="*/ 2693645 h 5137252"/>
                        <a:gd name="connsiteX93" fmla="*/ 345321 w 3949778"/>
                        <a:gd name="connsiteY93" fmla="*/ 2680041 h 5137252"/>
                        <a:gd name="connsiteX94" fmla="*/ 222402 w 3949778"/>
                        <a:gd name="connsiteY94" fmla="*/ 2731089 h 5137252"/>
                        <a:gd name="connsiteX95" fmla="*/ 221128 w 3949778"/>
                        <a:gd name="connsiteY95" fmla="*/ 2732981 h 5137252"/>
                        <a:gd name="connsiteX96" fmla="*/ 0 w 3949778"/>
                        <a:gd name="connsiteY96" fmla="*/ 2735633 h 5137252"/>
                        <a:gd name="connsiteX97" fmla="*/ 0 w 3949778"/>
                        <a:gd name="connsiteY97" fmla="*/ 2413015 h 5137252"/>
                        <a:gd name="connsiteX98" fmla="*/ 212094 w 3949778"/>
                        <a:gd name="connsiteY98" fmla="*/ 2411751 h 5137252"/>
                        <a:gd name="connsiteX99" fmla="*/ 224649 w 3949778"/>
                        <a:gd name="connsiteY99" fmla="*/ 2430336 h 5137252"/>
                        <a:gd name="connsiteX100" fmla="*/ 347662 w 3949778"/>
                        <a:gd name="connsiteY100" fmla="*/ 2481156 h 5137252"/>
                        <a:gd name="connsiteX101" fmla="*/ 521401 w 3949778"/>
                        <a:gd name="connsiteY101" fmla="*/ 2307096 h 5137252"/>
                        <a:gd name="connsiteX102" fmla="*/ 415044 w 3949778"/>
                        <a:gd name="connsiteY102" fmla="*/ 2146960 h 5137252"/>
                        <a:gd name="connsiteX103" fmla="*/ 347341 w 3949778"/>
                        <a:gd name="connsiteY103" fmla="*/ 2133357 h 5137252"/>
                        <a:gd name="connsiteX104" fmla="*/ 279664 w 3949778"/>
                        <a:gd name="connsiteY104" fmla="*/ 2147085 h 5137252"/>
                        <a:gd name="connsiteX105" fmla="*/ 231279 w 3949778"/>
                        <a:gd name="connsiteY105" fmla="*/ 2179773 h 5137252"/>
                        <a:gd name="connsiteX106" fmla="*/ 0 w 3949778"/>
                        <a:gd name="connsiteY106" fmla="*/ 2178209 h 5137252"/>
                        <a:gd name="connsiteX107" fmla="*/ 0 w 3949778"/>
                        <a:gd name="connsiteY107" fmla="*/ 1872741 h 5137252"/>
                        <a:gd name="connsiteX108" fmla="*/ 213783 w 3949778"/>
                        <a:gd name="connsiteY108" fmla="*/ 1874853 h 5137252"/>
                        <a:gd name="connsiteX109" fmla="*/ 223404 w 3949778"/>
                        <a:gd name="connsiteY109" fmla="*/ 1889096 h 5137252"/>
                        <a:gd name="connsiteX110" fmla="*/ 346417 w 3949778"/>
                        <a:gd name="connsiteY110" fmla="*/ 1939916 h 5137252"/>
                        <a:gd name="connsiteX111" fmla="*/ 520156 w 3949778"/>
                        <a:gd name="connsiteY111" fmla="*/ 1765856 h 5137252"/>
                        <a:gd name="connsiteX112" fmla="*/ 413799 w 3949778"/>
                        <a:gd name="connsiteY112" fmla="*/ 1605720 h 5137252"/>
                        <a:gd name="connsiteX113" fmla="*/ 346096 w 3949778"/>
                        <a:gd name="connsiteY113" fmla="*/ 1592117 h 5137252"/>
                        <a:gd name="connsiteX114" fmla="*/ 278419 w 3949778"/>
                        <a:gd name="connsiteY114" fmla="*/ 1605845 h 5137252"/>
                        <a:gd name="connsiteX115" fmla="*/ 223595 w 3949778"/>
                        <a:gd name="connsiteY115" fmla="*/ 1642881 h 5137252"/>
                        <a:gd name="connsiteX116" fmla="*/ 0 w 3949778"/>
                        <a:gd name="connsiteY116" fmla="*/ 1642007 h 5137252"/>
                        <a:gd name="connsiteX117" fmla="*/ 0 w 3949778"/>
                        <a:gd name="connsiteY117" fmla="*/ 1332051 h 5137252"/>
                        <a:gd name="connsiteX118" fmla="*/ 215067 w 3949778"/>
                        <a:gd name="connsiteY118" fmla="*/ 1332559 h 5137252"/>
                        <a:gd name="connsiteX119" fmla="*/ 227605 w 3949778"/>
                        <a:gd name="connsiteY119" fmla="*/ 1351120 h 5137252"/>
                        <a:gd name="connsiteX120" fmla="*/ 350618 w 3949778"/>
                        <a:gd name="connsiteY120" fmla="*/ 1401940 h 5137252"/>
                        <a:gd name="connsiteX121" fmla="*/ 524358 w 3949778"/>
                        <a:gd name="connsiteY121" fmla="*/ 1227880 h 5137252"/>
                        <a:gd name="connsiteX122" fmla="*/ 418000 w 3949778"/>
                        <a:gd name="connsiteY122" fmla="*/ 1067744 h 5137252"/>
                        <a:gd name="connsiteX123" fmla="*/ 350297 w 3949778"/>
                        <a:gd name="connsiteY123" fmla="*/ 1054140 h 5137252"/>
                        <a:gd name="connsiteX124" fmla="*/ 282620 w 3949778"/>
                        <a:gd name="connsiteY124" fmla="*/ 1067869 h 5137252"/>
                        <a:gd name="connsiteX125" fmla="*/ 234201 w 3949778"/>
                        <a:gd name="connsiteY125" fmla="*/ 1100579 h 5137252"/>
                        <a:gd name="connsiteX126" fmla="*/ 3221 w 3949778"/>
                        <a:gd name="connsiteY126" fmla="*/ 1102939 h 5137252"/>
                        <a:gd name="connsiteX127" fmla="*/ 0 w 3949778"/>
                        <a:gd name="connsiteY127" fmla="*/ 1210259 h 5137252"/>
                        <a:gd name="connsiteX128" fmla="*/ 0 w 3949778"/>
                        <a:gd name="connsiteY128" fmla="*/ 797050 h 5137252"/>
                        <a:gd name="connsiteX129" fmla="*/ 223677 w 3949778"/>
                        <a:gd name="connsiteY129" fmla="*/ 795631 h 5137252"/>
                        <a:gd name="connsiteX130" fmla="*/ 229623 w 3949778"/>
                        <a:gd name="connsiteY130" fmla="*/ 804432 h 5137252"/>
                        <a:gd name="connsiteX131" fmla="*/ 352636 w 3949778"/>
                        <a:gd name="connsiteY131" fmla="*/ 855253 h 5137252"/>
                        <a:gd name="connsiteX132" fmla="*/ 526376 w 3949778"/>
                        <a:gd name="connsiteY132" fmla="*/ 681193 h 5137252"/>
                        <a:gd name="connsiteX133" fmla="*/ 420018 w 3949778"/>
                        <a:gd name="connsiteY133" fmla="*/ 521057 h 5137252"/>
                        <a:gd name="connsiteX134" fmla="*/ 352316 w 3949778"/>
                        <a:gd name="connsiteY134" fmla="*/ 507453 h 5137252"/>
                        <a:gd name="connsiteX135" fmla="*/ 229397 w 3949778"/>
                        <a:gd name="connsiteY135" fmla="*/ 558500 h 5137252"/>
                        <a:gd name="connsiteX136" fmla="*/ 225922 w 3949778"/>
                        <a:gd name="connsiteY136" fmla="*/ 563667 h 5137252"/>
                        <a:gd name="connsiteX137" fmla="*/ 615 w 3949778"/>
                        <a:gd name="connsiteY137" fmla="*/ 565510 h 5137252"/>
                        <a:gd name="connsiteX138" fmla="*/ 0 w 3949778"/>
                        <a:gd name="connsiteY138" fmla="*/ 616517 h 5137252"/>
                        <a:gd name="connsiteX139" fmla="*/ 0 w 3949778"/>
                        <a:gd name="connsiteY139" fmla="*/ 244537 h 5137252"/>
                        <a:gd name="connsiteX140" fmla="*/ 244537 w 3949778"/>
                        <a:gd name="connsiteY140" fmla="*/ 0 h 5137252"/>
                        <a:gd name="connsiteX141" fmla="*/ 3700874 w 3949778"/>
                        <a:gd name="connsiteY141" fmla="*/ 0 h 5137252"/>
                        <a:gd name="connsiteX142" fmla="*/ 3837597 w 3949778"/>
                        <a:gd name="connsiteY142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335438 w 3949778"/>
                        <a:gd name="connsiteY36" fmla="*/ 1884985 h 5137252"/>
                        <a:gd name="connsiteX37" fmla="*/ 3234693 w 3949778"/>
                        <a:gd name="connsiteY37" fmla="*/ 2149055 h 5137252"/>
                        <a:gd name="connsiteX38" fmla="*/ 965662 w 3949778"/>
                        <a:gd name="connsiteY38" fmla="*/ 2151146 h 5137252"/>
                        <a:gd name="connsiteX39" fmla="*/ 849788 w 3949778"/>
                        <a:gd name="connsiteY39" fmla="*/ 2267234 h 5137252"/>
                        <a:gd name="connsiteX40" fmla="*/ 965876 w 3949778"/>
                        <a:gd name="connsiteY40" fmla="*/ 2383107 h 5137252"/>
                        <a:gd name="connsiteX41" fmla="*/ 3146162 w 3949778"/>
                        <a:gd name="connsiteY41" fmla="*/ 2381099 h 5137252"/>
                        <a:gd name="connsiteX42" fmla="*/ 3058829 w 3949778"/>
                        <a:gd name="connsiteY42" fmla="*/ 2609727 h 5137252"/>
                        <a:gd name="connsiteX43" fmla="*/ 2997318 w 3949778"/>
                        <a:gd name="connsiteY43" fmla="*/ 2770827 h 5137252"/>
                        <a:gd name="connsiteX44" fmla="*/ 965025 w 3949778"/>
                        <a:gd name="connsiteY44" fmla="*/ 2772700 h 5137252"/>
                        <a:gd name="connsiteX45" fmla="*/ 849151 w 3949778"/>
                        <a:gd name="connsiteY45" fmla="*/ 2888787 h 5137252"/>
                        <a:gd name="connsiteX46" fmla="*/ 965239 w 3949778"/>
                        <a:gd name="connsiteY46" fmla="*/ 3004661 h 5137252"/>
                        <a:gd name="connsiteX47" fmla="*/ 2908819 w 3949778"/>
                        <a:gd name="connsiteY47" fmla="*/ 3002870 h 5137252"/>
                        <a:gd name="connsiteX48" fmla="*/ 2893682 w 3949778"/>
                        <a:gd name="connsiteY48" fmla="*/ 3042577 h 5137252"/>
                        <a:gd name="connsiteX49" fmla="*/ 2821562 w 3949778"/>
                        <a:gd name="connsiteY49" fmla="*/ 3232345 h 5137252"/>
                        <a:gd name="connsiteX50" fmla="*/ 2762222 w 3949778"/>
                        <a:gd name="connsiteY50" fmla="*/ 3389325 h 5137252"/>
                        <a:gd name="connsiteX51" fmla="*/ 949683 w 3949778"/>
                        <a:gd name="connsiteY51" fmla="*/ 3390995 h 5137252"/>
                        <a:gd name="connsiteX52" fmla="*/ 833809 w 3949778"/>
                        <a:gd name="connsiteY52" fmla="*/ 3507083 h 5137252"/>
                        <a:gd name="connsiteX53" fmla="*/ 949897 w 3949778"/>
                        <a:gd name="connsiteY53" fmla="*/ 3622957 h 5137252"/>
                        <a:gd name="connsiteX54" fmla="*/ 2732014 w 3949778"/>
                        <a:gd name="connsiteY54" fmla="*/ 3621315 h 5137252"/>
                        <a:gd name="connsiteX55" fmla="*/ 2703042 w 3949778"/>
                        <a:gd name="connsiteY55" fmla="*/ 3568605 h 5137252"/>
                        <a:gd name="connsiteX56" fmla="*/ 2736830 w 3949778"/>
                        <a:gd name="connsiteY56" fmla="*/ 3605524 h 5137252"/>
                        <a:gd name="connsiteX57" fmla="*/ 2633061 w 3949778"/>
                        <a:gd name="connsiteY57" fmla="*/ 4312952 h 5137252"/>
                        <a:gd name="connsiteX58" fmla="*/ 2957180 w 3949778"/>
                        <a:gd name="connsiteY58" fmla="*/ 4409562 h 5137252"/>
                        <a:gd name="connsiteX59" fmla="*/ 3482402 w 3949778"/>
                        <a:gd name="connsiteY59" fmla="*/ 3613885 h 5137252"/>
                        <a:gd name="connsiteX60" fmla="*/ 3552044 w 3949778"/>
                        <a:gd name="connsiteY60" fmla="*/ 3429821 h 5137252"/>
                        <a:gd name="connsiteX61" fmla="*/ 3949778 w 3949778"/>
                        <a:gd name="connsiteY61" fmla="*/ 2383707 h 5137252"/>
                        <a:gd name="connsiteX62" fmla="*/ 3945411 w 3949778"/>
                        <a:gd name="connsiteY62" fmla="*/ 4892715 h 5137252"/>
                        <a:gd name="connsiteX63" fmla="*/ 3700874 w 3949778"/>
                        <a:gd name="connsiteY63" fmla="*/ 5137252 h 5137252"/>
                        <a:gd name="connsiteX64" fmla="*/ 244537 w 3949778"/>
                        <a:gd name="connsiteY64" fmla="*/ 5137252 h 5137252"/>
                        <a:gd name="connsiteX65" fmla="*/ 0 w 3949778"/>
                        <a:gd name="connsiteY65" fmla="*/ 4892715 h 5137252"/>
                        <a:gd name="connsiteX66" fmla="*/ 0 w 3949778"/>
                        <a:gd name="connsiteY66" fmla="*/ 4605616 h 5137252"/>
                        <a:gd name="connsiteX67" fmla="*/ 222310 w 3949778"/>
                        <a:gd name="connsiteY67" fmla="*/ 4605020 h 5137252"/>
                        <a:gd name="connsiteX68" fmla="*/ 223099 w 3949778"/>
                        <a:gd name="connsiteY68" fmla="*/ 4606189 h 5137252"/>
                        <a:gd name="connsiteX69" fmla="*/ 346112 w 3949778"/>
                        <a:gd name="connsiteY69" fmla="*/ 4657010 h 5137252"/>
                        <a:gd name="connsiteX70" fmla="*/ 519851 w 3949778"/>
                        <a:gd name="connsiteY70" fmla="*/ 4482950 h 5137252"/>
                        <a:gd name="connsiteX71" fmla="*/ 413494 w 3949778"/>
                        <a:gd name="connsiteY71" fmla="*/ 4322814 h 5137252"/>
                        <a:gd name="connsiteX72" fmla="*/ 345791 w 3949778"/>
                        <a:gd name="connsiteY72" fmla="*/ 4309210 h 5137252"/>
                        <a:gd name="connsiteX73" fmla="*/ 222872 w 3949778"/>
                        <a:gd name="connsiteY73" fmla="*/ 4360257 h 5137252"/>
                        <a:gd name="connsiteX74" fmla="*/ 214254 w 3949778"/>
                        <a:gd name="connsiteY74" fmla="*/ 4373065 h 5137252"/>
                        <a:gd name="connsiteX75" fmla="*/ 0 w 3949778"/>
                        <a:gd name="connsiteY75" fmla="*/ 4376088 h 5137252"/>
                        <a:gd name="connsiteX76" fmla="*/ 0 w 3949778"/>
                        <a:gd name="connsiteY76" fmla="*/ 4048176 h 5137252"/>
                        <a:gd name="connsiteX77" fmla="*/ 213279 w 3949778"/>
                        <a:gd name="connsiteY77" fmla="*/ 4047458 h 5137252"/>
                        <a:gd name="connsiteX78" fmla="*/ 227300 w 3949778"/>
                        <a:gd name="connsiteY78" fmla="*/ 4068214 h 5137252"/>
                        <a:gd name="connsiteX79" fmla="*/ 350312 w 3949778"/>
                        <a:gd name="connsiteY79" fmla="*/ 4119034 h 5137252"/>
                        <a:gd name="connsiteX80" fmla="*/ 524052 w 3949778"/>
                        <a:gd name="connsiteY80" fmla="*/ 3944974 h 5137252"/>
                        <a:gd name="connsiteX81" fmla="*/ 417694 w 3949778"/>
                        <a:gd name="connsiteY81" fmla="*/ 3784839 h 5137252"/>
                        <a:gd name="connsiteX82" fmla="*/ 349992 w 3949778"/>
                        <a:gd name="connsiteY82" fmla="*/ 3771235 h 5137252"/>
                        <a:gd name="connsiteX83" fmla="*/ 282315 w 3949778"/>
                        <a:gd name="connsiteY83" fmla="*/ 3784963 h 5137252"/>
                        <a:gd name="connsiteX84" fmla="*/ 237151 w 3949778"/>
                        <a:gd name="connsiteY84" fmla="*/ 3815474 h 5137252"/>
                        <a:gd name="connsiteX85" fmla="*/ 0 w 3949778"/>
                        <a:gd name="connsiteY85" fmla="*/ 3818662 h 5137252"/>
                        <a:gd name="connsiteX86" fmla="*/ 0 w 3949778"/>
                        <a:gd name="connsiteY86" fmla="*/ 2967160 h 5137252"/>
                        <a:gd name="connsiteX87" fmla="*/ 214473 w 3949778"/>
                        <a:gd name="connsiteY87" fmla="*/ 2964949 h 5137252"/>
                        <a:gd name="connsiteX88" fmla="*/ 222629 w 3949778"/>
                        <a:gd name="connsiteY88" fmla="*/ 2977021 h 5137252"/>
                        <a:gd name="connsiteX89" fmla="*/ 345641 w 3949778"/>
                        <a:gd name="connsiteY89" fmla="*/ 3027842 h 5137252"/>
                        <a:gd name="connsiteX90" fmla="*/ 519381 w 3949778"/>
                        <a:gd name="connsiteY90" fmla="*/ 2853781 h 5137252"/>
                        <a:gd name="connsiteX91" fmla="*/ 413023 w 3949778"/>
                        <a:gd name="connsiteY91" fmla="*/ 2693645 h 5137252"/>
                        <a:gd name="connsiteX92" fmla="*/ 345321 w 3949778"/>
                        <a:gd name="connsiteY92" fmla="*/ 2680041 h 5137252"/>
                        <a:gd name="connsiteX93" fmla="*/ 222402 w 3949778"/>
                        <a:gd name="connsiteY93" fmla="*/ 2731089 h 5137252"/>
                        <a:gd name="connsiteX94" fmla="*/ 221128 w 3949778"/>
                        <a:gd name="connsiteY94" fmla="*/ 2732981 h 5137252"/>
                        <a:gd name="connsiteX95" fmla="*/ 0 w 3949778"/>
                        <a:gd name="connsiteY95" fmla="*/ 2735633 h 5137252"/>
                        <a:gd name="connsiteX96" fmla="*/ 0 w 3949778"/>
                        <a:gd name="connsiteY96" fmla="*/ 2413015 h 5137252"/>
                        <a:gd name="connsiteX97" fmla="*/ 212094 w 3949778"/>
                        <a:gd name="connsiteY97" fmla="*/ 2411751 h 5137252"/>
                        <a:gd name="connsiteX98" fmla="*/ 224649 w 3949778"/>
                        <a:gd name="connsiteY98" fmla="*/ 2430336 h 5137252"/>
                        <a:gd name="connsiteX99" fmla="*/ 347662 w 3949778"/>
                        <a:gd name="connsiteY99" fmla="*/ 2481156 h 5137252"/>
                        <a:gd name="connsiteX100" fmla="*/ 521401 w 3949778"/>
                        <a:gd name="connsiteY100" fmla="*/ 2307096 h 5137252"/>
                        <a:gd name="connsiteX101" fmla="*/ 415044 w 3949778"/>
                        <a:gd name="connsiteY101" fmla="*/ 2146960 h 5137252"/>
                        <a:gd name="connsiteX102" fmla="*/ 347341 w 3949778"/>
                        <a:gd name="connsiteY102" fmla="*/ 2133357 h 5137252"/>
                        <a:gd name="connsiteX103" fmla="*/ 279664 w 3949778"/>
                        <a:gd name="connsiteY103" fmla="*/ 2147085 h 5137252"/>
                        <a:gd name="connsiteX104" fmla="*/ 231279 w 3949778"/>
                        <a:gd name="connsiteY104" fmla="*/ 2179773 h 5137252"/>
                        <a:gd name="connsiteX105" fmla="*/ 0 w 3949778"/>
                        <a:gd name="connsiteY105" fmla="*/ 2178209 h 5137252"/>
                        <a:gd name="connsiteX106" fmla="*/ 0 w 3949778"/>
                        <a:gd name="connsiteY106" fmla="*/ 1872741 h 5137252"/>
                        <a:gd name="connsiteX107" fmla="*/ 213783 w 3949778"/>
                        <a:gd name="connsiteY107" fmla="*/ 1874853 h 5137252"/>
                        <a:gd name="connsiteX108" fmla="*/ 223404 w 3949778"/>
                        <a:gd name="connsiteY108" fmla="*/ 1889096 h 5137252"/>
                        <a:gd name="connsiteX109" fmla="*/ 346417 w 3949778"/>
                        <a:gd name="connsiteY109" fmla="*/ 1939916 h 5137252"/>
                        <a:gd name="connsiteX110" fmla="*/ 520156 w 3949778"/>
                        <a:gd name="connsiteY110" fmla="*/ 1765856 h 5137252"/>
                        <a:gd name="connsiteX111" fmla="*/ 413799 w 3949778"/>
                        <a:gd name="connsiteY111" fmla="*/ 1605720 h 5137252"/>
                        <a:gd name="connsiteX112" fmla="*/ 346096 w 3949778"/>
                        <a:gd name="connsiteY112" fmla="*/ 1592117 h 5137252"/>
                        <a:gd name="connsiteX113" fmla="*/ 278419 w 3949778"/>
                        <a:gd name="connsiteY113" fmla="*/ 1605845 h 5137252"/>
                        <a:gd name="connsiteX114" fmla="*/ 223595 w 3949778"/>
                        <a:gd name="connsiteY114" fmla="*/ 1642881 h 5137252"/>
                        <a:gd name="connsiteX115" fmla="*/ 0 w 3949778"/>
                        <a:gd name="connsiteY115" fmla="*/ 1642007 h 5137252"/>
                        <a:gd name="connsiteX116" fmla="*/ 0 w 3949778"/>
                        <a:gd name="connsiteY116" fmla="*/ 1332051 h 5137252"/>
                        <a:gd name="connsiteX117" fmla="*/ 215067 w 3949778"/>
                        <a:gd name="connsiteY117" fmla="*/ 1332559 h 5137252"/>
                        <a:gd name="connsiteX118" fmla="*/ 227605 w 3949778"/>
                        <a:gd name="connsiteY118" fmla="*/ 1351120 h 5137252"/>
                        <a:gd name="connsiteX119" fmla="*/ 350618 w 3949778"/>
                        <a:gd name="connsiteY119" fmla="*/ 1401940 h 5137252"/>
                        <a:gd name="connsiteX120" fmla="*/ 524358 w 3949778"/>
                        <a:gd name="connsiteY120" fmla="*/ 1227880 h 5137252"/>
                        <a:gd name="connsiteX121" fmla="*/ 418000 w 3949778"/>
                        <a:gd name="connsiteY121" fmla="*/ 1067744 h 5137252"/>
                        <a:gd name="connsiteX122" fmla="*/ 350297 w 3949778"/>
                        <a:gd name="connsiteY122" fmla="*/ 1054140 h 5137252"/>
                        <a:gd name="connsiteX123" fmla="*/ 282620 w 3949778"/>
                        <a:gd name="connsiteY123" fmla="*/ 1067869 h 5137252"/>
                        <a:gd name="connsiteX124" fmla="*/ 234201 w 3949778"/>
                        <a:gd name="connsiteY124" fmla="*/ 1100579 h 5137252"/>
                        <a:gd name="connsiteX125" fmla="*/ 3221 w 3949778"/>
                        <a:gd name="connsiteY125" fmla="*/ 1102939 h 5137252"/>
                        <a:gd name="connsiteX126" fmla="*/ 0 w 3949778"/>
                        <a:gd name="connsiteY126" fmla="*/ 1210259 h 5137252"/>
                        <a:gd name="connsiteX127" fmla="*/ 0 w 3949778"/>
                        <a:gd name="connsiteY127" fmla="*/ 797050 h 5137252"/>
                        <a:gd name="connsiteX128" fmla="*/ 223677 w 3949778"/>
                        <a:gd name="connsiteY128" fmla="*/ 795631 h 5137252"/>
                        <a:gd name="connsiteX129" fmla="*/ 229623 w 3949778"/>
                        <a:gd name="connsiteY129" fmla="*/ 804432 h 5137252"/>
                        <a:gd name="connsiteX130" fmla="*/ 352636 w 3949778"/>
                        <a:gd name="connsiteY130" fmla="*/ 855253 h 5137252"/>
                        <a:gd name="connsiteX131" fmla="*/ 526376 w 3949778"/>
                        <a:gd name="connsiteY131" fmla="*/ 681193 h 5137252"/>
                        <a:gd name="connsiteX132" fmla="*/ 420018 w 3949778"/>
                        <a:gd name="connsiteY132" fmla="*/ 521057 h 5137252"/>
                        <a:gd name="connsiteX133" fmla="*/ 352316 w 3949778"/>
                        <a:gd name="connsiteY133" fmla="*/ 507453 h 5137252"/>
                        <a:gd name="connsiteX134" fmla="*/ 229397 w 3949778"/>
                        <a:gd name="connsiteY134" fmla="*/ 558500 h 5137252"/>
                        <a:gd name="connsiteX135" fmla="*/ 225922 w 3949778"/>
                        <a:gd name="connsiteY135" fmla="*/ 563667 h 5137252"/>
                        <a:gd name="connsiteX136" fmla="*/ 615 w 3949778"/>
                        <a:gd name="connsiteY136" fmla="*/ 565510 h 5137252"/>
                        <a:gd name="connsiteX137" fmla="*/ 0 w 3949778"/>
                        <a:gd name="connsiteY137" fmla="*/ 616517 h 5137252"/>
                        <a:gd name="connsiteX138" fmla="*/ 0 w 3949778"/>
                        <a:gd name="connsiteY138" fmla="*/ 244537 h 5137252"/>
                        <a:gd name="connsiteX139" fmla="*/ 244537 w 3949778"/>
                        <a:gd name="connsiteY139" fmla="*/ 0 h 5137252"/>
                        <a:gd name="connsiteX140" fmla="*/ 3700874 w 3949778"/>
                        <a:gd name="connsiteY140" fmla="*/ 0 h 5137252"/>
                        <a:gd name="connsiteX141" fmla="*/ 3837597 w 3949778"/>
                        <a:gd name="connsiteY141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335438 w 3949778"/>
                        <a:gd name="connsiteY36" fmla="*/ 1884985 h 5137252"/>
                        <a:gd name="connsiteX37" fmla="*/ 3234693 w 3949778"/>
                        <a:gd name="connsiteY37" fmla="*/ 2149055 h 5137252"/>
                        <a:gd name="connsiteX38" fmla="*/ 965662 w 3949778"/>
                        <a:gd name="connsiteY38" fmla="*/ 2151146 h 5137252"/>
                        <a:gd name="connsiteX39" fmla="*/ 849788 w 3949778"/>
                        <a:gd name="connsiteY39" fmla="*/ 2267234 h 5137252"/>
                        <a:gd name="connsiteX40" fmla="*/ 965876 w 3949778"/>
                        <a:gd name="connsiteY40" fmla="*/ 2383107 h 5137252"/>
                        <a:gd name="connsiteX41" fmla="*/ 3146162 w 3949778"/>
                        <a:gd name="connsiteY41" fmla="*/ 2381099 h 5137252"/>
                        <a:gd name="connsiteX42" fmla="*/ 3058829 w 3949778"/>
                        <a:gd name="connsiteY42" fmla="*/ 2609727 h 5137252"/>
                        <a:gd name="connsiteX43" fmla="*/ 2997318 w 3949778"/>
                        <a:gd name="connsiteY43" fmla="*/ 2770827 h 5137252"/>
                        <a:gd name="connsiteX44" fmla="*/ 965025 w 3949778"/>
                        <a:gd name="connsiteY44" fmla="*/ 2772700 h 5137252"/>
                        <a:gd name="connsiteX45" fmla="*/ 849151 w 3949778"/>
                        <a:gd name="connsiteY45" fmla="*/ 2888787 h 5137252"/>
                        <a:gd name="connsiteX46" fmla="*/ 965239 w 3949778"/>
                        <a:gd name="connsiteY46" fmla="*/ 3004661 h 5137252"/>
                        <a:gd name="connsiteX47" fmla="*/ 2908819 w 3949778"/>
                        <a:gd name="connsiteY47" fmla="*/ 3002870 h 5137252"/>
                        <a:gd name="connsiteX48" fmla="*/ 2893682 w 3949778"/>
                        <a:gd name="connsiteY48" fmla="*/ 3042577 h 5137252"/>
                        <a:gd name="connsiteX49" fmla="*/ 2821562 w 3949778"/>
                        <a:gd name="connsiteY49" fmla="*/ 3232345 h 5137252"/>
                        <a:gd name="connsiteX50" fmla="*/ 2762222 w 3949778"/>
                        <a:gd name="connsiteY50" fmla="*/ 3389325 h 5137252"/>
                        <a:gd name="connsiteX51" fmla="*/ 949683 w 3949778"/>
                        <a:gd name="connsiteY51" fmla="*/ 3390995 h 5137252"/>
                        <a:gd name="connsiteX52" fmla="*/ 833809 w 3949778"/>
                        <a:gd name="connsiteY52" fmla="*/ 3507083 h 5137252"/>
                        <a:gd name="connsiteX53" fmla="*/ 949897 w 3949778"/>
                        <a:gd name="connsiteY53" fmla="*/ 3622957 h 5137252"/>
                        <a:gd name="connsiteX54" fmla="*/ 2732014 w 3949778"/>
                        <a:gd name="connsiteY54" fmla="*/ 3621315 h 5137252"/>
                        <a:gd name="connsiteX55" fmla="*/ 2736830 w 3949778"/>
                        <a:gd name="connsiteY55" fmla="*/ 3605524 h 5137252"/>
                        <a:gd name="connsiteX56" fmla="*/ 2633061 w 3949778"/>
                        <a:gd name="connsiteY56" fmla="*/ 4312952 h 5137252"/>
                        <a:gd name="connsiteX57" fmla="*/ 2957180 w 3949778"/>
                        <a:gd name="connsiteY57" fmla="*/ 4409562 h 5137252"/>
                        <a:gd name="connsiteX58" fmla="*/ 3482402 w 3949778"/>
                        <a:gd name="connsiteY58" fmla="*/ 3613885 h 5137252"/>
                        <a:gd name="connsiteX59" fmla="*/ 3552044 w 3949778"/>
                        <a:gd name="connsiteY59" fmla="*/ 3429821 h 5137252"/>
                        <a:gd name="connsiteX60" fmla="*/ 3949778 w 3949778"/>
                        <a:gd name="connsiteY60" fmla="*/ 2383707 h 5137252"/>
                        <a:gd name="connsiteX61" fmla="*/ 3945411 w 3949778"/>
                        <a:gd name="connsiteY61" fmla="*/ 4892715 h 5137252"/>
                        <a:gd name="connsiteX62" fmla="*/ 3700874 w 3949778"/>
                        <a:gd name="connsiteY62" fmla="*/ 5137252 h 5137252"/>
                        <a:gd name="connsiteX63" fmla="*/ 244537 w 3949778"/>
                        <a:gd name="connsiteY63" fmla="*/ 5137252 h 5137252"/>
                        <a:gd name="connsiteX64" fmla="*/ 0 w 3949778"/>
                        <a:gd name="connsiteY64" fmla="*/ 4892715 h 5137252"/>
                        <a:gd name="connsiteX65" fmla="*/ 0 w 3949778"/>
                        <a:gd name="connsiteY65" fmla="*/ 4605616 h 5137252"/>
                        <a:gd name="connsiteX66" fmla="*/ 222310 w 3949778"/>
                        <a:gd name="connsiteY66" fmla="*/ 4605020 h 5137252"/>
                        <a:gd name="connsiteX67" fmla="*/ 223099 w 3949778"/>
                        <a:gd name="connsiteY67" fmla="*/ 4606189 h 5137252"/>
                        <a:gd name="connsiteX68" fmla="*/ 346112 w 3949778"/>
                        <a:gd name="connsiteY68" fmla="*/ 4657010 h 5137252"/>
                        <a:gd name="connsiteX69" fmla="*/ 519851 w 3949778"/>
                        <a:gd name="connsiteY69" fmla="*/ 4482950 h 5137252"/>
                        <a:gd name="connsiteX70" fmla="*/ 413494 w 3949778"/>
                        <a:gd name="connsiteY70" fmla="*/ 4322814 h 5137252"/>
                        <a:gd name="connsiteX71" fmla="*/ 345791 w 3949778"/>
                        <a:gd name="connsiteY71" fmla="*/ 4309210 h 5137252"/>
                        <a:gd name="connsiteX72" fmla="*/ 222872 w 3949778"/>
                        <a:gd name="connsiteY72" fmla="*/ 4360257 h 5137252"/>
                        <a:gd name="connsiteX73" fmla="*/ 214254 w 3949778"/>
                        <a:gd name="connsiteY73" fmla="*/ 4373065 h 5137252"/>
                        <a:gd name="connsiteX74" fmla="*/ 0 w 3949778"/>
                        <a:gd name="connsiteY74" fmla="*/ 4376088 h 5137252"/>
                        <a:gd name="connsiteX75" fmla="*/ 0 w 3949778"/>
                        <a:gd name="connsiteY75" fmla="*/ 4048176 h 5137252"/>
                        <a:gd name="connsiteX76" fmla="*/ 213279 w 3949778"/>
                        <a:gd name="connsiteY76" fmla="*/ 4047458 h 5137252"/>
                        <a:gd name="connsiteX77" fmla="*/ 227300 w 3949778"/>
                        <a:gd name="connsiteY77" fmla="*/ 4068214 h 5137252"/>
                        <a:gd name="connsiteX78" fmla="*/ 350312 w 3949778"/>
                        <a:gd name="connsiteY78" fmla="*/ 4119034 h 5137252"/>
                        <a:gd name="connsiteX79" fmla="*/ 524052 w 3949778"/>
                        <a:gd name="connsiteY79" fmla="*/ 3944974 h 5137252"/>
                        <a:gd name="connsiteX80" fmla="*/ 417694 w 3949778"/>
                        <a:gd name="connsiteY80" fmla="*/ 3784839 h 5137252"/>
                        <a:gd name="connsiteX81" fmla="*/ 349992 w 3949778"/>
                        <a:gd name="connsiteY81" fmla="*/ 3771235 h 5137252"/>
                        <a:gd name="connsiteX82" fmla="*/ 282315 w 3949778"/>
                        <a:gd name="connsiteY82" fmla="*/ 3784963 h 5137252"/>
                        <a:gd name="connsiteX83" fmla="*/ 237151 w 3949778"/>
                        <a:gd name="connsiteY83" fmla="*/ 3815474 h 5137252"/>
                        <a:gd name="connsiteX84" fmla="*/ 0 w 3949778"/>
                        <a:gd name="connsiteY84" fmla="*/ 3818662 h 5137252"/>
                        <a:gd name="connsiteX85" fmla="*/ 0 w 3949778"/>
                        <a:gd name="connsiteY85" fmla="*/ 2967160 h 5137252"/>
                        <a:gd name="connsiteX86" fmla="*/ 214473 w 3949778"/>
                        <a:gd name="connsiteY86" fmla="*/ 2964949 h 5137252"/>
                        <a:gd name="connsiteX87" fmla="*/ 222629 w 3949778"/>
                        <a:gd name="connsiteY87" fmla="*/ 2977021 h 5137252"/>
                        <a:gd name="connsiteX88" fmla="*/ 345641 w 3949778"/>
                        <a:gd name="connsiteY88" fmla="*/ 3027842 h 5137252"/>
                        <a:gd name="connsiteX89" fmla="*/ 519381 w 3949778"/>
                        <a:gd name="connsiteY89" fmla="*/ 2853781 h 5137252"/>
                        <a:gd name="connsiteX90" fmla="*/ 413023 w 3949778"/>
                        <a:gd name="connsiteY90" fmla="*/ 2693645 h 5137252"/>
                        <a:gd name="connsiteX91" fmla="*/ 345321 w 3949778"/>
                        <a:gd name="connsiteY91" fmla="*/ 2680041 h 5137252"/>
                        <a:gd name="connsiteX92" fmla="*/ 222402 w 3949778"/>
                        <a:gd name="connsiteY92" fmla="*/ 2731089 h 5137252"/>
                        <a:gd name="connsiteX93" fmla="*/ 221128 w 3949778"/>
                        <a:gd name="connsiteY93" fmla="*/ 2732981 h 5137252"/>
                        <a:gd name="connsiteX94" fmla="*/ 0 w 3949778"/>
                        <a:gd name="connsiteY94" fmla="*/ 2735633 h 5137252"/>
                        <a:gd name="connsiteX95" fmla="*/ 0 w 3949778"/>
                        <a:gd name="connsiteY95" fmla="*/ 2413015 h 5137252"/>
                        <a:gd name="connsiteX96" fmla="*/ 212094 w 3949778"/>
                        <a:gd name="connsiteY96" fmla="*/ 2411751 h 5137252"/>
                        <a:gd name="connsiteX97" fmla="*/ 224649 w 3949778"/>
                        <a:gd name="connsiteY97" fmla="*/ 2430336 h 5137252"/>
                        <a:gd name="connsiteX98" fmla="*/ 347662 w 3949778"/>
                        <a:gd name="connsiteY98" fmla="*/ 2481156 h 5137252"/>
                        <a:gd name="connsiteX99" fmla="*/ 521401 w 3949778"/>
                        <a:gd name="connsiteY99" fmla="*/ 2307096 h 5137252"/>
                        <a:gd name="connsiteX100" fmla="*/ 415044 w 3949778"/>
                        <a:gd name="connsiteY100" fmla="*/ 2146960 h 5137252"/>
                        <a:gd name="connsiteX101" fmla="*/ 347341 w 3949778"/>
                        <a:gd name="connsiteY101" fmla="*/ 2133357 h 5137252"/>
                        <a:gd name="connsiteX102" fmla="*/ 279664 w 3949778"/>
                        <a:gd name="connsiteY102" fmla="*/ 2147085 h 5137252"/>
                        <a:gd name="connsiteX103" fmla="*/ 231279 w 3949778"/>
                        <a:gd name="connsiteY103" fmla="*/ 2179773 h 5137252"/>
                        <a:gd name="connsiteX104" fmla="*/ 0 w 3949778"/>
                        <a:gd name="connsiteY104" fmla="*/ 2178209 h 5137252"/>
                        <a:gd name="connsiteX105" fmla="*/ 0 w 3949778"/>
                        <a:gd name="connsiteY105" fmla="*/ 1872741 h 5137252"/>
                        <a:gd name="connsiteX106" fmla="*/ 213783 w 3949778"/>
                        <a:gd name="connsiteY106" fmla="*/ 1874853 h 5137252"/>
                        <a:gd name="connsiteX107" fmla="*/ 223404 w 3949778"/>
                        <a:gd name="connsiteY107" fmla="*/ 1889096 h 5137252"/>
                        <a:gd name="connsiteX108" fmla="*/ 346417 w 3949778"/>
                        <a:gd name="connsiteY108" fmla="*/ 1939916 h 5137252"/>
                        <a:gd name="connsiteX109" fmla="*/ 520156 w 3949778"/>
                        <a:gd name="connsiteY109" fmla="*/ 1765856 h 5137252"/>
                        <a:gd name="connsiteX110" fmla="*/ 413799 w 3949778"/>
                        <a:gd name="connsiteY110" fmla="*/ 1605720 h 5137252"/>
                        <a:gd name="connsiteX111" fmla="*/ 346096 w 3949778"/>
                        <a:gd name="connsiteY111" fmla="*/ 1592117 h 5137252"/>
                        <a:gd name="connsiteX112" fmla="*/ 278419 w 3949778"/>
                        <a:gd name="connsiteY112" fmla="*/ 1605845 h 5137252"/>
                        <a:gd name="connsiteX113" fmla="*/ 223595 w 3949778"/>
                        <a:gd name="connsiteY113" fmla="*/ 1642881 h 5137252"/>
                        <a:gd name="connsiteX114" fmla="*/ 0 w 3949778"/>
                        <a:gd name="connsiteY114" fmla="*/ 1642007 h 5137252"/>
                        <a:gd name="connsiteX115" fmla="*/ 0 w 3949778"/>
                        <a:gd name="connsiteY115" fmla="*/ 1332051 h 5137252"/>
                        <a:gd name="connsiteX116" fmla="*/ 215067 w 3949778"/>
                        <a:gd name="connsiteY116" fmla="*/ 1332559 h 5137252"/>
                        <a:gd name="connsiteX117" fmla="*/ 227605 w 3949778"/>
                        <a:gd name="connsiteY117" fmla="*/ 1351120 h 5137252"/>
                        <a:gd name="connsiteX118" fmla="*/ 350618 w 3949778"/>
                        <a:gd name="connsiteY118" fmla="*/ 1401940 h 5137252"/>
                        <a:gd name="connsiteX119" fmla="*/ 524358 w 3949778"/>
                        <a:gd name="connsiteY119" fmla="*/ 1227880 h 5137252"/>
                        <a:gd name="connsiteX120" fmla="*/ 418000 w 3949778"/>
                        <a:gd name="connsiteY120" fmla="*/ 1067744 h 5137252"/>
                        <a:gd name="connsiteX121" fmla="*/ 350297 w 3949778"/>
                        <a:gd name="connsiteY121" fmla="*/ 1054140 h 5137252"/>
                        <a:gd name="connsiteX122" fmla="*/ 282620 w 3949778"/>
                        <a:gd name="connsiteY122" fmla="*/ 1067869 h 5137252"/>
                        <a:gd name="connsiteX123" fmla="*/ 234201 w 3949778"/>
                        <a:gd name="connsiteY123" fmla="*/ 1100579 h 5137252"/>
                        <a:gd name="connsiteX124" fmla="*/ 3221 w 3949778"/>
                        <a:gd name="connsiteY124" fmla="*/ 1102939 h 5137252"/>
                        <a:gd name="connsiteX125" fmla="*/ 0 w 3949778"/>
                        <a:gd name="connsiteY125" fmla="*/ 1210259 h 5137252"/>
                        <a:gd name="connsiteX126" fmla="*/ 0 w 3949778"/>
                        <a:gd name="connsiteY126" fmla="*/ 797050 h 5137252"/>
                        <a:gd name="connsiteX127" fmla="*/ 223677 w 3949778"/>
                        <a:gd name="connsiteY127" fmla="*/ 795631 h 5137252"/>
                        <a:gd name="connsiteX128" fmla="*/ 229623 w 3949778"/>
                        <a:gd name="connsiteY128" fmla="*/ 804432 h 5137252"/>
                        <a:gd name="connsiteX129" fmla="*/ 352636 w 3949778"/>
                        <a:gd name="connsiteY129" fmla="*/ 855253 h 5137252"/>
                        <a:gd name="connsiteX130" fmla="*/ 526376 w 3949778"/>
                        <a:gd name="connsiteY130" fmla="*/ 681193 h 5137252"/>
                        <a:gd name="connsiteX131" fmla="*/ 420018 w 3949778"/>
                        <a:gd name="connsiteY131" fmla="*/ 521057 h 5137252"/>
                        <a:gd name="connsiteX132" fmla="*/ 352316 w 3949778"/>
                        <a:gd name="connsiteY132" fmla="*/ 507453 h 5137252"/>
                        <a:gd name="connsiteX133" fmla="*/ 229397 w 3949778"/>
                        <a:gd name="connsiteY133" fmla="*/ 558500 h 5137252"/>
                        <a:gd name="connsiteX134" fmla="*/ 225922 w 3949778"/>
                        <a:gd name="connsiteY134" fmla="*/ 563667 h 5137252"/>
                        <a:gd name="connsiteX135" fmla="*/ 615 w 3949778"/>
                        <a:gd name="connsiteY135" fmla="*/ 565510 h 5137252"/>
                        <a:gd name="connsiteX136" fmla="*/ 0 w 3949778"/>
                        <a:gd name="connsiteY136" fmla="*/ 616517 h 5137252"/>
                        <a:gd name="connsiteX137" fmla="*/ 0 w 3949778"/>
                        <a:gd name="connsiteY137" fmla="*/ 244537 h 5137252"/>
                        <a:gd name="connsiteX138" fmla="*/ 244537 w 3949778"/>
                        <a:gd name="connsiteY138" fmla="*/ 0 h 5137252"/>
                        <a:gd name="connsiteX139" fmla="*/ 3700874 w 3949778"/>
                        <a:gd name="connsiteY139" fmla="*/ 0 h 5137252"/>
                        <a:gd name="connsiteX140" fmla="*/ 3837597 w 3949778"/>
                        <a:gd name="connsiteY140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335438 w 3949778"/>
                        <a:gd name="connsiteY36" fmla="*/ 1884985 h 5137252"/>
                        <a:gd name="connsiteX37" fmla="*/ 3234693 w 3949778"/>
                        <a:gd name="connsiteY37" fmla="*/ 2149055 h 5137252"/>
                        <a:gd name="connsiteX38" fmla="*/ 965662 w 3949778"/>
                        <a:gd name="connsiteY38" fmla="*/ 2151146 h 5137252"/>
                        <a:gd name="connsiteX39" fmla="*/ 849788 w 3949778"/>
                        <a:gd name="connsiteY39" fmla="*/ 2267234 h 5137252"/>
                        <a:gd name="connsiteX40" fmla="*/ 965876 w 3949778"/>
                        <a:gd name="connsiteY40" fmla="*/ 2383107 h 5137252"/>
                        <a:gd name="connsiteX41" fmla="*/ 3146162 w 3949778"/>
                        <a:gd name="connsiteY41" fmla="*/ 2381099 h 5137252"/>
                        <a:gd name="connsiteX42" fmla="*/ 3058829 w 3949778"/>
                        <a:gd name="connsiteY42" fmla="*/ 2609727 h 5137252"/>
                        <a:gd name="connsiteX43" fmla="*/ 2997318 w 3949778"/>
                        <a:gd name="connsiteY43" fmla="*/ 2770827 h 5137252"/>
                        <a:gd name="connsiteX44" fmla="*/ 965025 w 3949778"/>
                        <a:gd name="connsiteY44" fmla="*/ 2772700 h 5137252"/>
                        <a:gd name="connsiteX45" fmla="*/ 849151 w 3949778"/>
                        <a:gd name="connsiteY45" fmla="*/ 2888787 h 5137252"/>
                        <a:gd name="connsiteX46" fmla="*/ 965239 w 3949778"/>
                        <a:gd name="connsiteY46" fmla="*/ 3004661 h 5137252"/>
                        <a:gd name="connsiteX47" fmla="*/ 2908819 w 3949778"/>
                        <a:gd name="connsiteY47" fmla="*/ 3002870 h 5137252"/>
                        <a:gd name="connsiteX48" fmla="*/ 2893682 w 3949778"/>
                        <a:gd name="connsiteY48" fmla="*/ 3042577 h 5137252"/>
                        <a:gd name="connsiteX49" fmla="*/ 2821562 w 3949778"/>
                        <a:gd name="connsiteY49" fmla="*/ 3232345 h 5137252"/>
                        <a:gd name="connsiteX50" fmla="*/ 2762222 w 3949778"/>
                        <a:gd name="connsiteY50" fmla="*/ 3389325 h 5137252"/>
                        <a:gd name="connsiteX51" fmla="*/ 949683 w 3949778"/>
                        <a:gd name="connsiteY51" fmla="*/ 3390995 h 5137252"/>
                        <a:gd name="connsiteX52" fmla="*/ 833809 w 3949778"/>
                        <a:gd name="connsiteY52" fmla="*/ 3507083 h 5137252"/>
                        <a:gd name="connsiteX53" fmla="*/ 949897 w 3949778"/>
                        <a:gd name="connsiteY53" fmla="*/ 3622957 h 5137252"/>
                        <a:gd name="connsiteX54" fmla="*/ 2732014 w 3949778"/>
                        <a:gd name="connsiteY54" fmla="*/ 3621315 h 5137252"/>
                        <a:gd name="connsiteX55" fmla="*/ 2633061 w 3949778"/>
                        <a:gd name="connsiteY55" fmla="*/ 4312952 h 5137252"/>
                        <a:gd name="connsiteX56" fmla="*/ 2957180 w 3949778"/>
                        <a:gd name="connsiteY56" fmla="*/ 4409562 h 5137252"/>
                        <a:gd name="connsiteX57" fmla="*/ 3482402 w 3949778"/>
                        <a:gd name="connsiteY57" fmla="*/ 3613885 h 5137252"/>
                        <a:gd name="connsiteX58" fmla="*/ 3552044 w 3949778"/>
                        <a:gd name="connsiteY58" fmla="*/ 3429821 h 5137252"/>
                        <a:gd name="connsiteX59" fmla="*/ 3949778 w 3949778"/>
                        <a:gd name="connsiteY59" fmla="*/ 2383707 h 5137252"/>
                        <a:gd name="connsiteX60" fmla="*/ 3945411 w 3949778"/>
                        <a:gd name="connsiteY60" fmla="*/ 4892715 h 5137252"/>
                        <a:gd name="connsiteX61" fmla="*/ 3700874 w 3949778"/>
                        <a:gd name="connsiteY61" fmla="*/ 5137252 h 5137252"/>
                        <a:gd name="connsiteX62" fmla="*/ 244537 w 3949778"/>
                        <a:gd name="connsiteY62" fmla="*/ 5137252 h 5137252"/>
                        <a:gd name="connsiteX63" fmla="*/ 0 w 3949778"/>
                        <a:gd name="connsiteY63" fmla="*/ 4892715 h 5137252"/>
                        <a:gd name="connsiteX64" fmla="*/ 0 w 3949778"/>
                        <a:gd name="connsiteY64" fmla="*/ 4605616 h 5137252"/>
                        <a:gd name="connsiteX65" fmla="*/ 222310 w 3949778"/>
                        <a:gd name="connsiteY65" fmla="*/ 4605020 h 5137252"/>
                        <a:gd name="connsiteX66" fmla="*/ 223099 w 3949778"/>
                        <a:gd name="connsiteY66" fmla="*/ 4606189 h 5137252"/>
                        <a:gd name="connsiteX67" fmla="*/ 346112 w 3949778"/>
                        <a:gd name="connsiteY67" fmla="*/ 4657010 h 5137252"/>
                        <a:gd name="connsiteX68" fmla="*/ 519851 w 3949778"/>
                        <a:gd name="connsiteY68" fmla="*/ 4482950 h 5137252"/>
                        <a:gd name="connsiteX69" fmla="*/ 413494 w 3949778"/>
                        <a:gd name="connsiteY69" fmla="*/ 4322814 h 5137252"/>
                        <a:gd name="connsiteX70" fmla="*/ 345791 w 3949778"/>
                        <a:gd name="connsiteY70" fmla="*/ 4309210 h 5137252"/>
                        <a:gd name="connsiteX71" fmla="*/ 222872 w 3949778"/>
                        <a:gd name="connsiteY71" fmla="*/ 4360257 h 5137252"/>
                        <a:gd name="connsiteX72" fmla="*/ 214254 w 3949778"/>
                        <a:gd name="connsiteY72" fmla="*/ 4373065 h 5137252"/>
                        <a:gd name="connsiteX73" fmla="*/ 0 w 3949778"/>
                        <a:gd name="connsiteY73" fmla="*/ 4376088 h 5137252"/>
                        <a:gd name="connsiteX74" fmla="*/ 0 w 3949778"/>
                        <a:gd name="connsiteY74" fmla="*/ 4048176 h 5137252"/>
                        <a:gd name="connsiteX75" fmla="*/ 213279 w 3949778"/>
                        <a:gd name="connsiteY75" fmla="*/ 4047458 h 5137252"/>
                        <a:gd name="connsiteX76" fmla="*/ 227300 w 3949778"/>
                        <a:gd name="connsiteY76" fmla="*/ 4068214 h 5137252"/>
                        <a:gd name="connsiteX77" fmla="*/ 350312 w 3949778"/>
                        <a:gd name="connsiteY77" fmla="*/ 4119034 h 5137252"/>
                        <a:gd name="connsiteX78" fmla="*/ 524052 w 3949778"/>
                        <a:gd name="connsiteY78" fmla="*/ 3944974 h 5137252"/>
                        <a:gd name="connsiteX79" fmla="*/ 417694 w 3949778"/>
                        <a:gd name="connsiteY79" fmla="*/ 3784839 h 5137252"/>
                        <a:gd name="connsiteX80" fmla="*/ 349992 w 3949778"/>
                        <a:gd name="connsiteY80" fmla="*/ 3771235 h 5137252"/>
                        <a:gd name="connsiteX81" fmla="*/ 282315 w 3949778"/>
                        <a:gd name="connsiteY81" fmla="*/ 3784963 h 5137252"/>
                        <a:gd name="connsiteX82" fmla="*/ 237151 w 3949778"/>
                        <a:gd name="connsiteY82" fmla="*/ 3815474 h 5137252"/>
                        <a:gd name="connsiteX83" fmla="*/ 0 w 3949778"/>
                        <a:gd name="connsiteY83" fmla="*/ 3818662 h 5137252"/>
                        <a:gd name="connsiteX84" fmla="*/ 0 w 3949778"/>
                        <a:gd name="connsiteY84" fmla="*/ 2967160 h 5137252"/>
                        <a:gd name="connsiteX85" fmla="*/ 214473 w 3949778"/>
                        <a:gd name="connsiteY85" fmla="*/ 2964949 h 5137252"/>
                        <a:gd name="connsiteX86" fmla="*/ 222629 w 3949778"/>
                        <a:gd name="connsiteY86" fmla="*/ 2977021 h 5137252"/>
                        <a:gd name="connsiteX87" fmla="*/ 345641 w 3949778"/>
                        <a:gd name="connsiteY87" fmla="*/ 3027842 h 5137252"/>
                        <a:gd name="connsiteX88" fmla="*/ 519381 w 3949778"/>
                        <a:gd name="connsiteY88" fmla="*/ 2853781 h 5137252"/>
                        <a:gd name="connsiteX89" fmla="*/ 413023 w 3949778"/>
                        <a:gd name="connsiteY89" fmla="*/ 2693645 h 5137252"/>
                        <a:gd name="connsiteX90" fmla="*/ 345321 w 3949778"/>
                        <a:gd name="connsiteY90" fmla="*/ 2680041 h 5137252"/>
                        <a:gd name="connsiteX91" fmla="*/ 222402 w 3949778"/>
                        <a:gd name="connsiteY91" fmla="*/ 2731089 h 5137252"/>
                        <a:gd name="connsiteX92" fmla="*/ 221128 w 3949778"/>
                        <a:gd name="connsiteY92" fmla="*/ 2732981 h 5137252"/>
                        <a:gd name="connsiteX93" fmla="*/ 0 w 3949778"/>
                        <a:gd name="connsiteY93" fmla="*/ 2735633 h 5137252"/>
                        <a:gd name="connsiteX94" fmla="*/ 0 w 3949778"/>
                        <a:gd name="connsiteY94" fmla="*/ 2413015 h 5137252"/>
                        <a:gd name="connsiteX95" fmla="*/ 212094 w 3949778"/>
                        <a:gd name="connsiteY95" fmla="*/ 2411751 h 5137252"/>
                        <a:gd name="connsiteX96" fmla="*/ 224649 w 3949778"/>
                        <a:gd name="connsiteY96" fmla="*/ 2430336 h 5137252"/>
                        <a:gd name="connsiteX97" fmla="*/ 347662 w 3949778"/>
                        <a:gd name="connsiteY97" fmla="*/ 2481156 h 5137252"/>
                        <a:gd name="connsiteX98" fmla="*/ 521401 w 3949778"/>
                        <a:gd name="connsiteY98" fmla="*/ 2307096 h 5137252"/>
                        <a:gd name="connsiteX99" fmla="*/ 415044 w 3949778"/>
                        <a:gd name="connsiteY99" fmla="*/ 2146960 h 5137252"/>
                        <a:gd name="connsiteX100" fmla="*/ 347341 w 3949778"/>
                        <a:gd name="connsiteY100" fmla="*/ 2133357 h 5137252"/>
                        <a:gd name="connsiteX101" fmla="*/ 279664 w 3949778"/>
                        <a:gd name="connsiteY101" fmla="*/ 2147085 h 5137252"/>
                        <a:gd name="connsiteX102" fmla="*/ 231279 w 3949778"/>
                        <a:gd name="connsiteY102" fmla="*/ 2179773 h 5137252"/>
                        <a:gd name="connsiteX103" fmla="*/ 0 w 3949778"/>
                        <a:gd name="connsiteY103" fmla="*/ 2178209 h 5137252"/>
                        <a:gd name="connsiteX104" fmla="*/ 0 w 3949778"/>
                        <a:gd name="connsiteY104" fmla="*/ 1872741 h 5137252"/>
                        <a:gd name="connsiteX105" fmla="*/ 213783 w 3949778"/>
                        <a:gd name="connsiteY105" fmla="*/ 1874853 h 5137252"/>
                        <a:gd name="connsiteX106" fmla="*/ 223404 w 3949778"/>
                        <a:gd name="connsiteY106" fmla="*/ 1889096 h 5137252"/>
                        <a:gd name="connsiteX107" fmla="*/ 346417 w 3949778"/>
                        <a:gd name="connsiteY107" fmla="*/ 1939916 h 5137252"/>
                        <a:gd name="connsiteX108" fmla="*/ 520156 w 3949778"/>
                        <a:gd name="connsiteY108" fmla="*/ 1765856 h 5137252"/>
                        <a:gd name="connsiteX109" fmla="*/ 413799 w 3949778"/>
                        <a:gd name="connsiteY109" fmla="*/ 1605720 h 5137252"/>
                        <a:gd name="connsiteX110" fmla="*/ 346096 w 3949778"/>
                        <a:gd name="connsiteY110" fmla="*/ 1592117 h 5137252"/>
                        <a:gd name="connsiteX111" fmla="*/ 278419 w 3949778"/>
                        <a:gd name="connsiteY111" fmla="*/ 1605845 h 5137252"/>
                        <a:gd name="connsiteX112" fmla="*/ 223595 w 3949778"/>
                        <a:gd name="connsiteY112" fmla="*/ 1642881 h 5137252"/>
                        <a:gd name="connsiteX113" fmla="*/ 0 w 3949778"/>
                        <a:gd name="connsiteY113" fmla="*/ 1642007 h 5137252"/>
                        <a:gd name="connsiteX114" fmla="*/ 0 w 3949778"/>
                        <a:gd name="connsiteY114" fmla="*/ 1332051 h 5137252"/>
                        <a:gd name="connsiteX115" fmla="*/ 215067 w 3949778"/>
                        <a:gd name="connsiteY115" fmla="*/ 1332559 h 5137252"/>
                        <a:gd name="connsiteX116" fmla="*/ 227605 w 3949778"/>
                        <a:gd name="connsiteY116" fmla="*/ 1351120 h 5137252"/>
                        <a:gd name="connsiteX117" fmla="*/ 350618 w 3949778"/>
                        <a:gd name="connsiteY117" fmla="*/ 1401940 h 5137252"/>
                        <a:gd name="connsiteX118" fmla="*/ 524358 w 3949778"/>
                        <a:gd name="connsiteY118" fmla="*/ 1227880 h 5137252"/>
                        <a:gd name="connsiteX119" fmla="*/ 418000 w 3949778"/>
                        <a:gd name="connsiteY119" fmla="*/ 1067744 h 5137252"/>
                        <a:gd name="connsiteX120" fmla="*/ 350297 w 3949778"/>
                        <a:gd name="connsiteY120" fmla="*/ 1054140 h 5137252"/>
                        <a:gd name="connsiteX121" fmla="*/ 282620 w 3949778"/>
                        <a:gd name="connsiteY121" fmla="*/ 1067869 h 5137252"/>
                        <a:gd name="connsiteX122" fmla="*/ 234201 w 3949778"/>
                        <a:gd name="connsiteY122" fmla="*/ 1100579 h 5137252"/>
                        <a:gd name="connsiteX123" fmla="*/ 3221 w 3949778"/>
                        <a:gd name="connsiteY123" fmla="*/ 1102939 h 5137252"/>
                        <a:gd name="connsiteX124" fmla="*/ 0 w 3949778"/>
                        <a:gd name="connsiteY124" fmla="*/ 1210259 h 5137252"/>
                        <a:gd name="connsiteX125" fmla="*/ 0 w 3949778"/>
                        <a:gd name="connsiteY125" fmla="*/ 797050 h 5137252"/>
                        <a:gd name="connsiteX126" fmla="*/ 223677 w 3949778"/>
                        <a:gd name="connsiteY126" fmla="*/ 795631 h 5137252"/>
                        <a:gd name="connsiteX127" fmla="*/ 229623 w 3949778"/>
                        <a:gd name="connsiteY127" fmla="*/ 804432 h 5137252"/>
                        <a:gd name="connsiteX128" fmla="*/ 352636 w 3949778"/>
                        <a:gd name="connsiteY128" fmla="*/ 855253 h 5137252"/>
                        <a:gd name="connsiteX129" fmla="*/ 526376 w 3949778"/>
                        <a:gd name="connsiteY129" fmla="*/ 681193 h 5137252"/>
                        <a:gd name="connsiteX130" fmla="*/ 420018 w 3949778"/>
                        <a:gd name="connsiteY130" fmla="*/ 521057 h 5137252"/>
                        <a:gd name="connsiteX131" fmla="*/ 352316 w 3949778"/>
                        <a:gd name="connsiteY131" fmla="*/ 507453 h 5137252"/>
                        <a:gd name="connsiteX132" fmla="*/ 229397 w 3949778"/>
                        <a:gd name="connsiteY132" fmla="*/ 558500 h 5137252"/>
                        <a:gd name="connsiteX133" fmla="*/ 225922 w 3949778"/>
                        <a:gd name="connsiteY133" fmla="*/ 563667 h 5137252"/>
                        <a:gd name="connsiteX134" fmla="*/ 615 w 3949778"/>
                        <a:gd name="connsiteY134" fmla="*/ 565510 h 5137252"/>
                        <a:gd name="connsiteX135" fmla="*/ 0 w 3949778"/>
                        <a:gd name="connsiteY135" fmla="*/ 616517 h 5137252"/>
                        <a:gd name="connsiteX136" fmla="*/ 0 w 3949778"/>
                        <a:gd name="connsiteY136" fmla="*/ 244537 h 5137252"/>
                        <a:gd name="connsiteX137" fmla="*/ 244537 w 3949778"/>
                        <a:gd name="connsiteY137" fmla="*/ 0 h 5137252"/>
                        <a:gd name="connsiteX138" fmla="*/ 3700874 w 3949778"/>
                        <a:gd name="connsiteY138" fmla="*/ 0 h 5137252"/>
                        <a:gd name="connsiteX139" fmla="*/ 3837597 w 3949778"/>
                        <a:gd name="connsiteY139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81059 w 3949778"/>
                        <a:gd name="connsiteY35" fmla="*/ 1765039 h 5137252"/>
                        <a:gd name="connsiteX36" fmla="*/ 3234693 w 3949778"/>
                        <a:gd name="connsiteY36" fmla="*/ 2149055 h 5137252"/>
                        <a:gd name="connsiteX37" fmla="*/ 965662 w 3949778"/>
                        <a:gd name="connsiteY37" fmla="*/ 2151146 h 5137252"/>
                        <a:gd name="connsiteX38" fmla="*/ 849788 w 3949778"/>
                        <a:gd name="connsiteY38" fmla="*/ 2267234 h 5137252"/>
                        <a:gd name="connsiteX39" fmla="*/ 965876 w 3949778"/>
                        <a:gd name="connsiteY39" fmla="*/ 2383107 h 5137252"/>
                        <a:gd name="connsiteX40" fmla="*/ 3146162 w 3949778"/>
                        <a:gd name="connsiteY40" fmla="*/ 2381099 h 5137252"/>
                        <a:gd name="connsiteX41" fmla="*/ 3058829 w 3949778"/>
                        <a:gd name="connsiteY41" fmla="*/ 2609727 h 5137252"/>
                        <a:gd name="connsiteX42" fmla="*/ 2997318 w 3949778"/>
                        <a:gd name="connsiteY42" fmla="*/ 2770827 h 5137252"/>
                        <a:gd name="connsiteX43" fmla="*/ 965025 w 3949778"/>
                        <a:gd name="connsiteY43" fmla="*/ 2772700 h 5137252"/>
                        <a:gd name="connsiteX44" fmla="*/ 849151 w 3949778"/>
                        <a:gd name="connsiteY44" fmla="*/ 2888787 h 5137252"/>
                        <a:gd name="connsiteX45" fmla="*/ 965239 w 3949778"/>
                        <a:gd name="connsiteY45" fmla="*/ 3004661 h 5137252"/>
                        <a:gd name="connsiteX46" fmla="*/ 2908819 w 3949778"/>
                        <a:gd name="connsiteY46" fmla="*/ 3002870 h 5137252"/>
                        <a:gd name="connsiteX47" fmla="*/ 2893682 w 3949778"/>
                        <a:gd name="connsiteY47" fmla="*/ 3042577 h 5137252"/>
                        <a:gd name="connsiteX48" fmla="*/ 2821562 w 3949778"/>
                        <a:gd name="connsiteY48" fmla="*/ 3232345 h 5137252"/>
                        <a:gd name="connsiteX49" fmla="*/ 2762222 w 3949778"/>
                        <a:gd name="connsiteY49" fmla="*/ 3389325 h 5137252"/>
                        <a:gd name="connsiteX50" fmla="*/ 949683 w 3949778"/>
                        <a:gd name="connsiteY50" fmla="*/ 3390995 h 5137252"/>
                        <a:gd name="connsiteX51" fmla="*/ 833809 w 3949778"/>
                        <a:gd name="connsiteY51" fmla="*/ 3507083 h 5137252"/>
                        <a:gd name="connsiteX52" fmla="*/ 949897 w 3949778"/>
                        <a:gd name="connsiteY52" fmla="*/ 3622957 h 5137252"/>
                        <a:gd name="connsiteX53" fmla="*/ 2732014 w 3949778"/>
                        <a:gd name="connsiteY53" fmla="*/ 3621315 h 5137252"/>
                        <a:gd name="connsiteX54" fmla="*/ 2633061 w 3949778"/>
                        <a:gd name="connsiteY54" fmla="*/ 4312952 h 5137252"/>
                        <a:gd name="connsiteX55" fmla="*/ 2957180 w 3949778"/>
                        <a:gd name="connsiteY55" fmla="*/ 4409562 h 5137252"/>
                        <a:gd name="connsiteX56" fmla="*/ 3482402 w 3949778"/>
                        <a:gd name="connsiteY56" fmla="*/ 3613885 h 5137252"/>
                        <a:gd name="connsiteX57" fmla="*/ 3552044 w 3949778"/>
                        <a:gd name="connsiteY57" fmla="*/ 3429821 h 5137252"/>
                        <a:gd name="connsiteX58" fmla="*/ 3949778 w 3949778"/>
                        <a:gd name="connsiteY58" fmla="*/ 2383707 h 5137252"/>
                        <a:gd name="connsiteX59" fmla="*/ 3945411 w 3949778"/>
                        <a:gd name="connsiteY59" fmla="*/ 4892715 h 5137252"/>
                        <a:gd name="connsiteX60" fmla="*/ 3700874 w 3949778"/>
                        <a:gd name="connsiteY60" fmla="*/ 5137252 h 5137252"/>
                        <a:gd name="connsiteX61" fmla="*/ 244537 w 3949778"/>
                        <a:gd name="connsiteY61" fmla="*/ 5137252 h 5137252"/>
                        <a:gd name="connsiteX62" fmla="*/ 0 w 3949778"/>
                        <a:gd name="connsiteY62" fmla="*/ 4892715 h 5137252"/>
                        <a:gd name="connsiteX63" fmla="*/ 0 w 3949778"/>
                        <a:gd name="connsiteY63" fmla="*/ 4605616 h 5137252"/>
                        <a:gd name="connsiteX64" fmla="*/ 222310 w 3949778"/>
                        <a:gd name="connsiteY64" fmla="*/ 4605020 h 5137252"/>
                        <a:gd name="connsiteX65" fmla="*/ 223099 w 3949778"/>
                        <a:gd name="connsiteY65" fmla="*/ 4606189 h 5137252"/>
                        <a:gd name="connsiteX66" fmla="*/ 346112 w 3949778"/>
                        <a:gd name="connsiteY66" fmla="*/ 4657010 h 5137252"/>
                        <a:gd name="connsiteX67" fmla="*/ 519851 w 3949778"/>
                        <a:gd name="connsiteY67" fmla="*/ 4482950 h 5137252"/>
                        <a:gd name="connsiteX68" fmla="*/ 413494 w 3949778"/>
                        <a:gd name="connsiteY68" fmla="*/ 4322814 h 5137252"/>
                        <a:gd name="connsiteX69" fmla="*/ 345791 w 3949778"/>
                        <a:gd name="connsiteY69" fmla="*/ 4309210 h 5137252"/>
                        <a:gd name="connsiteX70" fmla="*/ 222872 w 3949778"/>
                        <a:gd name="connsiteY70" fmla="*/ 4360257 h 5137252"/>
                        <a:gd name="connsiteX71" fmla="*/ 214254 w 3949778"/>
                        <a:gd name="connsiteY71" fmla="*/ 4373065 h 5137252"/>
                        <a:gd name="connsiteX72" fmla="*/ 0 w 3949778"/>
                        <a:gd name="connsiteY72" fmla="*/ 4376088 h 5137252"/>
                        <a:gd name="connsiteX73" fmla="*/ 0 w 3949778"/>
                        <a:gd name="connsiteY73" fmla="*/ 4048176 h 5137252"/>
                        <a:gd name="connsiteX74" fmla="*/ 213279 w 3949778"/>
                        <a:gd name="connsiteY74" fmla="*/ 4047458 h 5137252"/>
                        <a:gd name="connsiteX75" fmla="*/ 227300 w 3949778"/>
                        <a:gd name="connsiteY75" fmla="*/ 4068214 h 5137252"/>
                        <a:gd name="connsiteX76" fmla="*/ 350312 w 3949778"/>
                        <a:gd name="connsiteY76" fmla="*/ 4119034 h 5137252"/>
                        <a:gd name="connsiteX77" fmla="*/ 524052 w 3949778"/>
                        <a:gd name="connsiteY77" fmla="*/ 3944974 h 5137252"/>
                        <a:gd name="connsiteX78" fmla="*/ 417694 w 3949778"/>
                        <a:gd name="connsiteY78" fmla="*/ 3784839 h 5137252"/>
                        <a:gd name="connsiteX79" fmla="*/ 349992 w 3949778"/>
                        <a:gd name="connsiteY79" fmla="*/ 3771235 h 5137252"/>
                        <a:gd name="connsiteX80" fmla="*/ 282315 w 3949778"/>
                        <a:gd name="connsiteY80" fmla="*/ 3784963 h 5137252"/>
                        <a:gd name="connsiteX81" fmla="*/ 237151 w 3949778"/>
                        <a:gd name="connsiteY81" fmla="*/ 3815474 h 5137252"/>
                        <a:gd name="connsiteX82" fmla="*/ 0 w 3949778"/>
                        <a:gd name="connsiteY82" fmla="*/ 3818662 h 5137252"/>
                        <a:gd name="connsiteX83" fmla="*/ 0 w 3949778"/>
                        <a:gd name="connsiteY83" fmla="*/ 2967160 h 5137252"/>
                        <a:gd name="connsiteX84" fmla="*/ 214473 w 3949778"/>
                        <a:gd name="connsiteY84" fmla="*/ 2964949 h 5137252"/>
                        <a:gd name="connsiteX85" fmla="*/ 222629 w 3949778"/>
                        <a:gd name="connsiteY85" fmla="*/ 2977021 h 5137252"/>
                        <a:gd name="connsiteX86" fmla="*/ 345641 w 3949778"/>
                        <a:gd name="connsiteY86" fmla="*/ 3027842 h 5137252"/>
                        <a:gd name="connsiteX87" fmla="*/ 519381 w 3949778"/>
                        <a:gd name="connsiteY87" fmla="*/ 2853781 h 5137252"/>
                        <a:gd name="connsiteX88" fmla="*/ 413023 w 3949778"/>
                        <a:gd name="connsiteY88" fmla="*/ 2693645 h 5137252"/>
                        <a:gd name="connsiteX89" fmla="*/ 345321 w 3949778"/>
                        <a:gd name="connsiteY89" fmla="*/ 2680041 h 5137252"/>
                        <a:gd name="connsiteX90" fmla="*/ 222402 w 3949778"/>
                        <a:gd name="connsiteY90" fmla="*/ 2731089 h 5137252"/>
                        <a:gd name="connsiteX91" fmla="*/ 221128 w 3949778"/>
                        <a:gd name="connsiteY91" fmla="*/ 2732981 h 5137252"/>
                        <a:gd name="connsiteX92" fmla="*/ 0 w 3949778"/>
                        <a:gd name="connsiteY92" fmla="*/ 2735633 h 5137252"/>
                        <a:gd name="connsiteX93" fmla="*/ 0 w 3949778"/>
                        <a:gd name="connsiteY93" fmla="*/ 2413015 h 5137252"/>
                        <a:gd name="connsiteX94" fmla="*/ 212094 w 3949778"/>
                        <a:gd name="connsiteY94" fmla="*/ 2411751 h 5137252"/>
                        <a:gd name="connsiteX95" fmla="*/ 224649 w 3949778"/>
                        <a:gd name="connsiteY95" fmla="*/ 2430336 h 5137252"/>
                        <a:gd name="connsiteX96" fmla="*/ 347662 w 3949778"/>
                        <a:gd name="connsiteY96" fmla="*/ 2481156 h 5137252"/>
                        <a:gd name="connsiteX97" fmla="*/ 521401 w 3949778"/>
                        <a:gd name="connsiteY97" fmla="*/ 2307096 h 5137252"/>
                        <a:gd name="connsiteX98" fmla="*/ 415044 w 3949778"/>
                        <a:gd name="connsiteY98" fmla="*/ 2146960 h 5137252"/>
                        <a:gd name="connsiteX99" fmla="*/ 347341 w 3949778"/>
                        <a:gd name="connsiteY99" fmla="*/ 2133357 h 5137252"/>
                        <a:gd name="connsiteX100" fmla="*/ 279664 w 3949778"/>
                        <a:gd name="connsiteY100" fmla="*/ 2147085 h 5137252"/>
                        <a:gd name="connsiteX101" fmla="*/ 231279 w 3949778"/>
                        <a:gd name="connsiteY101" fmla="*/ 2179773 h 5137252"/>
                        <a:gd name="connsiteX102" fmla="*/ 0 w 3949778"/>
                        <a:gd name="connsiteY102" fmla="*/ 2178209 h 5137252"/>
                        <a:gd name="connsiteX103" fmla="*/ 0 w 3949778"/>
                        <a:gd name="connsiteY103" fmla="*/ 1872741 h 5137252"/>
                        <a:gd name="connsiteX104" fmla="*/ 213783 w 3949778"/>
                        <a:gd name="connsiteY104" fmla="*/ 1874853 h 5137252"/>
                        <a:gd name="connsiteX105" fmla="*/ 223404 w 3949778"/>
                        <a:gd name="connsiteY105" fmla="*/ 1889096 h 5137252"/>
                        <a:gd name="connsiteX106" fmla="*/ 346417 w 3949778"/>
                        <a:gd name="connsiteY106" fmla="*/ 1939916 h 5137252"/>
                        <a:gd name="connsiteX107" fmla="*/ 520156 w 3949778"/>
                        <a:gd name="connsiteY107" fmla="*/ 1765856 h 5137252"/>
                        <a:gd name="connsiteX108" fmla="*/ 413799 w 3949778"/>
                        <a:gd name="connsiteY108" fmla="*/ 1605720 h 5137252"/>
                        <a:gd name="connsiteX109" fmla="*/ 346096 w 3949778"/>
                        <a:gd name="connsiteY109" fmla="*/ 1592117 h 5137252"/>
                        <a:gd name="connsiteX110" fmla="*/ 278419 w 3949778"/>
                        <a:gd name="connsiteY110" fmla="*/ 1605845 h 5137252"/>
                        <a:gd name="connsiteX111" fmla="*/ 223595 w 3949778"/>
                        <a:gd name="connsiteY111" fmla="*/ 1642881 h 5137252"/>
                        <a:gd name="connsiteX112" fmla="*/ 0 w 3949778"/>
                        <a:gd name="connsiteY112" fmla="*/ 1642007 h 5137252"/>
                        <a:gd name="connsiteX113" fmla="*/ 0 w 3949778"/>
                        <a:gd name="connsiteY113" fmla="*/ 1332051 h 5137252"/>
                        <a:gd name="connsiteX114" fmla="*/ 215067 w 3949778"/>
                        <a:gd name="connsiteY114" fmla="*/ 1332559 h 5137252"/>
                        <a:gd name="connsiteX115" fmla="*/ 227605 w 3949778"/>
                        <a:gd name="connsiteY115" fmla="*/ 1351120 h 5137252"/>
                        <a:gd name="connsiteX116" fmla="*/ 350618 w 3949778"/>
                        <a:gd name="connsiteY116" fmla="*/ 1401940 h 5137252"/>
                        <a:gd name="connsiteX117" fmla="*/ 524358 w 3949778"/>
                        <a:gd name="connsiteY117" fmla="*/ 1227880 h 5137252"/>
                        <a:gd name="connsiteX118" fmla="*/ 418000 w 3949778"/>
                        <a:gd name="connsiteY118" fmla="*/ 1067744 h 5137252"/>
                        <a:gd name="connsiteX119" fmla="*/ 350297 w 3949778"/>
                        <a:gd name="connsiteY119" fmla="*/ 1054140 h 5137252"/>
                        <a:gd name="connsiteX120" fmla="*/ 282620 w 3949778"/>
                        <a:gd name="connsiteY120" fmla="*/ 1067869 h 5137252"/>
                        <a:gd name="connsiteX121" fmla="*/ 234201 w 3949778"/>
                        <a:gd name="connsiteY121" fmla="*/ 1100579 h 5137252"/>
                        <a:gd name="connsiteX122" fmla="*/ 3221 w 3949778"/>
                        <a:gd name="connsiteY122" fmla="*/ 1102939 h 5137252"/>
                        <a:gd name="connsiteX123" fmla="*/ 0 w 3949778"/>
                        <a:gd name="connsiteY123" fmla="*/ 1210259 h 5137252"/>
                        <a:gd name="connsiteX124" fmla="*/ 0 w 3949778"/>
                        <a:gd name="connsiteY124" fmla="*/ 797050 h 5137252"/>
                        <a:gd name="connsiteX125" fmla="*/ 223677 w 3949778"/>
                        <a:gd name="connsiteY125" fmla="*/ 795631 h 5137252"/>
                        <a:gd name="connsiteX126" fmla="*/ 229623 w 3949778"/>
                        <a:gd name="connsiteY126" fmla="*/ 804432 h 5137252"/>
                        <a:gd name="connsiteX127" fmla="*/ 352636 w 3949778"/>
                        <a:gd name="connsiteY127" fmla="*/ 855253 h 5137252"/>
                        <a:gd name="connsiteX128" fmla="*/ 526376 w 3949778"/>
                        <a:gd name="connsiteY128" fmla="*/ 681193 h 5137252"/>
                        <a:gd name="connsiteX129" fmla="*/ 420018 w 3949778"/>
                        <a:gd name="connsiteY129" fmla="*/ 521057 h 5137252"/>
                        <a:gd name="connsiteX130" fmla="*/ 352316 w 3949778"/>
                        <a:gd name="connsiteY130" fmla="*/ 507453 h 5137252"/>
                        <a:gd name="connsiteX131" fmla="*/ 229397 w 3949778"/>
                        <a:gd name="connsiteY131" fmla="*/ 558500 h 5137252"/>
                        <a:gd name="connsiteX132" fmla="*/ 225922 w 3949778"/>
                        <a:gd name="connsiteY132" fmla="*/ 563667 h 5137252"/>
                        <a:gd name="connsiteX133" fmla="*/ 615 w 3949778"/>
                        <a:gd name="connsiteY133" fmla="*/ 565510 h 5137252"/>
                        <a:gd name="connsiteX134" fmla="*/ 0 w 3949778"/>
                        <a:gd name="connsiteY134" fmla="*/ 616517 h 5137252"/>
                        <a:gd name="connsiteX135" fmla="*/ 0 w 3949778"/>
                        <a:gd name="connsiteY135" fmla="*/ 244537 h 5137252"/>
                        <a:gd name="connsiteX136" fmla="*/ 244537 w 3949778"/>
                        <a:gd name="connsiteY136" fmla="*/ 0 h 5137252"/>
                        <a:gd name="connsiteX137" fmla="*/ 3700874 w 3949778"/>
                        <a:gd name="connsiteY137" fmla="*/ 0 h 5137252"/>
                        <a:gd name="connsiteX138" fmla="*/ 3837597 w 3949778"/>
                        <a:gd name="connsiteY138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65544 w 3949778"/>
                        <a:gd name="connsiteY35" fmla="*/ 1772395 h 5137252"/>
                        <a:gd name="connsiteX36" fmla="*/ 3234693 w 3949778"/>
                        <a:gd name="connsiteY36" fmla="*/ 2149055 h 5137252"/>
                        <a:gd name="connsiteX37" fmla="*/ 965662 w 3949778"/>
                        <a:gd name="connsiteY37" fmla="*/ 2151146 h 5137252"/>
                        <a:gd name="connsiteX38" fmla="*/ 849788 w 3949778"/>
                        <a:gd name="connsiteY38" fmla="*/ 2267234 h 5137252"/>
                        <a:gd name="connsiteX39" fmla="*/ 965876 w 3949778"/>
                        <a:gd name="connsiteY39" fmla="*/ 2383107 h 5137252"/>
                        <a:gd name="connsiteX40" fmla="*/ 3146162 w 3949778"/>
                        <a:gd name="connsiteY40" fmla="*/ 2381099 h 5137252"/>
                        <a:gd name="connsiteX41" fmla="*/ 3058829 w 3949778"/>
                        <a:gd name="connsiteY41" fmla="*/ 2609727 h 5137252"/>
                        <a:gd name="connsiteX42" fmla="*/ 2997318 w 3949778"/>
                        <a:gd name="connsiteY42" fmla="*/ 2770827 h 5137252"/>
                        <a:gd name="connsiteX43" fmla="*/ 965025 w 3949778"/>
                        <a:gd name="connsiteY43" fmla="*/ 2772700 h 5137252"/>
                        <a:gd name="connsiteX44" fmla="*/ 849151 w 3949778"/>
                        <a:gd name="connsiteY44" fmla="*/ 2888787 h 5137252"/>
                        <a:gd name="connsiteX45" fmla="*/ 965239 w 3949778"/>
                        <a:gd name="connsiteY45" fmla="*/ 3004661 h 5137252"/>
                        <a:gd name="connsiteX46" fmla="*/ 2908819 w 3949778"/>
                        <a:gd name="connsiteY46" fmla="*/ 3002870 h 5137252"/>
                        <a:gd name="connsiteX47" fmla="*/ 2893682 w 3949778"/>
                        <a:gd name="connsiteY47" fmla="*/ 3042577 h 5137252"/>
                        <a:gd name="connsiteX48" fmla="*/ 2821562 w 3949778"/>
                        <a:gd name="connsiteY48" fmla="*/ 3232345 h 5137252"/>
                        <a:gd name="connsiteX49" fmla="*/ 2762222 w 3949778"/>
                        <a:gd name="connsiteY49" fmla="*/ 3389325 h 5137252"/>
                        <a:gd name="connsiteX50" fmla="*/ 949683 w 3949778"/>
                        <a:gd name="connsiteY50" fmla="*/ 3390995 h 5137252"/>
                        <a:gd name="connsiteX51" fmla="*/ 833809 w 3949778"/>
                        <a:gd name="connsiteY51" fmla="*/ 3507083 h 5137252"/>
                        <a:gd name="connsiteX52" fmla="*/ 949897 w 3949778"/>
                        <a:gd name="connsiteY52" fmla="*/ 3622957 h 5137252"/>
                        <a:gd name="connsiteX53" fmla="*/ 2732014 w 3949778"/>
                        <a:gd name="connsiteY53" fmla="*/ 3621315 h 5137252"/>
                        <a:gd name="connsiteX54" fmla="*/ 2633061 w 3949778"/>
                        <a:gd name="connsiteY54" fmla="*/ 4312952 h 5137252"/>
                        <a:gd name="connsiteX55" fmla="*/ 2957180 w 3949778"/>
                        <a:gd name="connsiteY55" fmla="*/ 4409562 h 5137252"/>
                        <a:gd name="connsiteX56" fmla="*/ 3482402 w 3949778"/>
                        <a:gd name="connsiteY56" fmla="*/ 3613885 h 5137252"/>
                        <a:gd name="connsiteX57" fmla="*/ 3552044 w 3949778"/>
                        <a:gd name="connsiteY57" fmla="*/ 3429821 h 5137252"/>
                        <a:gd name="connsiteX58" fmla="*/ 3949778 w 3949778"/>
                        <a:gd name="connsiteY58" fmla="*/ 2383707 h 5137252"/>
                        <a:gd name="connsiteX59" fmla="*/ 3945411 w 3949778"/>
                        <a:gd name="connsiteY59" fmla="*/ 4892715 h 5137252"/>
                        <a:gd name="connsiteX60" fmla="*/ 3700874 w 3949778"/>
                        <a:gd name="connsiteY60" fmla="*/ 5137252 h 5137252"/>
                        <a:gd name="connsiteX61" fmla="*/ 244537 w 3949778"/>
                        <a:gd name="connsiteY61" fmla="*/ 5137252 h 5137252"/>
                        <a:gd name="connsiteX62" fmla="*/ 0 w 3949778"/>
                        <a:gd name="connsiteY62" fmla="*/ 4892715 h 5137252"/>
                        <a:gd name="connsiteX63" fmla="*/ 0 w 3949778"/>
                        <a:gd name="connsiteY63" fmla="*/ 4605616 h 5137252"/>
                        <a:gd name="connsiteX64" fmla="*/ 222310 w 3949778"/>
                        <a:gd name="connsiteY64" fmla="*/ 4605020 h 5137252"/>
                        <a:gd name="connsiteX65" fmla="*/ 223099 w 3949778"/>
                        <a:gd name="connsiteY65" fmla="*/ 4606189 h 5137252"/>
                        <a:gd name="connsiteX66" fmla="*/ 346112 w 3949778"/>
                        <a:gd name="connsiteY66" fmla="*/ 4657010 h 5137252"/>
                        <a:gd name="connsiteX67" fmla="*/ 519851 w 3949778"/>
                        <a:gd name="connsiteY67" fmla="*/ 4482950 h 5137252"/>
                        <a:gd name="connsiteX68" fmla="*/ 413494 w 3949778"/>
                        <a:gd name="connsiteY68" fmla="*/ 4322814 h 5137252"/>
                        <a:gd name="connsiteX69" fmla="*/ 345791 w 3949778"/>
                        <a:gd name="connsiteY69" fmla="*/ 4309210 h 5137252"/>
                        <a:gd name="connsiteX70" fmla="*/ 222872 w 3949778"/>
                        <a:gd name="connsiteY70" fmla="*/ 4360257 h 5137252"/>
                        <a:gd name="connsiteX71" fmla="*/ 214254 w 3949778"/>
                        <a:gd name="connsiteY71" fmla="*/ 4373065 h 5137252"/>
                        <a:gd name="connsiteX72" fmla="*/ 0 w 3949778"/>
                        <a:gd name="connsiteY72" fmla="*/ 4376088 h 5137252"/>
                        <a:gd name="connsiteX73" fmla="*/ 0 w 3949778"/>
                        <a:gd name="connsiteY73" fmla="*/ 4048176 h 5137252"/>
                        <a:gd name="connsiteX74" fmla="*/ 213279 w 3949778"/>
                        <a:gd name="connsiteY74" fmla="*/ 4047458 h 5137252"/>
                        <a:gd name="connsiteX75" fmla="*/ 227300 w 3949778"/>
                        <a:gd name="connsiteY75" fmla="*/ 4068214 h 5137252"/>
                        <a:gd name="connsiteX76" fmla="*/ 350312 w 3949778"/>
                        <a:gd name="connsiteY76" fmla="*/ 4119034 h 5137252"/>
                        <a:gd name="connsiteX77" fmla="*/ 524052 w 3949778"/>
                        <a:gd name="connsiteY77" fmla="*/ 3944974 h 5137252"/>
                        <a:gd name="connsiteX78" fmla="*/ 417694 w 3949778"/>
                        <a:gd name="connsiteY78" fmla="*/ 3784839 h 5137252"/>
                        <a:gd name="connsiteX79" fmla="*/ 349992 w 3949778"/>
                        <a:gd name="connsiteY79" fmla="*/ 3771235 h 5137252"/>
                        <a:gd name="connsiteX80" fmla="*/ 282315 w 3949778"/>
                        <a:gd name="connsiteY80" fmla="*/ 3784963 h 5137252"/>
                        <a:gd name="connsiteX81" fmla="*/ 237151 w 3949778"/>
                        <a:gd name="connsiteY81" fmla="*/ 3815474 h 5137252"/>
                        <a:gd name="connsiteX82" fmla="*/ 0 w 3949778"/>
                        <a:gd name="connsiteY82" fmla="*/ 3818662 h 5137252"/>
                        <a:gd name="connsiteX83" fmla="*/ 0 w 3949778"/>
                        <a:gd name="connsiteY83" fmla="*/ 2967160 h 5137252"/>
                        <a:gd name="connsiteX84" fmla="*/ 214473 w 3949778"/>
                        <a:gd name="connsiteY84" fmla="*/ 2964949 h 5137252"/>
                        <a:gd name="connsiteX85" fmla="*/ 222629 w 3949778"/>
                        <a:gd name="connsiteY85" fmla="*/ 2977021 h 5137252"/>
                        <a:gd name="connsiteX86" fmla="*/ 345641 w 3949778"/>
                        <a:gd name="connsiteY86" fmla="*/ 3027842 h 5137252"/>
                        <a:gd name="connsiteX87" fmla="*/ 519381 w 3949778"/>
                        <a:gd name="connsiteY87" fmla="*/ 2853781 h 5137252"/>
                        <a:gd name="connsiteX88" fmla="*/ 413023 w 3949778"/>
                        <a:gd name="connsiteY88" fmla="*/ 2693645 h 5137252"/>
                        <a:gd name="connsiteX89" fmla="*/ 345321 w 3949778"/>
                        <a:gd name="connsiteY89" fmla="*/ 2680041 h 5137252"/>
                        <a:gd name="connsiteX90" fmla="*/ 222402 w 3949778"/>
                        <a:gd name="connsiteY90" fmla="*/ 2731089 h 5137252"/>
                        <a:gd name="connsiteX91" fmla="*/ 221128 w 3949778"/>
                        <a:gd name="connsiteY91" fmla="*/ 2732981 h 5137252"/>
                        <a:gd name="connsiteX92" fmla="*/ 0 w 3949778"/>
                        <a:gd name="connsiteY92" fmla="*/ 2735633 h 5137252"/>
                        <a:gd name="connsiteX93" fmla="*/ 0 w 3949778"/>
                        <a:gd name="connsiteY93" fmla="*/ 2413015 h 5137252"/>
                        <a:gd name="connsiteX94" fmla="*/ 212094 w 3949778"/>
                        <a:gd name="connsiteY94" fmla="*/ 2411751 h 5137252"/>
                        <a:gd name="connsiteX95" fmla="*/ 224649 w 3949778"/>
                        <a:gd name="connsiteY95" fmla="*/ 2430336 h 5137252"/>
                        <a:gd name="connsiteX96" fmla="*/ 347662 w 3949778"/>
                        <a:gd name="connsiteY96" fmla="*/ 2481156 h 5137252"/>
                        <a:gd name="connsiteX97" fmla="*/ 521401 w 3949778"/>
                        <a:gd name="connsiteY97" fmla="*/ 2307096 h 5137252"/>
                        <a:gd name="connsiteX98" fmla="*/ 415044 w 3949778"/>
                        <a:gd name="connsiteY98" fmla="*/ 2146960 h 5137252"/>
                        <a:gd name="connsiteX99" fmla="*/ 347341 w 3949778"/>
                        <a:gd name="connsiteY99" fmla="*/ 2133357 h 5137252"/>
                        <a:gd name="connsiteX100" fmla="*/ 279664 w 3949778"/>
                        <a:gd name="connsiteY100" fmla="*/ 2147085 h 5137252"/>
                        <a:gd name="connsiteX101" fmla="*/ 231279 w 3949778"/>
                        <a:gd name="connsiteY101" fmla="*/ 2179773 h 5137252"/>
                        <a:gd name="connsiteX102" fmla="*/ 0 w 3949778"/>
                        <a:gd name="connsiteY102" fmla="*/ 2178209 h 5137252"/>
                        <a:gd name="connsiteX103" fmla="*/ 0 w 3949778"/>
                        <a:gd name="connsiteY103" fmla="*/ 1872741 h 5137252"/>
                        <a:gd name="connsiteX104" fmla="*/ 213783 w 3949778"/>
                        <a:gd name="connsiteY104" fmla="*/ 1874853 h 5137252"/>
                        <a:gd name="connsiteX105" fmla="*/ 223404 w 3949778"/>
                        <a:gd name="connsiteY105" fmla="*/ 1889096 h 5137252"/>
                        <a:gd name="connsiteX106" fmla="*/ 346417 w 3949778"/>
                        <a:gd name="connsiteY106" fmla="*/ 1939916 h 5137252"/>
                        <a:gd name="connsiteX107" fmla="*/ 520156 w 3949778"/>
                        <a:gd name="connsiteY107" fmla="*/ 1765856 h 5137252"/>
                        <a:gd name="connsiteX108" fmla="*/ 413799 w 3949778"/>
                        <a:gd name="connsiteY108" fmla="*/ 1605720 h 5137252"/>
                        <a:gd name="connsiteX109" fmla="*/ 346096 w 3949778"/>
                        <a:gd name="connsiteY109" fmla="*/ 1592117 h 5137252"/>
                        <a:gd name="connsiteX110" fmla="*/ 278419 w 3949778"/>
                        <a:gd name="connsiteY110" fmla="*/ 1605845 h 5137252"/>
                        <a:gd name="connsiteX111" fmla="*/ 223595 w 3949778"/>
                        <a:gd name="connsiteY111" fmla="*/ 1642881 h 5137252"/>
                        <a:gd name="connsiteX112" fmla="*/ 0 w 3949778"/>
                        <a:gd name="connsiteY112" fmla="*/ 1642007 h 5137252"/>
                        <a:gd name="connsiteX113" fmla="*/ 0 w 3949778"/>
                        <a:gd name="connsiteY113" fmla="*/ 1332051 h 5137252"/>
                        <a:gd name="connsiteX114" fmla="*/ 215067 w 3949778"/>
                        <a:gd name="connsiteY114" fmla="*/ 1332559 h 5137252"/>
                        <a:gd name="connsiteX115" fmla="*/ 227605 w 3949778"/>
                        <a:gd name="connsiteY115" fmla="*/ 1351120 h 5137252"/>
                        <a:gd name="connsiteX116" fmla="*/ 350618 w 3949778"/>
                        <a:gd name="connsiteY116" fmla="*/ 1401940 h 5137252"/>
                        <a:gd name="connsiteX117" fmla="*/ 524358 w 3949778"/>
                        <a:gd name="connsiteY117" fmla="*/ 1227880 h 5137252"/>
                        <a:gd name="connsiteX118" fmla="*/ 418000 w 3949778"/>
                        <a:gd name="connsiteY118" fmla="*/ 1067744 h 5137252"/>
                        <a:gd name="connsiteX119" fmla="*/ 350297 w 3949778"/>
                        <a:gd name="connsiteY119" fmla="*/ 1054140 h 5137252"/>
                        <a:gd name="connsiteX120" fmla="*/ 282620 w 3949778"/>
                        <a:gd name="connsiteY120" fmla="*/ 1067869 h 5137252"/>
                        <a:gd name="connsiteX121" fmla="*/ 234201 w 3949778"/>
                        <a:gd name="connsiteY121" fmla="*/ 1100579 h 5137252"/>
                        <a:gd name="connsiteX122" fmla="*/ 3221 w 3949778"/>
                        <a:gd name="connsiteY122" fmla="*/ 1102939 h 5137252"/>
                        <a:gd name="connsiteX123" fmla="*/ 0 w 3949778"/>
                        <a:gd name="connsiteY123" fmla="*/ 1210259 h 5137252"/>
                        <a:gd name="connsiteX124" fmla="*/ 0 w 3949778"/>
                        <a:gd name="connsiteY124" fmla="*/ 797050 h 5137252"/>
                        <a:gd name="connsiteX125" fmla="*/ 223677 w 3949778"/>
                        <a:gd name="connsiteY125" fmla="*/ 795631 h 5137252"/>
                        <a:gd name="connsiteX126" fmla="*/ 229623 w 3949778"/>
                        <a:gd name="connsiteY126" fmla="*/ 804432 h 5137252"/>
                        <a:gd name="connsiteX127" fmla="*/ 352636 w 3949778"/>
                        <a:gd name="connsiteY127" fmla="*/ 855253 h 5137252"/>
                        <a:gd name="connsiteX128" fmla="*/ 526376 w 3949778"/>
                        <a:gd name="connsiteY128" fmla="*/ 681193 h 5137252"/>
                        <a:gd name="connsiteX129" fmla="*/ 420018 w 3949778"/>
                        <a:gd name="connsiteY129" fmla="*/ 521057 h 5137252"/>
                        <a:gd name="connsiteX130" fmla="*/ 352316 w 3949778"/>
                        <a:gd name="connsiteY130" fmla="*/ 507453 h 5137252"/>
                        <a:gd name="connsiteX131" fmla="*/ 229397 w 3949778"/>
                        <a:gd name="connsiteY131" fmla="*/ 558500 h 5137252"/>
                        <a:gd name="connsiteX132" fmla="*/ 225922 w 3949778"/>
                        <a:gd name="connsiteY132" fmla="*/ 563667 h 5137252"/>
                        <a:gd name="connsiteX133" fmla="*/ 615 w 3949778"/>
                        <a:gd name="connsiteY133" fmla="*/ 565510 h 5137252"/>
                        <a:gd name="connsiteX134" fmla="*/ 0 w 3949778"/>
                        <a:gd name="connsiteY134" fmla="*/ 616517 h 5137252"/>
                        <a:gd name="connsiteX135" fmla="*/ 0 w 3949778"/>
                        <a:gd name="connsiteY135" fmla="*/ 244537 h 5137252"/>
                        <a:gd name="connsiteX136" fmla="*/ 244537 w 3949778"/>
                        <a:gd name="connsiteY136" fmla="*/ 0 h 5137252"/>
                        <a:gd name="connsiteX137" fmla="*/ 3700874 w 3949778"/>
                        <a:gd name="connsiteY137" fmla="*/ 0 h 5137252"/>
                        <a:gd name="connsiteX138" fmla="*/ 3837597 w 3949778"/>
                        <a:gd name="connsiteY138" fmla="*/ 41763 h 5137252"/>
                        <a:gd name="connsiteX0" fmla="*/ 408823 w 3949778"/>
                        <a:gd name="connsiteY0" fmla="*/ 3231620 h 5137252"/>
                        <a:gd name="connsiteX1" fmla="*/ 341120 w 3949778"/>
                        <a:gd name="connsiteY1" fmla="*/ 3218017 h 5137252"/>
                        <a:gd name="connsiteX2" fmla="*/ 218202 w 3949778"/>
                        <a:gd name="connsiteY2" fmla="*/ 3269064 h 5137252"/>
                        <a:gd name="connsiteX3" fmla="*/ 213987 w 3949778"/>
                        <a:gd name="connsiteY3" fmla="*/ 3275327 h 5137252"/>
                        <a:gd name="connsiteX4" fmla="*/ 2216 w 3949778"/>
                        <a:gd name="connsiteY4" fmla="*/ 3276343 h 5137252"/>
                        <a:gd name="connsiteX5" fmla="*/ 1466 w 3949778"/>
                        <a:gd name="connsiteY5" fmla="*/ 3509122 h 5137252"/>
                        <a:gd name="connsiteX6" fmla="*/ 213223 w 3949778"/>
                        <a:gd name="connsiteY6" fmla="*/ 3507290 h 5137252"/>
                        <a:gd name="connsiteX7" fmla="*/ 218428 w 3949778"/>
                        <a:gd name="connsiteY7" fmla="*/ 3514996 h 5137252"/>
                        <a:gd name="connsiteX8" fmla="*/ 341441 w 3949778"/>
                        <a:gd name="connsiteY8" fmla="*/ 3565816 h 5137252"/>
                        <a:gd name="connsiteX9" fmla="*/ 515181 w 3949778"/>
                        <a:gd name="connsiteY9" fmla="*/ 3391757 h 5137252"/>
                        <a:gd name="connsiteX10" fmla="*/ 408823 w 3949778"/>
                        <a:gd name="connsiteY10" fmla="*/ 3231620 h 5137252"/>
                        <a:gd name="connsiteX11" fmla="*/ 1903445 w 3949778"/>
                        <a:gd name="connsiteY11" fmla="*/ 4012352 h 5137252"/>
                        <a:gd name="connsiteX12" fmla="*/ 1858290 w 3949778"/>
                        <a:gd name="connsiteY12" fmla="*/ 4003279 h 5137252"/>
                        <a:gd name="connsiteX13" fmla="*/ 959661 w 3949778"/>
                        <a:gd name="connsiteY13" fmla="*/ 4004107 h 5137252"/>
                        <a:gd name="connsiteX14" fmla="*/ 843788 w 3949778"/>
                        <a:gd name="connsiteY14" fmla="*/ 4120195 h 5137252"/>
                        <a:gd name="connsiteX15" fmla="*/ 959876 w 3949778"/>
                        <a:gd name="connsiteY15" fmla="*/ 4236069 h 5137252"/>
                        <a:gd name="connsiteX16" fmla="*/ 1858505 w 3949778"/>
                        <a:gd name="connsiteY16" fmla="*/ 4235241 h 5137252"/>
                        <a:gd name="connsiteX17" fmla="*/ 1974379 w 3949778"/>
                        <a:gd name="connsiteY17" fmla="*/ 4119154 h 5137252"/>
                        <a:gd name="connsiteX18" fmla="*/ 1903445 w 3949778"/>
                        <a:gd name="connsiteY18" fmla="*/ 4012352 h 5137252"/>
                        <a:gd name="connsiteX19" fmla="*/ 3479313 w 3949778"/>
                        <a:gd name="connsiteY19" fmla="*/ 918916 h 5137252"/>
                        <a:gd name="connsiteX20" fmla="*/ 3434158 w 3949778"/>
                        <a:gd name="connsiteY20" fmla="*/ 909842 h 5137252"/>
                        <a:gd name="connsiteX21" fmla="*/ 964487 w 3949778"/>
                        <a:gd name="connsiteY21" fmla="*/ 912118 h 5137252"/>
                        <a:gd name="connsiteX22" fmla="*/ 848613 w 3949778"/>
                        <a:gd name="connsiteY22" fmla="*/ 1028206 h 5137252"/>
                        <a:gd name="connsiteX23" fmla="*/ 964701 w 3949778"/>
                        <a:gd name="connsiteY23" fmla="*/ 1144080 h 5137252"/>
                        <a:gd name="connsiteX24" fmla="*/ 3434372 w 3949778"/>
                        <a:gd name="connsiteY24" fmla="*/ 1141804 h 5137252"/>
                        <a:gd name="connsiteX25" fmla="*/ 3550246 w 3949778"/>
                        <a:gd name="connsiteY25" fmla="*/ 1025717 h 5137252"/>
                        <a:gd name="connsiteX26" fmla="*/ 3479313 w 3949778"/>
                        <a:gd name="connsiteY26" fmla="*/ 918916 h 5137252"/>
                        <a:gd name="connsiteX27" fmla="*/ 3837597 w 3949778"/>
                        <a:gd name="connsiteY27" fmla="*/ 41763 h 5137252"/>
                        <a:gd name="connsiteX28" fmla="*/ 3945411 w 3949778"/>
                        <a:gd name="connsiteY28" fmla="*/ 244537 h 5137252"/>
                        <a:gd name="connsiteX29" fmla="*/ 3520923 w 3949778"/>
                        <a:gd name="connsiteY29" fmla="*/ 1396482 h 5137252"/>
                        <a:gd name="connsiteX30" fmla="*/ 3466178 w 3949778"/>
                        <a:gd name="connsiteY30" fmla="*/ 1540909 h 5137252"/>
                        <a:gd name="connsiteX31" fmla="*/ 3426988 w 3949778"/>
                        <a:gd name="connsiteY31" fmla="*/ 1533034 h 5137252"/>
                        <a:gd name="connsiteX32" fmla="*/ 957316 w 3949778"/>
                        <a:gd name="connsiteY32" fmla="*/ 1535310 h 5137252"/>
                        <a:gd name="connsiteX33" fmla="*/ 841442 w 3949778"/>
                        <a:gd name="connsiteY33" fmla="*/ 1651398 h 5137252"/>
                        <a:gd name="connsiteX34" fmla="*/ 957530 w 3949778"/>
                        <a:gd name="connsiteY34" fmla="*/ 1767272 h 5137252"/>
                        <a:gd name="connsiteX35" fmla="*/ 3365544 w 3949778"/>
                        <a:gd name="connsiteY35" fmla="*/ 1772395 h 5137252"/>
                        <a:gd name="connsiteX36" fmla="*/ 3234693 w 3949778"/>
                        <a:gd name="connsiteY36" fmla="*/ 2149055 h 5137252"/>
                        <a:gd name="connsiteX37" fmla="*/ 965662 w 3949778"/>
                        <a:gd name="connsiteY37" fmla="*/ 2151146 h 5137252"/>
                        <a:gd name="connsiteX38" fmla="*/ 849788 w 3949778"/>
                        <a:gd name="connsiteY38" fmla="*/ 2267234 h 5137252"/>
                        <a:gd name="connsiteX39" fmla="*/ 965876 w 3949778"/>
                        <a:gd name="connsiteY39" fmla="*/ 2383107 h 5137252"/>
                        <a:gd name="connsiteX40" fmla="*/ 3146162 w 3949778"/>
                        <a:gd name="connsiteY40" fmla="*/ 2381099 h 5137252"/>
                        <a:gd name="connsiteX41" fmla="*/ 3058829 w 3949778"/>
                        <a:gd name="connsiteY41" fmla="*/ 2609727 h 5137252"/>
                        <a:gd name="connsiteX42" fmla="*/ 2997318 w 3949778"/>
                        <a:gd name="connsiteY42" fmla="*/ 2770827 h 5137252"/>
                        <a:gd name="connsiteX43" fmla="*/ 965025 w 3949778"/>
                        <a:gd name="connsiteY43" fmla="*/ 2772700 h 5137252"/>
                        <a:gd name="connsiteX44" fmla="*/ 849151 w 3949778"/>
                        <a:gd name="connsiteY44" fmla="*/ 2888787 h 5137252"/>
                        <a:gd name="connsiteX45" fmla="*/ 965239 w 3949778"/>
                        <a:gd name="connsiteY45" fmla="*/ 3004661 h 5137252"/>
                        <a:gd name="connsiteX46" fmla="*/ 2908819 w 3949778"/>
                        <a:gd name="connsiteY46" fmla="*/ 3002870 h 5137252"/>
                        <a:gd name="connsiteX47" fmla="*/ 2893682 w 3949778"/>
                        <a:gd name="connsiteY47" fmla="*/ 3042577 h 5137252"/>
                        <a:gd name="connsiteX48" fmla="*/ 2821562 w 3949778"/>
                        <a:gd name="connsiteY48" fmla="*/ 3232345 h 5137252"/>
                        <a:gd name="connsiteX49" fmla="*/ 2762222 w 3949778"/>
                        <a:gd name="connsiteY49" fmla="*/ 3389325 h 5137252"/>
                        <a:gd name="connsiteX50" fmla="*/ 949683 w 3949778"/>
                        <a:gd name="connsiteY50" fmla="*/ 3390995 h 5137252"/>
                        <a:gd name="connsiteX51" fmla="*/ 833809 w 3949778"/>
                        <a:gd name="connsiteY51" fmla="*/ 3507083 h 5137252"/>
                        <a:gd name="connsiteX52" fmla="*/ 949897 w 3949778"/>
                        <a:gd name="connsiteY52" fmla="*/ 3622957 h 5137252"/>
                        <a:gd name="connsiteX53" fmla="*/ 2732014 w 3949778"/>
                        <a:gd name="connsiteY53" fmla="*/ 3621315 h 5137252"/>
                        <a:gd name="connsiteX54" fmla="*/ 2633061 w 3949778"/>
                        <a:gd name="connsiteY54" fmla="*/ 4312952 h 5137252"/>
                        <a:gd name="connsiteX55" fmla="*/ 2957180 w 3949778"/>
                        <a:gd name="connsiteY55" fmla="*/ 4409562 h 5137252"/>
                        <a:gd name="connsiteX56" fmla="*/ 3482402 w 3949778"/>
                        <a:gd name="connsiteY56" fmla="*/ 3613885 h 5137252"/>
                        <a:gd name="connsiteX57" fmla="*/ 3552044 w 3949778"/>
                        <a:gd name="connsiteY57" fmla="*/ 3429821 h 5137252"/>
                        <a:gd name="connsiteX58" fmla="*/ 3949778 w 3949778"/>
                        <a:gd name="connsiteY58" fmla="*/ 2383707 h 5137252"/>
                        <a:gd name="connsiteX59" fmla="*/ 3945411 w 3949778"/>
                        <a:gd name="connsiteY59" fmla="*/ 4892715 h 5137252"/>
                        <a:gd name="connsiteX60" fmla="*/ 3700874 w 3949778"/>
                        <a:gd name="connsiteY60" fmla="*/ 5137252 h 5137252"/>
                        <a:gd name="connsiteX61" fmla="*/ 244537 w 3949778"/>
                        <a:gd name="connsiteY61" fmla="*/ 5137252 h 5137252"/>
                        <a:gd name="connsiteX62" fmla="*/ 0 w 3949778"/>
                        <a:gd name="connsiteY62" fmla="*/ 4892715 h 5137252"/>
                        <a:gd name="connsiteX63" fmla="*/ 0 w 3949778"/>
                        <a:gd name="connsiteY63" fmla="*/ 4605616 h 5137252"/>
                        <a:gd name="connsiteX64" fmla="*/ 222310 w 3949778"/>
                        <a:gd name="connsiteY64" fmla="*/ 4605020 h 5137252"/>
                        <a:gd name="connsiteX65" fmla="*/ 223099 w 3949778"/>
                        <a:gd name="connsiteY65" fmla="*/ 4606189 h 5137252"/>
                        <a:gd name="connsiteX66" fmla="*/ 346112 w 3949778"/>
                        <a:gd name="connsiteY66" fmla="*/ 4657010 h 5137252"/>
                        <a:gd name="connsiteX67" fmla="*/ 519851 w 3949778"/>
                        <a:gd name="connsiteY67" fmla="*/ 4482950 h 5137252"/>
                        <a:gd name="connsiteX68" fmla="*/ 413494 w 3949778"/>
                        <a:gd name="connsiteY68" fmla="*/ 4322814 h 5137252"/>
                        <a:gd name="connsiteX69" fmla="*/ 345791 w 3949778"/>
                        <a:gd name="connsiteY69" fmla="*/ 4309210 h 5137252"/>
                        <a:gd name="connsiteX70" fmla="*/ 222872 w 3949778"/>
                        <a:gd name="connsiteY70" fmla="*/ 4360257 h 5137252"/>
                        <a:gd name="connsiteX71" fmla="*/ 214254 w 3949778"/>
                        <a:gd name="connsiteY71" fmla="*/ 4373065 h 5137252"/>
                        <a:gd name="connsiteX72" fmla="*/ 0 w 3949778"/>
                        <a:gd name="connsiteY72" fmla="*/ 4376088 h 5137252"/>
                        <a:gd name="connsiteX73" fmla="*/ 0 w 3949778"/>
                        <a:gd name="connsiteY73" fmla="*/ 4048176 h 5137252"/>
                        <a:gd name="connsiteX74" fmla="*/ 213279 w 3949778"/>
                        <a:gd name="connsiteY74" fmla="*/ 4047458 h 5137252"/>
                        <a:gd name="connsiteX75" fmla="*/ 227300 w 3949778"/>
                        <a:gd name="connsiteY75" fmla="*/ 4068214 h 5137252"/>
                        <a:gd name="connsiteX76" fmla="*/ 350312 w 3949778"/>
                        <a:gd name="connsiteY76" fmla="*/ 4119034 h 5137252"/>
                        <a:gd name="connsiteX77" fmla="*/ 524052 w 3949778"/>
                        <a:gd name="connsiteY77" fmla="*/ 3944974 h 5137252"/>
                        <a:gd name="connsiteX78" fmla="*/ 417694 w 3949778"/>
                        <a:gd name="connsiteY78" fmla="*/ 3784839 h 5137252"/>
                        <a:gd name="connsiteX79" fmla="*/ 349992 w 3949778"/>
                        <a:gd name="connsiteY79" fmla="*/ 3771235 h 5137252"/>
                        <a:gd name="connsiteX80" fmla="*/ 282315 w 3949778"/>
                        <a:gd name="connsiteY80" fmla="*/ 3784963 h 5137252"/>
                        <a:gd name="connsiteX81" fmla="*/ 237151 w 3949778"/>
                        <a:gd name="connsiteY81" fmla="*/ 3815474 h 5137252"/>
                        <a:gd name="connsiteX82" fmla="*/ 0 w 3949778"/>
                        <a:gd name="connsiteY82" fmla="*/ 3818662 h 5137252"/>
                        <a:gd name="connsiteX83" fmla="*/ 0 w 3949778"/>
                        <a:gd name="connsiteY83" fmla="*/ 2967160 h 5137252"/>
                        <a:gd name="connsiteX84" fmla="*/ 214473 w 3949778"/>
                        <a:gd name="connsiteY84" fmla="*/ 2964949 h 5137252"/>
                        <a:gd name="connsiteX85" fmla="*/ 222629 w 3949778"/>
                        <a:gd name="connsiteY85" fmla="*/ 2977021 h 5137252"/>
                        <a:gd name="connsiteX86" fmla="*/ 345641 w 3949778"/>
                        <a:gd name="connsiteY86" fmla="*/ 3027842 h 5137252"/>
                        <a:gd name="connsiteX87" fmla="*/ 519381 w 3949778"/>
                        <a:gd name="connsiteY87" fmla="*/ 2853781 h 5137252"/>
                        <a:gd name="connsiteX88" fmla="*/ 413023 w 3949778"/>
                        <a:gd name="connsiteY88" fmla="*/ 2693645 h 5137252"/>
                        <a:gd name="connsiteX89" fmla="*/ 345321 w 3949778"/>
                        <a:gd name="connsiteY89" fmla="*/ 2680041 h 5137252"/>
                        <a:gd name="connsiteX90" fmla="*/ 222402 w 3949778"/>
                        <a:gd name="connsiteY90" fmla="*/ 2731089 h 5137252"/>
                        <a:gd name="connsiteX91" fmla="*/ 221128 w 3949778"/>
                        <a:gd name="connsiteY91" fmla="*/ 2732981 h 5137252"/>
                        <a:gd name="connsiteX92" fmla="*/ 0 w 3949778"/>
                        <a:gd name="connsiteY92" fmla="*/ 2735633 h 5137252"/>
                        <a:gd name="connsiteX93" fmla="*/ 0 w 3949778"/>
                        <a:gd name="connsiteY93" fmla="*/ 2413015 h 5137252"/>
                        <a:gd name="connsiteX94" fmla="*/ 212094 w 3949778"/>
                        <a:gd name="connsiteY94" fmla="*/ 2411751 h 5137252"/>
                        <a:gd name="connsiteX95" fmla="*/ 224649 w 3949778"/>
                        <a:gd name="connsiteY95" fmla="*/ 2430336 h 5137252"/>
                        <a:gd name="connsiteX96" fmla="*/ 347662 w 3949778"/>
                        <a:gd name="connsiteY96" fmla="*/ 2481156 h 5137252"/>
                        <a:gd name="connsiteX97" fmla="*/ 521401 w 3949778"/>
                        <a:gd name="connsiteY97" fmla="*/ 2307096 h 5137252"/>
                        <a:gd name="connsiteX98" fmla="*/ 415044 w 3949778"/>
                        <a:gd name="connsiteY98" fmla="*/ 2146960 h 5137252"/>
                        <a:gd name="connsiteX99" fmla="*/ 347341 w 3949778"/>
                        <a:gd name="connsiteY99" fmla="*/ 2133357 h 5137252"/>
                        <a:gd name="connsiteX100" fmla="*/ 279664 w 3949778"/>
                        <a:gd name="connsiteY100" fmla="*/ 2147085 h 5137252"/>
                        <a:gd name="connsiteX101" fmla="*/ 231279 w 3949778"/>
                        <a:gd name="connsiteY101" fmla="*/ 2179773 h 5137252"/>
                        <a:gd name="connsiteX102" fmla="*/ 0 w 3949778"/>
                        <a:gd name="connsiteY102" fmla="*/ 2178209 h 5137252"/>
                        <a:gd name="connsiteX103" fmla="*/ 0 w 3949778"/>
                        <a:gd name="connsiteY103" fmla="*/ 1872741 h 5137252"/>
                        <a:gd name="connsiteX104" fmla="*/ 213783 w 3949778"/>
                        <a:gd name="connsiteY104" fmla="*/ 1874853 h 5137252"/>
                        <a:gd name="connsiteX105" fmla="*/ 223404 w 3949778"/>
                        <a:gd name="connsiteY105" fmla="*/ 1889096 h 5137252"/>
                        <a:gd name="connsiteX106" fmla="*/ 346417 w 3949778"/>
                        <a:gd name="connsiteY106" fmla="*/ 1939916 h 5137252"/>
                        <a:gd name="connsiteX107" fmla="*/ 520156 w 3949778"/>
                        <a:gd name="connsiteY107" fmla="*/ 1765856 h 5137252"/>
                        <a:gd name="connsiteX108" fmla="*/ 413799 w 3949778"/>
                        <a:gd name="connsiteY108" fmla="*/ 1605720 h 5137252"/>
                        <a:gd name="connsiteX109" fmla="*/ 346096 w 3949778"/>
                        <a:gd name="connsiteY109" fmla="*/ 1592117 h 5137252"/>
                        <a:gd name="connsiteX110" fmla="*/ 278419 w 3949778"/>
                        <a:gd name="connsiteY110" fmla="*/ 1605845 h 5137252"/>
                        <a:gd name="connsiteX111" fmla="*/ 223595 w 3949778"/>
                        <a:gd name="connsiteY111" fmla="*/ 1642881 h 5137252"/>
                        <a:gd name="connsiteX112" fmla="*/ 0 w 3949778"/>
                        <a:gd name="connsiteY112" fmla="*/ 1642007 h 5137252"/>
                        <a:gd name="connsiteX113" fmla="*/ 0 w 3949778"/>
                        <a:gd name="connsiteY113" fmla="*/ 1332051 h 5137252"/>
                        <a:gd name="connsiteX114" fmla="*/ 215067 w 3949778"/>
                        <a:gd name="connsiteY114" fmla="*/ 1332559 h 5137252"/>
                        <a:gd name="connsiteX115" fmla="*/ 227605 w 3949778"/>
                        <a:gd name="connsiteY115" fmla="*/ 1351120 h 5137252"/>
                        <a:gd name="connsiteX116" fmla="*/ 350618 w 3949778"/>
                        <a:gd name="connsiteY116" fmla="*/ 1401940 h 5137252"/>
                        <a:gd name="connsiteX117" fmla="*/ 524358 w 3949778"/>
                        <a:gd name="connsiteY117" fmla="*/ 1227880 h 5137252"/>
                        <a:gd name="connsiteX118" fmla="*/ 418000 w 3949778"/>
                        <a:gd name="connsiteY118" fmla="*/ 1067744 h 5137252"/>
                        <a:gd name="connsiteX119" fmla="*/ 350297 w 3949778"/>
                        <a:gd name="connsiteY119" fmla="*/ 1054140 h 5137252"/>
                        <a:gd name="connsiteX120" fmla="*/ 282620 w 3949778"/>
                        <a:gd name="connsiteY120" fmla="*/ 1067869 h 5137252"/>
                        <a:gd name="connsiteX121" fmla="*/ 234201 w 3949778"/>
                        <a:gd name="connsiteY121" fmla="*/ 1100579 h 5137252"/>
                        <a:gd name="connsiteX122" fmla="*/ 3221 w 3949778"/>
                        <a:gd name="connsiteY122" fmla="*/ 1102939 h 5137252"/>
                        <a:gd name="connsiteX123" fmla="*/ 0 w 3949778"/>
                        <a:gd name="connsiteY123" fmla="*/ 1210259 h 5137252"/>
                        <a:gd name="connsiteX124" fmla="*/ 0 w 3949778"/>
                        <a:gd name="connsiteY124" fmla="*/ 797050 h 5137252"/>
                        <a:gd name="connsiteX125" fmla="*/ 223677 w 3949778"/>
                        <a:gd name="connsiteY125" fmla="*/ 795631 h 5137252"/>
                        <a:gd name="connsiteX126" fmla="*/ 229623 w 3949778"/>
                        <a:gd name="connsiteY126" fmla="*/ 804432 h 5137252"/>
                        <a:gd name="connsiteX127" fmla="*/ 352636 w 3949778"/>
                        <a:gd name="connsiteY127" fmla="*/ 855253 h 5137252"/>
                        <a:gd name="connsiteX128" fmla="*/ 526376 w 3949778"/>
                        <a:gd name="connsiteY128" fmla="*/ 681193 h 5137252"/>
                        <a:gd name="connsiteX129" fmla="*/ 420018 w 3949778"/>
                        <a:gd name="connsiteY129" fmla="*/ 521057 h 5137252"/>
                        <a:gd name="connsiteX130" fmla="*/ 352316 w 3949778"/>
                        <a:gd name="connsiteY130" fmla="*/ 507453 h 5137252"/>
                        <a:gd name="connsiteX131" fmla="*/ 229397 w 3949778"/>
                        <a:gd name="connsiteY131" fmla="*/ 558500 h 5137252"/>
                        <a:gd name="connsiteX132" fmla="*/ 225922 w 3949778"/>
                        <a:gd name="connsiteY132" fmla="*/ 563667 h 5137252"/>
                        <a:gd name="connsiteX133" fmla="*/ 615 w 3949778"/>
                        <a:gd name="connsiteY133" fmla="*/ 565510 h 5137252"/>
                        <a:gd name="connsiteX134" fmla="*/ 0 w 3949778"/>
                        <a:gd name="connsiteY134" fmla="*/ 616517 h 5137252"/>
                        <a:gd name="connsiteX135" fmla="*/ 0 w 3949778"/>
                        <a:gd name="connsiteY135" fmla="*/ 244537 h 5137252"/>
                        <a:gd name="connsiteX136" fmla="*/ 244537 w 3949778"/>
                        <a:gd name="connsiteY136" fmla="*/ 0 h 5137252"/>
                        <a:gd name="connsiteX137" fmla="*/ 3700874 w 3949778"/>
                        <a:gd name="connsiteY137" fmla="*/ 0 h 5137252"/>
                        <a:gd name="connsiteX138" fmla="*/ 3837597 w 3949778"/>
                        <a:gd name="connsiteY138" fmla="*/ 41763 h 51372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  <a:cxn ang="0">
                          <a:pos x="connsiteX133" y="connsiteY133"/>
                        </a:cxn>
                        <a:cxn ang="0">
                          <a:pos x="connsiteX134" y="connsiteY134"/>
                        </a:cxn>
                        <a:cxn ang="0">
                          <a:pos x="connsiteX135" y="connsiteY135"/>
                        </a:cxn>
                        <a:cxn ang="0">
                          <a:pos x="connsiteX136" y="connsiteY136"/>
                        </a:cxn>
                        <a:cxn ang="0">
                          <a:pos x="connsiteX137" y="connsiteY137"/>
                        </a:cxn>
                        <a:cxn ang="0">
                          <a:pos x="connsiteX138" y="connsiteY138"/>
                        </a:cxn>
                      </a:cxnLst>
                      <a:rect l="l" t="t" r="r" b="b"/>
                      <a:pathLst>
                        <a:path w="3949778" h="5137252">
                          <a:moveTo>
                            <a:pt x="408823" y="3231620"/>
                          </a:moveTo>
                          <a:cubicBezTo>
                            <a:pt x="388009" y="3222840"/>
                            <a:pt x="365131" y="3217995"/>
                            <a:pt x="341120" y="3218017"/>
                          </a:cubicBezTo>
                          <a:cubicBezTo>
                            <a:pt x="293100" y="3218061"/>
                            <a:pt x="249643" y="3237566"/>
                            <a:pt x="218202" y="3269064"/>
                          </a:cubicBezTo>
                          <a:lnTo>
                            <a:pt x="213987" y="3275327"/>
                          </a:lnTo>
                          <a:lnTo>
                            <a:pt x="2216" y="3276343"/>
                          </a:lnTo>
                          <a:lnTo>
                            <a:pt x="1466" y="3509122"/>
                          </a:lnTo>
                          <a:lnTo>
                            <a:pt x="213223" y="3507290"/>
                          </a:lnTo>
                          <a:lnTo>
                            <a:pt x="218428" y="3514996"/>
                          </a:lnTo>
                          <a:cubicBezTo>
                            <a:pt x="249927" y="3546437"/>
                            <a:pt x="293420" y="3565861"/>
                            <a:pt x="341441" y="3565816"/>
                          </a:cubicBezTo>
                          <a:cubicBezTo>
                            <a:pt x="437483" y="3565728"/>
                            <a:pt x="515269" y="3487799"/>
                            <a:pt x="515181" y="3391757"/>
                          </a:cubicBezTo>
                          <a:cubicBezTo>
                            <a:pt x="515114" y="3319725"/>
                            <a:pt x="471262" y="3257964"/>
                            <a:pt x="408823" y="3231620"/>
                          </a:cubicBezTo>
                          <a:close/>
                          <a:moveTo>
                            <a:pt x="1903445" y="4012352"/>
                          </a:moveTo>
                          <a:cubicBezTo>
                            <a:pt x="1889563" y="4006496"/>
                            <a:pt x="1874304" y="4003265"/>
                            <a:pt x="1858290" y="4003279"/>
                          </a:cubicBezTo>
                          <a:lnTo>
                            <a:pt x="959661" y="4004107"/>
                          </a:lnTo>
                          <a:cubicBezTo>
                            <a:pt x="895607" y="4004166"/>
                            <a:pt x="843729" y="4056141"/>
                            <a:pt x="843788" y="4120195"/>
                          </a:cubicBezTo>
                          <a:cubicBezTo>
                            <a:pt x="843847" y="4184250"/>
                            <a:pt x="895821" y="4236128"/>
                            <a:pt x="959876" y="4236069"/>
                          </a:cubicBezTo>
                          <a:lnTo>
                            <a:pt x="1858505" y="4235241"/>
                          </a:lnTo>
                          <a:cubicBezTo>
                            <a:pt x="1922559" y="4235182"/>
                            <a:pt x="1974438" y="4183208"/>
                            <a:pt x="1974379" y="4119154"/>
                          </a:cubicBezTo>
                          <a:cubicBezTo>
                            <a:pt x="1974334" y="4071112"/>
                            <a:pt x="1945088" y="4029920"/>
                            <a:pt x="1903445" y="4012352"/>
                          </a:cubicBezTo>
                          <a:close/>
                          <a:moveTo>
                            <a:pt x="3479313" y="918916"/>
                          </a:moveTo>
                          <a:cubicBezTo>
                            <a:pt x="3465431" y="913059"/>
                            <a:pt x="3450172" y="909827"/>
                            <a:pt x="3434158" y="909842"/>
                          </a:cubicBezTo>
                          <a:lnTo>
                            <a:pt x="964487" y="912118"/>
                          </a:lnTo>
                          <a:cubicBezTo>
                            <a:pt x="900432" y="912177"/>
                            <a:pt x="848554" y="964151"/>
                            <a:pt x="848613" y="1028206"/>
                          </a:cubicBezTo>
                          <a:cubicBezTo>
                            <a:pt x="848672" y="1092261"/>
                            <a:pt x="900646" y="1144139"/>
                            <a:pt x="964701" y="1144080"/>
                          </a:cubicBezTo>
                          <a:lnTo>
                            <a:pt x="3434372" y="1141804"/>
                          </a:lnTo>
                          <a:cubicBezTo>
                            <a:pt x="3498427" y="1141745"/>
                            <a:pt x="3550305" y="1089771"/>
                            <a:pt x="3550246" y="1025717"/>
                          </a:cubicBezTo>
                          <a:cubicBezTo>
                            <a:pt x="3550202" y="977675"/>
                            <a:pt x="3520956" y="936483"/>
                            <a:pt x="3479313" y="918916"/>
                          </a:cubicBezTo>
                          <a:close/>
                          <a:moveTo>
                            <a:pt x="3837597" y="41763"/>
                          </a:moveTo>
                          <a:cubicBezTo>
                            <a:pt x="3902644" y="85708"/>
                            <a:pt x="3945411" y="160128"/>
                            <a:pt x="3945411" y="244537"/>
                          </a:cubicBezTo>
                          <a:cubicBezTo>
                            <a:pt x="3861841" y="488455"/>
                            <a:pt x="3701644" y="918692"/>
                            <a:pt x="3520923" y="1396482"/>
                          </a:cubicBezTo>
                          <a:lnTo>
                            <a:pt x="3466178" y="1540909"/>
                          </a:lnTo>
                          <a:lnTo>
                            <a:pt x="3426988" y="1533034"/>
                          </a:lnTo>
                          <a:lnTo>
                            <a:pt x="957316" y="1535310"/>
                          </a:lnTo>
                          <a:cubicBezTo>
                            <a:pt x="893261" y="1535369"/>
                            <a:pt x="841383" y="1587343"/>
                            <a:pt x="841442" y="1651398"/>
                          </a:cubicBezTo>
                          <a:cubicBezTo>
                            <a:pt x="841501" y="1715453"/>
                            <a:pt x="893475" y="1767331"/>
                            <a:pt x="957530" y="1767272"/>
                          </a:cubicBezTo>
                          <a:lnTo>
                            <a:pt x="3365544" y="1772395"/>
                          </a:lnTo>
                          <a:lnTo>
                            <a:pt x="3234693" y="2149055"/>
                          </a:lnTo>
                          <a:lnTo>
                            <a:pt x="965662" y="2151146"/>
                          </a:lnTo>
                          <a:cubicBezTo>
                            <a:pt x="901607" y="2151205"/>
                            <a:pt x="849729" y="2203178"/>
                            <a:pt x="849788" y="2267234"/>
                          </a:cubicBezTo>
                          <a:cubicBezTo>
                            <a:pt x="849847" y="2331289"/>
                            <a:pt x="901821" y="2383167"/>
                            <a:pt x="965876" y="2383107"/>
                          </a:cubicBezTo>
                          <a:lnTo>
                            <a:pt x="3146162" y="2381099"/>
                          </a:lnTo>
                          <a:lnTo>
                            <a:pt x="3058829" y="2609727"/>
                          </a:lnTo>
                          <a:lnTo>
                            <a:pt x="2997318" y="2770827"/>
                          </a:lnTo>
                          <a:lnTo>
                            <a:pt x="965025" y="2772700"/>
                          </a:lnTo>
                          <a:cubicBezTo>
                            <a:pt x="900970" y="2772758"/>
                            <a:pt x="849092" y="2824733"/>
                            <a:pt x="849151" y="2888787"/>
                          </a:cubicBezTo>
                          <a:cubicBezTo>
                            <a:pt x="849210" y="2952842"/>
                            <a:pt x="901184" y="3004721"/>
                            <a:pt x="965239" y="3004661"/>
                          </a:cubicBezTo>
                          <a:lnTo>
                            <a:pt x="2908819" y="3002870"/>
                          </a:lnTo>
                          <a:lnTo>
                            <a:pt x="2893682" y="3042577"/>
                          </a:lnTo>
                          <a:lnTo>
                            <a:pt x="2821562" y="3232345"/>
                          </a:lnTo>
                          <a:lnTo>
                            <a:pt x="2762222" y="3389325"/>
                          </a:lnTo>
                          <a:lnTo>
                            <a:pt x="949683" y="3390995"/>
                          </a:lnTo>
                          <a:cubicBezTo>
                            <a:pt x="885628" y="3391054"/>
                            <a:pt x="833750" y="3443028"/>
                            <a:pt x="833809" y="3507083"/>
                          </a:cubicBezTo>
                          <a:cubicBezTo>
                            <a:pt x="833868" y="3571138"/>
                            <a:pt x="885842" y="3623016"/>
                            <a:pt x="949897" y="3622957"/>
                          </a:cubicBezTo>
                          <a:lnTo>
                            <a:pt x="2732014" y="3621315"/>
                          </a:lnTo>
                          <a:lnTo>
                            <a:pt x="2633061" y="4312952"/>
                          </a:lnTo>
                          <a:cubicBezTo>
                            <a:pt x="2614350" y="4495163"/>
                            <a:pt x="2846947" y="4575704"/>
                            <a:pt x="2957180" y="4409562"/>
                          </a:cubicBezTo>
                          <a:cubicBezTo>
                            <a:pt x="3061973" y="4258667"/>
                            <a:pt x="3375183" y="3783440"/>
                            <a:pt x="3482402" y="3613885"/>
                          </a:cubicBezTo>
                          <a:cubicBezTo>
                            <a:pt x="3573528" y="3588685"/>
                            <a:pt x="3578210" y="3534359"/>
                            <a:pt x="3552044" y="3429821"/>
                          </a:cubicBezTo>
                          <a:cubicBezTo>
                            <a:pt x="3649015" y="3219940"/>
                            <a:pt x="3852657" y="2523870"/>
                            <a:pt x="3949778" y="2383707"/>
                          </a:cubicBezTo>
                          <a:cubicBezTo>
                            <a:pt x="3948322" y="3220043"/>
                            <a:pt x="3946867" y="4056379"/>
                            <a:pt x="3945411" y="4892715"/>
                          </a:cubicBezTo>
                          <a:cubicBezTo>
                            <a:pt x="3945411" y="5027769"/>
                            <a:pt x="3835928" y="5137252"/>
                            <a:pt x="3700874" y="5137252"/>
                          </a:cubicBezTo>
                          <a:lnTo>
                            <a:pt x="244537" y="5137252"/>
                          </a:lnTo>
                          <a:cubicBezTo>
                            <a:pt x="109483" y="5137252"/>
                            <a:pt x="0" y="5027769"/>
                            <a:pt x="0" y="4892715"/>
                          </a:cubicBezTo>
                          <a:lnTo>
                            <a:pt x="0" y="4605616"/>
                          </a:lnTo>
                          <a:lnTo>
                            <a:pt x="222310" y="4605020"/>
                          </a:lnTo>
                          <a:lnTo>
                            <a:pt x="223099" y="4606189"/>
                          </a:lnTo>
                          <a:cubicBezTo>
                            <a:pt x="254598" y="4637630"/>
                            <a:pt x="298091" y="4657054"/>
                            <a:pt x="346112" y="4657010"/>
                          </a:cubicBezTo>
                          <a:cubicBezTo>
                            <a:pt x="442154" y="4656921"/>
                            <a:pt x="519940" y="4578992"/>
                            <a:pt x="519851" y="4482950"/>
                          </a:cubicBezTo>
                          <a:cubicBezTo>
                            <a:pt x="519785" y="4410919"/>
                            <a:pt x="475933" y="4349156"/>
                            <a:pt x="413494" y="4322814"/>
                          </a:cubicBezTo>
                          <a:cubicBezTo>
                            <a:pt x="392680" y="4314033"/>
                            <a:pt x="369801" y="4309188"/>
                            <a:pt x="345791" y="4309210"/>
                          </a:cubicBezTo>
                          <a:cubicBezTo>
                            <a:pt x="297770" y="4309254"/>
                            <a:pt x="254313" y="4328759"/>
                            <a:pt x="222872" y="4360257"/>
                          </a:cubicBezTo>
                          <a:lnTo>
                            <a:pt x="214254" y="4373065"/>
                          </a:lnTo>
                          <a:lnTo>
                            <a:pt x="0" y="4376088"/>
                          </a:lnTo>
                          <a:lnTo>
                            <a:pt x="0" y="4048176"/>
                          </a:lnTo>
                          <a:lnTo>
                            <a:pt x="213279" y="4047458"/>
                          </a:lnTo>
                          <a:lnTo>
                            <a:pt x="227300" y="4068214"/>
                          </a:lnTo>
                          <a:cubicBezTo>
                            <a:pt x="258799" y="4099655"/>
                            <a:pt x="302292" y="4119079"/>
                            <a:pt x="350312" y="4119034"/>
                          </a:cubicBezTo>
                          <a:cubicBezTo>
                            <a:pt x="446355" y="4118946"/>
                            <a:pt x="524140" y="4041017"/>
                            <a:pt x="524052" y="3944974"/>
                          </a:cubicBezTo>
                          <a:cubicBezTo>
                            <a:pt x="523985" y="3872944"/>
                            <a:pt x="480133" y="3811181"/>
                            <a:pt x="417694" y="3784839"/>
                          </a:cubicBezTo>
                          <a:cubicBezTo>
                            <a:pt x="396881" y="3776058"/>
                            <a:pt x="374003" y="3771213"/>
                            <a:pt x="349992" y="3771235"/>
                          </a:cubicBezTo>
                          <a:cubicBezTo>
                            <a:pt x="325982" y="3771257"/>
                            <a:pt x="303112" y="3776144"/>
                            <a:pt x="282315" y="3784963"/>
                          </a:cubicBezTo>
                          <a:lnTo>
                            <a:pt x="237151" y="3815474"/>
                          </a:lnTo>
                          <a:lnTo>
                            <a:pt x="0" y="3818662"/>
                          </a:lnTo>
                          <a:lnTo>
                            <a:pt x="0" y="2967160"/>
                          </a:lnTo>
                          <a:lnTo>
                            <a:pt x="214473" y="2964949"/>
                          </a:lnTo>
                          <a:lnTo>
                            <a:pt x="222629" y="2977021"/>
                          </a:lnTo>
                          <a:cubicBezTo>
                            <a:pt x="254127" y="3008462"/>
                            <a:pt x="297620" y="3027886"/>
                            <a:pt x="345641" y="3027842"/>
                          </a:cubicBezTo>
                          <a:cubicBezTo>
                            <a:pt x="441683" y="3027753"/>
                            <a:pt x="519469" y="2949823"/>
                            <a:pt x="519381" y="2853781"/>
                          </a:cubicBezTo>
                          <a:cubicBezTo>
                            <a:pt x="519314" y="2781750"/>
                            <a:pt x="475463" y="2719988"/>
                            <a:pt x="413023" y="2693645"/>
                          </a:cubicBezTo>
                          <a:cubicBezTo>
                            <a:pt x="392209" y="2684864"/>
                            <a:pt x="369331" y="2680019"/>
                            <a:pt x="345321" y="2680041"/>
                          </a:cubicBezTo>
                          <a:cubicBezTo>
                            <a:pt x="297300" y="2680086"/>
                            <a:pt x="253843" y="2699591"/>
                            <a:pt x="222402" y="2731089"/>
                          </a:cubicBezTo>
                          <a:lnTo>
                            <a:pt x="221128" y="2732981"/>
                          </a:lnTo>
                          <a:lnTo>
                            <a:pt x="0" y="2735633"/>
                          </a:lnTo>
                          <a:lnTo>
                            <a:pt x="0" y="2413015"/>
                          </a:lnTo>
                          <a:lnTo>
                            <a:pt x="212094" y="2411751"/>
                          </a:lnTo>
                          <a:lnTo>
                            <a:pt x="224649" y="2430336"/>
                          </a:lnTo>
                          <a:cubicBezTo>
                            <a:pt x="256148" y="2461776"/>
                            <a:pt x="299641" y="2481201"/>
                            <a:pt x="347662" y="2481156"/>
                          </a:cubicBezTo>
                          <a:cubicBezTo>
                            <a:pt x="443703" y="2481068"/>
                            <a:pt x="521490" y="2403138"/>
                            <a:pt x="521401" y="2307096"/>
                          </a:cubicBezTo>
                          <a:cubicBezTo>
                            <a:pt x="521335" y="2235064"/>
                            <a:pt x="477483" y="2173303"/>
                            <a:pt x="415044" y="2146960"/>
                          </a:cubicBezTo>
                          <a:cubicBezTo>
                            <a:pt x="394231" y="2138179"/>
                            <a:pt x="371352" y="2133334"/>
                            <a:pt x="347341" y="2133357"/>
                          </a:cubicBezTo>
                          <a:cubicBezTo>
                            <a:pt x="323331" y="2133379"/>
                            <a:pt x="300460" y="2138266"/>
                            <a:pt x="279664" y="2147085"/>
                          </a:cubicBezTo>
                          <a:lnTo>
                            <a:pt x="231279" y="2179773"/>
                          </a:lnTo>
                          <a:lnTo>
                            <a:pt x="0" y="2178209"/>
                          </a:lnTo>
                          <a:lnTo>
                            <a:pt x="0" y="1872741"/>
                          </a:lnTo>
                          <a:lnTo>
                            <a:pt x="213783" y="1874853"/>
                          </a:lnTo>
                          <a:lnTo>
                            <a:pt x="223404" y="1889096"/>
                          </a:lnTo>
                          <a:cubicBezTo>
                            <a:pt x="254903" y="1920536"/>
                            <a:pt x="298396" y="1939961"/>
                            <a:pt x="346417" y="1939916"/>
                          </a:cubicBezTo>
                          <a:cubicBezTo>
                            <a:pt x="442459" y="1939828"/>
                            <a:pt x="520245" y="1861898"/>
                            <a:pt x="520156" y="1765856"/>
                          </a:cubicBezTo>
                          <a:cubicBezTo>
                            <a:pt x="520090" y="1693824"/>
                            <a:pt x="476238" y="1632062"/>
                            <a:pt x="413799" y="1605720"/>
                          </a:cubicBezTo>
                          <a:cubicBezTo>
                            <a:pt x="392986" y="1596939"/>
                            <a:pt x="370107" y="1592095"/>
                            <a:pt x="346096" y="1592117"/>
                          </a:cubicBezTo>
                          <a:cubicBezTo>
                            <a:pt x="322086" y="1592138"/>
                            <a:pt x="299216" y="1597026"/>
                            <a:pt x="278419" y="1605845"/>
                          </a:cubicBezTo>
                          <a:lnTo>
                            <a:pt x="223595" y="1642881"/>
                          </a:lnTo>
                          <a:lnTo>
                            <a:pt x="0" y="1642007"/>
                          </a:lnTo>
                          <a:lnTo>
                            <a:pt x="0" y="1332051"/>
                          </a:lnTo>
                          <a:lnTo>
                            <a:pt x="215067" y="1332559"/>
                          </a:lnTo>
                          <a:lnTo>
                            <a:pt x="227605" y="1351120"/>
                          </a:lnTo>
                          <a:cubicBezTo>
                            <a:pt x="259104" y="1382560"/>
                            <a:pt x="302597" y="1401984"/>
                            <a:pt x="350618" y="1401940"/>
                          </a:cubicBezTo>
                          <a:cubicBezTo>
                            <a:pt x="446660" y="1401852"/>
                            <a:pt x="524446" y="1323922"/>
                            <a:pt x="524358" y="1227880"/>
                          </a:cubicBezTo>
                          <a:cubicBezTo>
                            <a:pt x="524291" y="1155848"/>
                            <a:pt x="480439" y="1094086"/>
                            <a:pt x="418000" y="1067744"/>
                          </a:cubicBezTo>
                          <a:cubicBezTo>
                            <a:pt x="397187" y="1058963"/>
                            <a:pt x="374308" y="1054118"/>
                            <a:pt x="350297" y="1054140"/>
                          </a:cubicBezTo>
                          <a:cubicBezTo>
                            <a:pt x="326287" y="1054162"/>
                            <a:pt x="303417" y="1059050"/>
                            <a:pt x="282620" y="1067869"/>
                          </a:cubicBezTo>
                          <a:lnTo>
                            <a:pt x="234201" y="1100579"/>
                          </a:lnTo>
                          <a:lnTo>
                            <a:pt x="3221" y="1102939"/>
                          </a:lnTo>
                          <a:cubicBezTo>
                            <a:pt x="2147" y="1138712"/>
                            <a:pt x="1074" y="1174486"/>
                            <a:pt x="0" y="1210259"/>
                          </a:cubicBezTo>
                          <a:lnTo>
                            <a:pt x="0" y="797050"/>
                          </a:lnTo>
                          <a:lnTo>
                            <a:pt x="223677" y="795631"/>
                          </a:lnTo>
                          <a:lnTo>
                            <a:pt x="229623" y="804432"/>
                          </a:lnTo>
                          <a:cubicBezTo>
                            <a:pt x="261122" y="835873"/>
                            <a:pt x="304615" y="855298"/>
                            <a:pt x="352636" y="855253"/>
                          </a:cubicBezTo>
                          <a:cubicBezTo>
                            <a:pt x="448678" y="855164"/>
                            <a:pt x="526464" y="777235"/>
                            <a:pt x="526376" y="681193"/>
                          </a:cubicBezTo>
                          <a:cubicBezTo>
                            <a:pt x="526309" y="609161"/>
                            <a:pt x="482458" y="547399"/>
                            <a:pt x="420018" y="521057"/>
                          </a:cubicBezTo>
                          <a:cubicBezTo>
                            <a:pt x="399205" y="512276"/>
                            <a:pt x="376327" y="507431"/>
                            <a:pt x="352316" y="507453"/>
                          </a:cubicBezTo>
                          <a:cubicBezTo>
                            <a:pt x="304295" y="507496"/>
                            <a:pt x="260838" y="527003"/>
                            <a:pt x="229397" y="558500"/>
                          </a:cubicBezTo>
                          <a:lnTo>
                            <a:pt x="225922" y="563667"/>
                          </a:lnTo>
                          <a:lnTo>
                            <a:pt x="615" y="565510"/>
                          </a:lnTo>
                          <a:lnTo>
                            <a:pt x="0" y="616517"/>
                          </a:lnTo>
                          <a:lnTo>
                            <a:pt x="0" y="244537"/>
                          </a:lnTo>
                          <a:cubicBezTo>
                            <a:pt x="0" y="109483"/>
                            <a:pt x="109483" y="0"/>
                            <a:pt x="244537" y="0"/>
                          </a:cubicBezTo>
                          <a:lnTo>
                            <a:pt x="3700874" y="0"/>
                          </a:lnTo>
                          <a:cubicBezTo>
                            <a:pt x="3751519" y="0"/>
                            <a:pt x="3798569" y="15396"/>
                            <a:pt x="3837597" y="4176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lang="en-US" sz="1350">
                        <a:solidFill>
                          <a:schemeClr val="accent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4C71C9A2-9FCD-4B86-9134-4D9CADA3A7DF}"/>
                  </a:ext>
                </a:extLst>
              </p:cNvPr>
              <p:cNvGrpSpPr/>
              <p:nvPr/>
            </p:nvGrpSpPr>
            <p:grpSpPr>
              <a:xfrm>
                <a:off x="6329416" y="4446817"/>
                <a:ext cx="3871644" cy="1630407"/>
                <a:chOff x="6329416" y="4446817"/>
                <a:chExt cx="3871644" cy="1630407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92B7D95D-5D5F-46AC-9A3C-26AA63045C77}"/>
                    </a:ext>
                  </a:extLst>
                </p:cNvPr>
                <p:cNvCxnSpPr/>
                <p:nvPr/>
              </p:nvCxnSpPr>
              <p:spPr>
                <a:xfrm flipH="1">
                  <a:off x="6329416" y="4711970"/>
                  <a:ext cx="2590371" cy="14113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</a:schemeClr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6D73DDF0-F0D1-4BD2-B0DF-F3E6FC4D13D1}"/>
                    </a:ext>
                  </a:extLst>
                </p:cNvPr>
                <p:cNvGrpSpPr/>
                <p:nvPr/>
              </p:nvGrpSpPr>
              <p:grpSpPr>
                <a:xfrm flipH="1">
                  <a:off x="7091718" y="4911900"/>
                  <a:ext cx="3109342" cy="1165324"/>
                  <a:chOff x="2464134" y="4760929"/>
                  <a:chExt cx="2993282" cy="1099708"/>
                </a:xfrm>
              </p:grpSpPr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232C7480-FAFD-4121-97C5-72892BD64D45}"/>
                      </a:ext>
                    </a:extLst>
                  </p:cNvPr>
                  <p:cNvSpPr/>
                  <p:nvPr/>
                </p:nvSpPr>
                <p:spPr>
                  <a:xfrm>
                    <a:off x="3184917" y="4760929"/>
                    <a:ext cx="2272499" cy="35922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350" b="1" u="sng" dirty="0">
                        <a:latin typeface="Agency FB" panose="020B0503020202020204" pitchFamily="34" charset="0"/>
                        <a:cs typeface="Arial" pitchFamily="34" charset="0"/>
                      </a:rPr>
                      <a:t>Continuous</a:t>
                    </a:r>
                    <a:r>
                      <a:rPr lang="en-US" sz="1350" b="1" u="sng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 </a:t>
                    </a:r>
                    <a:r>
                      <a:rPr lang="en-US" sz="1350" b="1" u="sng" dirty="0">
                        <a:solidFill>
                          <a:schemeClr val="accent3"/>
                        </a:solidFill>
                        <a:latin typeface="Agency FB" panose="020B0503020202020204" pitchFamily="34" charset="0"/>
                        <a:cs typeface="Arial" pitchFamily="34" charset="0"/>
                      </a:rPr>
                      <a:t>Delivery</a:t>
                    </a:r>
                    <a:endParaRPr lang="en-US" sz="1350" b="1" u="sng" dirty="0">
                      <a:solidFill>
                        <a:schemeClr val="accent3"/>
                      </a:solidFill>
                      <a:latin typeface="Agency FB" panose="020B0503020202020204" pitchFamily="34" charset="0"/>
                    </a:endParaRPr>
                  </a:p>
                </p:txBody>
              </p: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D2FA0EBD-6FFE-4AFF-8F7E-C765329B92F0}"/>
                      </a:ext>
                    </a:extLst>
                  </p:cNvPr>
                  <p:cNvSpPr/>
                  <p:nvPr/>
                </p:nvSpPr>
                <p:spPr>
                  <a:xfrm>
                    <a:off x="2464134" y="5169813"/>
                    <a:ext cx="2977491" cy="69082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050" dirty="0">
                        <a:latin typeface="Helvetica" panose="020B0604020202020204" pitchFamily="2" charset="0"/>
                      </a:rPr>
                      <a:t>Available standard compliant delivery templates catering best practices and highest level of quality checks.    </a:t>
                    </a: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34251F54-78B7-412B-B40F-83F818C98A7B}"/>
                    </a:ext>
                  </a:extLst>
                </p:cNvPr>
                <p:cNvGrpSpPr/>
                <p:nvPr/>
              </p:nvGrpSpPr>
              <p:grpSpPr>
                <a:xfrm>
                  <a:off x="7877392" y="4446817"/>
                  <a:ext cx="530307" cy="530307"/>
                  <a:chOff x="7877392" y="4446817"/>
                  <a:chExt cx="530307" cy="530307"/>
                </a:xfrm>
              </p:grpSpPr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C85566C0-4B7A-449F-B9AA-B8A694EA96D8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7877392" y="4446817"/>
                    <a:ext cx="530307" cy="530307"/>
                    <a:chOff x="320722" y="634457"/>
                    <a:chExt cx="1444752" cy="1444752"/>
                  </a:xfrm>
                  <a:effectLst/>
                </p:grpSpPr>
                <p:sp>
                  <p:nvSpPr>
                    <p:cNvPr id="64" name="Oval 63">
                      <a:extLst>
                        <a:ext uri="{FF2B5EF4-FFF2-40B4-BE49-F238E27FC236}">
                          <a16:creationId xmlns:a16="http://schemas.microsoft.com/office/drawing/2014/main" id="{710CE9BB-F17F-48E9-8972-57B98E7173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0722" y="634457"/>
                      <a:ext cx="1444752" cy="1444752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algn="ctr" defTabSz="685783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65" name="Oval 64">
                      <a:extLst>
                        <a:ext uri="{FF2B5EF4-FFF2-40B4-BE49-F238E27FC236}">
                          <a16:creationId xmlns:a16="http://schemas.microsoft.com/office/drawing/2014/main" id="{8D4DA1FB-86B5-4EA1-AAE9-B5D62C5D7A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325" y="698060"/>
                      <a:ext cx="1317546" cy="1317546"/>
                    </a:xfrm>
                    <a:prstGeom prst="ellipse">
                      <a:avLst/>
                    </a:prstGeom>
                    <a:solidFill>
                      <a:schemeClr val="accent3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685783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E58F2D67-FCAB-484C-A01D-EAAE94CB9C12}"/>
                      </a:ext>
                    </a:extLst>
                  </p:cNvPr>
                  <p:cNvGrpSpPr/>
                  <p:nvPr/>
                </p:nvGrpSpPr>
                <p:grpSpPr>
                  <a:xfrm rot="1831714">
                    <a:off x="8018676" y="4590948"/>
                    <a:ext cx="278310" cy="221249"/>
                    <a:chOff x="-5707507" y="-2312184"/>
                    <a:chExt cx="8950465" cy="7115384"/>
                  </a:xfrm>
                  <a:solidFill>
                    <a:schemeClr val="bg1"/>
                  </a:solidFill>
                </p:grpSpPr>
                <p:sp>
                  <p:nvSpPr>
                    <p:cNvPr id="62" name="Freeform 181">
                      <a:extLst>
                        <a:ext uri="{FF2B5EF4-FFF2-40B4-BE49-F238E27FC236}">
                          <a16:creationId xmlns:a16="http://schemas.microsoft.com/office/drawing/2014/main" id="{D45ED3A2-5025-476F-9568-33600113E9CD}"/>
                        </a:ext>
                      </a:extLst>
                    </p:cNvPr>
                    <p:cNvSpPr/>
                    <p:nvPr/>
                  </p:nvSpPr>
                  <p:spPr>
                    <a:xfrm rot="19775298">
                      <a:off x="-5195392" y="-2312184"/>
                      <a:ext cx="4619099" cy="2636115"/>
                    </a:xfrm>
                    <a:custGeom>
                      <a:avLst/>
                      <a:gdLst>
                        <a:gd name="connsiteX0" fmla="*/ 3166529 w 4619103"/>
                        <a:gd name="connsiteY0" fmla="*/ 554243 h 2659576"/>
                        <a:gd name="connsiteX1" fmla="*/ 1481632 w 4619103"/>
                        <a:gd name="connsiteY1" fmla="*/ 542706 h 2659576"/>
                        <a:gd name="connsiteX2" fmla="*/ 1474817 w 4619103"/>
                        <a:gd name="connsiteY2" fmla="*/ 1178670 h 2659576"/>
                        <a:gd name="connsiteX3" fmla="*/ 3168913 w 4619103"/>
                        <a:gd name="connsiteY3" fmla="*/ 1189729 h 2659576"/>
                        <a:gd name="connsiteX4" fmla="*/ 3616817 w 4619103"/>
                        <a:gd name="connsiteY4" fmla="*/ 42433 h 2659576"/>
                        <a:gd name="connsiteX5" fmla="*/ 3726360 w 4619103"/>
                        <a:gd name="connsiteY5" fmla="*/ 248460 h 2659576"/>
                        <a:gd name="connsiteX6" fmla="*/ 3726360 w 4619103"/>
                        <a:gd name="connsiteY6" fmla="*/ 1187474 h 2659576"/>
                        <a:gd name="connsiteX7" fmla="*/ 3725766 w 4619103"/>
                        <a:gd name="connsiteY7" fmla="*/ 1193365 h 2659576"/>
                        <a:gd name="connsiteX8" fmla="*/ 4110203 w 4619103"/>
                        <a:gd name="connsiteY8" fmla="*/ 1195874 h 2659576"/>
                        <a:gd name="connsiteX9" fmla="*/ 4619092 w 4619103"/>
                        <a:gd name="connsiteY9" fmla="*/ 1711451 h 2659576"/>
                        <a:gd name="connsiteX10" fmla="*/ 4616224 w 4619103"/>
                        <a:gd name="connsiteY10" fmla="*/ 2150676 h 2659576"/>
                        <a:gd name="connsiteX11" fmla="*/ 4100647 w 4619103"/>
                        <a:gd name="connsiteY11" fmla="*/ 2659565 h 2659576"/>
                        <a:gd name="connsiteX12" fmla="*/ 508900 w 4619103"/>
                        <a:gd name="connsiteY12" fmla="*/ 2636118 h 2659576"/>
                        <a:gd name="connsiteX13" fmla="*/ 11 w 4619103"/>
                        <a:gd name="connsiteY13" fmla="*/ 2120540 h 2659576"/>
                        <a:gd name="connsiteX14" fmla="*/ 2878 w 4619103"/>
                        <a:gd name="connsiteY14" fmla="*/ 1681316 h 2659576"/>
                        <a:gd name="connsiteX15" fmla="*/ 518455 w 4619103"/>
                        <a:gd name="connsiteY15" fmla="*/ 1172427 h 2659576"/>
                        <a:gd name="connsiteX16" fmla="*/ 886506 w 4619103"/>
                        <a:gd name="connsiteY16" fmla="*/ 1174829 h 2659576"/>
                        <a:gd name="connsiteX17" fmla="*/ 886506 w 4619103"/>
                        <a:gd name="connsiteY17" fmla="*/ 248460 h 2659576"/>
                        <a:gd name="connsiteX18" fmla="*/ 1134966 w 4619103"/>
                        <a:gd name="connsiteY18" fmla="*/ 0 h 2659576"/>
                        <a:gd name="connsiteX19" fmla="*/ 3477900 w 4619103"/>
                        <a:gd name="connsiteY19" fmla="*/ 0 h 2659576"/>
                        <a:gd name="connsiteX20" fmla="*/ 3616817 w 4619103"/>
                        <a:gd name="connsiteY20" fmla="*/ 42433 h 2659576"/>
                        <a:gd name="connsiteX0" fmla="*/ 3166529 w 4619103"/>
                        <a:gd name="connsiteY0" fmla="*/ 554243 h 2636117"/>
                        <a:gd name="connsiteX1" fmla="*/ 1481632 w 4619103"/>
                        <a:gd name="connsiteY1" fmla="*/ 542706 h 2636117"/>
                        <a:gd name="connsiteX2" fmla="*/ 1474817 w 4619103"/>
                        <a:gd name="connsiteY2" fmla="*/ 1178670 h 2636117"/>
                        <a:gd name="connsiteX3" fmla="*/ 3168913 w 4619103"/>
                        <a:gd name="connsiteY3" fmla="*/ 1189729 h 2636117"/>
                        <a:gd name="connsiteX4" fmla="*/ 3166529 w 4619103"/>
                        <a:gd name="connsiteY4" fmla="*/ 554243 h 2636117"/>
                        <a:gd name="connsiteX5" fmla="*/ 3616817 w 4619103"/>
                        <a:gd name="connsiteY5" fmla="*/ 42433 h 2636117"/>
                        <a:gd name="connsiteX6" fmla="*/ 3726360 w 4619103"/>
                        <a:gd name="connsiteY6" fmla="*/ 248460 h 2636117"/>
                        <a:gd name="connsiteX7" fmla="*/ 3726360 w 4619103"/>
                        <a:gd name="connsiteY7" fmla="*/ 1187474 h 2636117"/>
                        <a:gd name="connsiteX8" fmla="*/ 3725766 w 4619103"/>
                        <a:gd name="connsiteY8" fmla="*/ 1193365 h 2636117"/>
                        <a:gd name="connsiteX9" fmla="*/ 4110203 w 4619103"/>
                        <a:gd name="connsiteY9" fmla="*/ 1195874 h 2636117"/>
                        <a:gd name="connsiteX10" fmla="*/ 4619092 w 4619103"/>
                        <a:gd name="connsiteY10" fmla="*/ 1711451 h 2636117"/>
                        <a:gd name="connsiteX11" fmla="*/ 4616224 w 4619103"/>
                        <a:gd name="connsiteY11" fmla="*/ 2150676 h 2636117"/>
                        <a:gd name="connsiteX12" fmla="*/ 4100597 w 4619103"/>
                        <a:gd name="connsiteY12" fmla="*/ 2634281 h 2636117"/>
                        <a:gd name="connsiteX13" fmla="*/ 508900 w 4619103"/>
                        <a:gd name="connsiteY13" fmla="*/ 2636118 h 2636117"/>
                        <a:gd name="connsiteX14" fmla="*/ 11 w 4619103"/>
                        <a:gd name="connsiteY14" fmla="*/ 2120540 h 2636117"/>
                        <a:gd name="connsiteX15" fmla="*/ 2878 w 4619103"/>
                        <a:gd name="connsiteY15" fmla="*/ 1681316 h 2636117"/>
                        <a:gd name="connsiteX16" fmla="*/ 518455 w 4619103"/>
                        <a:gd name="connsiteY16" fmla="*/ 1172427 h 2636117"/>
                        <a:gd name="connsiteX17" fmla="*/ 886506 w 4619103"/>
                        <a:gd name="connsiteY17" fmla="*/ 1174829 h 2636117"/>
                        <a:gd name="connsiteX18" fmla="*/ 886506 w 4619103"/>
                        <a:gd name="connsiteY18" fmla="*/ 248460 h 2636117"/>
                        <a:gd name="connsiteX19" fmla="*/ 1134966 w 4619103"/>
                        <a:gd name="connsiteY19" fmla="*/ 0 h 2636117"/>
                        <a:gd name="connsiteX20" fmla="*/ 3477900 w 4619103"/>
                        <a:gd name="connsiteY20" fmla="*/ 0 h 2636117"/>
                        <a:gd name="connsiteX21" fmla="*/ 3616817 w 4619103"/>
                        <a:gd name="connsiteY21" fmla="*/ 42433 h 2636117"/>
                        <a:gd name="connsiteX0" fmla="*/ 3166529 w 4619103"/>
                        <a:gd name="connsiteY0" fmla="*/ 554243 h 2636117"/>
                        <a:gd name="connsiteX1" fmla="*/ 1481632 w 4619103"/>
                        <a:gd name="connsiteY1" fmla="*/ 542706 h 2636117"/>
                        <a:gd name="connsiteX2" fmla="*/ 1474817 w 4619103"/>
                        <a:gd name="connsiteY2" fmla="*/ 1178670 h 2636117"/>
                        <a:gd name="connsiteX3" fmla="*/ 3168903 w 4619103"/>
                        <a:gd name="connsiteY3" fmla="*/ 1189731 h 2636117"/>
                        <a:gd name="connsiteX4" fmla="*/ 3166529 w 4619103"/>
                        <a:gd name="connsiteY4" fmla="*/ 554243 h 2636117"/>
                        <a:gd name="connsiteX5" fmla="*/ 3616817 w 4619103"/>
                        <a:gd name="connsiteY5" fmla="*/ 42433 h 2636117"/>
                        <a:gd name="connsiteX6" fmla="*/ 3726360 w 4619103"/>
                        <a:gd name="connsiteY6" fmla="*/ 248460 h 2636117"/>
                        <a:gd name="connsiteX7" fmla="*/ 3726360 w 4619103"/>
                        <a:gd name="connsiteY7" fmla="*/ 1187474 h 2636117"/>
                        <a:gd name="connsiteX8" fmla="*/ 3725766 w 4619103"/>
                        <a:gd name="connsiteY8" fmla="*/ 1193365 h 2636117"/>
                        <a:gd name="connsiteX9" fmla="*/ 4110203 w 4619103"/>
                        <a:gd name="connsiteY9" fmla="*/ 1195874 h 2636117"/>
                        <a:gd name="connsiteX10" fmla="*/ 4619092 w 4619103"/>
                        <a:gd name="connsiteY10" fmla="*/ 1711451 h 2636117"/>
                        <a:gd name="connsiteX11" fmla="*/ 4616224 w 4619103"/>
                        <a:gd name="connsiteY11" fmla="*/ 2150676 h 2636117"/>
                        <a:gd name="connsiteX12" fmla="*/ 4100597 w 4619103"/>
                        <a:gd name="connsiteY12" fmla="*/ 2634281 h 2636117"/>
                        <a:gd name="connsiteX13" fmla="*/ 508900 w 4619103"/>
                        <a:gd name="connsiteY13" fmla="*/ 2636118 h 2636117"/>
                        <a:gd name="connsiteX14" fmla="*/ 11 w 4619103"/>
                        <a:gd name="connsiteY14" fmla="*/ 2120540 h 2636117"/>
                        <a:gd name="connsiteX15" fmla="*/ 2878 w 4619103"/>
                        <a:gd name="connsiteY15" fmla="*/ 1681316 h 2636117"/>
                        <a:gd name="connsiteX16" fmla="*/ 518455 w 4619103"/>
                        <a:gd name="connsiteY16" fmla="*/ 1172427 h 2636117"/>
                        <a:gd name="connsiteX17" fmla="*/ 886506 w 4619103"/>
                        <a:gd name="connsiteY17" fmla="*/ 1174829 h 2636117"/>
                        <a:gd name="connsiteX18" fmla="*/ 886506 w 4619103"/>
                        <a:gd name="connsiteY18" fmla="*/ 248460 h 2636117"/>
                        <a:gd name="connsiteX19" fmla="*/ 1134966 w 4619103"/>
                        <a:gd name="connsiteY19" fmla="*/ 0 h 2636117"/>
                        <a:gd name="connsiteX20" fmla="*/ 3477900 w 4619103"/>
                        <a:gd name="connsiteY20" fmla="*/ 0 h 2636117"/>
                        <a:gd name="connsiteX21" fmla="*/ 3616817 w 4619103"/>
                        <a:gd name="connsiteY21" fmla="*/ 42433 h 2636117"/>
                        <a:gd name="connsiteX0" fmla="*/ 3166529 w 4619103"/>
                        <a:gd name="connsiteY0" fmla="*/ 554243 h 2636117"/>
                        <a:gd name="connsiteX1" fmla="*/ 1481632 w 4619103"/>
                        <a:gd name="connsiteY1" fmla="*/ 542706 h 2636117"/>
                        <a:gd name="connsiteX2" fmla="*/ 1474817 w 4619103"/>
                        <a:gd name="connsiteY2" fmla="*/ 1178670 h 2636117"/>
                        <a:gd name="connsiteX3" fmla="*/ 3168841 w 4619103"/>
                        <a:gd name="connsiteY3" fmla="*/ 1164456 h 2636117"/>
                        <a:gd name="connsiteX4" fmla="*/ 3166529 w 4619103"/>
                        <a:gd name="connsiteY4" fmla="*/ 554243 h 2636117"/>
                        <a:gd name="connsiteX5" fmla="*/ 3616817 w 4619103"/>
                        <a:gd name="connsiteY5" fmla="*/ 42433 h 2636117"/>
                        <a:gd name="connsiteX6" fmla="*/ 3726360 w 4619103"/>
                        <a:gd name="connsiteY6" fmla="*/ 248460 h 2636117"/>
                        <a:gd name="connsiteX7" fmla="*/ 3726360 w 4619103"/>
                        <a:gd name="connsiteY7" fmla="*/ 1187474 h 2636117"/>
                        <a:gd name="connsiteX8" fmla="*/ 3725766 w 4619103"/>
                        <a:gd name="connsiteY8" fmla="*/ 1193365 h 2636117"/>
                        <a:gd name="connsiteX9" fmla="*/ 4110203 w 4619103"/>
                        <a:gd name="connsiteY9" fmla="*/ 1195874 h 2636117"/>
                        <a:gd name="connsiteX10" fmla="*/ 4619092 w 4619103"/>
                        <a:gd name="connsiteY10" fmla="*/ 1711451 h 2636117"/>
                        <a:gd name="connsiteX11" fmla="*/ 4616224 w 4619103"/>
                        <a:gd name="connsiteY11" fmla="*/ 2150676 h 2636117"/>
                        <a:gd name="connsiteX12" fmla="*/ 4100597 w 4619103"/>
                        <a:gd name="connsiteY12" fmla="*/ 2634281 h 2636117"/>
                        <a:gd name="connsiteX13" fmla="*/ 508900 w 4619103"/>
                        <a:gd name="connsiteY13" fmla="*/ 2636118 h 2636117"/>
                        <a:gd name="connsiteX14" fmla="*/ 11 w 4619103"/>
                        <a:gd name="connsiteY14" fmla="*/ 2120540 h 2636117"/>
                        <a:gd name="connsiteX15" fmla="*/ 2878 w 4619103"/>
                        <a:gd name="connsiteY15" fmla="*/ 1681316 h 2636117"/>
                        <a:gd name="connsiteX16" fmla="*/ 518455 w 4619103"/>
                        <a:gd name="connsiteY16" fmla="*/ 1172427 h 2636117"/>
                        <a:gd name="connsiteX17" fmla="*/ 886506 w 4619103"/>
                        <a:gd name="connsiteY17" fmla="*/ 1174829 h 2636117"/>
                        <a:gd name="connsiteX18" fmla="*/ 886506 w 4619103"/>
                        <a:gd name="connsiteY18" fmla="*/ 248460 h 2636117"/>
                        <a:gd name="connsiteX19" fmla="*/ 1134966 w 4619103"/>
                        <a:gd name="connsiteY19" fmla="*/ 0 h 2636117"/>
                        <a:gd name="connsiteX20" fmla="*/ 3477900 w 4619103"/>
                        <a:gd name="connsiteY20" fmla="*/ 0 h 2636117"/>
                        <a:gd name="connsiteX21" fmla="*/ 3616817 w 4619103"/>
                        <a:gd name="connsiteY21" fmla="*/ 42433 h 2636117"/>
                        <a:gd name="connsiteX0" fmla="*/ 3166484 w 4619103"/>
                        <a:gd name="connsiteY0" fmla="*/ 528975 h 2636117"/>
                        <a:gd name="connsiteX1" fmla="*/ 1481632 w 4619103"/>
                        <a:gd name="connsiteY1" fmla="*/ 542706 h 2636117"/>
                        <a:gd name="connsiteX2" fmla="*/ 1474817 w 4619103"/>
                        <a:gd name="connsiteY2" fmla="*/ 1178670 h 2636117"/>
                        <a:gd name="connsiteX3" fmla="*/ 3168841 w 4619103"/>
                        <a:gd name="connsiteY3" fmla="*/ 1164456 h 2636117"/>
                        <a:gd name="connsiteX4" fmla="*/ 3166484 w 4619103"/>
                        <a:gd name="connsiteY4" fmla="*/ 528975 h 2636117"/>
                        <a:gd name="connsiteX5" fmla="*/ 3616817 w 4619103"/>
                        <a:gd name="connsiteY5" fmla="*/ 42433 h 2636117"/>
                        <a:gd name="connsiteX6" fmla="*/ 3726360 w 4619103"/>
                        <a:gd name="connsiteY6" fmla="*/ 248460 h 2636117"/>
                        <a:gd name="connsiteX7" fmla="*/ 3726360 w 4619103"/>
                        <a:gd name="connsiteY7" fmla="*/ 1187474 h 2636117"/>
                        <a:gd name="connsiteX8" fmla="*/ 3725766 w 4619103"/>
                        <a:gd name="connsiteY8" fmla="*/ 1193365 h 2636117"/>
                        <a:gd name="connsiteX9" fmla="*/ 4110203 w 4619103"/>
                        <a:gd name="connsiteY9" fmla="*/ 1195874 h 2636117"/>
                        <a:gd name="connsiteX10" fmla="*/ 4619092 w 4619103"/>
                        <a:gd name="connsiteY10" fmla="*/ 1711451 h 2636117"/>
                        <a:gd name="connsiteX11" fmla="*/ 4616224 w 4619103"/>
                        <a:gd name="connsiteY11" fmla="*/ 2150676 h 2636117"/>
                        <a:gd name="connsiteX12" fmla="*/ 4100597 w 4619103"/>
                        <a:gd name="connsiteY12" fmla="*/ 2634281 h 2636117"/>
                        <a:gd name="connsiteX13" fmla="*/ 508900 w 4619103"/>
                        <a:gd name="connsiteY13" fmla="*/ 2636118 h 2636117"/>
                        <a:gd name="connsiteX14" fmla="*/ 11 w 4619103"/>
                        <a:gd name="connsiteY14" fmla="*/ 2120540 h 2636117"/>
                        <a:gd name="connsiteX15" fmla="*/ 2878 w 4619103"/>
                        <a:gd name="connsiteY15" fmla="*/ 1681316 h 2636117"/>
                        <a:gd name="connsiteX16" fmla="*/ 518455 w 4619103"/>
                        <a:gd name="connsiteY16" fmla="*/ 1172427 h 2636117"/>
                        <a:gd name="connsiteX17" fmla="*/ 886506 w 4619103"/>
                        <a:gd name="connsiteY17" fmla="*/ 1174829 h 2636117"/>
                        <a:gd name="connsiteX18" fmla="*/ 886506 w 4619103"/>
                        <a:gd name="connsiteY18" fmla="*/ 248460 h 2636117"/>
                        <a:gd name="connsiteX19" fmla="*/ 1134966 w 4619103"/>
                        <a:gd name="connsiteY19" fmla="*/ 0 h 2636117"/>
                        <a:gd name="connsiteX20" fmla="*/ 3477900 w 4619103"/>
                        <a:gd name="connsiteY20" fmla="*/ 0 h 2636117"/>
                        <a:gd name="connsiteX21" fmla="*/ 3616817 w 4619103"/>
                        <a:gd name="connsiteY21" fmla="*/ 42433 h 26361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</a:cxnLst>
                      <a:rect l="l" t="t" r="r" b="b"/>
                      <a:pathLst>
                        <a:path w="4619103" h="2636117">
                          <a:moveTo>
                            <a:pt x="3166484" y="528975"/>
                          </a:moveTo>
                          <a:lnTo>
                            <a:pt x="1481632" y="542706"/>
                          </a:lnTo>
                          <a:cubicBezTo>
                            <a:pt x="1479360" y="754694"/>
                            <a:pt x="1477089" y="966682"/>
                            <a:pt x="1474817" y="1178670"/>
                          </a:cubicBezTo>
                          <a:lnTo>
                            <a:pt x="3168841" y="1164456"/>
                          </a:lnTo>
                          <a:cubicBezTo>
                            <a:pt x="3168046" y="952627"/>
                            <a:pt x="3167279" y="740804"/>
                            <a:pt x="3166484" y="528975"/>
                          </a:cubicBezTo>
                          <a:close/>
                          <a:moveTo>
                            <a:pt x="3616817" y="42433"/>
                          </a:moveTo>
                          <a:cubicBezTo>
                            <a:pt x="3682907" y="87083"/>
                            <a:pt x="3726360" y="162697"/>
                            <a:pt x="3726360" y="248460"/>
                          </a:cubicBezTo>
                          <a:lnTo>
                            <a:pt x="3726360" y="1187474"/>
                          </a:lnTo>
                          <a:lnTo>
                            <a:pt x="3725766" y="1193365"/>
                          </a:lnTo>
                          <a:lnTo>
                            <a:pt x="4110203" y="1195874"/>
                          </a:lnTo>
                          <a:cubicBezTo>
                            <a:pt x="4393101" y="1197721"/>
                            <a:pt x="4620938" y="1428552"/>
                            <a:pt x="4619092" y="1711451"/>
                          </a:cubicBezTo>
                          <a:lnTo>
                            <a:pt x="4616224" y="2150676"/>
                          </a:lnTo>
                          <a:cubicBezTo>
                            <a:pt x="4614377" y="2433575"/>
                            <a:pt x="4383496" y="2636128"/>
                            <a:pt x="4100597" y="2634281"/>
                          </a:cubicBezTo>
                          <a:lnTo>
                            <a:pt x="508900" y="2636118"/>
                          </a:lnTo>
                          <a:cubicBezTo>
                            <a:pt x="226001" y="2634271"/>
                            <a:pt x="-1836" y="2403440"/>
                            <a:pt x="11" y="2120540"/>
                          </a:cubicBezTo>
                          <a:cubicBezTo>
                            <a:pt x="967" y="1974132"/>
                            <a:pt x="1922" y="1827724"/>
                            <a:pt x="2878" y="1681316"/>
                          </a:cubicBezTo>
                          <a:cubicBezTo>
                            <a:pt x="4725" y="1398417"/>
                            <a:pt x="235556" y="1170580"/>
                            <a:pt x="518455" y="1172427"/>
                          </a:cubicBezTo>
                          <a:lnTo>
                            <a:pt x="886506" y="1174829"/>
                          </a:lnTo>
                          <a:lnTo>
                            <a:pt x="886506" y="248460"/>
                          </a:lnTo>
                          <a:cubicBezTo>
                            <a:pt x="886506" y="111239"/>
                            <a:pt x="997745" y="0"/>
                            <a:pt x="1134966" y="0"/>
                          </a:cubicBezTo>
                          <a:lnTo>
                            <a:pt x="3477900" y="0"/>
                          </a:lnTo>
                          <a:cubicBezTo>
                            <a:pt x="3529358" y="0"/>
                            <a:pt x="3577162" y="15643"/>
                            <a:pt x="3616817" y="42433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lang="en-US" sz="1350">
                        <a:solidFill>
                          <a:schemeClr val="accent1"/>
                        </a:solidFill>
                      </a:endParaRPr>
                    </a:p>
                  </p:txBody>
                </p:sp>
                <p:sp>
                  <p:nvSpPr>
                    <p:cNvPr id="63" name="Freeform 182">
                      <a:extLst>
                        <a:ext uri="{FF2B5EF4-FFF2-40B4-BE49-F238E27FC236}">
                          <a16:creationId xmlns:a16="http://schemas.microsoft.com/office/drawing/2014/main" id="{833EEA69-1D3F-4F35-8EF0-AAF9896ABFBE}"/>
                        </a:ext>
                      </a:extLst>
                    </p:cNvPr>
                    <p:cNvSpPr/>
                    <p:nvPr/>
                  </p:nvSpPr>
                  <p:spPr>
                    <a:xfrm rot="19797740">
                      <a:off x="-5707507" y="-1055519"/>
                      <a:ext cx="8950465" cy="5858719"/>
                    </a:xfrm>
                    <a:custGeom>
                      <a:avLst/>
                      <a:gdLst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947683 w 8925180"/>
                        <a:gd name="connsiteY4" fmla="*/ 4178550 h 5858728"/>
                        <a:gd name="connsiteX5" fmla="*/ 2549059 w 8925180"/>
                        <a:gd name="connsiteY5" fmla="*/ 4709227 h 5858728"/>
                        <a:gd name="connsiteX6" fmla="*/ 2435596 w 8925180"/>
                        <a:gd name="connsiteY6" fmla="*/ 4809499 h 5858728"/>
                        <a:gd name="connsiteX7" fmla="*/ 1897573 w 8925180"/>
                        <a:gd name="connsiteY7" fmla="*/ 4327451 h 5858728"/>
                        <a:gd name="connsiteX8" fmla="*/ 2046233 w 8925180"/>
                        <a:gd name="connsiteY8" fmla="*/ 3925127 h 5858728"/>
                        <a:gd name="connsiteX9" fmla="*/ 2457953 w 8925180"/>
                        <a:gd name="connsiteY9" fmla="*/ 4293656 h 5858728"/>
                        <a:gd name="connsiteX10" fmla="*/ 2568281 w 8925180"/>
                        <a:gd name="connsiteY10" fmla="*/ 4587809 h 5858728"/>
                        <a:gd name="connsiteX11" fmla="*/ 1989205 w 8925180"/>
                        <a:gd name="connsiteY11" fmla="*/ 4073026 h 5858728"/>
                        <a:gd name="connsiteX12" fmla="*/ 2259917 w 8925180"/>
                        <a:gd name="connsiteY12" fmla="*/ 3773334 h 5858728"/>
                        <a:gd name="connsiteX13" fmla="*/ 2260420 w 8925180"/>
                        <a:gd name="connsiteY13" fmla="*/ 3773641 h 5858728"/>
                        <a:gd name="connsiteX14" fmla="*/ 2259745 w 8925180"/>
                        <a:gd name="connsiteY14" fmla="*/ 3773354 h 5858728"/>
                        <a:gd name="connsiteX15" fmla="*/ 2315925 w 8925180"/>
                        <a:gd name="connsiteY15" fmla="*/ 3709127 h 5858728"/>
                        <a:gd name="connsiteX16" fmla="*/ 2248405 w 8925180"/>
                        <a:gd name="connsiteY16" fmla="*/ 3768327 h 5858728"/>
                        <a:gd name="connsiteX17" fmla="*/ 2256714 w 8925180"/>
                        <a:gd name="connsiteY17" fmla="*/ 3772067 h 5858728"/>
                        <a:gd name="connsiteX18" fmla="*/ 2259745 w 8925180"/>
                        <a:gd name="connsiteY18" fmla="*/ 3773354 h 5858728"/>
                        <a:gd name="connsiteX19" fmla="*/ 2258685 w 8925180"/>
                        <a:gd name="connsiteY19" fmla="*/ 3773482 h 5858728"/>
                        <a:gd name="connsiteX20" fmla="*/ 2268513 w 8925180"/>
                        <a:gd name="connsiteY20" fmla="*/ 3780164 h 5858728"/>
                        <a:gd name="connsiteX21" fmla="*/ 2379413 w 8925180"/>
                        <a:gd name="connsiteY21" fmla="*/ 4075583 h 5858728"/>
                        <a:gd name="connsiteX22" fmla="*/ 2090738 w 8925180"/>
                        <a:gd name="connsiteY22" fmla="*/ 3813339 h 5858728"/>
                        <a:gd name="connsiteX23" fmla="*/ 2054269 w 8925180"/>
                        <a:gd name="connsiteY23" fmla="*/ 3707627 h 5858728"/>
                        <a:gd name="connsiteX24" fmla="*/ 1693111 w 8925180"/>
                        <a:gd name="connsiteY24" fmla="*/ 4661938 h 5858728"/>
                        <a:gd name="connsiteX25" fmla="*/ 2184860 w 8925180"/>
                        <a:gd name="connsiteY25" fmla="*/ 5091104 h 5858728"/>
                        <a:gd name="connsiteX26" fmla="*/ 2667148 w 8925180"/>
                        <a:gd name="connsiteY26" fmla="*/ 4660009 h 5858728"/>
                        <a:gd name="connsiteX27" fmla="*/ 2482054 w 8925180"/>
                        <a:gd name="connsiteY27" fmla="*/ 3279357 h 5858728"/>
                        <a:gd name="connsiteX28" fmla="*/ 1878642 w 8925180"/>
                        <a:gd name="connsiteY28" fmla="*/ 3279929 h 5858728"/>
                        <a:gd name="connsiteX29" fmla="*/ 1841602 w 8925180"/>
                        <a:gd name="connsiteY29" fmla="*/ 3439228 h 5858728"/>
                        <a:gd name="connsiteX30" fmla="*/ 2120130 w 8925180"/>
                        <a:gd name="connsiteY30" fmla="*/ 3726569 h 5858728"/>
                        <a:gd name="connsiteX31" fmla="*/ 2232643 w 8925180"/>
                        <a:gd name="connsiteY31" fmla="*/ 3741824 h 5858728"/>
                        <a:gd name="connsiteX32" fmla="*/ 2537319 w 8925180"/>
                        <a:gd name="connsiteY32" fmla="*/ 3433968 h 5858728"/>
                        <a:gd name="connsiteX33" fmla="*/ 2482054 w 8925180"/>
                        <a:gd name="connsiteY33" fmla="*/ 3279357 h 5858728"/>
                        <a:gd name="connsiteX34" fmla="*/ 3410751 w 8925180"/>
                        <a:gd name="connsiteY34" fmla="*/ 3027962 h 5858728"/>
                        <a:gd name="connsiteX35" fmla="*/ 3333772 w 8925180"/>
                        <a:gd name="connsiteY35" fmla="*/ 2996318 h 5858728"/>
                        <a:gd name="connsiteX36" fmla="*/ 2979092 w 8925180"/>
                        <a:gd name="connsiteY36" fmla="*/ 2978709 h 5858728"/>
                        <a:gd name="connsiteX37" fmla="*/ 2563372 w 8925180"/>
                        <a:gd name="connsiteY37" fmla="*/ 3254338 h 5858728"/>
                        <a:gd name="connsiteX38" fmla="*/ 2382821 w 8925180"/>
                        <a:gd name="connsiteY38" fmla="*/ 3689332 h 5858728"/>
                        <a:gd name="connsiteX39" fmla="*/ 2746939 w 8925180"/>
                        <a:gd name="connsiteY39" fmla="*/ 4674898 h 5858728"/>
                        <a:gd name="connsiteX40" fmla="*/ 2184702 w 8925180"/>
                        <a:gd name="connsiteY40" fmla="*/ 5175921 h 5858728"/>
                        <a:gd name="connsiteX41" fmla="*/ 1614576 w 8925180"/>
                        <a:gd name="connsiteY41" fmla="*/ 4673723 h 5858728"/>
                        <a:gd name="connsiteX42" fmla="*/ 1993653 w 8925180"/>
                        <a:gd name="connsiteY42" fmla="*/ 3692376 h 5858728"/>
                        <a:gd name="connsiteX43" fmla="*/ 1805436 w 8925180"/>
                        <a:gd name="connsiteY43" fmla="*/ 3261869 h 5858728"/>
                        <a:gd name="connsiteX44" fmla="*/ 1395380 w 8925180"/>
                        <a:gd name="connsiteY44" fmla="*/ 2972526 h 5858728"/>
                        <a:gd name="connsiteX45" fmla="*/ 1032434 w 8925180"/>
                        <a:gd name="connsiteY45" fmla="*/ 2996354 h 5858728"/>
                        <a:gd name="connsiteX46" fmla="*/ 673640 w 8925180"/>
                        <a:gd name="connsiteY46" fmla="*/ 3478975 h 5858728"/>
                        <a:gd name="connsiteX47" fmla="*/ 665233 w 8925180"/>
                        <a:gd name="connsiteY47" fmla="*/ 5181466 h 5858728"/>
                        <a:gd name="connsiteX48" fmla="*/ 1228210 w 8925180"/>
                        <a:gd name="connsiteY48" fmla="*/ 5182572 h 5858728"/>
                        <a:gd name="connsiteX49" fmla="*/ 1230379 w 8925180"/>
                        <a:gd name="connsiteY49" fmla="*/ 3776157 h 5858728"/>
                        <a:gd name="connsiteX50" fmla="*/ 1376348 w 8925180"/>
                        <a:gd name="connsiteY50" fmla="*/ 3751556 h 5858728"/>
                        <a:gd name="connsiteX51" fmla="*/ 1372900 w 8925180"/>
                        <a:gd name="connsiteY51" fmla="*/ 5180612 h 5858728"/>
                        <a:gd name="connsiteX52" fmla="*/ 2990350 w 8925180"/>
                        <a:gd name="connsiteY52" fmla="*/ 5181867 h 5858728"/>
                        <a:gd name="connsiteX53" fmla="*/ 2996744 w 8925180"/>
                        <a:gd name="connsiteY53" fmla="*/ 3751912 h 5858728"/>
                        <a:gd name="connsiteX54" fmla="*/ 3133436 w 8925180"/>
                        <a:gd name="connsiteY54" fmla="*/ 3741510 h 5858728"/>
                        <a:gd name="connsiteX55" fmla="*/ 3121821 w 8925180"/>
                        <a:gd name="connsiteY55" fmla="*/ 5183179 h 5858728"/>
                        <a:gd name="connsiteX56" fmla="*/ 3686232 w 8925180"/>
                        <a:gd name="connsiteY56" fmla="*/ 5182347 h 5858728"/>
                        <a:gd name="connsiteX57" fmla="*/ 3691473 w 8925180"/>
                        <a:gd name="connsiteY57" fmla="*/ 3478402 h 5858728"/>
                        <a:gd name="connsiteX58" fmla="*/ 3410751 w 8925180"/>
                        <a:gd name="connsiteY58" fmla="*/ 3027962 h 5858728"/>
                        <a:gd name="connsiteX59" fmla="*/ 3136776 w 8925180"/>
                        <a:gd name="connsiteY59" fmla="*/ 1889907 h 5858728"/>
                        <a:gd name="connsiteX60" fmla="*/ 2203072 w 8925180"/>
                        <a:gd name="connsiteY60" fmla="*/ 1725263 h 5858728"/>
                        <a:gd name="connsiteX61" fmla="*/ 2300379 w 8925180"/>
                        <a:gd name="connsiteY61" fmla="*/ 1923326 h 5858728"/>
                        <a:gd name="connsiteX62" fmla="*/ 1188791 w 8925180"/>
                        <a:gd name="connsiteY62" fmla="*/ 2040152 h 5858728"/>
                        <a:gd name="connsiteX63" fmla="*/ 2271604 w 8925180"/>
                        <a:gd name="connsiteY63" fmla="*/ 3250645 h 5858728"/>
                        <a:gd name="connsiteX64" fmla="*/ 3136776 w 8925180"/>
                        <a:gd name="connsiteY64" fmla="*/ 1889907 h 5858728"/>
                        <a:gd name="connsiteX65" fmla="*/ 2717485 w 8925180"/>
                        <a:gd name="connsiteY65" fmla="*/ 1393444 h 5858728"/>
                        <a:gd name="connsiteX66" fmla="*/ 1883384 w 8925180"/>
                        <a:gd name="connsiteY66" fmla="*/ 1285665 h 5858728"/>
                        <a:gd name="connsiteX67" fmla="*/ 1222141 w 8925180"/>
                        <a:gd name="connsiteY67" fmla="*/ 1956867 h 5858728"/>
                        <a:gd name="connsiteX68" fmla="*/ 2190065 w 8925180"/>
                        <a:gd name="connsiteY68" fmla="*/ 1843866 h 5858728"/>
                        <a:gd name="connsiteX69" fmla="*/ 2106198 w 8925180"/>
                        <a:gd name="connsiteY69" fmla="*/ 1659192 h 5858728"/>
                        <a:gd name="connsiteX70" fmla="*/ 3105346 w 8925180"/>
                        <a:gd name="connsiteY70" fmla="*/ 1825795 h 5858728"/>
                        <a:gd name="connsiteX71" fmla="*/ 2717485 w 8925180"/>
                        <a:gd name="connsiteY71" fmla="*/ 1393444 h 5858728"/>
                        <a:gd name="connsiteX72" fmla="*/ 8150482 w 8925180"/>
                        <a:gd name="connsiteY72" fmla="*/ 4451277 h 5858728"/>
                        <a:gd name="connsiteX73" fmla="*/ 8107801 w 8925180"/>
                        <a:gd name="connsiteY73" fmla="*/ 4442632 h 5858728"/>
                        <a:gd name="connsiteX74" fmla="*/ 4582685 w 8925180"/>
                        <a:gd name="connsiteY74" fmla="*/ 4440312 h 5858728"/>
                        <a:gd name="connsiteX75" fmla="*/ 4472947 w 8925180"/>
                        <a:gd name="connsiteY75" fmla="*/ 4549907 h 5858728"/>
                        <a:gd name="connsiteX76" fmla="*/ 4472887 w 8925180"/>
                        <a:gd name="connsiteY76" fmla="*/ 4641332 h 5858728"/>
                        <a:gd name="connsiteX77" fmla="*/ 4582481 w 8925180"/>
                        <a:gd name="connsiteY77" fmla="*/ 4751069 h 5858728"/>
                        <a:gd name="connsiteX78" fmla="*/ 8107596 w 8925180"/>
                        <a:gd name="connsiteY78" fmla="*/ 4753388 h 5858728"/>
                        <a:gd name="connsiteX79" fmla="*/ 8217334 w 8925180"/>
                        <a:gd name="connsiteY79" fmla="*/ 4643794 h 5858728"/>
                        <a:gd name="connsiteX80" fmla="*/ 8217394 w 8925180"/>
                        <a:gd name="connsiteY80" fmla="*/ 4552369 h 5858728"/>
                        <a:gd name="connsiteX81" fmla="*/ 8150482 w 8925180"/>
                        <a:gd name="connsiteY81" fmla="*/ 4451277 h 5858728"/>
                        <a:gd name="connsiteX82" fmla="*/ 8148049 w 8925180"/>
                        <a:gd name="connsiteY82" fmla="*/ 3694350 h 5858728"/>
                        <a:gd name="connsiteX83" fmla="*/ 8105367 w 8925180"/>
                        <a:gd name="connsiteY83" fmla="*/ 3685704 h 5858728"/>
                        <a:gd name="connsiteX84" fmla="*/ 4580253 w 8925180"/>
                        <a:gd name="connsiteY84" fmla="*/ 3683387 h 5858728"/>
                        <a:gd name="connsiteX85" fmla="*/ 4470515 w 8925180"/>
                        <a:gd name="connsiteY85" fmla="*/ 3792981 h 5858728"/>
                        <a:gd name="connsiteX86" fmla="*/ 4470455 w 8925180"/>
                        <a:gd name="connsiteY86" fmla="*/ 3884406 h 5858728"/>
                        <a:gd name="connsiteX87" fmla="*/ 4580048 w 8925180"/>
                        <a:gd name="connsiteY87" fmla="*/ 3994144 h 5858728"/>
                        <a:gd name="connsiteX88" fmla="*/ 8105163 w 8925180"/>
                        <a:gd name="connsiteY88" fmla="*/ 3996461 h 5858728"/>
                        <a:gd name="connsiteX89" fmla="*/ 8214901 w 8925180"/>
                        <a:gd name="connsiteY89" fmla="*/ 3886867 h 5858728"/>
                        <a:gd name="connsiteX90" fmla="*/ 8214961 w 8925180"/>
                        <a:gd name="connsiteY90" fmla="*/ 3795443 h 5858728"/>
                        <a:gd name="connsiteX91" fmla="*/ 8148049 w 8925180"/>
                        <a:gd name="connsiteY91" fmla="*/ 3694350 h 5858728"/>
                        <a:gd name="connsiteX92" fmla="*/ 8152570 w 8925180"/>
                        <a:gd name="connsiteY92" fmla="*/ 2963452 h 5858728"/>
                        <a:gd name="connsiteX93" fmla="*/ 8109889 w 8925180"/>
                        <a:gd name="connsiteY93" fmla="*/ 2954806 h 5858728"/>
                        <a:gd name="connsiteX94" fmla="*/ 4584774 w 8925180"/>
                        <a:gd name="connsiteY94" fmla="*/ 2952488 h 5858728"/>
                        <a:gd name="connsiteX95" fmla="*/ 4475036 w 8925180"/>
                        <a:gd name="connsiteY95" fmla="*/ 3062082 h 5858728"/>
                        <a:gd name="connsiteX96" fmla="*/ 4474976 w 8925180"/>
                        <a:gd name="connsiteY96" fmla="*/ 3153507 h 5858728"/>
                        <a:gd name="connsiteX97" fmla="*/ 4584570 w 8925180"/>
                        <a:gd name="connsiteY97" fmla="*/ 3263245 h 5858728"/>
                        <a:gd name="connsiteX98" fmla="*/ 8109684 w 8925180"/>
                        <a:gd name="connsiteY98" fmla="*/ 3265563 h 5858728"/>
                        <a:gd name="connsiteX99" fmla="*/ 8219422 w 8925180"/>
                        <a:gd name="connsiteY99" fmla="*/ 3155969 h 5858728"/>
                        <a:gd name="connsiteX100" fmla="*/ 8219483 w 8925180"/>
                        <a:gd name="connsiteY100" fmla="*/ 3064544 h 5858728"/>
                        <a:gd name="connsiteX101" fmla="*/ 8152570 w 8925180"/>
                        <a:gd name="connsiteY101" fmla="*/ 2963452 h 5858728"/>
                        <a:gd name="connsiteX102" fmla="*/ 8145669 w 8925180"/>
                        <a:gd name="connsiteY102" fmla="*/ 2233284 h 5858728"/>
                        <a:gd name="connsiteX103" fmla="*/ 8102988 w 8925180"/>
                        <a:gd name="connsiteY103" fmla="*/ 2224637 h 5858728"/>
                        <a:gd name="connsiteX104" fmla="*/ 4577874 w 8925180"/>
                        <a:gd name="connsiteY104" fmla="*/ 2222320 h 5858728"/>
                        <a:gd name="connsiteX105" fmla="*/ 4468135 w 8925180"/>
                        <a:gd name="connsiteY105" fmla="*/ 2331915 h 5858728"/>
                        <a:gd name="connsiteX106" fmla="*/ 4468075 w 8925180"/>
                        <a:gd name="connsiteY106" fmla="*/ 2423339 h 5858728"/>
                        <a:gd name="connsiteX107" fmla="*/ 4577669 w 8925180"/>
                        <a:gd name="connsiteY107" fmla="*/ 2533077 h 5858728"/>
                        <a:gd name="connsiteX108" fmla="*/ 8102784 w 8925180"/>
                        <a:gd name="connsiteY108" fmla="*/ 2535394 h 5858728"/>
                        <a:gd name="connsiteX109" fmla="*/ 8212522 w 8925180"/>
                        <a:gd name="connsiteY109" fmla="*/ 2425800 h 5858728"/>
                        <a:gd name="connsiteX110" fmla="*/ 8212582 w 8925180"/>
                        <a:gd name="connsiteY110" fmla="*/ 2334375 h 5858728"/>
                        <a:gd name="connsiteX111" fmla="*/ 8145669 w 8925180"/>
                        <a:gd name="connsiteY111" fmla="*/ 2233284 h 5858728"/>
                        <a:gd name="connsiteX112" fmla="*/ 8449565 w 8925180"/>
                        <a:gd name="connsiteY112" fmla="*/ 109688 h 5858728"/>
                        <a:gd name="connsiteX113" fmla="*/ 8925180 w 8925180"/>
                        <a:gd name="connsiteY113" fmla="*/ 908806 h 5858728"/>
                        <a:gd name="connsiteX114" fmla="*/ 8925180 w 8925180"/>
                        <a:gd name="connsiteY114" fmla="*/ 4949923 h 5858728"/>
                        <a:gd name="connsiteX115" fmla="*/ 8016374 w 8925180"/>
                        <a:gd name="connsiteY115" fmla="*/ 5858728 h 5858728"/>
                        <a:gd name="connsiteX116" fmla="*/ 908806 w 8925180"/>
                        <a:gd name="connsiteY116" fmla="*/ 5858728 h 5858728"/>
                        <a:gd name="connsiteX117" fmla="*/ 0 w 8925180"/>
                        <a:gd name="connsiteY117" fmla="*/ 4949922 h 5858728"/>
                        <a:gd name="connsiteX118" fmla="*/ 0 w 8925180"/>
                        <a:gd name="connsiteY118" fmla="*/ 908806 h 5858728"/>
                        <a:gd name="connsiteX119" fmla="*/ 908806 w 8925180"/>
                        <a:gd name="connsiteY119" fmla="*/ 0 h 5858728"/>
                        <a:gd name="connsiteX120" fmla="*/ 2008600 w 8925180"/>
                        <a:gd name="connsiteY120" fmla="*/ 0 h 5858728"/>
                        <a:gd name="connsiteX121" fmla="*/ 2008600 w 8925180"/>
                        <a:gd name="connsiteY121" fmla="*/ 498540 h 5858728"/>
                        <a:gd name="connsiteX122" fmla="*/ 2620520 w 8925180"/>
                        <a:gd name="connsiteY122" fmla="*/ 1110460 h 5858728"/>
                        <a:gd name="connsiteX123" fmla="*/ 6296989 w 8925180"/>
                        <a:gd name="connsiteY123" fmla="*/ 1110460 h 5858728"/>
                        <a:gd name="connsiteX124" fmla="*/ 6908909 w 8925180"/>
                        <a:gd name="connsiteY124" fmla="*/ 498540 h 5858728"/>
                        <a:gd name="connsiteX125" fmla="*/ 6908909 w 8925180"/>
                        <a:gd name="connsiteY125" fmla="*/ 0 h 5858728"/>
                        <a:gd name="connsiteX126" fmla="*/ 8016374 w 8925180"/>
                        <a:gd name="connsiteY126" fmla="*/ 0 h 5858728"/>
                        <a:gd name="connsiteX127" fmla="*/ 8449565 w 8925180"/>
                        <a:gd name="connsiteY127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0 w 8925180"/>
                        <a:gd name="connsiteY122" fmla="*/ 4949922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339 w 8925180"/>
                        <a:gd name="connsiteY128" fmla="*/ 1034638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0 w 8925180"/>
                        <a:gd name="connsiteY122" fmla="*/ 4949922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556 w 8925180"/>
                        <a:gd name="connsiteY128" fmla="*/ 1059923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0 w 8925180"/>
                        <a:gd name="connsiteY122" fmla="*/ 4949922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783 w 8925180"/>
                        <a:gd name="connsiteY128" fmla="*/ 1085186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0 w 8925180"/>
                        <a:gd name="connsiteY122" fmla="*/ 4949922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783 w 8925180"/>
                        <a:gd name="connsiteY128" fmla="*/ 1085186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25278 w 8925180"/>
                        <a:gd name="connsiteY122" fmla="*/ 4949707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783 w 8925180"/>
                        <a:gd name="connsiteY128" fmla="*/ 1085186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50256 w 8925180"/>
                        <a:gd name="connsiteY0" fmla="*/ 4432622 h 5858728"/>
                        <a:gd name="connsiteX1" fmla="*/ 2354591 w 8925180"/>
                        <a:gd name="connsiteY1" fmla="*/ 4887349 h 5858728"/>
                        <a:gd name="connsiteX2" fmla="*/ 2235184 w 8925180"/>
                        <a:gd name="connsiteY2" fmla="*/ 4987528 h 5858728"/>
                        <a:gd name="connsiteX3" fmla="*/ 1798749 w 8925180"/>
                        <a:gd name="connsiteY3" fmla="*/ 4589127 h 5858728"/>
                        <a:gd name="connsiteX4" fmla="*/ 1850256 w 8925180"/>
                        <a:gd name="connsiteY4" fmla="*/ 4432622 h 5858728"/>
                        <a:gd name="connsiteX5" fmla="*/ 1947683 w 8925180"/>
                        <a:gd name="connsiteY5" fmla="*/ 4178550 h 5858728"/>
                        <a:gd name="connsiteX6" fmla="*/ 2549059 w 8925180"/>
                        <a:gd name="connsiteY6" fmla="*/ 4709227 h 5858728"/>
                        <a:gd name="connsiteX7" fmla="*/ 2435596 w 8925180"/>
                        <a:gd name="connsiteY7" fmla="*/ 4809499 h 5858728"/>
                        <a:gd name="connsiteX8" fmla="*/ 1897573 w 8925180"/>
                        <a:gd name="connsiteY8" fmla="*/ 4327451 h 5858728"/>
                        <a:gd name="connsiteX9" fmla="*/ 1947683 w 8925180"/>
                        <a:gd name="connsiteY9" fmla="*/ 4178550 h 5858728"/>
                        <a:gd name="connsiteX10" fmla="*/ 2046233 w 8925180"/>
                        <a:gd name="connsiteY10" fmla="*/ 3925127 h 5858728"/>
                        <a:gd name="connsiteX11" fmla="*/ 2457953 w 8925180"/>
                        <a:gd name="connsiteY11" fmla="*/ 4293656 h 5858728"/>
                        <a:gd name="connsiteX12" fmla="*/ 2568281 w 8925180"/>
                        <a:gd name="connsiteY12" fmla="*/ 4587809 h 5858728"/>
                        <a:gd name="connsiteX13" fmla="*/ 1989205 w 8925180"/>
                        <a:gd name="connsiteY13" fmla="*/ 4073026 h 5858728"/>
                        <a:gd name="connsiteX14" fmla="*/ 2046233 w 8925180"/>
                        <a:gd name="connsiteY14" fmla="*/ 3925127 h 5858728"/>
                        <a:gd name="connsiteX15" fmla="*/ 2259917 w 8925180"/>
                        <a:gd name="connsiteY15" fmla="*/ 3773334 h 5858728"/>
                        <a:gd name="connsiteX16" fmla="*/ 2260420 w 8925180"/>
                        <a:gd name="connsiteY16" fmla="*/ 3773641 h 5858728"/>
                        <a:gd name="connsiteX17" fmla="*/ 2259745 w 8925180"/>
                        <a:gd name="connsiteY17" fmla="*/ 3773354 h 5858728"/>
                        <a:gd name="connsiteX18" fmla="*/ 2259917 w 8925180"/>
                        <a:gd name="connsiteY18" fmla="*/ 3773334 h 5858728"/>
                        <a:gd name="connsiteX19" fmla="*/ 2315925 w 8925180"/>
                        <a:gd name="connsiteY19" fmla="*/ 3709127 h 5858728"/>
                        <a:gd name="connsiteX20" fmla="*/ 2248405 w 8925180"/>
                        <a:gd name="connsiteY20" fmla="*/ 3768327 h 5858728"/>
                        <a:gd name="connsiteX21" fmla="*/ 2256714 w 8925180"/>
                        <a:gd name="connsiteY21" fmla="*/ 3772067 h 5858728"/>
                        <a:gd name="connsiteX22" fmla="*/ 2259745 w 8925180"/>
                        <a:gd name="connsiteY22" fmla="*/ 3773354 h 5858728"/>
                        <a:gd name="connsiteX23" fmla="*/ 2258685 w 8925180"/>
                        <a:gd name="connsiteY23" fmla="*/ 3773482 h 5858728"/>
                        <a:gd name="connsiteX24" fmla="*/ 2268513 w 8925180"/>
                        <a:gd name="connsiteY24" fmla="*/ 3780164 h 5858728"/>
                        <a:gd name="connsiteX25" fmla="*/ 2379413 w 8925180"/>
                        <a:gd name="connsiteY25" fmla="*/ 4075583 h 5858728"/>
                        <a:gd name="connsiteX26" fmla="*/ 2090738 w 8925180"/>
                        <a:gd name="connsiteY26" fmla="*/ 3813339 h 5858728"/>
                        <a:gd name="connsiteX27" fmla="*/ 2054269 w 8925180"/>
                        <a:gd name="connsiteY27" fmla="*/ 3707627 h 5858728"/>
                        <a:gd name="connsiteX28" fmla="*/ 1693111 w 8925180"/>
                        <a:gd name="connsiteY28" fmla="*/ 4661938 h 5858728"/>
                        <a:gd name="connsiteX29" fmla="*/ 2184860 w 8925180"/>
                        <a:gd name="connsiteY29" fmla="*/ 5091104 h 5858728"/>
                        <a:gd name="connsiteX30" fmla="*/ 2667148 w 8925180"/>
                        <a:gd name="connsiteY30" fmla="*/ 4660009 h 5858728"/>
                        <a:gd name="connsiteX31" fmla="*/ 2315925 w 8925180"/>
                        <a:gd name="connsiteY31" fmla="*/ 3709127 h 5858728"/>
                        <a:gd name="connsiteX32" fmla="*/ 2482054 w 8925180"/>
                        <a:gd name="connsiteY32" fmla="*/ 3279357 h 5858728"/>
                        <a:gd name="connsiteX33" fmla="*/ 1878642 w 8925180"/>
                        <a:gd name="connsiteY33" fmla="*/ 3279929 h 5858728"/>
                        <a:gd name="connsiteX34" fmla="*/ 1841602 w 8925180"/>
                        <a:gd name="connsiteY34" fmla="*/ 3439228 h 5858728"/>
                        <a:gd name="connsiteX35" fmla="*/ 2120130 w 8925180"/>
                        <a:gd name="connsiteY35" fmla="*/ 3726569 h 5858728"/>
                        <a:gd name="connsiteX36" fmla="*/ 2232643 w 8925180"/>
                        <a:gd name="connsiteY36" fmla="*/ 3741824 h 5858728"/>
                        <a:gd name="connsiteX37" fmla="*/ 2537319 w 8925180"/>
                        <a:gd name="connsiteY37" fmla="*/ 3433968 h 5858728"/>
                        <a:gd name="connsiteX38" fmla="*/ 2482054 w 8925180"/>
                        <a:gd name="connsiteY38" fmla="*/ 3279357 h 5858728"/>
                        <a:gd name="connsiteX39" fmla="*/ 3410751 w 8925180"/>
                        <a:gd name="connsiteY39" fmla="*/ 3027962 h 5858728"/>
                        <a:gd name="connsiteX40" fmla="*/ 3333772 w 8925180"/>
                        <a:gd name="connsiteY40" fmla="*/ 2996318 h 5858728"/>
                        <a:gd name="connsiteX41" fmla="*/ 2979092 w 8925180"/>
                        <a:gd name="connsiteY41" fmla="*/ 2978709 h 5858728"/>
                        <a:gd name="connsiteX42" fmla="*/ 2563372 w 8925180"/>
                        <a:gd name="connsiteY42" fmla="*/ 3254338 h 5858728"/>
                        <a:gd name="connsiteX43" fmla="*/ 2382821 w 8925180"/>
                        <a:gd name="connsiteY43" fmla="*/ 3689332 h 5858728"/>
                        <a:gd name="connsiteX44" fmla="*/ 2746939 w 8925180"/>
                        <a:gd name="connsiteY44" fmla="*/ 4674898 h 5858728"/>
                        <a:gd name="connsiteX45" fmla="*/ 2184702 w 8925180"/>
                        <a:gd name="connsiteY45" fmla="*/ 5175921 h 5858728"/>
                        <a:gd name="connsiteX46" fmla="*/ 1614576 w 8925180"/>
                        <a:gd name="connsiteY46" fmla="*/ 4673723 h 5858728"/>
                        <a:gd name="connsiteX47" fmla="*/ 1993653 w 8925180"/>
                        <a:gd name="connsiteY47" fmla="*/ 3692376 h 5858728"/>
                        <a:gd name="connsiteX48" fmla="*/ 1805436 w 8925180"/>
                        <a:gd name="connsiteY48" fmla="*/ 3261869 h 5858728"/>
                        <a:gd name="connsiteX49" fmla="*/ 1395380 w 8925180"/>
                        <a:gd name="connsiteY49" fmla="*/ 2972526 h 5858728"/>
                        <a:gd name="connsiteX50" fmla="*/ 1032434 w 8925180"/>
                        <a:gd name="connsiteY50" fmla="*/ 2996354 h 5858728"/>
                        <a:gd name="connsiteX51" fmla="*/ 673640 w 8925180"/>
                        <a:gd name="connsiteY51" fmla="*/ 3478975 h 5858728"/>
                        <a:gd name="connsiteX52" fmla="*/ 665233 w 8925180"/>
                        <a:gd name="connsiteY52" fmla="*/ 5181466 h 5858728"/>
                        <a:gd name="connsiteX53" fmla="*/ 1228210 w 8925180"/>
                        <a:gd name="connsiteY53" fmla="*/ 5182572 h 5858728"/>
                        <a:gd name="connsiteX54" fmla="*/ 1230379 w 8925180"/>
                        <a:gd name="connsiteY54" fmla="*/ 3776157 h 5858728"/>
                        <a:gd name="connsiteX55" fmla="*/ 1376348 w 8925180"/>
                        <a:gd name="connsiteY55" fmla="*/ 3751556 h 5858728"/>
                        <a:gd name="connsiteX56" fmla="*/ 1372900 w 8925180"/>
                        <a:gd name="connsiteY56" fmla="*/ 5180612 h 5858728"/>
                        <a:gd name="connsiteX57" fmla="*/ 2990350 w 8925180"/>
                        <a:gd name="connsiteY57" fmla="*/ 5181867 h 5858728"/>
                        <a:gd name="connsiteX58" fmla="*/ 2996744 w 8925180"/>
                        <a:gd name="connsiteY58" fmla="*/ 3751912 h 5858728"/>
                        <a:gd name="connsiteX59" fmla="*/ 3133436 w 8925180"/>
                        <a:gd name="connsiteY59" fmla="*/ 3741510 h 5858728"/>
                        <a:gd name="connsiteX60" fmla="*/ 3121821 w 8925180"/>
                        <a:gd name="connsiteY60" fmla="*/ 5183179 h 5858728"/>
                        <a:gd name="connsiteX61" fmla="*/ 3686232 w 8925180"/>
                        <a:gd name="connsiteY61" fmla="*/ 5182347 h 5858728"/>
                        <a:gd name="connsiteX62" fmla="*/ 3691473 w 8925180"/>
                        <a:gd name="connsiteY62" fmla="*/ 3478402 h 5858728"/>
                        <a:gd name="connsiteX63" fmla="*/ 3410751 w 8925180"/>
                        <a:gd name="connsiteY63" fmla="*/ 3027962 h 5858728"/>
                        <a:gd name="connsiteX64" fmla="*/ 3136776 w 8925180"/>
                        <a:gd name="connsiteY64" fmla="*/ 1889907 h 5858728"/>
                        <a:gd name="connsiteX65" fmla="*/ 2203072 w 8925180"/>
                        <a:gd name="connsiteY65" fmla="*/ 1725263 h 5858728"/>
                        <a:gd name="connsiteX66" fmla="*/ 2300379 w 8925180"/>
                        <a:gd name="connsiteY66" fmla="*/ 1923326 h 5858728"/>
                        <a:gd name="connsiteX67" fmla="*/ 1188791 w 8925180"/>
                        <a:gd name="connsiteY67" fmla="*/ 2040152 h 5858728"/>
                        <a:gd name="connsiteX68" fmla="*/ 2271604 w 8925180"/>
                        <a:gd name="connsiteY68" fmla="*/ 3250645 h 5858728"/>
                        <a:gd name="connsiteX69" fmla="*/ 3136776 w 8925180"/>
                        <a:gd name="connsiteY69" fmla="*/ 1889907 h 5858728"/>
                        <a:gd name="connsiteX70" fmla="*/ 2717485 w 8925180"/>
                        <a:gd name="connsiteY70" fmla="*/ 1393444 h 5858728"/>
                        <a:gd name="connsiteX71" fmla="*/ 1883384 w 8925180"/>
                        <a:gd name="connsiteY71" fmla="*/ 1285665 h 5858728"/>
                        <a:gd name="connsiteX72" fmla="*/ 1222141 w 8925180"/>
                        <a:gd name="connsiteY72" fmla="*/ 1956867 h 5858728"/>
                        <a:gd name="connsiteX73" fmla="*/ 2190065 w 8925180"/>
                        <a:gd name="connsiteY73" fmla="*/ 1843866 h 5858728"/>
                        <a:gd name="connsiteX74" fmla="*/ 2106198 w 8925180"/>
                        <a:gd name="connsiteY74" fmla="*/ 1659192 h 5858728"/>
                        <a:gd name="connsiteX75" fmla="*/ 3105346 w 8925180"/>
                        <a:gd name="connsiteY75" fmla="*/ 1825795 h 5858728"/>
                        <a:gd name="connsiteX76" fmla="*/ 2717485 w 8925180"/>
                        <a:gd name="connsiteY76" fmla="*/ 1393444 h 5858728"/>
                        <a:gd name="connsiteX77" fmla="*/ 8150482 w 8925180"/>
                        <a:gd name="connsiteY77" fmla="*/ 4451277 h 5858728"/>
                        <a:gd name="connsiteX78" fmla="*/ 8107801 w 8925180"/>
                        <a:gd name="connsiteY78" fmla="*/ 4442632 h 5858728"/>
                        <a:gd name="connsiteX79" fmla="*/ 4582685 w 8925180"/>
                        <a:gd name="connsiteY79" fmla="*/ 4440312 h 5858728"/>
                        <a:gd name="connsiteX80" fmla="*/ 4472947 w 8925180"/>
                        <a:gd name="connsiteY80" fmla="*/ 4549907 h 5858728"/>
                        <a:gd name="connsiteX81" fmla="*/ 4472887 w 8925180"/>
                        <a:gd name="connsiteY81" fmla="*/ 4641332 h 5858728"/>
                        <a:gd name="connsiteX82" fmla="*/ 4582481 w 8925180"/>
                        <a:gd name="connsiteY82" fmla="*/ 4751069 h 5858728"/>
                        <a:gd name="connsiteX83" fmla="*/ 8107596 w 8925180"/>
                        <a:gd name="connsiteY83" fmla="*/ 4753388 h 5858728"/>
                        <a:gd name="connsiteX84" fmla="*/ 8217334 w 8925180"/>
                        <a:gd name="connsiteY84" fmla="*/ 4643794 h 5858728"/>
                        <a:gd name="connsiteX85" fmla="*/ 8217394 w 8925180"/>
                        <a:gd name="connsiteY85" fmla="*/ 4552369 h 5858728"/>
                        <a:gd name="connsiteX86" fmla="*/ 8150482 w 8925180"/>
                        <a:gd name="connsiteY86" fmla="*/ 4451277 h 5858728"/>
                        <a:gd name="connsiteX87" fmla="*/ 8148049 w 8925180"/>
                        <a:gd name="connsiteY87" fmla="*/ 3694350 h 5858728"/>
                        <a:gd name="connsiteX88" fmla="*/ 8105367 w 8925180"/>
                        <a:gd name="connsiteY88" fmla="*/ 3685704 h 5858728"/>
                        <a:gd name="connsiteX89" fmla="*/ 4580253 w 8925180"/>
                        <a:gd name="connsiteY89" fmla="*/ 3683387 h 5858728"/>
                        <a:gd name="connsiteX90" fmla="*/ 4470515 w 8925180"/>
                        <a:gd name="connsiteY90" fmla="*/ 3792981 h 5858728"/>
                        <a:gd name="connsiteX91" fmla="*/ 4470455 w 8925180"/>
                        <a:gd name="connsiteY91" fmla="*/ 3884406 h 5858728"/>
                        <a:gd name="connsiteX92" fmla="*/ 4580048 w 8925180"/>
                        <a:gd name="connsiteY92" fmla="*/ 3994144 h 5858728"/>
                        <a:gd name="connsiteX93" fmla="*/ 8105163 w 8925180"/>
                        <a:gd name="connsiteY93" fmla="*/ 3996461 h 5858728"/>
                        <a:gd name="connsiteX94" fmla="*/ 8214901 w 8925180"/>
                        <a:gd name="connsiteY94" fmla="*/ 3886867 h 5858728"/>
                        <a:gd name="connsiteX95" fmla="*/ 8214961 w 8925180"/>
                        <a:gd name="connsiteY95" fmla="*/ 3795443 h 5858728"/>
                        <a:gd name="connsiteX96" fmla="*/ 8148049 w 8925180"/>
                        <a:gd name="connsiteY96" fmla="*/ 3694350 h 5858728"/>
                        <a:gd name="connsiteX97" fmla="*/ 8152570 w 8925180"/>
                        <a:gd name="connsiteY97" fmla="*/ 2963452 h 5858728"/>
                        <a:gd name="connsiteX98" fmla="*/ 8109889 w 8925180"/>
                        <a:gd name="connsiteY98" fmla="*/ 2954806 h 5858728"/>
                        <a:gd name="connsiteX99" fmla="*/ 4584774 w 8925180"/>
                        <a:gd name="connsiteY99" fmla="*/ 2952488 h 5858728"/>
                        <a:gd name="connsiteX100" fmla="*/ 4475036 w 8925180"/>
                        <a:gd name="connsiteY100" fmla="*/ 3062082 h 5858728"/>
                        <a:gd name="connsiteX101" fmla="*/ 4474976 w 8925180"/>
                        <a:gd name="connsiteY101" fmla="*/ 3153507 h 5858728"/>
                        <a:gd name="connsiteX102" fmla="*/ 4584570 w 8925180"/>
                        <a:gd name="connsiteY102" fmla="*/ 3263245 h 5858728"/>
                        <a:gd name="connsiteX103" fmla="*/ 8109684 w 8925180"/>
                        <a:gd name="connsiteY103" fmla="*/ 3265563 h 5858728"/>
                        <a:gd name="connsiteX104" fmla="*/ 8219422 w 8925180"/>
                        <a:gd name="connsiteY104" fmla="*/ 3155969 h 5858728"/>
                        <a:gd name="connsiteX105" fmla="*/ 8219483 w 8925180"/>
                        <a:gd name="connsiteY105" fmla="*/ 3064544 h 5858728"/>
                        <a:gd name="connsiteX106" fmla="*/ 8152570 w 8925180"/>
                        <a:gd name="connsiteY106" fmla="*/ 2963452 h 5858728"/>
                        <a:gd name="connsiteX107" fmla="*/ 8145669 w 8925180"/>
                        <a:gd name="connsiteY107" fmla="*/ 2233284 h 5858728"/>
                        <a:gd name="connsiteX108" fmla="*/ 8102988 w 8925180"/>
                        <a:gd name="connsiteY108" fmla="*/ 2224637 h 5858728"/>
                        <a:gd name="connsiteX109" fmla="*/ 4577874 w 8925180"/>
                        <a:gd name="connsiteY109" fmla="*/ 2222320 h 5858728"/>
                        <a:gd name="connsiteX110" fmla="*/ 4468135 w 8925180"/>
                        <a:gd name="connsiteY110" fmla="*/ 2331915 h 5858728"/>
                        <a:gd name="connsiteX111" fmla="*/ 4468075 w 8925180"/>
                        <a:gd name="connsiteY111" fmla="*/ 2423339 h 5858728"/>
                        <a:gd name="connsiteX112" fmla="*/ 4577669 w 8925180"/>
                        <a:gd name="connsiteY112" fmla="*/ 2533077 h 5858728"/>
                        <a:gd name="connsiteX113" fmla="*/ 8102784 w 8925180"/>
                        <a:gd name="connsiteY113" fmla="*/ 2535394 h 5858728"/>
                        <a:gd name="connsiteX114" fmla="*/ 8212522 w 8925180"/>
                        <a:gd name="connsiteY114" fmla="*/ 2425800 h 5858728"/>
                        <a:gd name="connsiteX115" fmla="*/ 8212582 w 8925180"/>
                        <a:gd name="connsiteY115" fmla="*/ 2334375 h 5858728"/>
                        <a:gd name="connsiteX116" fmla="*/ 8145669 w 8925180"/>
                        <a:gd name="connsiteY116" fmla="*/ 2233284 h 5858728"/>
                        <a:gd name="connsiteX117" fmla="*/ 8449565 w 8925180"/>
                        <a:gd name="connsiteY117" fmla="*/ 109688 h 5858728"/>
                        <a:gd name="connsiteX118" fmla="*/ 8925180 w 8925180"/>
                        <a:gd name="connsiteY118" fmla="*/ 908806 h 5858728"/>
                        <a:gd name="connsiteX119" fmla="*/ 8925180 w 8925180"/>
                        <a:gd name="connsiteY119" fmla="*/ 4949923 h 5858728"/>
                        <a:gd name="connsiteX120" fmla="*/ 8016374 w 8925180"/>
                        <a:gd name="connsiteY120" fmla="*/ 5858728 h 5858728"/>
                        <a:gd name="connsiteX121" fmla="*/ 908806 w 8925180"/>
                        <a:gd name="connsiteY121" fmla="*/ 5858728 h 5858728"/>
                        <a:gd name="connsiteX122" fmla="*/ 25278 w 8925180"/>
                        <a:gd name="connsiteY122" fmla="*/ 4949707 h 5858728"/>
                        <a:gd name="connsiteX123" fmla="*/ 0 w 8925180"/>
                        <a:gd name="connsiteY123" fmla="*/ 908806 h 5858728"/>
                        <a:gd name="connsiteX124" fmla="*/ 908806 w 8925180"/>
                        <a:gd name="connsiteY124" fmla="*/ 0 h 5858728"/>
                        <a:gd name="connsiteX125" fmla="*/ 2008600 w 8925180"/>
                        <a:gd name="connsiteY125" fmla="*/ 0 h 5858728"/>
                        <a:gd name="connsiteX126" fmla="*/ 2008600 w 8925180"/>
                        <a:gd name="connsiteY126" fmla="*/ 498540 h 5858728"/>
                        <a:gd name="connsiteX127" fmla="*/ 2620520 w 8925180"/>
                        <a:gd name="connsiteY127" fmla="*/ 1110460 h 5858728"/>
                        <a:gd name="connsiteX128" fmla="*/ 6296783 w 8925180"/>
                        <a:gd name="connsiteY128" fmla="*/ 1085186 h 5858728"/>
                        <a:gd name="connsiteX129" fmla="*/ 6908909 w 8925180"/>
                        <a:gd name="connsiteY129" fmla="*/ 498540 h 5858728"/>
                        <a:gd name="connsiteX130" fmla="*/ 6908909 w 8925180"/>
                        <a:gd name="connsiteY130" fmla="*/ 0 h 5858728"/>
                        <a:gd name="connsiteX131" fmla="*/ 8016374 w 8925180"/>
                        <a:gd name="connsiteY131" fmla="*/ 0 h 5858728"/>
                        <a:gd name="connsiteX132" fmla="*/ 8449565 w 8925180"/>
                        <a:gd name="connsiteY132" fmla="*/ 109688 h 5858728"/>
                        <a:gd name="connsiteX0" fmla="*/ 1875541 w 8950465"/>
                        <a:gd name="connsiteY0" fmla="*/ 4432622 h 5858728"/>
                        <a:gd name="connsiteX1" fmla="*/ 2379876 w 8950465"/>
                        <a:gd name="connsiteY1" fmla="*/ 4887349 h 5858728"/>
                        <a:gd name="connsiteX2" fmla="*/ 2260469 w 8950465"/>
                        <a:gd name="connsiteY2" fmla="*/ 4987528 h 5858728"/>
                        <a:gd name="connsiteX3" fmla="*/ 1824034 w 8950465"/>
                        <a:gd name="connsiteY3" fmla="*/ 4589127 h 5858728"/>
                        <a:gd name="connsiteX4" fmla="*/ 1875541 w 8950465"/>
                        <a:gd name="connsiteY4" fmla="*/ 4432622 h 5858728"/>
                        <a:gd name="connsiteX5" fmla="*/ 1972968 w 8950465"/>
                        <a:gd name="connsiteY5" fmla="*/ 4178550 h 5858728"/>
                        <a:gd name="connsiteX6" fmla="*/ 2574344 w 8950465"/>
                        <a:gd name="connsiteY6" fmla="*/ 4709227 h 5858728"/>
                        <a:gd name="connsiteX7" fmla="*/ 2460881 w 8950465"/>
                        <a:gd name="connsiteY7" fmla="*/ 4809499 h 5858728"/>
                        <a:gd name="connsiteX8" fmla="*/ 1922858 w 8950465"/>
                        <a:gd name="connsiteY8" fmla="*/ 4327451 h 5858728"/>
                        <a:gd name="connsiteX9" fmla="*/ 1972968 w 8950465"/>
                        <a:gd name="connsiteY9" fmla="*/ 4178550 h 5858728"/>
                        <a:gd name="connsiteX10" fmla="*/ 2071518 w 8950465"/>
                        <a:gd name="connsiteY10" fmla="*/ 3925127 h 5858728"/>
                        <a:gd name="connsiteX11" fmla="*/ 2483238 w 8950465"/>
                        <a:gd name="connsiteY11" fmla="*/ 4293656 h 5858728"/>
                        <a:gd name="connsiteX12" fmla="*/ 2593566 w 8950465"/>
                        <a:gd name="connsiteY12" fmla="*/ 4587809 h 5858728"/>
                        <a:gd name="connsiteX13" fmla="*/ 2014490 w 8950465"/>
                        <a:gd name="connsiteY13" fmla="*/ 4073026 h 5858728"/>
                        <a:gd name="connsiteX14" fmla="*/ 2071518 w 8950465"/>
                        <a:gd name="connsiteY14" fmla="*/ 3925127 h 5858728"/>
                        <a:gd name="connsiteX15" fmla="*/ 2285202 w 8950465"/>
                        <a:gd name="connsiteY15" fmla="*/ 3773334 h 5858728"/>
                        <a:gd name="connsiteX16" fmla="*/ 2285705 w 8950465"/>
                        <a:gd name="connsiteY16" fmla="*/ 3773641 h 5858728"/>
                        <a:gd name="connsiteX17" fmla="*/ 2285030 w 8950465"/>
                        <a:gd name="connsiteY17" fmla="*/ 3773354 h 5858728"/>
                        <a:gd name="connsiteX18" fmla="*/ 2285202 w 8950465"/>
                        <a:gd name="connsiteY18" fmla="*/ 3773334 h 5858728"/>
                        <a:gd name="connsiteX19" fmla="*/ 2341210 w 8950465"/>
                        <a:gd name="connsiteY19" fmla="*/ 3709127 h 5858728"/>
                        <a:gd name="connsiteX20" fmla="*/ 2273690 w 8950465"/>
                        <a:gd name="connsiteY20" fmla="*/ 3768327 h 5858728"/>
                        <a:gd name="connsiteX21" fmla="*/ 2281999 w 8950465"/>
                        <a:gd name="connsiteY21" fmla="*/ 3772067 h 5858728"/>
                        <a:gd name="connsiteX22" fmla="*/ 2285030 w 8950465"/>
                        <a:gd name="connsiteY22" fmla="*/ 3773354 h 5858728"/>
                        <a:gd name="connsiteX23" fmla="*/ 2283970 w 8950465"/>
                        <a:gd name="connsiteY23" fmla="*/ 3773482 h 5858728"/>
                        <a:gd name="connsiteX24" fmla="*/ 2293798 w 8950465"/>
                        <a:gd name="connsiteY24" fmla="*/ 3780164 h 5858728"/>
                        <a:gd name="connsiteX25" fmla="*/ 2404698 w 8950465"/>
                        <a:gd name="connsiteY25" fmla="*/ 4075583 h 5858728"/>
                        <a:gd name="connsiteX26" fmla="*/ 2116023 w 8950465"/>
                        <a:gd name="connsiteY26" fmla="*/ 3813339 h 5858728"/>
                        <a:gd name="connsiteX27" fmla="*/ 2079554 w 8950465"/>
                        <a:gd name="connsiteY27" fmla="*/ 3707627 h 5858728"/>
                        <a:gd name="connsiteX28" fmla="*/ 1718396 w 8950465"/>
                        <a:gd name="connsiteY28" fmla="*/ 4661938 h 5858728"/>
                        <a:gd name="connsiteX29" fmla="*/ 2210145 w 8950465"/>
                        <a:gd name="connsiteY29" fmla="*/ 5091104 h 5858728"/>
                        <a:gd name="connsiteX30" fmla="*/ 2692433 w 8950465"/>
                        <a:gd name="connsiteY30" fmla="*/ 4660009 h 5858728"/>
                        <a:gd name="connsiteX31" fmla="*/ 2341210 w 8950465"/>
                        <a:gd name="connsiteY31" fmla="*/ 3709127 h 5858728"/>
                        <a:gd name="connsiteX32" fmla="*/ 2507339 w 8950465"/>
                        <a:gd name="connsiteY32" fmla="*/ 3279357 h 5858728"/>
                        <a:gd name="connsiteX33" fmla="*/ 1903927 w 8950465"/>
                        <a:gd name="connsiteY33" fmla="*/ 3279929 h 5858728"/>
                        <a:gd name="connsiteX34" fmla="*/ 1866887 w 8950465"/>
                        <a:gd name="connsiteY34" fmla="*/ 3439228 h 5858728"/>
                        <a:gd name="connsiteX35" fmla="*/ 2145415 w 8950465"/>
                        <a:gd name="connsiteY35" fmla="*/ 3726569 h 5858728"/>
                        <a:gd name="connsiteX36" fmla="*/ 2257928 w 8950465"/>
                        <a:gd name="connsiteY36" fmla="*/ 3741824 h 5858728"/>
                        <a:gd name="connsiteX37" fmla="*/ 2562604 w 8950465"/>
                        <a:gd name="connsiteY37" fmla="*/ 3433968 h 5858728"/>
                        <a:gd name="connsiteX38" fmla="*/ 2507339 w 8950465"/>
                        <a:gd name="connsiteY38" fmla="*/ 3279357 h 5858728"/>
                        <a:gd name="connsiteX39" fmla="*/ 3436036 w 8950465"/>
                        <a:gd name="connsiteY39" fmla="*/ 3027962 h 5858728"/>
                        <a:gd name="connsiteX40" fmla="*/ 3359057 w 8950465"/>
                        <a:gd name="connsiteY40" fmla="*/ 2996318 h 5858728"/>
                        <a:gd name="connsiteX41" fmla="*/ 3004377 w 8950465"/>
                        <a:gd name="connsiteY41" fmla="*/ 2978709 h 5858728"/>
                        <a:gd name="connsiteX42" fmla="*/ 2588657 w 8950465"/>
                        <a:gd name="connsiteY42" fmla="*/ 3254338 h 5858728"/>
                        <a:gd name="connsiteX43" fmla="*/ 2408106 w 8950465"/>
                        <a:gd name="connsiteY43" fmla="*/ 3689332 h 5858728"/>
                        <a:gd name="connsiteX44" fmla="*/ 2772224 w 8950465"/>
                        <a:gd name="connsiteY44" fmla="*/ 4674898 h 5858728"/>
                        <a:gd name="connsiteX45" fmla="*/ 2209987 w 8950465"/>
                        <a:gd name="connsiteY45" fmla="*/ 5175921 h 5858728"/>
                        <a:gd name="connsiteX46" fmla="*/ 1639861 w 8950465"/>
                        <a:gd name="connsiteY46" fmla="*/ 4673723 h 5858728"/>
                        <a:gd name="connsiteX47" fmla="*/ 2018938 w 8950465"/>
                        <a:gd name="connsiteY47" fmla="*/ 3692376 h 5858728"/>
                        <a:gd name="connsiteX48" fmla="*/ 1830721 w 8950465"/>
                        <a:gd name="connsiteY48" fmla="*/ 3261869 h 5858728"/>
                        <a:gd name="connsiteX49" fmla="*/ 1420665 w 8950465"/>
                        <a:gd name="connsiteY49" fmla="*/ 2972526 h 5858728"/>
                        <a:gd name="connsiteX50" fmla="*/ 1057719 w 8950465"/>
                        <a:gd name="connsiteY50" fmla="*/ 2996354 h 5858728"/>
                        <a:gd name="connsiteX51" fmla="*/ 698925 w 8950465"/>
                        <a:gd name="connsiteY51" fmla="*/ 3478975 h 5858728"/>
                        <a:gd name="connsiteX52" fmla="*/ 690518 w 8950465"/>
                        <a:gd name="connsiteY52" fmla="*/ 5181466 h 5858728"/>
                        <a:gd name="connsiteX53" fmla="*/ 1253495 w 8950465"/>
                        <a:gd name="connsiteY53" fmla="*/ 5182572 h 5858728"/>
                        <a:gd name="connsiteX54" fmla="*/ 1255664 w 8950465"/>
                        <a:gd name="connsiteY54" fmla="*/ 3776157 h 5858728"/>
                        <a:gd name="connsiteX55" fmla="*/ 1401633 w 8950465"/>
                        <a:gd name="connsiteY55" fmla="*/ 3751556 h 5858728"/>
                        <a:gd name="connsiteX56" fmla="*/ 1398185 w 8950465"/>
                        <a:gd name="connsiteY56" fmla="*/ 5180612 h 5858728"/>
                        <a:gd name="connsiteX57" fmla="*/ 3015635 w 8950465"/>
                        <a:gd name="connsiteY57" fmla="*/ 5181867 h 5858728"/>
                        <a:gd name="connsiteX58" fmla="*/ 3022029 w 8950465"/>
                        <a:gd name="connsiteY58" fmla="*/ 3751912 h 5858728"/>
                        <a:gd name="connsiteX59" fmla="*/ 3158721 w 8950465"/>
                        <a:gd name="connsiteY59" fmla="*/ 3741510 h 5858728"/>
                        <a:gd name="connsiteX60" fmla="*/ 3147106 w 8950465"/>
                        <a:gd name="connsiteY60" fmla="*/ 5183179 h 5858728"/>
                        <a:gd name="connsiteX61" fmla="*/ 3711517 w 8950465"/>
                        <a:gd name="connsiteY61" fmla="*/ 5182347 h 5858728"/>
                        <a:gd name="connsiteX62" fmla="*/ 3716758 w 8950465"/>
                        <a:gd name="connsiteY62" fmla="*/ 3478402 h 5858728"/>
                        <a:gd name="connsiteX63" fmla="*/ 3436036 w 8950465"/>
                        <a:gd name="connsiteY63" fmla="*/ 3027962 h 5858728"/>
                        <a:gd name="connsiteX64" fmla="*/ 3162061 w 8950465"/>
                        <a:gd name="connsiteY64" fmla="*/ 1889907 h 5858728"/>
                        <a:gd name="connsiteX65" fmla="*/ 2228357 w 8950465"/>
                        <a:gd name="connsiteY65" fmla="*/ 1725263 h 5858728"/>
                        <a:gd name="connsiteX66" fmla="*/ 2325664 w 8950465"/>
                        <a:gd name="connsiteY66" fmla="*/ 1923326 h 5858728"/>
                        <a:gd name="connsiteX67" fmla="*/ 1214076 w 8950465"/>
                        <a:gd name="connsiteY67" fmla="*/ 2040152 h 5858728"/>
                        <a:gd name="connsiteX68" fmla="*/ 2296889 w 8950465"/>
                        <a:gd name="connsiteY68" fmla="*/ 3250645 h 5858728"/>
                        <a:gd name="connsiteX69" fmla="*/ 3162061 w 8950465"/>
                        <a:gd name="connsiteY69" fmla="*/ 1889907 h 5858728"/>
                        <a:gd name="connsiteX70" fmla="*/ 2742770 w 8950465"/>
                        <a:gd name="connsiteY70" fmla="*/ 1393444 h 5858728"/>
                        <a:gd name="connsiteX71" fmla="*/ 1908669 w 8950465"/>
                        <a:gd name="connsiteY71" fmla="*/ 1285665 h 5858728"/>
                        <a:gd name="connsiteX72" fmla="*/ 1247426 w 8950465"/>
                        <a:gd name="connsiteY72" fmla="*/ 1956867 h 5858728"/>
                        <a:gd name="connsiteX73" fmla="*/ 2215350 w 8950465"/>
                        <a:gd name="connsiteY73" fmla="*/ 1843866 h 5858728"/>
                        <a:gd name="connsiteX74" fmla="*/ 2131483 w 8950465"/>
                        <a:gd name="connsiteY74" fmla="*/ 1659192 h 5858728"/>
                        <a:gd name="connsiteX75" fmla="*/ 3130631 w 8950465"/>
                        <a:gd name="connsiteY75" fmla="*/ 1825795 h 5858728"/>
                        <a:gd name="connsiteX76" fmla="*/ 2742770 w 8950465"/>
                        <a:gd name="connsiteY76" fmla="*/ 1393444 h 5858728"/>
                        <a:gd name="connsiteX77" fmla="*/ 8175767 w 8950465"/>
                        <a:gd name="connsiteY77" fmla="*/ 4451277 h 5858728"/>
                        <a:gd name="connsiteX78" fmla="*/ 8133086 w 8950465"/>
                        <a:gd name="connsiteY78" fmla="*/ 4442632 h 5858728"/>
                        <a:gd name="connsiteX79" fmla="*/ 4607970 w 8950465"/>
                        <a:gd name="connsiteY79" fmla="*/ 4440312 h 5858728"/>
                        <a:gd name="connsiteX80" fmla="*/ 4498232 w 8950465"/>
                        <a:gd name="connsiteY80" fmla="*/ 4549907 h 5858728"/>
                        <a:gd name="connsiteX81" fmla="*/ 4498172 w 8950465"/>
                        <a:gd name="connsiteY81" fmla="*/ 4641332 h 5858728"/>
                        <a:gd name="connsiteX82" fmla="*/ 4607766 w 8950465"/>
                        <a:gd name="connsiteY82" fmla="*/ 4751069 h 5858728"/>
                        <a:gd name="connsiteX83" fmla="*/ 8132881 w 8950465"/>
                        <a:gd name="connsiteY83" fmla="*/ 4753388 h 5858728"/>
                        <a:gd name="connsiteX84" fmla="*/ 8242619 w 8950465"/>
                        <a:gd name="connsiteY84" fmla="*/ 4643794 h 5858728"/>
                        <a:gd name="connsiteX85" fmla="*/ 8242679 w 8950465"/>
                        <a:gd name="connsiteY85" fmla="*/ 4552369 h 5858728"/>
                        <a:gd name="connsiteX86" fmla="*/ 8175767 w 8950465"/>
                        <a:gd name="connsiteY86" fmla="*/ 4451277 h 5858728"/>
                        <a:gd name="connsiteX87" fmla="*/ 8173334 w 8950465"/>
                        <a:gd name="connsiteY87" fmla="*/ 3694350 h 5858728"/>
                        <a:gd name="connsiteX88" fmla="*/ 8130652 w 8950465"/>
                        <a:gd name="connsiteY88" fmla="*/ 3685704 h 5858728"/>
                        <a:gd name="connsiteX89" fmla="*/ 4605538 w 8950465"/>
                        <a:gd name="connsiteY89" fmla="*/ 3683387 h 5858728"/>
                        <a:gd name="connsiteX90" fmla="*/ 4495800 w 8950465"/>
                        <a:gd name="connsiteY90" fmla="*/ 3792981 h 5858728"/>
                        <a:gd name="connsiteX91" fmla="*/ 4495740 w 8950465"/>
                        <a:gd name="connsiteY91" fmla="*/ 3884406 h 5858728"/>
                        <a:gd name="connsiteX92" fmla="*/ 4605333 w 8950465"/>
                        <a:gd name="connsiteY92" fmla="*/ 3994144 h 5858728"/>
                        <a:gd name="connsiteX93" fmla="*/ 8130448 w 8950465"/>
                        <a:gd name="connsiteY93" fmla="*/ 3996461 h 5858728"/>
                        <a:gd name="connsiteX94" fmla="*/ 8240186 w 8950465"/>
                        <a:gd name="connsiteY94" fmla="*/ 3886867 h 5858728"/>
                        <a:gd name="connsiteX95" fmla="*/ 8240246 w 8950465"/>
                        <a:gd name="connsiteY95" fmla="*/ 3795443 h 5858728"/>
                        <a:gd name="connsiteX96" fmla="*/ 8173334 w 8950465"/>
                        <a:gd name="connsiteY96" fmla="*/ 3694350 h 5858728"/>
                        <a:gd name="connsiteX97" fmla="*/ 8177855 w 8950465"/>
                        <a:gd name="connsiteY97" fmla="*/ 2963452 h 5858728"/>
                        <a:gd name="connsiteX98" fmla="*/ 8135174 w 8950465"/>
                        <a:gd name="connsiteY98" fmla="*/ 2954806 h 5858728"/>
                        <a:gd name="connsiteX99" fmla="*/ 4610059 w 8950465"/>
                        <a:gd name="connsiteY99" fmla="*/ 2952488 h 5858728"/>
                        <a:gd name="connsiteX100" fmla="*/ 4500321 w 8950465"/>
                        <a:gd name="connsiteY100" fmla="*/ 3062082 h 5858728"/>
                        <a:gd name="connsiteX101" fmla="*/ 4500261 w 8950465"/>
                        <a:gd name="connsiteY101" fmla="*/ 3153507 h 5858728"/>
                        <a:gd name="connsiteX102" fmla="*/ 4609855 w 8950465"/>
                        <a:gd name="connsiteY102" fmla="*/ 3263245 h 5858728"/>
                        <a:gd name="connsiteX103" fmla="*/ 8134969 w 8950465"/>
                        <a:gd name="connsiteY103" fmla="*/ 3265563 h 5858728"/>
                        <a:gd name="connsiteX104" fmla="*/ 8244707 w 8950465"/>
                        <a:gd name="connsiteY104" fmla="*/ 3155969 h 5858728"/>
                        <a:gd name="connsiteX105" fmla="*/ 8244768 w 8950465"/>
                        <a:gd name="connsiteY105" fmla="*/ 3064544 h 5858728"/>
                        <a:gd name="connsiteX106" fmla="*/ 8177855 w 8950465"/>
                        <a:gd name="connsiteY106" fmla="*/ 2963452 h 5858728"/>
                        <a:gd name="connsiteX107" fmla="*/ 8170954 w 8950465"/>
                        <a:gd name="connsiteY107" fmla="*/ 2233284 h 5858728"/>
                        <a:gd name="connsiteX108" fmla="*/ 8128273 w 8950465"/>
                        <a:gd name="connsiteY108" fmla="*/ 2224637 h 5858728"/>
                        <a:gd name="connsiteX109" fmla="*/ 4603159 w 8950465"/>
                        <a:gd name="connsiteY109" fmla="*/ 2222320 h 5858728"/>
                        <a:gd name="connsiteX110" fmla="*/ 4493420 w 8950465"/>
                        <a:gd name="connsiteY110" fmla="*/ 2331915 h 5858728"/>
                        <a:gd name="connsiteX111" fmla="*/ 4493360 w 8950465"/>
                        <a:gd name="connsiteY111" fmla="*/ 2423339 h 5858728"/>
                        <a:gd name="connsiteX112" fmla="*/ 4602954 w 8950465"/>
                        <a:gd name="connsiteY112" fmla="*/ 2533077 h 5858728"/>
                        <a:gd name="connsiteX113" fmla="*/ 8128069 w 8950465"/>
                        <a:gd name="connsiteY113" fmla="*/ 2535394 h 5858728"/>
                        <a:gd name="connsiteX114" fmla="*/ 8237807 w 8950465"/>
                        <a:gd name="connsiteY114" fmla="*/ 2425800 h 5858728"/>
                        <a:gd name="connsiteX115" fmla="*/ 8237867 w 8950465"/>
                        <a:gd name="connsiteY115" fmla="*/ 2334375 h 5858728"/>
                        <a:gd name="connsiteX116" fmla="*/ 8170954 w 8950465"/>
                        <a:gd name="connsiteY116" fmla="*/ 2233284 h 5858728"/>
                        <a:gd name="connsiteX117" fmla="*/ 8474850 w 8950465"/>
                        <a:gd name="connsiteY117" fmla="*/ 109688 h 5858728"/>
                        <a:gd name="connsiteX118" fmla="*/ 8950465 w 8950465"/>
                        <a:gd name="connsiteY118" fmla="*/ 908806 h 5858728"/>
                        <a:gd name="connsiteX119" fmla="*/ 8950465 w 8950465"/>
                        <a:gd name="connsiteY119" fmla="*/ 4949923 h 5858728"/>
                        <a:gd name="connsiteX120" fmla="*/ 8041659 w 8950465"/>
                        <a:gd name="connsiteY120" fmla="*/ 5858728 h 5858728"/>
                        <a:gd name="connsiteX121" fmla="*/ 934091 w 8950465"/>
                        <a:gd name="connsiteY121" fmla="*/ 5858728 h 5858728"/>
                        <a:gd name="connsiteX122" fmla="*/ 50563 w 8950465"/>
                        <a:gd name="connsiteY122" fmla="*/ 4949707 h 5858728"/>
                        <a:gd name="connsiteX123" fmla="*/ -2 w 8950465"/>
                        <a:gd name="connsiteY123" fmla="*/ 909018 h 5858728"/>
                        <a:gd name="connsiteX124" fmla="*/ 934091 w 8950465"/>
                        <a:gd name="connsiteY124" fmla="*/ 0 h 5858728"/>
                        <a:gd name="connsiteX125" fmla="*/ 2033885 w 8950465"/>
                        <a:gd name="connsiteY125" fmla="*/ 0 h 5858728"/>
                        <a:gd name="connsiteX126" fmla="*/ 2033885 w 8950465"/>
                        <a:gd name="connsiteY126" fmla="*/ 498540 h 5858728"/>
                        <a:gd name="connsiteX127" fmla="*/ 2645805 w 8950465"/>
                        <a:gd name="connsiteY127" fmla="*/ 1110460 h 5858728"/>
                        <a:gd name="connsiteX128" fmla="*/ 6322068 w 8950465"/>
                        <a:gd name="connsiteY128" fmla="*/ 1085186 h 5858728"/>
                        <a:gd name="connsiteX129" fmla="*/ 6934194 w 8950465"/>
                        <a:gd name="connsiteY129" fmla="*/ 498540 h 5858728"/>
                        <a:gd name="connsiteX130" fmla="*/ 6934194 w 8950465"/>
                        <a:gd name="connsiteY130" fmla="*/ 0 h 5858728"/>
                        <a:gd name="connsiteX131" fmla="*/ 8041659 w 8950465"/>
                        <a:gd name="connsiteY131" fmla="*/ 0 h 5858728"/>
                        <a:gd name="connsiteX132" fmla="*/ 8474850 w 8950465"/>
                        <a:gd name="connsiteY132" fmla="*/ 109688 h 5858728"/>
                        <a:gd name="connsiteX0" fmla="*/ 1875541 w 8950465"/>
                        <a:gd name="connsiteY0" fmla="*/ 4432622 h 5858728"/>
                        <a:gd name="connsiteX1" fmla="*/ 2379876 w 8950465"/>
                        <a:gd name="connsiteY1" fmla="*/ 4887349 h 5858728"/>
                        <a:gd name="connsiteX2" fmla="*/ 2260469 w 8950465"/>
                        <a:gd name="connsiteY2" fmla="*/ 4987528 h 5858728"/>
                        <a:gd name="connsiteX3" fmla="*/ 1824034 w 8950465"/>
                        <a:gd name="connsiteY3" fmla="*/ 4589127 h 5858728"/>
                        <a:gd name="connsiteX4" fmla="*/ 1875541 w 8950465"/>
                        <a:gd name="connsiteY4" fmla="*/ 4432622 h 5858728"/>
                        <a:gd name="connsiteX5" fmla="*/ 1972968 w 8950465"/>
                        <a:gd name="connsiteY5" fmla="*/ 4178550 h 5858728"/>
                        <a:gd name="connsiteX6" fmla="*/ 2574344 w 8950465"/>
                        <a:gd name="connsiteY6" fmla="*/ 4709227 h 5858728"/>
                        <a:gd name="connsiteX7" fmla="*/ 2460881 w 8950465"/>
                        <a:gd name="connsiteY7" fmla="*/ 4809499 h 5858728"/>
                        <a:gd name="connsiteX8" fmla="*/ 1922858 w 8950465"/>
                        <a:gd name="connsiteY8" fmla="*/ 4327451 h 5858728"/>
                        <a:gd name="connsiteX9" fmla="*/ 1972968 w 8950465"/>
                        <a:gd name="connsiteY9" fmla="*/ 4178550 h 5858728"/>
                        <a:gd name="connsiteX10" fmla="*/ 2071518 w 8950465"/>
                        <a:gd name="connsiteY10" fmla="*/ 3925127 h 5858728"/>
                        <a:gd name="connsiteX11" fmla="*/ 2483238 w 8950465"/>
                        <a:gd name="connsiteY11" fmla="*/ 4293656 h 5858728"/>
                        <a:gd name="connsiteX12" fmla="*/ 2593566 w 8950465"/>
                        <a:gd name="connsiteY12" fmla="*/ 4587809 h 5858728"/>
                        <a:gd name="connsiteX13" fmla="*/ 2014490 w 8950465"/>
                        <a:gd name="connsiteY13" fmla="*/ 4073026 h 5858728"/>
                        <a:gd name="connsiteX14" fmla="*/ 2071518 w 8950465"/>
                        <a:gd name="connsiteY14" fmla="*/ 3925127 h 5858728"/>
                        <a:gd name="connsiteX15" fmla="*/ 2285202 w 8950465"/>
                        <a:gd name="connsiteY15" fmla="*/ 3773334 h 5858728"/>
                        <a:gd name="connsiteX16" fmla="*/ 2285705 w 8950465"/>
                        <a:gd name="connsiteY16" fmla="*/ 3773641 h 5858728"/>
                        <a:gd name="connsiteX17" fmla="*/ 2285030 w 8950465"/>
                        <a:gd name="connsiteY17" fmla="*/ 3773354 h 5858728"/>
                        <a:gd name="connsiteX18" fmla="*/ 2285202 w 8950465"/>
                        <a:gd name="connsiteY18" fmla="*/ 3773334 h 5858728"/>
                        <a:gd name="connsiteX19" fmla="*/ 2341210 w 8950465"/>
                        <a:gd name="connsiteY19" fmla="*/ 3709127 h 5858728"/>
                        <a:gd name="connsiteX20" fmla="*/ 2273690 w 8950465"/>
                        <a:gd name="connsiteY20" fmla="*/ 3768327 h 5858728"/>
                        <a:gd name="connsiteX21" fmla="*/ 2281999 w 8950465"/>
                        <a:gd name="connsiteY21" fmla="*/ 3772067 h 5858728"/>
                        <a:gd name="connsiteX22" fmla="*/ 2285030 w 8950465"/>
                        <a:gd name="connsiteY22" fmla="*/ 3773354 h 5858728"/>
                        <a:gd name="connsiteX23" fmla="*/ 2283970 w 8950465"/>
                        <a:gd name="connsiteY23" fmla="*/ 3773482 h 5858728"/>
                        <a:gd name="connsiteX24" fmla="*/ 2293798 w 8950465"/>
                        <a:gd name="connsiteY24" fmla="*/ 3780164 h 5858728"/>
                        <a:gd name="connsiteX25" fmla="*/ 2404698 w 8950465"/>
                        <a:gd name="connsiteY25" fmla="*/ 4075583 h 5858728"/>
                        <a:gd name="connsiteX26" fmla="*/ 2116023 w 8950465"/>
                        <a:gd name="connsiteY26" fmla="*/ 3813339 h 5858728"/>
                        <a:gd name="connsiteX27" fmla="*/ 2079554 w 8950465"/>
                        <a:gd name="connsiteY27" fmla="*/ 3707627 h 5858728"/>
                        <a:gd name="connsiteX28" fmla="*/ 1718396 w 8950465"/>
                        <a:gd name="connsiteY28" fmla="*/ 4661938 h 5858728"/>
                        <a:gd name="connsiteX29" fmla="*/ 2210145 w 8950465"/>
                        <a:gd name="connsiteY29" fmla="*/ 5091104 h 5858728"/>
                        <a:gd name="connsiteX30" fmla="*/ 2692433 w 8950465"/>
                        <a:gd name="connsiteY30" fmla="*/ 4660009 h 5858728"/>
                        <a:gd name="connsiteX31" fmla="*/ 2341210 w 8950465"/>
                        <a:gd name="connsiteY31" fmla="*/ 3709127 h 5858728"/>
                        <a:gd name="connsiteX32" fmla="*/ 2507339 w 8950465"/>
                        <a:gd name="connsiteY32" fmla="*/ 3279357 h 5858728"/>
                        <a:gd name="connsiteX33" fmla="*/ 1903927 w 8950465"/>
                        <a:gd name="connsiteY33" fmla="*/ 3279929 h 5858728"/>
                        <a:gd name="connsiteX34" fmla="*/ 1866887 w 8950465"/>
                        <a:gd name="connsiteY34" fmla="*/ 3439228 h 5858728"/>
                        <a:gd name="connsiteX35" fmla="*/ 2145415 w 8950465"/>
                        <a:gd name="connsiteY35" fmla="*/ 3726569 h 5858728"/>
                        <a:gd name="connsiteX36" fmla="*/ 2257928 w 8950465"/>
                        <a:gd name="connsiteY36" fmla="*/ 3741824 h 5858728"/>
                        <a:gd name="connsiteX37" fmla="*/ 2562604 w 8950465"/>
                        <a:gd name="connsiteY37" fmla="*/ 3433968 h 5858728"/>
                        <a:gd name="connsiteX38" fmla="*/ 2507339 w 8950465"/>
                        <a:gd name="connsiteY38" fmla="*/ 3279357 h 5858728"/>
                        <a:gd name="connsiteX39" fmla="*/ 3436036 w 8950465"/>
                        <a:gd name="connsiteY39" fmla="*/ 3027962 h 5858728"/>
                        <a:gd name="connsiteX40" fmla="*/ 3359057 w 8950465"/>
                        <a:gd name="connsiteY40" fmla="*/ 2996318 h 5858728"/>
                        <a:gd name="connsiteX41" fmla="*/ 3004377 w 8950465"/>
                        <a:gd name="connsiteY41" fmla="*/ 2978709 h 5858728"/>
                        <a:gd name="connsiteX42" fmla="*/ 2588657 w 8950465"/>
                        <a:gd name="connsiteY42" fmla="*/ 3254338 h 5858728"/>
                        <a:gd name="connsiteX43" fmla="*/ 2408106 w 8950465"/>
                        <a:gd name="connsiteY43" fmla="*/ 3689332 h 5858728"/>
                        <a:gd name="connsiteX44" fmla="*/ 2772224 w 8950465"/>
                        <a:gd name="connsiteY44" fmla="*/ 4674898 h 5858728"/>
                        <a:gd name="connsiteX45" fmla="*/ 2209987 w 8950465"/>
                        <a:gd name="connsiteY45" fmla="*/ 5175921 h 5858728"/>
                        <a:gd name="connsiteX46" fmla="*/ 1639861 w 8950465"/>
                        <a:gd name="connsiteY46" fmla="*/ 4673723 h 5858728"/>
                        <a:gd name="connsiteX47" fmla="*/ 2018938 w 8950465"/>
                        <a:gd name="connsiteY47" fmla="*/ 3692376 h 5858728"/>
                        <a:gd name="connsiteX48" fmla="*/ 1830721 w 8950465"/>
                        <a:gd name="connsiteY48" fmla="*/ 3261869 h 5858728"/>
                        <a:gd name="connsiteX49" fmla="*/ 1420665 w 8950465"/>
                        <a:gd name="connsiteY49" fmla="*/ 2972526 h 5858728"/>
                        <a:gd name="connsiteX50" fmla="*/ 1057719 w 8950465"/>
                        <a:gd name="connsiteY50" fmla="*/ 2996354 h 5858728"/>
                        <a:gd name="connsiteX51" fmla="*/ 698925 w 8950465"/>
                        <a:gd name="connsiteY51" fmla="*/ 3478975 h 5858728"/>
                        <a:gd name="connsiteX52" fmla="*/ 690518 w 8950465"/>
                        <a:gd name="connsiteY52" fmla="*/ 5181466 h 5858728"/>
                        <a:gd name="connsiteX53" fmla="*/ 1253495 w 8950465"/>
                        <a:gd name="connsiteY53" fmla="*/ 5182572 h 5858728"/>
                        <a:gd name="connsiteX54" fmla="*/ 1255664 w 8950465"/>
                        <a:gd name="connsiteY54" fmla="*/ 3776157 h 5858728"/>
                        <a:gd name="connsiteX55" fmla="*/ 1401633 w 8950465"/>
                        <a:gd name="connsiteY55" fmla="*/ 3751556 h 5858728"/>
                        <a:gd name="connsiteX56" fmla="*/ 1398185 w 8950465"/>
                        <a:gd name="connsiteY56" fmla="*/ 5180612 h 5858728"/>
                        <a:gd name="connsiteX57" fmla="*/ 3015635 w 8950465"/>
                        <a:gd name="connsiteY57" fmla="*/ 5181867 h 5858728"/>
                        <a:gd name="connsiteX58" fmla="*/ 3022029 w 8950465"/>
                        <a:gd name="connsiteY58" fmla="*/ 3751912 h 5858728"/>
                        <a:gd name="connsiteX59" fmla="*/ 3158721 w 8950465"/>
                        <a:gd name="connsiteY59" fmla="*/ 3741510 h 5858728"/>
                        <a:gd name="connsiteX60" fmla="*/ 3147106 w 8950465"/>
                        <a:gd name="connsiteY60" fmla="*/ 5183179 h 5858728"/>
                        <a:gd name="connsiteX61" fmla="*/ 3711517 w 8950465"/>
                        <a:gd name="connsiteY61" fmla="*/ 5182347 h 5858728"/>
                        <a:gd name="connsiteX62" fmla="*/ 3716758 w 8950465"/>
                        <a:gd name="connsiteY62" fmla="*/ 3478402 h 5858728"/>
                        <a:gd name="connsiteX63" fmla="*/ 3436036 w 8950465"/>
                        <a:gd name="connsiteY63" fmla="*/ 3027962 h 5858728"/>
                        <a:gd name="connsiteX64" fmla="*/ 3162061 w 8950465"/>
                        <a:gd name="connsiteY64" fmla="*/ 1889907 h 5858728"/>
                        <a:gd name="connsiteX65" fmla="*/ 2228357 w 8950465"/>
                        <a:gd name="connsiteY65" fmla="*/ 1725263 h 5858728"/>
                        <a:gd name="connsiteX66" fmla="*/ 2325664 w 8950465"/>
                        <a:gd name="connsiteY66" fmla="*/ 1923326 h 5858728"/>
                        <a:gd name="connsiteX67" fmla="*/ 1214076 w 8950465"/>
                        <a:gd name="connsiteY67" fmla="*/ 2040152 h 5858728"/>
                        <a:gd name="connsiteX68" fmla="*/ 2296889 w 8950465"/>
                        <a:gd name="connsiteY68" fmla="*/ 3250645 h 5858728"/>
                        <a:gd name="connsiteX69" fmla="*/ 3162061 w 8950465"/>
                        <a:gd name="connsiteY69" fmla="*/ 1889907 h 5858728"/>
                        <a:gd name="connsiteX70" fmla="*/ 2742770 w 8950465"/>
                        <a:gd name="connsiteY70" fmla="*/ 1393444 h 5858728"/>
                        <a:gd name="connsiteX71" fmla="*/ 1908669 w 8950465"/>
                        <a:gd name="connsiteY71" fmla="*/ 1285665 h 5858728"/>
                        <a:gd name="connsiteX72" fmla="*/ 1247426 w 8950465"/>
                        <a:gd name="connsiteY72" fmla="*/ 1956867 h 5858728"/>
                        <a:gd name="connsiteX73" fmla="*/ 2215350 w 8950465"/>
                        <a:gd name="connsiteY73" fmla="*/ 1843866 h 5858728"/>
                        <a:gd name="connsiteX74" fmla="*/ 2131483 w 8950465"/>
                        <a:gd name="connsiteY74" fmla="*/ 1659192 h 5858728"/>
                        <a:gd name="connsiteX75" fmla="*/ 3130631 w 8950465"/>
                        <a:gd name="connsiteY75" fmla="*/ 1825795 h 5858728"/>
                        <a:gd name="connsiteX76" fmla="*/ 2742770 w 8950465"/>
                        <a:gd name="connsiteY76" fmla="*/ 1393444 h 5858728"/>
                        <a:gd name="connsiteX77" fmla="*/ 8175767 w 8950465"/>
                        <a:gd name="connsiteY77" fmla="*/ 4451277 h 5858728"/>
                        <a:gd name="connsiteX78" fmla="*/ 8133086 w 8950465"/>
                        <a:gd name="connsiteY78" fmla="*/ 4442632 h 5858728"/>
                        <a:gd name="connsiteX79" fmla="*/ 4607970 w 8950465"/>
                        <a:gd name="connsiteY79" fmla="*/ 4440312 h 5858728"/>
                        <a:gd name="connsiteX80" fmla="*/ 4498232 w 8950465"/>
                        <a:gd name="connsiteY80" fmla="*/ 4549907 h 5858728"/>
                        <a:gd name="connsiteX81" fmla="*/ 4498172 w 8950465"/>
                        <a:gd name="connsiteY81" fmla="*/ 4641332 h 5858728"/>
                        <a:gd name="connsiteX82" fmla="*/ 4607766 w 8950465"/>
                        <a:gd name="connsiteY82" fmla="*/ 4751069 h 5858728"/>
                        <a:gd name="connsiteX83" fmla="*/ 8132881 w 8950465"/>
                        <a:gd name="connsiteY83" fmla="*/ 4753388 h 5858728"/>
                        <a:gd name="connsiteX84" fmla="*/ 8242619 w 8950465"/>
                        <a:gd name="connsiteY84" fmla="*/ 4643794 h 5858728"/>
                        <a:gd name="connsiteX85" fmla="*/ 8242679 w 8950465"/>
                        <a:gd name="connsiteY85" fmla="*/ 4552369 h 5858728"/>
                        <a:gd name="connsiteX86" fmla="*/ 8175767 w 8950465"/>
                        <a:gd name="connsiteY86" fmla="*/ 4451277 h 5858728"/>
                        <a:gd name="connsiteX87" fmla="*/ 8173334 w 8950465"/>
                        <a:gd name="connsiteY87" fmla="*/ 3694350 h 5858728"/>
                        <a:gd name="connsiteX88" fmla="*/ 8130652 w 8950465"/>
                        <a:gd name="connsiteY88" fmla="*/ 3685704 h 5858728"/>
                        <a:gd name="connsiteX89" fmla="*/ 4605538 w 8950465"/>
                        <a:gd name="connsiteY89" fmla="*/ 3683387 h 5858728"/>
                        <a:gd name="connsiteX90" fmla="*/ 4495800 w 8950465"/>
                        <a:gd name="connsiteY90" fmla="*/ 3792981 h 5858728"/>
                        <a:gd name="connsiteX91" fmla="*/ 4495740 w 8950465"/>
                        <a:gd name="connsiteY91" fmla="*/ 3884406 h 5858728"/>
                        <a:gd name="connsiteX92" fmla="*/ 4605333 w 8950465"/>
                        <a:gd name="connsiteY92" fmla="*/ 3994144 h 5858728"/>
                        <a:gd name="connsiteX93" fmla="*/ 8130448 w 8950465"/>
                        <a:gd name="connsiteY93" fmla="*/ 3996461 h 5858728"/>
                        <a:gd name="connsiteX94" fmla="*/ 8240186 w 8950465"/>
                        <a:gd name="connsiteY94" fmla="*/ 3886867 h 5858728"/>
                        <a:gd name="connsiteX95" fmla="*/ 8240246 w 8950465"/>
                        <a:gd name="connsiteY95" fmla="*/ 3795443 h 5858728"/>
                        <a:gd name="connsiteX96" fmla="*/ 8173334 w 8950465"/>
                        <a:gd name="connsiteY96" fmla="*/ 3694350 h 5858728"/>
                        <a:gd name="connsiteX97" fmla="*/ 8177855 w 8950465"/>
                        <a:gd name="connsiteY97" fmla="*/ 2963452 h 5858728"/>
                        <a:gd name="connsiteX98" fmla="*/ 8135174 w 8950465"/>
                        <a:gd name="connsiteY98" fmla="*/ 2954806 h 5858728"/>
                        <a:gd name="connsiteX99" fmla="*/ 4610059 w 8950465"/>
                        <a:gd name="connsiteY99" fmla="*/ 2952488 h 5858728"/>
                        <a:gd name="connsiteX100" fmla="*/ 4500321 w 8950465"/>
                        <a:gd name="connsiteY100" fmla="*/ 3062082 h 5858728"/>
                        <a:gd name="connsiteX101" fmla="*/ 4500261 w 8950465"/>
                        <a:gd name="connsiteY101" fmla="*/ 3153507 h 5858728"/>
                        <a:gd name="connsiteX102" fmla="*/ 4609855 w 8950465"/>
                        <a:gd name="connsiteY102" fmla="*/ 3263245 h 5858728"/>
                        <a:gd name="connsiteX103" fmla="*/ 8134969 w 8950465"/>
                        <a:gd name="connsiteY103" fmla="*/ 3265563 h 5858728"/>
                        <a:gd name="connsiteX104" fmla="*/ 8244707 w 8950465"/>
                        <a:gd name="connsiteY104" fmla="*/ 3155969 h 5858728"/>
                        <a:gd name="connsiteX105" fmla="*/ 8244768 w 8950465"/>
                        <a:gd name="connsiteY105" fmla="*/ 3064544 h 5858728"/>
                        <a:gd name="connsiteX106" fmla="*/ 8177855 w 8950465"/>
                        <a:gd name="connsiteY106" fmla="*/ 2963452 h 5858728"/>
                        <a:gd name="connsiteX107" fmla="*/ 8170954 w 8950465"/>
                        <a:gd name="connsiteY107" fmla="*/ 2233284 h 5858728"/>
                        <a:gd name="connsiteX108" fmla="*/ 8128273 w 8950465"/>
                        <a:gd name="connsiteY108" fmla="*/ 2224637 h 5858728"/>
                        <a:gd name="connsiteX109" fmla="*/ 4603159 w 8950465"/>
                        <a:gd name="connsiteY109" fmla="*/ 2222320 h 5858728"/>
                        <a:gd name="connsiteX110" fmla="*/ 4493420 w 8950465"/>
                        <a:gd name="connsiteY110" fmla="*/ 2331915 h 5858728"/>
                        <a:gd name="connsiteX111" fmla="*/ 4493360 w 8950465"/>
                        <a:gd name="connsiteY111" fmla="*/ 2423339 h 5858728"/>
                        <a:gd name="connsiteX112" fmla="*/ 4602954 w 8950465"/>
                        <a:gd name="connsiteY112" fmla="*/ 2533077 h 5858728"/>
                        <a:gd name="connsiteX113" fmla="*/ 8128069 w 8950465"/>
                        <a:gd name="connsiteY113" fmla="*/ 2535394 h 5858728"/>
                        <a:gd name="connsiteX114" fmla="*/ 8237807 w 8950465"/>
                        <a:gd name="connsiteY114" fmla="*/ 2425800 h 5858728"/>
                        <a:gd name="connsiteX115" fmla="*/ 8237867 w 8950465"/>
                        <a:gd name="connsiteY115" fmla="*/ 2334375 h 5858728"/>
                        <a:gd name="connsiteX116" fmla="*/ 8170954 w 8950465"/>
                        <a:gd name="connsiteY116" fmla="*/ 2233284 h 5858728"/>
                        <a:gd name="connsiteX117" fmla="*/ 8474850 w 8950465"/>
                        <a:gd name="connsiteY117" fmla="*/ 109688 h 5858728"/>
                        <a:gd name="connsiteX118" fmla="*/ 8950465 w 8950465"/>
                        <a:gd name="connsiteY118" fmla="*/ 908806 h 5858728"/>
                        <a:gd name="connsiteX119" fmla="*/ 8950465 w 8950465"/>
                        <a:gd name="connsiteY119" fmla="*/ 4949923 h 5858728"/>
                        <a:gd name="connsiteX120" fmla="*/ 8041227 w 8950465"/>
                        <a:gd name="connsiteY120" fmla="*/ 5808166 h 5858728"/>
                        <a:gd name="connsiteX121" fmla="*/ 934091 w 8950465"/>
                        <a:gd name="connsiteY121" fmla="*/ 5858728 h 5858728"/>
                        <a:gd name="connsiteX122" fmla="*/ 50563 w 8950465"/>
                        <a:gd name="connsiteY122" fmla="*/ 4949707 h 5858728"/>
                        <a:gd name="connsiteX123" fmla="*/ -2 w 8950465"/>
                        <a:gd name="connsiteY123" fmla="*/ 909018 h 5858728"/>
                        <a:gd name="connsiteX124" fmla="*/ 934091 w 8950465"/>
                        <a:gd name="connsiteY124" fmla="*/ 0 h 5858728"/>
                        <a:gd name="connsiteX125" fmla="*/ 2033885 w 8950465"/>
                        <a:gd name="connsiteY125" fmla="*/ 0 h 5858728"/>
                        <a:gd name="connsiteX126" fmla="*/ 2033885 w 8950465"/>
                        <a:gd name="connsiteY126" fmla="*/ 498540 h 5858728"/>
                        <a:gd name="connsiteX127" fmla="*/ 2645805 w 8950465"/>
                        <a:gd name="connsiteY127" fmla="*/ 1110460 h 5858728"/>
                        <a:gd name="connsiteX128" fmla="*/ 6322068 w 8950465"/>
                        <a:gd name="connsiteY128" fmla="*/ 1085186 h 5858728"/>
                        <a:gd name="connsiteX129" fmla="*/ 6934194 w 8950465"/>
                        <a:gd name="connsiteY129" fmla="*/ 498540 h 5858728"/>
                        <a:gd name="connsiteX130" fmla="*/ 6934194 w 8950465"/>
                        <a:gd name="connsiteY130" fmla="*/ 0 h 5858728"/>
                        <a:gd name="connsiteX131" fmla="*/ 8041659 w 8950465"/>
                        <a:gd name="connsiteY131" fmla="*/ 0 h 5858728"/>
                        <a:gd name="connsiteX132" fmla="*/ 8474850 w 8950465"/>
                        <a:gd name="connsiteY132" fmla="*/ 109688 h 5858728"/>
                        <a:gd name="connsiteX0" fmla="*/ 1875541 w 8950465"/>
                        <a:gd name="connsiteY0" fmla="*/ 4432622 h 5858728"/>
                        <a:gd name="connsiteX1" fmla="*/ 2379876 w 8950465"/>
                        <a:gd name="connsiteY1" fmla="*/ 4887349 h 5858728"/>
                        <a:gd name="connsiteX2" fmla="*/ 2260469 w 8950465"/>
                        <a:gd name="connsiteY2" fmla="*/ 4987528 h 5858728"/>
                        <a:gd name="connsiteX3" fmla="*/ 1824034 w 8950465"/>
                        <a:gd name="connsiteY3" fmla="*/ 4589127 h 5858728"/>
                        <a:gd name="connsiteX4" fmla="*/ 1875541 w 8950465"/>
                        <a:gd name="connsiteY4" fmla="*/ 4432622 h 5858728"/>
                        <a:gd name="connsiteX5" fmla="*/ 1972968 w 8950465"/>
                        <a:gd name="connsiteY5" fmla="*/ 4178550 h 5858728"/>
                        <a:gd name="connsiteX6" fmla="*/ 2574344 w 8950465"/>
                        <a:gd name="connsiteY6" fmla="*/ 4709227 h 5858728"/>
                        <a:gd name="connsiteX7" fmla="*/ 2460881 w 8950465"/>
                        <a:gd name="connsiteY7" fmla="*/ 4809499 h 5858728"/>
                        <a:gd name="connsiteX8" fmla="*/ 1922858 w 8950465"/>
                        <a:gd name="connsiteY8" fmla="*/ 4327451 h 5858728"/>
                        <a:gd name="connsiteX9" fmla="*/ 1972968 w 8950465"/>
                        <a:gd name="connsiteY9" fmla="*/ 4178550 h 5858728"/>
                        <a:gd name="connsiteX10" fmla="*/ 2071518 w 8950465"/>
                        <a:gd name="connsiteY10" fmla="*/ 3925127 h 5858728"/>
                        <a:gd name="connsiteX11" fmla="*/ 2483238 w 8950465"/>
                        <a:gd name="connsiteY11" fmla="*/ 4293656 h 5858728"/>
                        <a:gd name="connsiteX12" fmla="*/ 2593566 w 8950465"/>
                        <a:gd name="connsiteY12" fmla="*/ 4587809 h 5858728"/>
                        <a:gd name="connsiteX13" fmla="*/ 2014490 w 8950465"/>
                        <a:gd name="connsiteY13" fmla="*/ 4073026 h 5858728"/>
                        <a:gd name="connsiteX14" fmla="*/ 2071518 w 8950465"/>
                        <a:gd name="connsiteY14" fmla="*/ 3925127 h 5858728"/>
                        <a:gd name="connsiteX15" fmla="*/ 2285202 w 8950465"/>
                        <a:gd name="connsiteY15" fmla="*/ 3773334 h 5858728"/>
                        <a:gd name="connsiteX16" fmla="*/ 2285705 w 8950465"/>
                        <a:gd name="connsiteY16" fmla="*/ 3773641 h 5858728"/>
                        <a:gd name="connsiteX17" fmla="*/ 2285030 w 8950465"/>
                        <a:gd name="connsiteY17" fmla="*/ 3773354 h 5858728"/>
                        <a:gd name="connsiteX18" fmla="*/ 2285202 w 8950465"/>
                        <a:gd name="connsiteY18" fmla="*/ 3773334 h 5858728"/>
                        <a:gd name="connsiteX19" fmla="*/ 2341210 w 8950465"/>
                        <a:gd name="connsiteY19" fmla="*/ 3709127 h 5858728"/>
                        <a:gd name="connsiteX20" fmla="*/ 2273690 w 8950465"/>
                        <a:gd name="connsiteY20" fmla="*/ 3768327 h 5858728"/>
                        <a:gd name="connsiteX21" fmla="*/ 2281999 w 8950465"/>
                        <a:gd name="connsiteY21" fmla="*/ 3772067 h 5858728"/>
                        <a:gd name="connsiteX22" fmla="*/ 2285030 w 8950465"/>
                        <a:gd name="connsiteY22" fmla="*/ 3773354 h 5858728"/>
                        <a:gd name="connsiteX23" fmla="*/ 2283970 w 8950465"/>
                        <a:gd name="connsiteY23" fmla="*/ 3773482 h 5858728"/>
                        <a:gd name="connsiteX24" fmla="*/ 2293798 w 8950465"/>
                        <a:gd name="connsiteY24" fmla="*/ 3780164 h 5858728"/>
                        <a:gd name="connsiteX25" fmla="*/ 2404698 w 8950465"/>
                        <a:gd name="connsiteY25" fmla="*/ 4075583 h 5858728"/>
                        <a:gd name="connsiteX26" fmla="*/ 2116023 w 8950465"/>
                        <a:gd name="connsiteY26" fmla="*/ 3813339 h 5858728"/>
                        <a:gd name="connsiteX27" fmla="*/ 2079554 w 8950465"/>
                        <a:gd name="connsiteY27" fmla="*/ 3707627 h 5858728"/>
                        <a:gd name="connsiteX28" fmla="*/ 1718396 w 8950465"/>
                        <a:gd name="connsiteY28" fmla="*/ 4661938 h 5858728"/>
                        <a:gd name="connsiteX29" fmla="*/ 2210145 w 8950465"/>
                        <a:gd name="connsiteY29" fmla="*/ 5091104 h 5858728"/>
                        <a:gd name="connsiteX30" fmla="*/ 2692433 w 8950465"/>
                        <a:gd name="connsiteY30" fmla="*/ 4660009 h 5858728"/>
                        <a:gd name="connsiteX31" fmla="*/ 2341210 w 8950465"/>
                        <a:gd name="connsiteY31" fmla="*/ 3709127 h 5858728"/>
                        <a:gd name="connsiteX32" fmla="*/ 2507339 w 8950465"/>
                        <a:gd name="connsiteY32" fmla="*/ 3279357 h 5858728"/>
                        <a:gd name="connsiteX33" fmla="*/ 1903927 w 8950465"/>
                        <a:gd name="connsiteY33" fmla="*/ 3279929 h 5858728"/>
                        <a:gd name="connsiteX34" fmla="*/ 1866887 w 8950465"/>
                        <a:gd name="connsiteY34" fmla="*/ 3439228 h 5858728"/>
                        <a:gd name="connsiteX35" fmla="*/ 2145415 w 8950465"/>
                        <a:gd name="connsiteY35" fmla="*/ 3726569 h 5858728"/>
                        <a:gd name="connsiteX36" fmla="*/ 2257928 w 8950465"/>
                        <a:gd name="connsiteY36" fmla="*/ 3741824 h 5858728"/>
                        <a:gd name="connsiteX37" fmla="*/ 2562604 w 8950465"/>
                        <a:gd name="connsiteY37" fmla="*/ 3433968 h 5858728"/>
                        <a:gd name="connsiteX38" fmla="*/ 2507339 w 8950465"/>
                        <a:gd name="connsiteY38" fmla="*/ 3279357 h 5858728"/>
                        <a:gd name="connsiteX39" fmla="*/ 3436036 w 8950465"/>
                        <a:gd name="connsiteY39" fmla="*/ 3027962 h 5858728"/>
                        <a:gd name="connsiteX40" fmla="*/ 3359057 w 8950465"/>
                        <a:gd name="connsiteY40" fmla="*/ 2996318 h 5858728"/>
                        <a:gd name="connsiteX41" fmla="*/ 3004377 w 8950465"/>
                        <a:gd name="connsiteY41" fmla="*/ 2978709 h 5858728"/>
                        <a:gd name="connsiteX42" fmla="*/ 2588657 w 8950465"/>
                        <a:gd name="connsiteY42" fmla="*/ 3254338 h 5858728"/>
                        <a:gd name="connsiteX43" fmla="*/ 2408106 w 8950465"/>
                        <a:gd name="connsiteY43" fmla="*/ 3689332 h 5858728"/>
                        <a:gd name="connsiteX44" fmla="*/ 2772224 w 8950465"/>
                        <a:gd name="connsiteY44" fmla="*/ 4674898 h 5858728"/>
                        <a:gd name="connsiteX45" fmla="*/ 2209987 w 8950465"/>
                        <a:gd name="connsiteY45" fmla="*/ 5175921 h 5858728"/>
                        <a:gd name="connsiteX46" fmla="*/ 1639861 w 8950465"/>
                        <a:gd name="connsiteY46" fmla="*/ 4673723 h 5858728"/>
                        <a:gd name="connsiteX47" fmla="*/ 2018938 w 8950465"/>
                        <a:gd name="connsiteY47" fmla="*/ 3692376 h 5858728"/>
                        <a:gd name="connsiteX48" fmla="*/ 1830721 w 8950465"/>
                        <a:gd name="connsiteY48" fmla="*/ 3261869 h 5858728"/>
                        <a:gd name="connsiteX49" fmla="*/ 1420665 w 8950465"/>
                        <a:gd name="connsiteY49" fmla="*/ 2972526 h 5858728"/>
                        <a:gd name="connsiteX50" fmla="*/ 1057719 w 8950465"/>
                        <a:gd name="connsiteY50" fmla="*/ 2996354 h 5858728"/>
                        <a:gd name="connsiteX51" fmla="*/ 698925 w 8950465"/>
                        <a:gd name="connsiteY51" fmla="*/ 3478975 h 5858728"/>
                        <a:gd name="connsiteX52" fmla="*/ 690518 w 8950465"/>
                        <a:gd name="connsiteY52" fmla="*/ 5181466 h 5858728"/>
                        <a:gd name="connsiteX53" fmla="*/ 1253495 w 8950465"/>
                        <a:gd name="connsiteY53" fmla="*/ 5182572 h 5858728"/>
                        <a:gd name="connsiteX54" fmla="*/ 1255664 w 8950465"/>
                        <a:gd name="connsiteY54" fmla="*/ 3776157 h 5858728"/>
                        <a:gd name="connsiteX55" fmla="*/ 1401633 w 8950465"/>
                        <a:gd name="connsiteY55" fmla="*/ 3751556 h 5858728"/>
                        <a:gd name="connsiteX56" fmla="*/ 1398185 w 8950465"/>
                        <a:gd name="connsiteY56" fmla="*/ 5180612 h 5858728"/>
                        <a:gd name="connsiteX57" fmla="*/ 3015635 w 8950465"/>
                        <a:gd name="connsiteY57" fmla="*/ 5181867 h 5858728"/>
                        <a:gd name="connsiteX58" fmla="*/ 3022029 w 8950465"/>
                        <a:gd name="connsiteY58" fmla="*/ 3751912 h 5858728"/>
                        <a:gd name="connsiteX59" fmla="*/ 3158721 w 8950465"/>
                        <a:gd name="connsiteY59" fmla="*/ 3741510 h 5858728"/>
                        <a:gd name="connsiteX60" fmla="*/ 3147106 w 8950465"/>
                        <a:gd name="connsiteY60" fmla="*/ 5183179 h 5858728"/>
                        <a:gd name="connsiteX61" fmla="*/ 3711517 w 8950465"/>
                        <a:gd name="connsiteY61" fmla="*/ 5182347 h 5858728"/>
                        <a:gd name="connsiteX62" fmla="*/ 3716758 w 8950465"/>
                        <a:gd name="connsiteY62" fmla="*/ 3478402 h 5858728"/>
                        <a:gd name="connsiteX63" fmla="*/ 3436036 w 8950465"/>
                        <a:gd name="connsiteY63" fmla="*/ 3027962 h 5858728"/>
                        <a:gd name="connsiteX64" fmla="*/ 3162061 w 8950465"/>
                        <a:gd name="connsiteY64" fmla="*/ 1889907 h 5858728"/>
                        <a:gd name="connsiteX65" fmla="*/ 2228357 w 8950465"/>
                        <a:gd name="connsiteY65" fmla="*/ 1725263 h 5858728"/>
                        <a:gd name="connsiteX66" fmla="*/ 2325664 w 8950465"/>
                        <a:gd name="connsiteY66" fmla="*/ 1923326 h 5858728"/>
                        <a:gd name="connsiteX67" fmla="*/ 1214076 w 8950465"/>
                        <a:gd name="connsiteY67" fmla="*/ 2040152 h 5858728"/>
                        <a:gd name="connsiteX68" fmla="*/ 2296889 w 8950465"/>
                        <a:gd name="connsiteY68" fmla="*/ 3250645 h 5858728"/>
                        <a:gd name="connsiteX69" fmla="*/ 3162061 w 8950465"/>
                        <a:gd name="connsiteY69" fmla="*/ 1889907 h 5858728"/>
                        <a:gd name="connsiteX70" fmla="*/ 2742770 w 8950465"/>
                        <a:gd name="connsiteY70" fmla="*/ 1393444 h 5858728"/>
                        <a:gd name="connsiteX71" fmla="*/ 1908669 w 8950465"/>
                        <a:gd name="connsiteY71" fmla="*/ 1285665 h 5858728"/>
                        <a:gd name="connsiteX72" fmla="*/ 1247426 w 8950465"/>
                        <a:gd name="connsiteY72" fmla="*/ 1956867 h 5858728"/>
                        <a:gd name="connsiteX73" fmla="*/ 2215350 w 8950465"/>
                        <a:gd name="connsiteY73" fmla="*/ 1843866 h 5858728"/>
                        <a:gd name="connsiteX74" fmla="*/ 2131483 w 8950465"/>
                        <a:gd name="connsiteY74" fmla="*/ 1659192 h 5858728"/>
                        <a:gd name="connsiteX75" fmla="*/ 3130631 w 8950465"/>
                        <a:gd name="connsiteY75" fmla="*/ 1825795 h 5858728"/>
                        <a:gd name="connsiteX76" fmla="*/ 2742770 w 8950465"/>
                        <a:gd name="connsiteY76" fmla="*/ 1393444 h 5858728"/>
                        <a:gd name="connsiteX77" fmla="*/ 8175767 w 8950465"/>
                        <a:gd name="connsiteY77" fmla="*/ 4451277 h 5858728"/>
                        <a:gd name="connsiteX78" fmla="*/ 8133086 w 8950465"/>
                        <a:gd name="connsiteY78" fmla="*/ 4442632 h 5858728"/>
                        <a:gd name="connsiteX79" fmla="*/ 4607970 w 8950465"/>
                        <a:gd name="connsiteY79" fmla="*/ 4440312 h 5858728"/>
                        <a:gd name="connsiteX80" fmla="*/ 4498232 w 8950465"/>
                        <a:gd name="connsiteY80" fmla="*/ 4549907 h 5858728"/>
                        <a:gd name="connsiteX81" fmla="*/ 4498172 w 8950465"/>
                        <a:gd name="connsiteY81" fmla="*/ 4641332 h 5858728"/>
                        <a:gd name="connsiteX82" fmla="*/ 4607766 w 8950465"/>
                        <a:gd name="connsiteY82" fmla="*/ 4751069 h 5858728"/>
                        <a:gd name="connsiteX83" fmla="*/ 8132881 w 8950465"/>
                        <a:gd name="connsiteY83" fmla="*/ 4753388 h 5858728"/>
                        <a:gd name="connsiteX84" fmla="*/ 8242619 w 8950465"/>
                        <a:gd name="connsiteY84" fmla="*/ 4643794 h 5858728"/>
                        <a:gd name="connsiteX85" fmla="*/ 8242679 w 8950465"/>
                        <a:gd name="connsiteY85" fmla="*/ 4552369 h 5858728"/>
                        <a:gd name="connsiteX86" fmla="*/ 8175767 w 8950465"/>
                        <a:gd name="connsiteY86" fmla="*/ 4451277 h 5858728"/>
                        <a:gd name="connsiteX87" fmla="*/ 8173334 w 8950465"/>
                        <a:gd name="connsiteY87" fmla="*/ 3694350 h 5858728"/>
                        <a:gd name="connsiteX88" fmla="*/ 8130652 w 8950465"/>
                        <a:gd name="connsiteY88" fmla="*/ 3685704 h 5858728"/>
                        <a:gd name="connsiteX89" fmla="*/ 4605538 w 8950465"/>
                        <a:gd name="connsiteY89" fmla="*/ 3683387 h 5858728"/>
                        <a:gd name="connsiteX90" fmla="*/ 4495800 w 8950465"/>
                        <a:gd name="connsiteY90" fmla="*/ 3792981 h 5858728"/>
                        <a:gd name="connsiteX91" fmla="*/ 4495740 w 8950465"/>
                        <a:gd name="connsiteY91" fmla="*/ 3884406 h 5858728"/>
                        <a:gd name="connsiteX92" fmla="*/ 4605333 w 8950465"/>
                        <a:gd name="connsiteY92" fmla="*/ 3994144 h 5858728"/>
                        <a:gd name="connsiteX93" fmla="*/ 8130448 w 8950465"/>
                        <a:gd name="connsiteY93" fmla="*/ 3996461 h 5858728"/>
                        <a:gd name="connsiteX94" fmla="*/ 8240186 w 8950465"/>
                        <a:gd name="connsiteY94" fmla="*/ 3886867 h 5858728"/>
                        <a:gd name="connsiteX95" fmla="*/ 8240246 w 8950465"/>
                        <a:gd name="connsiteY95" fmla="*/ 3795443 h 5858728"/>
                        <a:gd name="connsiteX96" fmla="*/ 8173334 w 8950465"/>
                        <a:gd name="connsiteY96" fmla="*/ 3694350 h 5858728"/>
                        <a:gd name="connsiteX97" fmla="*/ 8177855 w 8950465"/>
                        <a:gd name="connsiteY97" fmla="*/ 2963452 h 5858728"/>
                        <a:gd name="connsiteX98" fmla="*/ 8135174 w 8950465"/>
                        <a:gd name="connsiteY98" fmla="*/ 2954806 h 5858728"/>
                        <a:gd name="connsiteX99" fmla="*/ 4610059 w 8950465"/>
                        <a:gd name="connsiteY99" fmla="*/ 2952488 h 5858728"/>
                        <a:gd name="connsiteX100" fmla="*/ 4500321 w 8950465"/>
                        <a:gd name="connsiteY100" fmla="*/ 3062082 h 5858728"/>
                        <a:gd name="connsiteX101" fmla="*/ 4500261 w 8950465"/>
                        <a:gd name="connsiteY101" fmla="*/ 3153507 h 5858728"/>
                        <a:gd name="connsiteX102" fmla="*/ 4609855 w 8950465"/>
                        <a:gd name="connsiteY102" fmla="*/ 3263245 h 5858728"/>
                        <a:gd name="connsiteX103" fmla="*/ 8134969 w 8950465"/>
                        <a:gd name="connsiteY103" fmla="*/ 3265563 h 5858728"/>
                        <a:gd name="connsiteX104" fmla="*/ 8244707 w 8950465"/>
                        <a:gd name="connsiteY104" fmla="*/ 3155969 h 5858728"/>
                        <a:gd name="connsiteX105" fmla="*/ 8244768 w 8950465"/>
                        <a:gd name="connsiteY105" fmla="*/ 3064544 h 5858728"/>
                        <a:gd name="connsiteX106" fmla="*/ 8177855 w 8950465"/>
                        <a:gd name="connsiteY106" fmla="*/ 2963452 h 5858728"/>
                        <a:gd name="connsiteX107" fmla="*/ 8170954 w 8950465"/>
                        <a:gd name="connsiteY107" fmla="*/ 2233284 h 5858728"/>
                        <a:gd name="connsiteX108" fmla="*/ 8128273 w 8950465"/>
                        <a:gd name="connsiteY108" fmla="*/ 2224637 h 5858728"/>
                        <a:gd name="connsiteX109" fmla="*/ 4603159 w 8950465"/>
                        <a:gd name="connsiteY109" fmla="*/ 2222320 h 5858728"/>
                        <a:gd name="connsiteX110" fmla="*/ 4493420 w 8950465"/>
                        <a:gd name="connsiteY110" fmla="*/ 2331915 h 5858728"/>
                        <a:gd name="connsiteX111" fmla="*/ 4493360 w 8950465"/>
                        <a:gd name="connsiteY111" fmla="*/ 2423339 h 5858728"/>
                        <a:gd name="connsiteX112" fmla="*/ 4602954 w 8950465"/>
                        <a:gd name="connsiteY112" fmla="*/ 2533077 h 5858728"/>
                        <a:gd name="connsiteX113" fmla="*/ 8128069 w 8950465"/>
                        <a:gd name="connsiteY113" fmla="*/ 2535394 h 5858728"/>
                        <a:gd name="connsiteX114" fmla="*/ 8237807 w 8950465"/>
                        <a:gd name="connsiteY114" fmla="*/ 2425800 h 5858728"/>
                        <a:gd name="connsiteX115" fmla="*/ 8237867 w 8950465"/>
                        <a:gd name="connsiteY115" fmla="*/ 2334375 h 5858728"/>
                        <a:gd name="connsiteX116" fmla="*/ 8170954 w 8950465"/>
                        <a:gd name="connsiteY116" fmla="*/ 2233284 h 5858728"/>
                        <a:gd name="connsiteX117" fmla="*/ 8474850 w 8950465"/>
                        <a:gd name="connsiteY117" fmla="*/ 109688 h 5858728"/>
                        <a:gd name="connsiteX118" fmla="*/ 8950465 w 8950465"/>
                        <a:gd name="connsiteY118" fmla="*/ 908806 h 5858728"/>
                        <a:gd name="connsiteX119" fmla="*/ 8950465 w 8950465"/>
                        <a:gd name="connsiteY119" fmla="*/ 4949923 h 5858728"/>
                        <a:gd name="connsiteX120" fmla="*/ 8066284 w 8950465"/>
                        <a:gd name="connsiteY120" fmla="*/ 5782665 h 5858728"/>
                        <a:gd name="connsiteX121" fmla="*/ 934091 w 8950465"/>
                        <a:gd name="connsiteY121" fmla="*/ 5858728 h 5858728"/>
                        <a:gd name="connsiteX122" fmla="*/ 50563 w 8950465"/>
                        <a:gd name="connsiteY122" fmla="*/ 4949707 h 5858728"/>
                        <a:gd name="connsiteX123" fmla="*/ -2 w 8950465"/>
                        <a:gd name="connsiteY123" fmla="*/ 909018 h 5858728"/>
                        <a:gd name="connsiteX124" fmla="*/ 934091 w 8950465"/>
                        <a:gd name="connsiteY124" fmla="*/ 0 h 5858728"/>
                        <a:gd name="connsiteX125" fmla="*/ 2033885 w 8950465"/>
                        <a:gd name="connsiteY125" fmla="*/ 0 h 5858728"/>
                        <a:gd name="connsiteX126" fmla="*/ 2033885 w 8950465"/>
                        <a:gd name="connsiteY126" fmla="*/ 498540 h 5858728"/>
                        <a:gd name="connsiteX127" fmla="*/ 2645805 w 8950465"/>
                        <a:gd name="connsiteY127" fmla="*/ 1110460 h 5858728"/>
                        <a:gd name="connsiteX128" fmla="*/ 6322068 w 8950465"/>
                        <a:gd name="connsiteY128" fmla="*/ 1085186 h 5858728"/>
                        <a:gd name="connsiteX129" fmla="*/ 6934194 w 8950465"/>
                        <a:gd name="connsiteY129" fmla="*/ 498540 h 5858728"/>
                        <a:gd name="connsiteX130" fmla="*/ 6934194 w 8950465"/>
                        <a:gd name="connsiteY130" fmla="*/ 0 h 5858728"/>
                        <a:gd name="connsiteX131" fmla="*/ 8041659 w 8950465"/>
                        <a:gd name="connsiteY131" fmla="*/ 0 h 5858728"/>
                        <a:gd name="connsiteX132" fmla="*/ 8474850 w 8950465"/>
                        <a:gd name="connsiteY132" fmla="*/ 109688 h 5858728"/>
                        <a:gd name="connsiteX0" fmla="*/ 1875541 w 8950465"/>
                        <a:gd name="connsiteY0" fmla="*/ 4432622 h 5858728"/>
                        <a:gd name="connsiteX1" fmla="*/ 2379876 w 8950465"/>
                        <a:gd name="connsiteY1" fmla="*/ 4887349 h 5858728"/>
                        <a:gd name="connsiteX2" fmla="*/ 2260469 w 8950465"/>
                        <a:gd name="connsiteY2" fmla="*/ 4987528 h 5858728"/>
                        <a:gd name="connsiteX3" fmla="*/ 1824034 w 8950465"/>
                        <a:gd name="connsiteY3" fmla="*/ 4589127 h 5858728"/>
                        <a:gd name="connsiteX4" fmla="*/ 1875541 w 8950465"/>
                        <a:gd name="connsiteY4" fmla="*/ 4432622 h 5858728"/>
                        <a:gd name="connsiteX5" fmla="*/ 1972968 w 8950465"/>
                        <a:gd name="connsiteY5" fmla="*/ 4178550 h 5858728"/>
                        <a:gd name="connsiteX6" fmla="*/ 2574344 w 8950465"/>
                        <a:gd name="connsiteY6" fmla="*/ 4709227 h 5858728"/>
                        <a:gd name="connsiteX7" fmla="*/ 2460881 w 8950465"/>
                        <a:gd name="connsiteY7" fmla="*/ 4809499 h 5858728"/>
                        <a:gd name="connsiteX8" fmla="*/ 1922858 w 8950465"/>
                        <a:gd name="connsiteY8" fmla="*/ 4327451 h 5858728"/>
                        <a:gd name="connsiteX9" fmla="*/ 1972968 w 8950465"/>
                        <a:gd name="connsiteY9" fmla="*/ 4178550 h 5858728"/>
                        <a:gd name="connsiteX10" fmla="*/ 2071518 w 8950465"/>
                        <a:gd name="connsiteY10" fmla="*/ 3925127 h 5858728"/>
                        <a:gd name="connsiteX11" fmla="*/ 2483238 w 8950465"/>
                        <a:gd name="connsiteY11" fmla="*/ 4293656 h 5858728"/>
                        <a:gd name="connsiteX12" fmla="*/ 2593566 w 8950465"/>
                        <a:gd name="connsiteY12" fmla="*/ 4587809 h 5858728"/>
                        <a:gd name="connsiteX13" fmla="*/ 2014490 w 8950465"/>
                        <a:gd name="connsiteY13" fmla="*/ 4073026 h 5858728"/>
                        <a:gd name="connsiteX14" fmla="*/ 2071518 w 8950465"/>
                        <a:gd name="connsiteY14" fmla="*/ 3925127 h 5858728"/>
                        <a:gd name="connsiteX15" fmla="*/ 2285202 w 8950465"/>
                        <a:gd name="connsiteY15" fmla="*/ 3773334 h 5858728"/>
                        <a:gd name="connsiteX16" fmla="*/ 2285705 w 8950465"/>
                        <a:gd name="connsiteY16" fmla="*/ 3773641 h 5858728"/>
                        <a:gd name="connsiteX17" fmla="*/ 2285030 w 8950465"/>
                        <a:gd name="connsiteY17" fmla="*/ 3773354 h 5858728"/>
                        <a:gd name="connsiteX18" fmla="*/ 2285202 w 8950465"/>
                        <a:gd name="connsiteY18" fmla="*/ 3773334 h 5858728"/>
                        <a:gd name="connsiteX19" fmla="*/ 2341210 w 8950465"/>
                        <a:gd name="connsiteY19" fmla="*/ 3709127 h 5858728"/>
                        <a:gd name="connsiteX20" fmla="*/ 2273690 w 8950465"/>
                        <a:gd name="connsiteY20" fmla="*/ 3768327 h 5858728"/>
                        <a:gd name="connsiteX21" fmla="*/ 2281999 w 8950465"/>
                        <a:gd name="connsiteY21" fmla="*/ 3772067 h 5858728"/>
                        <a:gd name="connsiteX22" fmla="*/ 2285030 w 8950465"/>
                        <a:gd name="connsiteY22" fmla="*/ 3773354 h 5858728"/>
                        <a:gd name="connsiteX23" fmla="*/ 2283970 w 8950465"/>
                        <a:gd name="connsiteY23" fmla="*/ 3773482 h 5858728"/>
                        <a:gd name="connsiteX24" fmla="*/ 2293798 w 8950465"/>
                        <a:gd name="connsiteY24" fmla="*/ 3780164 h 5858728"/>
                        <a:gd name="connsiteX25" fmla="*/ 2404698 w 8950465"/>
                        <a:gd name="connsiteY25" fmla="*/ 4075583 h 5858728"/>
                        <a:gd name="connsiteX26" fmla="*/ 2116023 w 8950465"/>
                        <a:gd name="connsiteY26" fmla="*/ 3813339 h 5858728"/>
                        <a:gd name="connsiteX27" fmla="*/ 2079554 w 8950465"/>
                        <a:gd name="connsiteY27" fmla="*/ 3707627 h 5858728"/>
                        <a:gd name="connsiteX28" fmla="*/ 1718396 w 8950465"/>
                        <a:gd name="connsiteY28" fmla="*/ 4661938 h 5858728"/>
                        <a:gd name="connsiteX29" fmla="*/ 2210145 w 8950465"/>
                        <a:gd name="connsiteY29" fmla="*/ 5091104 h 5858728"/>
                        <a:gd name="connsiteX30" fmla="*/ 2692433 w 8950465"/>
                        <a:gd name="connsiteY30" fmla="*/ 4660009 h 5858728"/>
                        <a:gd name="connsiteX31" fmla="*/ 2341210 w 8950465"/>
                        <a:gd name="connsiteY31" fmla="*/ 3709127 h 5858728"/>
                        <a:gd name="connsiteX32" fmla="*/ 2507339 w 8950465"/>
                        <a:gd name="connsiteY32" fmla="*/ 3279357 h 5858728"/>
                        <a:gd name="connsiteX33" fmla="*/ 1903927 w 8950465"/>
                        <a:gd name="connsiteY33" fmla="*/ 3279929 h 5858728"/>
                        <a:gd name="connsiteX34" fmla="*/ 1866887 w 8950465"/>
                        <a:gd name="connsiteY34" fmla="*/ 3439228 h 5858728"/>
                        <a:gd name="connsiteX35" fmla="*/ 2145415 w 8950465"/>
                        <a:gd name="connsiteY35" fmla="*/ 3726569 h 5858728"/>
                        <a:gd name="connsiteX36" fmla="*/ 2257928 w 8950465"/>
                        <a:gd name="connsiteY36" fmla="*/ 3741824 h 5858728"/>
                        <a:gd name="connsiteX37" fmla="*/ 2562604 w 8950465"/>
                        <a:gd name="connsiteY37" fmla="*/ 3433968 h 5858728"/>
                        <a:gd name="connsiteX38" fmla="*/ 2507339 w 8950465"/>
                        <a:gd name="connsiteY38" fmla="*/ 3279357 h 5858728"/>
                        <a:gd name="connsiteX39" fmla="*/ 3436036 w 8950465"/>
                        <a:gd name="connsiteY39" fmla="*/ 3027962 h 5858728"/>
                        <a:gd name="connsiteX40" fmla="*/ 3359057 w 8950465"/>
                        <a:gd name="connsiteY40" fmla="*/ 2996318 h 5858728"/>
                        <a:gd name="connsiteX41" fmla="*/ 3004377 w 8950465"/>
                        <a:gd name="connsiteY41" fmla="*/ 2978709 h 5858728"/>
                        <a:gd name="connsiteX42" fmla="*/ 2588657 w 8950465"/>
                        <a:gd name="connsiteY42" fmla="*/ 3254338 h 5858728"/>
                        <a:gd name="connsiteX43" fmla="*/ 2408106 w 8950465"/>
                        <a:gd name="connsiteY43" fmla="*/ 3689332 h 5858728"/>
                        <a:gd name="connsiteX44" fmla="*/ 2772224 w 8950465"/>
                        <a:gd name="connsiteY44" fmla="*/ 4674898 h 5858728"/>
                        <a:gd name="connsiteX45" fmla="*/ 2209987 w 8950465"/>
                        <a:gd name="connsiteY45" fmla="*/ 5175921 h 5858728"/>
                        <a:gd name="connsiteX46" fmla="*/ 1639861 w 8950465"/>
                        <a:gd name="connsiteY46" fmla="*/ 4673723 h 5858728"/>
                        <a:gd name="connsiteX47" fmla="*/ 2018938 w 8950465"/>
                        <a:gd name="connsiteY47" fmla="*/ 3692376 h 5858728"/>
                        <a:gd name="connsiteX48" fmla="*/ 1830721 w 8950465"/>
                        <a:gd name="connsiteY48" fmla="*/ 3261869 h 5858728"/>
                        <a:gd name="connsiteX49" fmla="*/ 1420665 w 8950465"/>
                        <a:gd name="connsiteY49" fmla="*/ 2972526 h 5858728"/>
                        <a:gd name="connsiteX50" fmla="*/ 1057719 w 8950465"/>
                        <a:gd name="connsiteY50" fmla="*/ 2996354 h 5858728"/>
                        <a:gd name="connsiteX51" fmla="*/ 698925 w 8950465"/>
                        <a:gd name="connsiteY51" fmla="*/ 3478975 h 5858728"/>
                        <a:gd name="connsiteX52" fmla="*/ 690518 w 8950465"/>
                        <a:gd name="connsiteY52" fmla="*/ 5181466 h 5858728"/>
                        <a:gd name="connsiteX53" fmla="*/ 1253495 w 8950465"/>
                        <a:gd name="connsiteY53" fmla="*/ 5182572 h 5858728"/>
                        <a:gd name="connsiteX54" fmla="*/ 1255664 w 8950465"/>
                        <a:gd name="connsiteY54" fmla="*/ 3776157 h 5858728"/>
                        <a:gd name="connsiteX55" fmla="*/ 1401633 w 8950465"/>
                        <a:gd name="connsiteY55" fmla="*/ 3751556 h 5858728"/>
                        <a:gd name="connsiteX56" fmla="*/ 1398185 w 8950465"/>
                        <a:gd name="connsiteY56" fmla="*/ 5180612 h 5858728"/>
                        <a:gd name="connsiteX57" fmla="*/ 3015635 w 8950465"/>
                        <a:gd name="connsiteY57" fmla="*/ 5181867 h 5858728"/>
                        <a:gd name="connsiteX58" fmla="*/ 3022029 w 8950465"/>
                        <a:gd name="connsiteY58" fmla="*/ 3751912 h 5858728"/>
                        <a:gd name="connsiteX59" fmla="*/ 3158721 w 8950465"/>
                        <a:gd name="connsiteY59" fmla="*/ 3741510 h 5858728"/>
                        <a:gd name="connsiteX60" fmla="*/ 3147106 w 8950465"/>
                        <a:gd name="connsiteY60" fmla="*/ 5183179 h 5858728"/>
                        <a:gd name="connsiteX61" fmla="*/ 3711517 w 8950465"/>
                        <a:gd name="connsiteY61" fmla="*/ 5182347 h 5858728"/>
                        <a:gd name="connsiteX62" fmla="*/ 3716758 w 8950465"/>
                        <a:gd name="connsiteY62" fmla="*/ 3478402 h 5858728"/>
                        <a:gd name="connsiteX63" fmla="*/ 3436036 w 8950465"/>
                        <a:gd name="connsiteY63" fmla="*/ 3027962 h 5858728"/>
                        <a:gd name="connsiteX64" fmla="*/ 3162061 w 8950465"/>
                        <a:gd name="connsiteY64" fmla="*/ 1889907 h 5858728"/>
                        <a:gd name="connsiteX65" fmla="*/ 2228357 w 8950465"/>
                        <a:gd name="connsiteY65" fmla="*/ 1725263 h 5858728"/>
                        <a:gd name="connsiteX66" fmla="*/ 2325664 w 8950465"/>
                        <a:gd name="connsiteY66" fmla="*/ 1923326 h 5858728"/>
                        <a:gd name="connsiteX67" fmla="*/ 1214076 w 8950465"/>
                        <a:gd name="connsiteY67" fmla="*/ 2040152 h 5858728"/>
                        <a:gd name="connsiteX68" fmla="*/ 2296889 w 8950465"/>
                        <a:gd name="connsiteY68" fmla="*/ 3250645 h 5858728"/>
                        <a:gd name="connsiteX69" fmla="*/ 3162061 w 8950465"/>
                        <a:gd name="connsiteY69" fmla="*/ 1889907 h 5858728"/>
                        <a:gd name="connsiteX70" fmla="*/ 2742770 w 8950465"/>
                        <a:gd name="connsiteY70" fmla="*/ 1393444 h 5858728"/>
                        <a:gd name="connsiteX71" fmla="*/ 1908669 w 8950465"/>
                        <a:gd name="connsiteY71" fmla="*/ 1285665 h 5858728"/>
                        <a:gd name="connsiteX72" fmla="*/ 1247426 w 8950465"/>
                        <a:gd name="connsiteY72" fmla="*/ 1956867 h 5858728"/>
                        <a:gd name="connsiteX73" fmla="*/ 2215350 w 8950465"/>
                        <a:gd name="connsiteY73" fmla="*/ 1843866 h 5858728"/>
                        <a:gd name="connsiteX74" fmla="*/ 2131483 w 8950465"/>
                        <a:gd name="connsiteY74" fmla="*/ 1659192 h 5858728"/>
                        <a:gd name="connsiteX75" fmla="*/ 3130631 w 8950465"/>
                        <a:gd name="connsiteY75" fmla="*/ 1825795 h 5858728"/>
                        <a:gd name="connsiteX76" fmla="*/ 2742770 w 8950465"/>
                        <a:gd name="connsiteY76" fmla="*/ 1393444 h 5858728"/>
                        <a:gd name="connsiteX77" fmla="*/ 8175767 w 8950465"/>
                        <a:gd name="connsiteY77" fmla="*/ 4451277 h 5858728"/>
                        <a:gd name="connsiteX78" fmla="*/ 8133086 w 8950465"/>
                        <a:gd name="connsiteY78" fmla="*/ 4442632 h 5858728"/>
                        <a:gd name="connsiteX79" fmla="*/ 4607970 w 8950465"/>
                        <a:gd name="connsiteY79" fmla="*/ 4440312 h 5858728"/>
                        <a:gd name="connsiteX80" fmla="*/ 4498232 w 8950465"/>
                        <a:gd name="connsiteY80" fmla="*/ 4549907 h 5858728"/>
                        <a:gd name="connsiteX81" fmla="*/ 4498172 w 8950465"/>
                        <a:gd name="connsiteY81" fmla="*/ 4641332 h 5858728"/>
                        <a:gd name="connsiteX82" fmla="*/ 4607766 w 8950465"/>
                        <a:gd name="connsiteY82" fmla="*/ 4751069 h 5858728"/>
                        <a:gd name="connsiteX83" fmla="*/ 8132881 w 8950465"/>
                        <a:gd name="connsiteY83" fmla="*/ 4753388 h 5858728"/>
                        <a:gd name="connsiteX84" fmla="*/ 8242619 w 8950465"/>
                        <a:gd name="connsiteY84" fmla="*/ 4643794 h 5858728"/>
                        <a:gd name="connsiteX85" fmla="*/ 8242679 w 8950465"/>
                        <a:gd name="connsiteY85" fmla="*/ 4552369 h 5858728"/>
                        <a:gd name="connsiteX86" fmla="*/ 8175767 w 8950465"/>
                        <a:gd name="connsiteY86" fmla="*/ 4451277 h 5858728"/>
                        <a:gd name="connsiteX87" fmla="*/ 8173334 w 8950465"/>
                        <a:gd name="connsiteY87" fmla="*/ 3694350 h 5858728"/>
                        <a:gd name="connsiteX88" fmla="*/ 8130652 w 8950465"/>
                        <a:gd name="connsiteY88" fmla="*/ 3685704 h 5858728"/>
                        <a:gd name="connsiteX89" fmla="*/ 4605538 w 8950465"/>
                        <a:gd name="connsiteY89" fmla="*/ 3683387 h 5858728"/>
                        <a:gd name="connsiteX90" fmla="*/ 4495800 w 8950465"/>
                        <a:gd name="connsiteY90" fmla="*/ 3792981 h 5858728"/>
                        <a:gd name="connsiteX91" fmla="*/ 4495740 w 8950465"/>
                        <a:gd name="connsiteY91" fmla="*/ 3884406 h 5858728"/>
                        <a:gd name="connsiteX92" fmla="*/ 4605333 w 8950465"/>
                        <a:gd name="connsiteY92" fmla="*/ 3994144 h 5858728"/>
                        <a:gd name="connsiteX93" fmla="*/ 8130448 w 8950465"/>
                        <a:gd name="connsiteY93" fmla="*/ 3996461 h 5858728"/>
                        <a:gd name="connsiteX94" fmla="*/ 8240186 w 8950465"/>
                        <a:gd name="connsiteY94" fmla="*/ 3886867 h 5858728"/>
                        <a:gd name="connsiteX95" fmla="*/ 8240246 w 8950465"/>
                        <a:gd name="connsiteY95" fmla="*/ 3795443 h 5858728"/>
                        <a:gd name="connsiteX96" fmla="*/ 8173334 w 8950465"/>
                        <a:gd name="connsiteY96" fmla="*/ 3694350 h 5858728"/>
                        <a:gd name="connsiteX97" fmla="*/ 8177855 w 8950465"/>
                        <a:gd name="connsiteY97" fmla="*/ 2963452 h 5858728"/>
                        <a:gd name="connsiteX98" fmla="*/ 8135174 w 8950465"/>
                        <a:gd name="connsiteY98" fmla="*/ 2954806 h 5858728"/>
                        <a:gd name="connsiteX99" fmla="*/ 4610059 w 8950465"/>
                        <a:gd name="connsiteY99" fmla="*/ 2952488 h 5858728"/>
                        <a:gd name="connsiteX100" fmla="*/ 4500321 w 8950465"/>
                        <a:gd name="connsiteY100" fmla="*/ 3062082 h 5858728"/>
                        <a:gd name="connsiteX101" fmla="*/ 4500261 w 8950465"/>
                        <a:gd name="connsiteY101" fmla="*/ 3153507 h 5858728"/>
                        <a:gd name="connsiteX102" fmla="*/ 4609855 w 8950465"/>
                        <a:gd name="connsiteY102" fmla="*/ 3263245 h 5858728"/>
                        <a:gd name="connsiteX103" fmla="*/ 8134969 w 8950465"/>
                        <a:gd name="connsiteY103" fmla="*/ 3265563 h 5858728"/>
                        <a:gd name="connsiteX104" fmla="*/ 8244707 w 8950465"/>
                        <a:gd name="connsiteY104" fmla="*/ 3155969 h 5858728"/>
                        <a:gd name="connsiteX105" fmla="*/ 8244768 w 8950465"/>
                        <a:gd name="connsiteY105" fmla="*/ 3064544 h 5858728"/>
                        <a:gd name="connsiteX106" fmla="*/ 8177855 w 8950465"/>
                        <a:gd name="connsiteY106" fmla="*/ 2963452 h 5858728"/>
                        <a:gd name="connsiteX107" fmla="*/ 8170954 w 8950465"/>
                        <a:gd name="connsiteY107" fmla="*/ 2233284 h 5858728"/>
                        <a:gd name="connsiteX108" fmla="*/ 8128273 w 8950465"/>
                        <a:gd name="connsiteY108" fmla="*/ 2224637 h 5858728"/>
                        <a:gd name="connsiteX109" fmla="*/ 4603159 w 8950465"/>
                        <a:gd name="connsiteY109" fmla="*/ 2222320 h 5858728"/>
                        <a:gd name="connsiteX110" fmla="*/ 4493420 w 8950465"/>
                        <a:gd name="connsiteY110" fmla="*/ 2331915 h 5858728"/>
                        <a:gd name="connsiteX111" fmla="*/ 4493360 w 8950465"/>
                        <a:gd name="connsiteY111" fmla="*/ 2423339 h 5858728"/>
                        <a:gd name="connsiteX112" fmla="*/ 4602954 w 8950465"/>
                        <a:gd name="connsiteY112" fmla="*/ 2533077 h 5858728"/>
                        <a:gd name="connsiteX113" fmla="*/ 8128069 w 8950465"/>
                        <a:gd name="connsiteY113" fmla="*/ 2535394 h 5858728"/>
                        <a:gd name="connsiteX114" fmla="*/ 8237807 w 8950465"/>
                        <a:gd name="connsiteY114" fmla="*/ 2425800 h 5858728"/>
                        <a:gd name="connsiteX115" fmla="*/ 8237867 w 8950465"/>
                        <a:gd name="connsiteY115" fmla="*/ 2334375 h 5858728"/>
                        <a:gd name="connsiteX116" fmla="*/ 8170954 w 8950465"/>
                        <a:gd name="connsiteY116" fmla="*/ 2233284 h 5858728"/>
                        <a:gd name="connsiteX117" fmla="*/ 8474850 w 8950465"/>
                        <a:gd name="connsiteY117" fmla="*/ 109688 h 5858728"/>
                        <a:gd name="connsiteX118" fmla="*/ 8925187 w 8950465"/>
                        <a:gd name="connsiteY118" fmla="*/ 909019 h 5858728"/>
                        <a:gd name="connsiteX119" fmla="*/ 8950465 w 8950465"/>
                        <a:gd name="connsiteY119" fmla="*/ 4949923 h 5858728"/>
                        <a:gd name="connsiteX120" fmla="*/ 8066284 w 8950465"/>
                        <a:gd name="connsiteY120" fmla="*/ 5782665 h 5858728"/>
                        <a:gd name="connsiteX121" fmla="*/ 934091 w 8950465"/>
                        <a:gd name="connsiteY121" fmla="*/ 5858728 h 5858728"/>
                        <a:gd name="connsiteX122" fmla="*/ 50563 w 8950465"/>
                        <a:gd name="connsiteY122" fmla="*/ 4949707 h 5858728"/>
                        <a:gd name="connsiteX123" fmla="*/ -2 w 8950465"/>
                        <a:gd name="connsiteY123" fmla="*/ 909018 h 5858728"/>
                        <a:gd name="connsiteX124" fmla="*/ 934091 w 8950465"/>
                        <a:gd name="connsiteY124" fmla="*/ 0 h 5858728"/>
                        <a:gd name="connsiteX125" fmla="*/ 2033885 w 8950465"/>
                        <a:gd name="connsiteY125" fmla="*/ 0 h 5858728"/>
                        <a:gd name="connsiteX126" fmla="*/ 2033885 w 8950465"/>
                        <a:gd name="connsiteY126" fmla="*/ 498540 h 5858728"/>
                        <a:gd name="connsiteX127" fmla="*/ 2645805 w 8950465"/>
                        <a:gd name="connsiteY127" fmla="*/ 1110460 h 5858728"/>
                        <a:gd name="connsiteX128" fmla="*/ 6322068 w 8950465"/>
                        <a:gd name="connsiteY128" fmla="*/ 1085186 h 5858728"/>
                        <a:gd name="connsiteX129" fmla="*/ 6934194 w 8950465"/>
                        <a:gd name="connsiteY129" fmla="*/ 498540 h 5858728"/>
                        <a:gd name="connsiteX130" fmla="*/ 6934194 w 8950465"/>
                        <a:gd name="connsiteY130" fmla="*/ 0 h 5858728"/>
                        <a:gd name="connsiteX131" fmla="*/ 8041659 w 8950465"/>
                        <a:gd name="connsiteY131" fmla="*/ 0 h 5858728"/>
                        <a:gd name="connsiteX132" fmla="*/ 8474850 w 8950465"/>
                        <a:gd name="connsiteY132" fmla="*/ 109688 h 585872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  <a:cxn ang="0">
                          <a:pos x="connsiteX103" y="connsiteY103"/>
                        </a:cxn>
                        <a:cxn ang="0">
                          <a:pos x="connsiteX104" y="connsiteY104"/>
                        </a:cxn>
                        <a:cxn ang="0">
                          <a:pos x="connsiteX105" y="connsiteY105"/>
                        </a:cxn>
                        <a:cxn ang="0">
                          <a:pos x="connsiteX106" y="connsiteY106"/>
                        </a:cxn>
                        <a:cxn ang="0">
                          <a:pos x="connsiteX107" y="connsiteY107"/>
                        </a:cxn>
                        <a:cxn ang="0">
                          <a:pos x="connsiteX108" y="connsiteY108"/>
                        </a:cxn>
                        <a:cxn ang="0">
                          <a:pos x="connsiteX109" y="connsiteY109"/>
                        </a:cxn>
                        <a:cxn ang="0">
                          <a:pos x="connsiteX110" y="connsiteY110"/>
                        </a:cxn>
                        <a:cxn ang="0">
                          <a:pos x="connsiteX111" y="connsiteY111"/>
                        </a:cxn>
                        <a:cxn ang="0">
                          <a:pos x="connsiteX112" y="connsiteY112"/>
                        </a:cxn>
                        <a:cxn ang="0">
                          <a:pos x="connsiteX113" y="connsiteY113"/>
                        </a:cxn>
                        <a:cxn ang="0">
                          <a:pos x="connsiteX114" y="connsiteY114"/>
                        </a:cxn>
                        <a:cxn ang="0">
                          <a:pos x="connsiteX115" y="connsiteY115"/>
                        </a:cxn>
                        <a:cxn ang="0">
                          <a:pos x="connsiteX116" y="connsiteY116"/>
                        </a:cxn>
                        <a:cxn ang="0">
                          <a:pos x="connsiteX117" y="connsiteY117"/>
                        </a:cxn>
                        <a:cxn ang="0">
                          <a:pos x="connsiteX118" y="connsiteY118"/>
                        </a:cxn>
                        <a:cxn ang="0">
                          <a:pos x="connsiteX119" y="connsiteY119"/>
                        </a:cxn>
                        <a:cxn ang="0">
                          <a:pos x="connsiteX120" y="connsiteY120"/>
                        </a:cxn>
                        <a:cxn ang="0">
                          <a:pos x="connsiteX121" y="connsiteY121"/>
                        </a:cxn>
                        <a:cxn ang="0">
                          <a:pos x="connsiteX122" y="connsiteY122"/>
                        </a:cxn>
                        <a:cxn ang="0">
                          <a:pos x="connsiteX123" y="connsiteY123"/>
                        </a:cxn>
                        <a:cxn ang="0">
                          <a:pos x="connsiteX124" y="connsiteY124"/>
                        </a:cxn>
                        <a:cxn ang="0">
                          <a:pos x="connsiteX125" y="connsiteY125"/>
                        </a:cxn>
                        <a:cxn ang="0">
                          <a:pos x="connsiteX126" y="connsiteY126"/>
                        </a:cxn>
                        <a:cxn ang="0">
                          <a:pos x="connsiteX127" y="connsiteY127"/>
                        </a:cxn>
                        <a:cxn ang="0">
                          <a:pos x="connsiteX128" y="connsiteY128"/>
                        </a:cxn>
                        <a:cxn ang="0">
                          <a:pos x="connsiteX129" y="connsiteY129"/>
                        </a:cxn>
                        <a:cxn ang="0">
                          <a:pos x="connsiteX130" y="connsiteY130"/>
                        </a:cxn>
                        <a:cxn ang="0">
                          <a:pos x="connsiteX131" y="connsiteY131"/>
                        </a:cxn>
                        <a:cxn ang="0">
                          <a:pos x="connsiteX132" y="connsiteY132"/>
                        </a:cxn>
                      </a:cxnLst>
                      <a:rect l="l" t="t" r="r" b="b"/>
                      <a:pathLst>
                        <a:path w="8950465" h="5858728">
                          <a:moveTo>
                            <a:pt x="1875541" y="4432622"/>
                          </a:moveTo>
                          <a:lnTo>
                            <a:pt x="2379876" y="4887349"/>
                          </a:lnTo>
                          <a:lnTo>
                            <a:pt x="2260469" y="4987528"/>
                          </a:lnTo>
                          <a:lnTo>
                            <a:pt x="1824034" y="4589127"/>
                          </a:lnTo>
                          <a:lnTo>
                            <a:pt x="1875541" y="4432622"/>
                          </a:lnTo>
                          <a:close/>
                          <a:moveTo>
                            <a:pt x="1972968" y="4178550"/>
                          </a:moveTo>
                          <a:lnTo>
                            <a:pt x="2574344" y="4709227"/>
                          </a:lnTo>
                          <a:lnTo>
                            <a:pt x="2460881" y="4809499"/>
                          </a:lnTo>
                          <a:lnTo>
                            <a:pt x="1922858" y="4327451"/>
                          </a:lnTo>
                          <a:lnTo>
                            <a:pt x="1972968" y="4178550"/>
                          </a:lnTo>
                          <a:close/>
                          <a:moveTo>
                            <a:pt x="2071518" y="3925127"/>
                          </a:moveTo>
                          <a:lnTo>
                            <a:pt x="2483238" y="4293656"/>
                          </a:lnTo>
                          <a:lnTo>
                            <a:pt x="2593566" y="4587809"/>
                          </a:lnTo>
                          <a:lnTo>
                            <a:pt x="2014490" y="4073026"/>
                          </a:lnTo>
                          <a:lnTo>
                            <a:pt x="2071518" y="3925127"/>
                          </a:lnTo>
                          <a:close/>
                          <a:moveTo>
                            <a:pt x="2285202" y="3773334"/>
                          </a:moveTo>
                          <a:cubicBezTo>
                            <a:pt x="2286146" y="3773697"/>
                            <a:pt x="2286969" y="3774138"/>
                            <a:pt x="2285705" y="3773641"/>
                          </a:cubicBezTo>
                          <a:lnTo>
                            <a:pt x="2285030" y="3773354"/>
                          </a:lnTo>
                          <a:lnTo>
                            <a:pt x="2285202" y="3773334"/>
                          </a:lnTo>
                          <a:close/>
                          <a:moveTo>
                            <a:pt x="2341210" y="3709127"/>
                          </a:moveTo>
                          <a:cubicBezTo>
                            <a:pt x="2309144" y="3729831"/>
                            <a:pt x="2296412" y="3748220"/>
                            <a:pt x="2273690" y="3768327"/>
                          </a:cubicBezTo>
                          <a:lnTo>
                            <a:pt x="2281999" y="3772067"/>
                          </a:lnTo>
                          <a:lnTo>
                            <a:pt x="2285030" y="3773354"/>
                          </a:lnTo>
                          <a:lnTo>
                            <a:pt x="2283970" y="3773482"/>
                          </a:lnTo>
                          <a:cubicBezTo>
                            <a:pt x="2284747" y="3774283"/>
                            <a:pt x="2287368" y="3776173"/>
                            <a:pt x="2293798" y="3780164"/>
                          </a:cubicBezTo>
                          <a:cubicBezTo>
                            <a:pt x="2315633" y="3831373"/>
                            <a:pt x="2376893" y="3997356"/>
                            <a:pt x="2404698" y="4075583"/>
                          </a:cubicBezTo>
                          <a:cubicBezTo>
                            <a:pt x="2384498" y="4059608"/>
                            <a:pt x="2139642" y="3832021"/>
                            <a:pt x="2116023" y="3813339"/>
                          </a:cubicBezTo>
                          <a:cubicBezTo>
                            <a:pt x="2152533" y="3744961"/>
                            <a:pt x="2098225" y="3708048"/>
                            <a:pt x="2079554" y="3707627"/>
                          </a:cubicBezTo>
                          <a:lnTo>
                            <a:pt x="1718396" y="4661938"/>
                          </a:lnTo>
                          <a:lnTo>
                            <a:pt x="2210145" y="5091104"/>
                          </a:lnTo>
                          <a:cubicBezTo>
                            <a:pt x="2351468" y="4967940"/>
                            <a:pt x="2565781" y="4773499"/>
                            <a:pt x="2692433" y="4660009"/>
                          </a:cubicBezTo>
                          <a:lnTo>
                            <a:pt x="2341210" y="3709127"/>
                          </a:lnTo>
                          <a:close/>
                          <a:moveTo>
                            <a:pt x="2507339" y="3279357"/>
                          </a:moveTo>
                          <a:cubicBezTo>
                            <a:pt x="2277144" y="3344723"/>
                            <a:pt x="2039075" y="3319244"/>
                            <a:pt x="1903927" y="3279929"/>
                          </a:cubicBezTo>
                          <a:cubicBezTo>
                            <a:pt x="1858911" y="3329835"/>
                            <a:pt x="1821057" y="3397198"/>
                            <a:pt x="1866887" y="3439228"/>
                          </a:cubicBezTo>
                          <a:cubicBezTo>
                            <a:pt x="1966649" y="3552113"/>
                            <a:pt x="2075984" y="3652052"/>
                            <a:pt x="2145415" y="3726569"/>
                          </a:cubicBezTo>
                          <a:cubicBezTo>
                            <a:pt x="2171277" y="3755906"/>
                            <a:pt x="2229536" y="3754172"/>
                            <a:pt x="2257928" y="3741824"/>
                          </a:cubicBezTo>
                          <a:lnTo>
                            <a:pt x="2562604" y="3433968"/>
                          </a:lnTo>
                          <a:cubicBezTo>
                            <a:pt x="2600291" y="3381263"/>
                            <a:pt x="2562873" y="3312617"/>
                            <a:pt x="2507339" y="3279357"/>
                          </a:cubicBezTo>
                          <a:close/>
                          <a:moveTo>
                            <a:pt x="3436036" y="3027962"/>
                          </a:moveTo>
                          <a:cubicBezTo>
                            <a:pt x="3411546" y="3015141"/>
                            <a:pt x="3385834" y="3004463"/>
                            <a:pt x="3359057" y="2996318"/>
                          </a:cubicBezTo>
                          <a:cubicBezTo>
                            <a:pt x="3239002" y="2990337"/>
                            <a:pt x="3129021" y="2981664"/>
                            <a:pt x="3004377" y="2978709"/>
                          </a:cubicBezTo>
                          <a:cubicBezTo>
                            <a:pt x="2926429" y="3061294"/>
                            <a:pt x="2707838" y="3225187"/>
                            <a:pt x="2588657" y="3254338"/>
                          </a:cubicBezTo>
                          <a:cubicBezTo>
                            <a:pt x="2748825" y="3426330"/>
                            <a:pt x="2496217" y="3577043"/>
                            <a:pt x="2408106" y="3689332"/>
                          </a:cubicBezTo>
                          <a:cubicBezTo>
                            <a:pt x="2438012" y="3792264"/>
                            <a:pt x="2732876" y="4570292"/>
                            <a:pt x="2772224" y="4674898"/>
                          </a:cubicBezTo>
                          <a:lnTo>
                            <a:pt x="2209987" y="5175921"/>
                          </a:lnTo>
                          <a:lnTo>
                            <a:pt x="1639861" y="4673723"/>
                          </a:lnTo>
                          <a:cubicBezTo>
                            <a:pt x="1700615" y="4485048"/>
                            <a:pt x="1968111" y="3826714"/>
                            <a:pt x="2018938" y="3692376"/>
                          </a:cubicBezTo>
                          <a:cubicBezTo>
                            <a:pt x="1961132" y="3595410"/>
                            <a:pt x="1676989" y="3439044"/>
                            <a:pt x="1830721" y="3261869"/>
                          </a:cubicBezTo>
                          <a:cubicBezTo>
                            <a:pt x="1662162" y="3201521"/>
                            <a:pt x="1474589" y="3040202"/>
                            <a:pt x="1420665" y="2972526"/>
                          </a:cubicBezTo>
                          <a:cubicBezTo>
                            <a:pt x="1338115" y="2979780"/>
                            <a:pt x="1169254" y="2978661"/>
                            <a:pt x="1057719" y="2996354"/>
                          </a:cubicBezTo>
                          <a:cubicBezTo>
                            <a:pt x="859495" y="3041199"/>
                            <a:pt x="686558" y="3280123"/>
                            <a:pt x="698925" y="3478975"/>
                          </a:cubicBezTo>
                          <a:cubicBezTo>
                            <a:pt x="679622" y="3568623"/>
                            <a:pt x="695012" y="5034224"/>
                            <a:pt x="690518" y="5181466"/>
                          </a:cubicBezTo>
                          <a:lnTo>
                            <a:pt x="1253495" y="5182572"/>
                          </a:lnTo>
                          <a:cubicBezTo>
                            <a:pt x="1270074" y="5067522"/>
                            <a:pt x="1261450" y="3904895"/>
                            <a:pt x="1255664" y="3776157"/>
                          </a:cubicBezTo>
                          <a:cubicBezTo>
                            <a:pt x="1269176" y="3683778"/>
                            <a:pt x="1376162" y="3680532"/>
                            <a:pt x="1401633" y="3751556"/>
                          </a:cubicBezTo>
                          <a:cubicBezTo>
                            <a:pt x="1398442" y="3857484"/>
                            <a:pt x="1412019" y="4832836"/>
                            <a:pt x="1398185" y="5180612"/>
                          </a:cubicBezTo>
                          <a:cubicBezTo>
                            <a:pt x="1601137" y="5183934"/>
                            <a:pt x="2733100" y="5192616"/>
                            <a:pt x="3015635" y="5181867"/>
                          </a:cubicBezTo>
                          <a:cubicBezTo>
                            <a:pt x="3030451" y="5046597"/>
                            <a:pt x="3008715" y="3978663"/>
                            <a:pt x="3022029" y="3751912"/>
                          </a:cubicBezTo>
                          <a:cubicBezTo>
                            <a:pt x="3028817" y="3708282"/>
                            <a:pt x="3095878" y="3677879"/>
                            <a:pt x="3158721" y="3741510"/>
                          </a:cubicBezTo>
                          <a:cubicBezTo>
                            <a:pt x="3154849" y="4222066"/>
                            <a:pt x="3150978" y="4702623"/>
                            <a:pt x="3147106" y="5183179"/>
                          </a:cubicBezTo>
                          <a:lnTo>
                            <a:pt x="3711517" y="5182347"/>
                          </a:lnTo>
                          <a:lnTo>
                            <a:pt x="3716758" y="3478402"/>
                          </a:lnTo>
                          <a:cubicBezTo>
                            <a:pt x="3718984" y="3312466"/>
                            <a:pt x="3607462" y="3117709"/>
                            <a:pt x="3436036" y="3027962"/>
                          </a:cubicBezTo>
                          <a:close/>
                          <a:moveTo>
                            <a:pt x="3162061" y="1889907"/>
                          </a:moveTo>
                          <a:cubicBezTo>
                            <a:pt x="2850827" y="1835026"/>
                            <a:pt x="2554263" y="1770471"/>
                            <a:pt x="2228357" y="1725263"/>
                          </a:cubicBezTo>
                          <a:lnTo>
                            <a:pt x="2325664" y="1923326"/>
                          </a:lnTo>
                          <a:cubicBezTo>
                            <a:pt x="1992671" y="1865952"/>
                            <a:pt x="1450868" y="1942036"/>
                            <a:pt x="1214076" y="2040152"/>
                          </a:cubicBezTo>
                          <a:cubicBezTo>
                            <a:pt x="1113169" y="2685000"/>
                            <a:pt x="1572645" y="3263497"/>
                            <a:pt x="2296889" y="3250645"/>
                          </a:cubicBezTo>
                          <a:cubicBezTo>
                            <a:pt x="2914116" y="3222746"/>
                            <a:pt x="3400026" y="2534861"/>
                            <a:pt x="3162061" y="1889907"/>
                          </a:cubicBezTo>
                          <a:close/>
                          <a:moveTo>
                            <a:pt x="2742770" y="1393444"/>
                          </a:moveTo>
                          <a:cubicBezTo>
                            <a:pt x="2477789" y="1231192"/>
                            <a:pt x="2156349" y="1197503"/>
                            <a:pt x="1908669" y="1285665"/>
                          </a:cubicBezTo>
                          <a:cubicBezTo>
                            <a:pt x="1535665" y="1419151"/>
                            <a:pt x="1339560" y="1654924"/>
                            <a:pt x="1247426" y="1956867"/>
                          </a:cubicBezTo>
                          <a:cubicBezTo>
                            <a:pt x="1388058" y="1926935"/>
                            <a:pt x="1728035" y="1803462"/>
                            <a:pt x="2215350" y="1843866"/>
                          </a:cubicBezTo>
                          <a:cubicBezTo>
                            <a:pt x="2183815" y="1783264"/>
                            <a:pt x="2160750" y="1718482"/>
                            <a:pt x="2131483" y="1659192"/>
                          </a:cubicBezTo>
                          <a:cubicBezTo>
                            <a:pt x="2464533" y="1714727"/>
                            <a:pt x="2546582" y="1670520"/>
                            <a:pt x="3130631" y="1825795"/>
                          </a:cubicBezTo>
                          <a:cubicBezTo>
                            <a:pt x="3040421" y="1634429"/>
                            <a:pt x="2901758" y="1490795"/>
                            <a:pt x="2742770" y="1393444"/>
                          </a:cubicBezTo>
                          <a:close/>
                          <a:moveTo>
                            <a:pt x="8175767" y="4451277"/>
                          </a:moveTo>
                          <a:cubicBezTo>
                            <a:pt x="8162649" y="4445719"/>
                            <a:pt x="8148226" y="4442641"/>
                            <a:pt x="8133086" y="4442632"/>
                          </a:cubicBezTo>
                          <a:lnTo>
                            <a:pt x="4607970" y="4440312"/>
                          </a:lnTo>
                          <a:cubicBezTo>
                            <a:pt x="4547403" y="4440272"/>
                            <a:pt x="4498272" y="4489339"/>
                            <a:pt x="4498232" y="4549907"/>
                          </a:cubicBezTo>
                          <a:lnTo>
                            <a:pt x="4498172" y="4641332"/>
                          </a:lnTo>
                          <a:cubicBezTo>
                            <a:pt x="4498132" y="4701898"/>
                            <a:pt x="4547199" y="4751031"/>
                            <a:pt x="4607766" y="4751069"/>
                          </a:cubicBezTo>
                          <a:lnTo>
                            <a:pt x="8132881" y="4753388"/>
                          </a:lnTo>
                          <a:cubicBezTo>
                            <a:pt x="8193448" y="4753428"/>
                            <a:pt x="8242579" y="4704361"/>
                            <a:pt x="8242619" y="4643794"/>
                          </a:cubicBezTo>
                          <a:lnTo>
                            <a:pt x="8242679" y="4552369"/>
                          </a:lnTo>
                          <a:cubicBezTo>
                            <a:pt x="8242709" y="4506944"/>
                            <a:pt x="8215116" y="4467952"/>
                            <a:pt x="8175767" y="4451277"/>
                          </a:cubicBezTo>
                          <a:close/>
                          <a:moveTo>
                            <a:pt x="8173334" y="3694350"/>
                          </a:moveTo>
                          <a:cubicBezTo>
                            <a:pt x="8160217" y="3688793"/>
                            <a:pt x="8145794" y="3685714"/>
                            <a:pt x="8130652" y="3685704"/>
                          </a:cubicBezTo>
                          <a:lnTo>
                            <a:pt x="4605538" y="3683387"/>
                          </a:lnTo>
                          <a:cubicBezTo>
                            <a:pt x="4544971" y="3683347"/>
                            <a:pt x="4495840" y="3732414"/>
                            <a:pt x="4495800" y="3792981"/>
                          </a:cubicBezTo>
                          <a:lnTo>
                            <a:pt x="4495740" y="3884406"/>
                          </a:lnTo>
                          <a:cubicBezTo>
                            <a:pt x="4495700" y="3944973"/>
                            <a:pt x="4544766" y="3994104"/>
                            <a:pt x="4605333" y="3994144"/>
                          </a:cubicBezTo>
                          <a:lnTo>
                            <a:pt x="8130448" y="3996461"/>
                          </a:lnTo>
                          <a:cubicBezTo>
                            <a:pt x="8191015" y="3996501"/>
                            <a:pt x="8240146" y="3947434"/>
                            <a:pt x="8240186" y="3886867"/>
                          </a:cubicBezTo>
                          <a:cubicBezTo>
                            <a:pt x="8240206" y="3856392"/>
                            <a:pt x="8240226" y="3825918"/>
                            <a:pt x="8240246" y="3795443"/>
                          </a:cubicBezTo>
                          <a:cubicBezTo>
                            <a:pt x="8240276" y="3750017"/>
                            <a:pt x="8212684" y="3711024"/>
                            <a:pt x="8173334" y="3694350"/>
                          </a:cubicBezTo>
                          <a:close/>
                          <a:moveTo>
                            <a:pt x="8177855" y="2963452"/>
                          </a:moveTo>
                          <a:cubicBezTo>
                            <a:pt x="8164738" y="2957894"/>
                            <a:pt x="8150315" y="2954816"/>
                            <a:pt x="8135174" y="2954806"/>
                          </a:cubicBezTo>
                          <a:lnTo>
                            <a:pt x="4610059" y="2952488"/>
                          </a:lnTo>
                          <a:cubicBezTo>
                            <a:pt x="4549492" y="2952449"/>
                            <a:pt x="4500361" y="3001515"/>
                            <a:pt x="4500321" y="3062082"/>
                          </a:cubicBezTo>
                          <a:lnTo>
                            <a:pt x="4500261" y="3153507"/>
                          </a:lnTo>
                          <a:cubicBezTo>
                            <a:pt x="4500221" y="3214074"/>
                            <a:pt x="4549288" y="3263206"/>
                            <a:pt x="4609855" y="3263245"/>
                          </a:cubicBezTo>
                          <a:lnTo>
                            <a:pt x="8134969" y="3265563"/>
                          </a:lnTo>
                          <a:cubicBezTo>
                            <a:pt x="8195536" y="3265603"/>
                            <a:pt x="8244668" y="3216536"/>
                            <a:pt x="8244707" y="3155969"/>
                          </a:cubicBezTo>
                          <a:cubicBezTo>
                            <a:pt x="8244727" y="3125494"/>
                            <a:pt x="8244748" y="3095019"/>
                            <a:pt x="8244768" y="3064544"/>
                          </a:cubicBezTo>
                          <a:cubicBezTo>
                            <a:pt x="8244797" y="3019119"/>
                            <a:pt x="8217205" y="2980126"/>
                            <a:pt x="8177855" y="2963452"/>
                          </a:cubicBezTo>
                          <a:close/>
                          <a:moveTo>
                            <a:pt x="8170954" y="2233284"/>
                          </a:moveTo>
                          <a:cubicBezTo>
                            <a:pt x="8157838" y="2227726"/>
                            <a:pt x="8143415" y="2224647"/>
                            <a:pt x="8128273" y="2224637"/>
                          </a:cubicBezTo>
                          <a:lnTo>
                            <a:pt x="4603159" y="2222320"/>
                          </a:lnTo>
                          <a:cubicBezTo>
                            <a:pt x="4542591" y="2222280"/>
                            <a:pt x="4493460" y="2271347"/>
                            <a:pt x="4493420" y="2331915"/>
                          </a:cubicBezTo>
                          <a:cubicBezTo>
                            <a:pt x="4493400" y="2362390"/>
                            <a:pt x="4493380" y="2392864"/>
                            <a:pt x="4493360" y="2423339"/>
                          </a:cubicBezTo>
                          <a:cubicBezTo>
                            <a:pt x="4493320" y="2483906"/>
                            <a:pt x="4542387" y="2533037"/>
                            <a:pt x="4602954" y="2533077"/>
                          </a:cubicBezTo>
                          <a:lnTo>
                            <a:pt x="8128069" y="2535394"/>
                          </a:lnTo>
                          <a:cubicBezTo>
                            <a:pt x="8188635" y="2535434"/>
                            <a:pt x="8237767" y="2486367"/>
                            <a:pt x="8237807" y="2425800"/>
                          </a:cubicBezTo>
                          <a:lnTo>
                            <a:pt x="8237867" y="2334375"/>
                          </a:lnTo>
                          <a:cubicBezTo>
                            <a:pt x="8237897" y="2288950"/>
                            <a:pt x="8210304" y="2249957"/>
                            <a:pt x="8170954" y="2233284"/>
                          </a:cubicBezTo>
                          <a:close/>
                          <a:moveTo>
                            <a:pt x="8474850" y="109688"/>
                          </a:moveTo>
                          <a:cubicBezTo>
                            <a:pt x="8758148" y="263585"/>
                            <a:pt x="8925187" y="563949"/>
                            <a:pt x="8925187" y="909019"/>
                          </a:cubicBezTo>
                          <a:lnTo>
                            <a:pt x="8950465" y="4949923"/>
                          </a:lnTo>
                          <a:cubicBezTo>
                            <a:pt x="8950465" y="5451842"/>
                            <a:pt x="8568204" y="5782665"/>
                            <a:pt x="8066284" y="5782665"/>
                          </a:cubicBezTo>
                          <a:lnTo>
                            <a:pt x="934091" y="5858728"/>
                          </a:lnTo>
                          <a:cubicBezTo>
                            <a:pt x="432171" y="5858731"/>
                            <a:pt x="50563" y="5451628"/>
                            <a:pt x="50563" y="4949707"/>
                          </a:cubicBezTo>
                          <a:cubicBezTo>
                            <a:pt x="24854" y="3552332"/>
                            <a:pt x="27004" y="2458052"/>
                            <a:pt x="-2" y="909018"/>
                          </a:cubicBezTo>
                          <a:cubicBezTo>
                            <a:pt x="-2" y="407098"/>
                            <a:pt x="432171" y="0"/>
                            <a:pt x="934091" y="0"/>
                          </a:cubicBezTo>
                          <a:lnTo>
                            <a:pt x="2033885" y="0"/>
                          </a:lnTo>
                          <a:lnTo>
                            <a:pt x="2033885" y="498540"/>
                          </a:lnTo>
                          <a:cubicBezTo>
                            <a:pt x="2033885" y="836494"/>
                            <a:pt x="2307851" y="1110460"/>
                            <a:pt x="2645805" y="1110460"/>
                          </a:cubicBezTo>
                          <a:lnTo>
                            <a:pt x="6322068" y="1085186"/>
                          </a:lnTo>
                          <a:cubicBezTo>
                            <a:pt x="6660022" y="1085186"/>
                            <a:pt x="6934194" y="836494"/>
                            <a:pt x="6934194" y="498540"/>
                          </a:cubicBezTo>
                          <a:lnTo>
                            <a:pt x="6934194" y="0"/>
                          </a:lnTo>
                          <a:lnTo>
                            <a:pt x="8041659" y="0"/>
                          </a:lnTo>
                          <a:cubicBezTo>
                            <a:pt x="8198509" y="0"/>
                            <a:pt x="8346079" y="39735"/>
                            <a:pt x="8474850" y="109688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rtlCol="0" anchor="ctr">
                      <a:noAutofit/>
                    </a:bodyPr>
                    <a:lstStyle/>
                    <a:p>
                      <a:pPr algn="ctr"/>
                      <a:endParaRPr lang="en-US" sz="1350">
                        <a:solidFill>
                          <a:schemeClr val="accent1"/>
                        </a:solidFill>
                      </a:endParaRPr>
                    </a:p>
                  </p:txBody>
                </p:sp>
              </p:grpSp>
            </p:grp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552AB46-DF3A-4FCC-A499-8AD069C20179}"/>
                </a:ext>
              </a:extLst>
            </p:cNvPr>
            <p:cNvGrpSpPr/>
            <p:nvPr/>
          </p:nvGrpSpPr>
          <p:grpSpPr>
            <a:xfrm>
              <a:off x="1992209" y="620043"/>
              <a:ext cx="5047406" cy="5043727"/>
              <a:chOff x="1786829" y="769029"/>
              <a:chExt cx="5545819" cy="5541776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954BF41-E6D7-48C4-BCCC-3971A083D472}"/>
                  </a:ext>
                </a:extLst>
              </p:cNvPr>
              <p:cNvGrpSpPr/>
              <p:nvPr/>
            </p:nvGrpSpPr>
            <p:grpSpPr>
              <a:xfrm>
                <a:off x="1786829" y="769029"/>
                <a:ext cx="5545819" cy="5541776"/>
                <a:chOff x="1786829" y="769029"/>
                <a:chExt cx="5545819" cy="5541776"/>
              </a:xfrm>
              <a:effectLst>
                <a:outerShdw blurRad="76200" sx="101000" sy="101000" algn="ctr" rotWithShape="0">
                  <a:prstClr val="black">
                    <a:alpha val="25000"/>
                  </a:prstClr>
                </a:outerShdw>
              </a:effectLst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D24C9BCF-E32E-49CD-970E-062ACB58F157}"/>
                    </a:ext>
                  </a:extLst>
                </p:cNvPr>
                <p:cNvGrpSpPr/>
                <p:nvPr/>
              </p:nvGrpSpPr>
              <p:grpSpPr>
                <a:xfrm>
                  <a:off x="3160566" y="769029"/>
                  <a:ext cx="2798344" cy="1617297"/>
                  <a:chOff x="3160566" y="769029"/>
                  <a:chExt cx="2798344" cy="1617297"/>
                </a:xfrm>
              </p:grpSpPr>
              <p:sp>
                <p:nvSpPr>
                  <p:cNvPr id="52" name="Freeform 58">
                    <a:extLst>
                      <a:ext uri="{FF2B5EF4-FFF2-40B4-BE49-F238E27FC236}">
                        <a16:creationId xmlns:a16="http://schemas.microsoft.com/office/drawing/2014/main" id="{5A1F6D37-BD8E-439D-83D9-3EC61B04C45D}"/>
                      </a:ext>
                    </a:extLst>
                  </p:cNvPr>
                  <p:cNvSpPr/>
                  <p:nvPr/>
                </p:nvSpPr>
                <p:spPr>
                  <a:xfrm>
                    <a:off x="3160566" y="769029"/>
                    <a:ext cx="2798344" cy="1617297"/>
                  </a:xfrm>
                  <a:custGeom>
                    <a:avLst/>
                    <a:gdLst>
                      <a:gd name="connsiteX0" fmla="*/ 1399172 w 2798344"/>
                      <a:gd name="connsiteY0" fmla="*/ 0 h 1617297"/>
                      <a:gd name="connsiteX1" fmla="*/ 2722887 w 2798344"/>
                      <a:gd name="connsiteY1" fmla="*/ 334952 h 1617297"/>
                      <a:gd name="connsiteX2" fmla="*/ 2798344 w 2798344"/>
                      <a:gd name="connsiteY2" fmla="*/ 380763 h 1617297"/>
                      <a:gd name="connsiteX3" fmla="*/ 2035676 w 2798344"/>
                      <a:gd name="connsiteY3" fmla="*/ 1617297 h 1617297"/>
                      <a:gd name="connsiteX4" fmla="*/ 754241 w 2798344"/>
                      <a:gd name="connsiteY4" fmla="*/ 1617296 h 1617297"/>
                      <a:gd name="connsiteX5" fmla="*/ 0 w 2798344"/>
                      <a:gd name="connsiteY5" fmla="*/ 380762 h 1617297"/>
                      <a:gd name="connsiteX6" fmla="*/ 75457 w 2798344"/>
                      <a:gd name="connsiteY6" fmla="*/ 334952 h 1617297"/>
                      <a:gd name="connsiteX7" fmla="*/ 1399172 w 2798344"/>
                      <a:gd name="connsiteY7" fmla="*/ 0 h 16172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798344" h="1617297">
                        <a:moveTo>
                          <a:pt x="1399172" y="0"/>
                        </a:moveTo>
                        <a:cubicBezTo>
                          <a:pt x="1878463" y="0"/>
                          <a:pt x="2329395" y="121338"/>
                          <a:pt x="2722887" y="334952"/>
                        </a:cubicBezTo>
                        <a:lnTo>
                          <a:pt x="2798344" y="380763"/>
                        </a:lnTo>
                        <a:lnTo>
                          <a:pt x="2035676" y="1617297"/>
                        </a:lnTo>
                        <a:lnTo>
                          <a:pt x="754241" y="1617296"/>
                        </a:lnTo>
                        <a:lnTo>
                          <a:pt x="0" y="380762"/>
                        </a:lnTo>
                        <a:lnTo>
                          <a:pt x="75457" y="334952"/>
                        </a:lnTo>
                        <a:cubicBezTo>
                          <a:pt x="468948" y="121338"/>
                          <a:pt x="919881" y="0"/>
                          <a:pt x="1399172" y="0"/>
                        </a:cubicBez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 dirty="0"/>
                  </a:p>
                </p:txBody>
              </p:sp>
              <p:sp>
                <p:nvSpPr>
                  <p:cNvPr id="53" name="Freeform 223">
                    <a:extLst>
                      <a:ext uri="{FF2B5EF4-FFF2-40B4-BE49-F238E27FC236}">
                        <a16:creationId xmlns:a16="http://schemas.microsoft.com/office/drawing/2014/main" id="{06FB5604-BA5D-437B-B9CA-1C27C7C71C64}"/>
                      </a:ext>
                    </a:extLst>
                  </p:cNvPr>
                  <p:cNvSpPr/>
                  <p:nvPr/>
                </p:nvSpPr>
                <p:spPr>
                  <a:xfrm>
                    <a:off x="3306821" y="880970"/>
                    <a:ext cx="2505837" cy="1428800"/>
                  </a:xfrm>
                  <a:custGeom>
                    <a:avLst/>
                    <a:gdLst>
                      <a:gd name="connsiteX0" fmla="*/ 1252919 w 2505837"/>
                      <a:gd name="connsiteY0" fmla="*/ 0 h 1385125"/>
                      <a:gd name="connsiteX1" fmla="*/ 2290278 w 2505837"/>
                      <a:gd name="connsiteY1" fmla="*/ 209293 h 1385125"/>
                      <a:gd name="connsiteX2" fmla="*/ 2505837 w 2505837"/>
                      <a:gd name="connsiteY2" fmla="*/ 313064 h 1385125"/>
                      <a:gd name="connsiteX3" fmla="*/ 1835939 w 2505837"/>
                      <a:gd name="connsiteY3" fmla="*/ 1385125 h 1385125"/>
                      <a:gd name="connsiteX4" fmla="*/ 669897 w 2505837"/>
                      <a:gd name="connsiteY4" fmla="*/ 1385125 h 1385125"/>
                      <a:gd name="connsiteX5" fmla="*/ 0 w 2505837"/>
                      <a:gd name="connsiteY5" fmla="*/ 313064 h 1385125"/>
                      <a:gd name="connsiteX6" fmla="*/ 215560 w 2505837"/>
                      <a:gd name="connsiteY6" fmla="*/ 209293 h 1385125"/>
                      <a:gd name="connsiteX7" fmla="*/ 1252919 w 2505837"/>
                      <a:gd name="connsiteY7" fmla="*/ 0 h 1385125"/>
                      <a:gd name="connsiteX0" fmla="*/ 1252919 w 2505837"/>
                      <a:gd name="connsiteY0" fmla="*/ 0 h 1423049"/>
                      <a:gd name="connsiteX1" fmla="*/ 2290278 w 2505837"/>
                      <a:gd name="connsiteY1" fmla="*/ 209293 h 1423049"/>
                      <a:gd name="connsiteX2" fmla="*/ 2505837 w 2505837"/>
                      <a:gd name="connsiteY2" fmla="*/ 313064 h 1423049"/>
                      <a:gd name="connsiteX3" fmla="*/ 1835939 w 2505837"/>
                      <a:gd name="connsiteY3" fmla="*/ 1385125 h 1423049"/>
                      <a:gd name="connsiteX4" fmla="*/ 686753 w 2505837"/>
                      <a:gd name="connsiteY4" fmla="*/ 1423049 h 1423049"/>
                      <a:gd name="connsiteX5" fmla="*/ 0 w 2505837"/>
                      <a:gd name="connsiteY5" fmla="*/ 313064 h 1423049"/>
                      <a:gd name="connsiteX6" fmla="*/ 215560 w 2505837"/>
                      <a:gd name="connsiteY6" fmla="*/ 209293 h 1423049"/>
                      <a:gd name="connsiteX7" fmla="*/ 1252919 w 2505837"/>
                      <a:gd name="connsiteY7" fmla="*/ 0 h 1423049"/>
                      <a:gd name="connsiteX0" fmla="*/ 1252919 w 2505837"/>
                      <a:gd name="connsiteY0" fmla="*/ 0 h 1423049"/>
                      <a:gd name="connsiteX1" fmla="*/ 2290278 w 2505837"/>
                      <a:gd name="connsiteY1" fmla="*/ 209293 h 1423049"/>
                      <a:gd name="connsiteX2" fmla="*/ 2505837 w 2505837"/>
                      <a:gd name="connsiteY2" fmla="*/ 313064 h 1423049"/>
                      <a:gd name="connsiteX3" fmla="*/ 1823298 w 2505837"/>
                      <a:gd name="connsiteY3" fmla="*/ 1418835 h 1423049"/>
                      <a:gd name="connsiteX4" fmla="*/ 686753 w 2505837"/>
                      <a:gd name="connsiteY4" fmla="*/ 1423049 h 1423049"/>
                      <a:gd name="connsiteX5" fmla="*/ 0 w 2505837"/>
                      <a:gd name="connsiteY5" fmla="*/ 313064 h 1423049"/>
                      <a:gd name="connsiteX6" fmla="*/ 215560 w 2505837"/>
                      <a:gd name="connsiteY6" fmla="*/ 209293 h 1423049"/>
                      <a:gd name="connsiteX7" fmla="*/ 1252919 w 2505837"/>
                      <a:gd name="connsiteY7" fmla="*/ 0 h 1423049"/>
                      <a:gd name="connsiteX0" fmla="*/ 1252919 w 2505837"/>
                      <a:gd name="connsiteY0" fmla="*/ 0 h 1434551"/>
                      <a:gd name="connsiteX1" fmla="*/ 2290278 w 2505837"/>
                      <a:gd name="connsiteY1" fmla="*/ 209293 h 1434551"/>
                      <a:gd name="connsiteX2" fmla="*/ 2505837 w 2505837"/>
                      <a:gd name="connsiteY2" fmla="*/ 313064 h 1434551"/>
                      <a:gd name="connsiteX3" fmla="*/ 1823298 w 2505837"/>
                      <a:gd name="connsiteY3" fmla="*/ 1418835 h 1434551"/>
                      <a:gd name="connsiteX4" fmla="*/ 663749 w 2505837"/>
                      <a:gd name="connsiteY4" fmla="*/ 1434551 h 1434551"/>
                      <a:gd name="connsiteX5" fmla="*/ 0 w 2505837"/>
                      <a:gd name="connsiteY5" fmla="*/ 313064 h 1434551"/>
                      <a:gd name="connsiteX6" fmla="*/ 215560 w 2505837"/>
                      <a:gd name="connsiteY6" fmla="*/ 209293 h 1434551"/>
                      <a:gd name="connsiteX7" fmla="*/ 1252919 w 2505837"/>
                      <a:gd name="connsiteY7" fmla="*/ 0 h 1434551"/>
                      <a:gd name="connsiteX0" fmla="*/ 1252919 w 2505837"/>
                      <a:gd name="connsiteY0" fmla="*/ 0 h 1434551"/>
                      <a:gd name="connsiteX1" fmla="*/ 2290278 w 2505837"/>
                      <a:gd name="connsiteY1" fmla="*/ 209293 h 1434551"/>
                      <a:gd name="connsiteX2" fmla="*/ 2505837 w 2505837"/>
                      <a:gd name="connsiteY2" fmla="*/ 313064 h 1434551"/>
                      <a:gd name="connsiteX3" fmla="*/ 1823298 w 2505837"/>
                      <a:gd name="connsiteY3" fmla="*/ 1424585 h 1434551"/>
                      <a:gd name="connsiteX4" fmla="*/ 663749 w 2505837"/>
                      <a:gd name="connsiteY4" fmla="*/ 1434551 h 1434551"/>
                      <a:gd name="connsiteX5" fmla="*/ 0 w 2505837"/>
                      <a:gd name="connsiteY5" fmla="*/ 313064 h 1434551"/>
                      <a:gd name="connsiteX6" fmla="*/ 215560 w 2505837"/>
                      <a:gd name="connsiteY6" fmla="*/ 209293 h 1434551"/>
                      <a:gd name="connsiteX7" fmla="*/ 1252919 w 2505837"/>
                      <a:gd name="connsiteY7" fmla="*/ 0 h 1434551"/>
                      <a:gd name="connsiteX0" fmla="*/ 1252919 w 2505837"/>
                      <a:gd name="connsiteY0" fmla="*/ 0 h 1428800"/>
                      <a:gd name="connsiteX1" fmla="*/ 2290278 w 2505837"/>
                      <a:gd name="connsiteY1" fmla="*/ 209293 h 1428800"/>
                      <a:gd name="connsiteX2" fmla="*/ 2505837 w 2505837"/>
                      <a:gd name="connsiteY2" fmla="*/ 313064 h 1428800"/>
                      <a:gd name="connsiteX3" fmla="*/ 1823298 w 2505837"/>
                      <a:gd name="connsiteY3" fmla="*/ 1424585 h 1428800"/>
                      <a:gd name="connsiteX4" fmla="*/ 657998 w 2505837"/>
                      <a:gd name="connsiteY4" fmla="*/ 1428800 h 1428800"/>
                      <a:gd name="connsiteX5" fmla="*/ 0 w 2505837"/>
                      <a:gd name="connsiteY5" fmla="*/ 313064 h 1428800"/>
                      <a:gd name="connsiteX6" fmla="*/ 215560 w 2505837"/>
                      <a:gd name="connsiteY6" fmla="*/ 209293 h 1428800"/>
                      <a:gd name="connsiteX7" fmla="*/ 1252919 w 2505837"/>
                      <a:gd name="connsiteY7" fmla="*/ 0 h 1428800"/>
                      <a:gd name="connsiteX0" fmla="*/ 1252919 w 2505837"/>
                      <a:gd name="connsiteY0" fmla="*/ 0 h 1436087"/>
                      <a:gd name="connsiteX1" fmla="*/ 2290278 w 2505837"/>
                      <a:gd name="connsiteY1" fmla="*/ 209293 h 1436087"/>
                      <a:gd name="connsiteX2" fmla="*/ 2505837 w 2505837"/>
                      <a:gd name="connsiteY2" fmla="*/ 313064 h 1436087"/>
                      <a:gd name="connsiteX3" fmla="*/ 1817547 w 2505837"/>
                      <a:gd name="connsiteY3" fmla="*/ 1436087 h 1436087"/>
                      <a:gd name="connsiteX4" fmla="*/ 657998 w 2505837"/>
                      <a:gd name="connsiteY4" fmla="*/ 1428800 h 1436087"/>
                      <a:gd name="connsiteX5" fmla="*/ 0 w 2505837"/>
                      <a:gd name="connsiteY5" fmla="*/ 313064 h 1436087"/>
                      <a:gd name="connsiteX6" fmla="*/ 215560 w 2505837"/>
                      <a:gd name="connsiteY6" fmla="*/ 209293 h 1436087"/>
                      <a:gd name="connsiteX7" fmla="*/ 1252919 w 2505837"/>
                      <a:gd name="connsiteY7" fmla="*/ 0 h 1436087"/>
                      <a:gd name="connsiteX0" fmla="*/ 1252919 w 2505837"/>
                      <a:gd name="connsiteY0" fmla="*/ 0 h 1436087"/>
                      <a:gd name="connsiteX1" fmla="*/ 2290278 w 2505837"/>
                      <a:gd name="connsiteY1" fmla="*/ 209293 h 1436087"/>
                      <a:gd name="connsiteX2" fmla="*/ 2505837 w 2505837"/>
                      <a:gd name="connsiteY2" fmla="*/ 313064 h 1436087"/>
                      <a:gd name="connsiteX3" fmla="*/ 1817547 w 2505837"/>
                      <a:gd name="connsiteY3" fmla="*/ 1436087 h 1436087"/>
                      <a:gd name="connsiteX4" fmla="*/ 657998 w 2505837"/>
                      <a:gd name="connsiteY4" fmla="*/ 1428800 h 1436087"/>
                      <a:gd name="connsiteX5" fmla="*/ 0 w 2505837"/>
                      <a:gd name="connsiteY5" fmla="*/ 313064 h 1436087"/>
                      <a:gd name="connsiteX6" fmla="*/ 215560 w 2505837"/>
                      <a:gd name="connsiteY6" fmla="*/ 209293 h 1436087"/>
                      <a:gd name="connsiteX7" fmla="*/ 1252919 w 2505837"/>
                      <a:gd name="connsiteY7" fmla="*/ 0 h 1436087"/>
                      <a:gd name="connsiteX0" fmla="*/ 1252919 w 2505837"/>
                      <a:gd name="connsiteY0" fmla="*/ 0 h 1428800"/>
                      <a:gd name="connsiteX1" fmla="*/ 2290278 w 2505837"/>
                      <a:gd name="connsiteY1" fmla="*/ 209293 h 1428800"/>
                      <a:gd name="connsiteX2" fmla="*/ 2505837 w 2505837"/>
                      <a:gd name="connsiteY2" fmla="*/ 313064 h 1428800"/>
                      <a:gd name="connsiteX3" fmla="*/ 1823298 w 2505837"/>
                      <a:gd name="connsiteY3" fmla="*/ 1424585 h 1428800"/>
                      <a:gd name="connsiteX4" fmla="*/ 657998 w 2505837"/>
                      <a:gd name="connsiteY4" fmla="*/ 1428800 h 1428800"/>
                      <a:gd name="connsiteX5" fmla="*/ 0 w 2505837"/>
                      <a:gd name="connsiteY5" fmla="*/ 313064 h 1428800"/>
                      <a:gd name="connsiteX6" fmla="*/ 215560 w 2505837"/>
                      <a:gd name="connsiteY6" fmla="*/ 209293 h 1428800"/>
                      <a:gd name="connsiteX7" fmla="*/ 1252919 w 2505837"/>
                      <a:gd name="connsiteY7" fmla="*/ 0 h 1428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05837" h="1428800">
                        <a:moveTo>
                          <a:pt x="1252919" y="0"/>
                        </a:moveTo>
                        <a:cubicBezTo>
                          <a:pt x="1620886" y="0"/>
                          <a:pt x="1971435" y="74524"/>
                          <a:pt x="2290278" y="209293"/>
                        </a:cubicBezTo>
                        <a:lnTo>
                          <a:pt x="2505837" y="313064"/>
                        </a:lnTo>
                        <a:lnTo>
                          <a:pt x="1823298" y="1424585"/>
                        </a:lnTo>
                        <a:lnTo>
                          <a:pt x="657998" y="1428800"/>
                        </a:lnTo>
                        <a:lnTo>
                          <a:pt x="0" y="313064"/>
                        </a:lnTo>
                        <a:lnTo>
                          <a:pt x="215560" y="209293"/>
                        </a:lnTo>
                        <a:cubicBezTo>
                          <a:pt x="534403" y="74524"/>
                          <a:pt x="884952" y="0"/>
                          <a:pt x="1252919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>
                          <a:lumMod val="40000"/>
                          <a:lumOff val="60000"/>
                        </a:schemeClr>
                      </a:gs>
                      <a:gs pos="46000">
                        <a:schemeClr val="accent1">
                          <a:lumMod val="95000"/>
                          <a:lumOff val="5000"/>
                        </a:schemeClr>
                      </a:gs>
                      <a:gs pos="100000">
                        <a:schemeClr val="accent1">
                          <a:lumMod val="60000"/>
                        </a:schemeClr>
                      </a:gs>
                    </a:gsLst>
                    <a:lin ang="16200000" scaled="1"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1350" dirty="0"/>
                  </a:p>
                </p:txBody>
              </p:sp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35DDC3B1-B89D-49F5-B848-C12F0DA888C1}"/>
                    </a:ext>
                  </a:extLst>
                </p:cNvPr>
                <p:cNvGrpSpPr/>
                <p:nvPr/>
              </p:nvGrpSpPr>
              <p:grpSpPr>
                <a:xfrm>
                  <a:off x="5337763" y="1235213"/>
                  <a:ext cx="1994884" cy="2226724"/>
                  <a:chOff x="5337763" y="1235213"/>
                  <a:chExt cx="1994884" cy="2226724"/>
                </a:xfrm>
              </p:grpSpPr>
              <p:sp>
                <p:nvSpPr>
                  <p:cNvPr id="50" name="Freeform 59">
                    <a:extLst>
                      <a:ext uri="{FF2B5EF4-FFF2-40B4-BE49-F238E27FC236}">
                        <a16:creationId xmlns:a16="http://schemas.microsoft.com/office/drawing/2014/main" id="{0E93D565-6905-480E-99D0-77607A399267}"/>
                      </a:ext>
                    </a:extLst>
                  </p:cNvPr>
                  <p:cNvSpPr/>
                  <p:nvPr/>
                </p:nvSpPr>
                <p:spPr>
                  <a:xfrm>
                    <a:off x="5337763" y="1235213"/>
                    <a:ext cx="1994884" cy="2226724"/>
                  </a:xfrm>
                  <a:custGeom>
                    <a:avLst/>
                    <a:gdLst>
                      <a:gd name="connsiteX0" fmla="*/ 761852 w 1994884"/>
                      <a:gd name="connsiteY0" fmla="*/ 0 h 2226724"/>
                      <a:gd name="connsiteX1" fmla="*/ 774661 w 1994884"/>
                      <a:gd name="connsiteY1" fmla="*/ 7776 h 2226724"/>
                      <a:gd name="connsiteX2" fmla="*/ 1984704 w 1994884"/>
                      <a:gd name="connsiteY2" fmla="*/ 2025270 h 2226724"/>
                      <a:gd name="connsiteX3" fmla="*/ 1994884 w 1994884"/>
                      <a:gd name="connsiteY3" fmla="*/ 2226724 h 2226724"/>
                      <a:gd name="connsiteX4" fmla="*/ 503752 w 1994884"/>
                      <a:gd name="connsiteY4" fmla="*/ 2226723 h 2226724"/>
                      <a:gd name="connsiteX5" fmla="*/ 0 w 1994884"/>
                      <a:gd name="connsiteY5" fmla="*/ 1219219 h 2226724"/>
                      <a:gd name="connsiteX6" fmla="*/ 761852 w 1994884"/>
                      <a:gd name="connsiteY6" fmla="*/ 0 h 22267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94884" h="2226724">
                        <a:moveTo>
                          <a:pt x="761852" y="0"/>
                        </a:moveTo>
                        <a:lnTo>
                          <a:pt x="774661" y="7776"/>
                        </a:lnTo>
                        <a:cubicBezTo>
                          <a:pt x="1439495" y="456628"/>
                          <a:pt x="1899377" y="1185622"/>
                          <a:pt x="1984704" y="2025270"/>
                        </a:cubicBezTo>
                        <a:lnTo>
                          <a:pt x="1994884" y="2226724"/>
                        </a:lnTo>
                        <a:lnTo>
                          <a:pt x="503752" y="2226723"/>
                        </a:lnTo>
                        <a:lnTo>
                          <a:pt x="0" y="1219219"/>
                        </a:lnTo>
                        <a:lnTo>
                          <a:pt x="761852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51" name="Freeform 221">
                    <a:extLst>
                      <a:ext uri="{FF2B5EF4-FFF2-40B4-BE49-F238E27FC236}">
                        <a16:creationId xmlns:a16="http://schemas.microsoft.com/office/drawing/2014/main" id="{467425D5-6DA0-4881-93C2-F1C7909F9C4D}"/>
                      </a:ext>
                    </a:extLst>
                  </p:cNvPr>
                  <p:cNvSpPr/>
                  <p:nvPr/>
                </p:nvSpPr>
                <p:spPr>
                  <a:xfrm>
                    <a:off x="5446639" y="1389590"/>
                    <a:ext cx="1768912" cy="1971763"/>
                  </a:xfrm>
                  <a:custGeom>
                    <a:avLst/>
                    <a:gdLst>
                      <a:gd name="connsiteX0" fmla="*/ 675119 w 1768912"/>
                      <a:gd name="connsiteY0" fmla="*/ 0 h 1971763"/>
                      <a:gd name="connsiteX1" fmla="*/ 808321 w 1768912"/>
                      <a:gd name="connsiteY1" fmla="*/ 99540 h 1971763"/>
                      <a:gd name="connsiteX2" fmla="*/ 1764393 w 1768912"/>
                      <a:gd name="connsiteY2" fmla="*/ 1882341 h 1971763"/>
                      <a:gd name="connsiteX3" fmla="*/ 1768912 w 1768912"/>
                      <a:gd name="connsiteY3" fmla="*/ 1971763 h 1971763"/>
                      <a:gd name="connsiteX4" fmla="*/ 445673 w 1768912"/>
                      <a:gd name="connsiteY4" fmla="*/ 1971763 h 1971763"/>
                      <a:gd name="connsiteX5" fmla="*/ 0 w 1768912"/>
                      <a:gd name="connsiteY5" fmla="*/ 1080416 h 1971763"/>
                      <a:gd name="connsiteX6" fmla="*/ 675119 w 1768912"/>
                      <a:gd name="connsiteY6" fmla="*/ 0 h 19717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68912" h="1971763">
                        <a:moveTo>
                          <a:pt x="675119" y="0"/>
                        </a:moveTo>
                        <a:lnTo>
                          <a:pt x="808321" y="99540"/>
                        </a:lnTo>
                        <a:cubicBezTo>
                          <a:pt x="1334810" y="533746"/>
                          <a:pt x="1691605" y="1166092"/>
                          <a:pt x="1764393" y="1882341"/>
                        </a:cubicBezTo>
                        <a:lnTo>
                          <a:pt x="1768912" y="1971763"/>
                        </a:lnTo>
                        <a:lnTo>
                          <a:pt x="445673" y="1971763"/>
                        </a:lnTo>
                        <a:lnTo>
                          <a:pt x="0" y="1080416"/>
                        </a:lnTo>
                        <a:lnTo>
                          <a:pt x="67511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>
                          <a:lumMod val="20000"/>
                          <a:lumOff val="80000"/>
                        </a:schemeClr>
                      </a:gs>
                      <a:gs pos="35000">
                        <a:schemeClr val="accent2"/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8900000" scaled="1"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1350"/>
                  </a:p>
                </p:txBody>
              </p:sp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EF8809D7-8CC5-43DB-8493-C66CBBF56F5B}"/>
                    </a:ext>
                  </a:extLst>
                </p:cNvPr>
                <p:cNvGrpSpPr/>
                <p:nvPr/>
              </p:nvGrpSpPr>
              <p:grpSpPr>
                <a:xfrm>
                  <a:off x="1786829" y="1235214"/>
                  <a:ext cx="1994886" cy="2226723"/>
                  <a:chOff x="1786829" y="1235214"/>
                  <a:chExt cx="1994886" cy="2226723"/>
                </a:xfrm>
              </p:grpSpPr>
              <p:sp>
                <p:nvSpPr>
                  <p:cNvPr id="48" name="Freeform 62">
                    <a:extLst>
                      <a:ext uri="{FF2B5EF4-FFF2-40B4-BE49-F238E27FC236}">
                        <a16:creationId xmlns:a16="http://schemas.microsoft.com/office/drawing/2014/main" id="{A4CD1100-17A1-4502-8D2A-84034DB2202B}"/>
                      </a:ext>
                    </a:extLst>
                  </p:cNvPr>
                  <p:cNvSpPr/>
                  <p:nvPr/>
                </p:nvSpPr>
                <p:spPr>
                  <a:xfrm>
                    <a:off x="1786829" y="1235214"/>
                    <a:ext cx="1994886" cy="2226723"/>
                  </a:xfrm>
                  <a:custGeom>
                    <a:avLst/>
                    <a:gdLst>
                      <a:gd name="connsiteX0" fmla="*/ 1233032 w 1994886"/>
                      <a:gd name="connsiteY0" fmla="*/ 0 h 2226723"/>
                      <a:gd name="connsiteX1" fmla="*/ 1994886 w 1994886"/>
                      <a:gd name="connsiteY1" fmla="*/ 1219220 h 2226723"/>
                      <a:gd name="connsiteX2" fmla="*/ 1491133 w 1994886"/>
                      <a:gd name="connsiteY2" fmla="*/ 2226723 h 2226723"/>
                      <a:gd name="connsiteX3" fmla="*/ 0 w 1994886"/>
                      <a:gd name="connsiteY3" fmla="*/ 2226723 h 2226723"/>
                      <a:gd name="connsiteX4" fmla="*/ 10181 w 1994886"/>
                      <a:gd name="connsiteY4" fmla="*/ 2025270 h 2226723"/>
                      <a:gd name="connsiteX5" fmla="*/ 1220224 w 1994886"/>
                      <a:gd name="connsiteY5" fmla="*/ 7776 h 2226723"/>
                      <a:gd name="connsiteX6" fmla="*/ 1233032 w 1994886"/>
                      <a:gd name="connsiteY6" fmla="*/ 0 h 22267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94886" h="2226723">
                        <a:moveTo>
                          <a:pt x="1233032" y="0"/>
                        </a:moveTo>
                        <a:lnTo>
                          <a:pt x="1994886" y="1219220"/>
                        </a:lnTo>
                        <a:lnTo>
                          <a:pt x="1491133" y="2226723"/>
                        </a:lnTo>
                        <a:lnTo>
                          <a:pt x="0" y="2226723"/>
                        </a:lnTo>
                        <a:lnTo>
                          <a:pt x="10181" y="2025270"/>
                        </a:lnTo>
                        <a:cubicBezTo>
                          <a:pt x="95508" y="1185623"/>
                          <a:pt x="555390" y="456628"/>
                          <a:pt x="1220224" y="7776"/>
                        </a:cubicBezTo>
                        <a:lnTo>
                          <a:pt x="1233032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49" name="Freeform 219">
                    <a:extLst>
                      <a:ext uri="{FF2B5EF4-FFF2-40B4-BE49-F238E27FC236}">
                        <a16:creationId xmlns:a16="http://schemas.microsoft.com/office/drawing/2014/main" id="{5F95D383-7E22-4C07-A70A-DE1E783DAD2D}"/>
                      </a:ext>
                    </a:extLst>
                  </p:cNvPr>
                  <p:cNvSpPr/>
                  <p:nvPr/>
                </p:nvSpPr>
                <p:spPr>
                  <a:xfrm>
                    <a:off x="1903928" y="1389590"/>
                    <a:ext cx="1768910" cy="1971762"/>
                  </a:xfrm>
                  <a:custGeom>
                    <a:avLst/>
                    <a:gdLst>
                      <a:gd name="connsiteX0" fmla="*/ 1093792 w 1768910"/>
                      <a:gd name="connsiteY0" fmla="*/ 0 h 1971762"/>
                      <a:gd name="connsiteX1" fmla="*/ 1768910 w 1768910"/>
                      <a:gd name="connsiteY1" fmla="*/ 1080415 h 1971762"/>
                      <a:gd name="connsiteX2" fmla="*/ 1323236 w 1768910"/>
                      <a:gd name="connsiteY2" fmla="*/ 1971762 h 1971762"/>
                      <a:gd name="connsiteX3" fmla="*/ 0 w 1768910"/>
                      <a:gd name="connsiteY3" fmla="*/ 1971762 h 1971762"/>
                      <a:gd name="connsiteX4" fmla="*/ 4518 w 1768910"/>
                      <a:gd name="connsiteY4" fmla="*/ 1882340 h 1971762"/>
                      <a:gd name="connsiteX5" fmla="*/ 960590 w 1768910"/>
                      <a:gd name="connsiteY5" fmla="*/ 99539 h 1971762"/>
                      <a:gd name="connsiteX6" fmla="*/ 1093792 w 1768910"/>
                      <a:gd name="connsiteY6" fmla="*/ 0 h 19717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68910" h="1971762">
                        <a:moveTo>
                          <a:pt x="1093792" y="0"/>
                        </a:moveTo>
                        <a:lnTo>
                          <a:pt x="1768910" y="1080415"/>
                        </a:lnTo>
                        <a:lnTo>
                          <a:pt x="1323236" y="1971762"/>
                        </a:lnTo>
                        <a:lnTo>
                          <a:pt x="0" y="1971762"/>
                        </a:lnTo>
                        <a:lnTo>
                          <a:pt x="4518" y="1882340"/>
                        </a:lnTo>
                        <a:cubicBezTo>
                          <a:pt x="77306" y="1166091"/>
                          <a:pt x="434101" y="533745"/>
                          <a:pt x="960590" y="99539"/>
                        </a:cubicBezTo>
                        <a:lnTo>
                          <a:pt x="1093792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4">
                          <a:lumMod val="67000"/>
                        </a:schemeClr>
                      </a:gs>
                      <a:gs pos="48000">
                        <a:schemeClr val="accent4">
                          <a:lumMod val="97000"/>
                          <a:lumOff val="3000"/>
                        </a:schemeClr>
                      </a:gs>
                      <a:gs pos="100000">
                        <a:schemeClr val="accent4">
                          <a:lumMod val="60000"/>
                          <a:lumOff val="40000"/>
                        </a:schemeClr>
                      </a:gs>
                    </a:gsLst>
                    <a:lin ang="21594000" scaled="0"/>
                    <a:tileRect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1350"/>
                  </a:p>
                </p:txBody>
              </p:sp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EA6F39D9-959A-40FC-AEBD-985F4EF54B54}"/>
                    </a:ext>
                  </a:extLst>
                </p:cNvPr>
                <p:cNvGrpSpPr/>
                <p:nvPr/>
              </p:nvGrpSpPr>
              <p:grpSpPr>
                <a:xfrm>
                  <a:off x="1786829" y="3626529"/>
                  <a:ext cx="1994886" cy="2226723"/>
                  <a:chOff x="1786829" y="3626529"/>
                  <a:chExt cx="1994886" cy="2226723"/>
                </a:xfrm>
              </p:grpSpPr>
              <p:sp>
                <p:nvSpPr>
                  <p:cNvPr id="46" name="Freeform 63">
                    <a:extLst>
                      <a:ext uri="{FF2B5EF4-FFF2-40B4-BE49-F238E27FC236}">
                        <a16:creationId xmlns:a16="http://schemas.microsoft.com/office/drawing/2014/main" id="{D38E0561-AE2D-45F1-95DD-A13FF1FA73F5}"/>
                      </a:ext>
                    </a:extLst>
                  </p:cNvPr>
                  <p:cNvSpPr/>
                  <p:nvPr/>
                </p:nvSpPr>
                <p:spPr>
                  <a:xfrm>
                    <a:off x="1786829" y="3626529"/>
                    <a:ext cx="1994886" cy="2226723"/>
                  </a:xfrm>
                  <a:custGeom>
                    <a:avLst/>
                    <a:gdLst>
                      <a:gd name="connsiteX0" fmla="*/ 0 w 1994886"/>
                      <a:gd name="connsiteY0" fmla="*/ 0 h 2226723"/>
                      <a:gd name="connsiteX1" fmla="*/ 1491133 w 1994886"/>
                      <a:gd name="connsiteY1" fmla="*/ 0 h 2226723"/>
                      <a:gd name="connsiteX2" fmla="*/ 1994886 w 1994886"/>
                      <a:gd name="connsiteY2" fmla="*/ 1007504 h 2226723"/>
                      <a:gd name="connsiteX3" fmla="*/ 1233032 w 1994886"/>
                      <a:gd name="connsiteY3" fmla="*/ 2226723 h 2226723"/>
                      <a:gd name="connsiteX4" fmla="*/ 1220223 w 1994886"/>
                      <a:gd name="connsiteY4" fmla="*/ 2218948 h 2226723"/>
                      <a:gd name="connsiteX5" fmla="*/ 10180 w 1994886"/>
                      <a:gd name="connsiteY5" fmla="*/ 201453 h 2226723"/>
                      <a:gd name="connsiteX6" fmla="*/ 0 w 1994886"/>
                      <a:gd name="connsiteY6" fmla="*/ 0 h 22267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94886" h="2226723">
                        <a:moveTo>
                          <a:pt x="0" y="0"/>
                        </a:moveTo>
                        <a:lnTo>
                          <a:pt x="1491133" y="0"/>
                        </a:lnTo>
                        <a:lnTo>
                          <a:pt x="1994886" y="1007504"/>
                        </a:lnTo>
                        <a:lnTo>
                          <a:pt x="1233032" y="2226723"/>
                        </a:lnTo>
                        <a:lnTo>
                          <a:pt x="1220223" y="2218948"/>
                        </a:lnTo>
                        <a:cubicBezTo>
                          <a:pt x="555390" y="1770095"/>
                          <a:pt x="95507" y="1041101"/>
                          <a:pt x="10180" y="201453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47" name="Freeform 217">
                    <a:extLst>
                      <a:ext uri="{FF2B5EF4-FFF2-40B4-BE49-F238E27FC236}">
                        <a16:creationId xmlns:a16="http://schemas.microsoft.com/office/drawing/2014/main" id="{DA2BF768-1304-430F-AF52-13A80D7E8667}"/>
                      </a:ext>
                    </a:extLst>
                  </p:cNvPr>
                  <p:cNvSpPr/>
                  <p:nvPr/>
                </p:nvSpPr>
                <p:spPr>
                  <a:xfrm>
                    <a:off x="1903927" y="3727112"/>
                    <a:ext cx="1768912" cy="1971764"/>
                  </a:xfrm>
                  <a:custGeom>
                    <a:avLst/>
                    <a:gdLst>
                      <a:gd name="connsiteX0" fmla="*/ 0 w 1768912"/>
                      <a:gd name="connsiteY0" fmla="*/ 0 h 1971764"/>
                      <a:gd name="connsiteX1" fmla="*/ 1323237 w 1768912"/>
                      <a:gd name="connsiteY1" fmla="*/ 0 h 1971764"/>
                      <a:gd name="connsiteX2" fmla="*/ 1768912 w 1768912"/>
                      <a:gd name="connsiteY2" fmla="*/ 891348 h 1971764"/>
                      <a:gd name="connsiteX3" fmla="*/ 1093792 w 1768912"/>
                      <a:gd name="connsiteY3" fmla="*/ 1971764 h 1971764"/>
                      <a:gd name="connsiteX4" fmla="*/ 960591 w 1768912"/>
                      <a:gd name="connsiteY4" fmla="*/ 1872225 h 1971764"/>
                      <a:gd name="connsiteX5" fmla="*/ 4519 w 1768912"/>
                      <a:gd name="connsiteY5" fmla="*/ 89424 h 1971764"/>
                      <a:gd name="connsiteX6" fmla="*/ 0 w 1768912"/>
                      <a:gd name="connsiteY6" fmla="*/ 0 h 19717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68912" h="1971764">
                        <a:moveTo>
                          <a:pt x="0" y="0"/>
                        </a:moveTo>
                        <a:lnTo>
                          <a:pt x="1323237" y="0"/>
                        </a:lnTo>
                        <a:lnTo>
                          <a:pt x="1768912" y="891348"/>
                        </a:lnTo>
                        <a:lnTo>
                          <a:pt x="1093792" y="1971764"/>
                        </a:lnTo>
                        <a:lnTo>
                          <a:pt x="960591" y="1872225"/>
                        </a:lnTo>
                        <a:cubicBezTo>
                          <a:pt x="434102" y="1438019"/>
                          <a:pt x="77307" y="805674"/>
                          <a:pt x="4519" y="89424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6">
                          <a:lumMod val="67000"/>
                        </a:schemeClr>
                      </a:gs>
                      <a:gs pos="48000">
                        <a:schemeClr val="accent6">
                          <a:lumMod val="97000"/>
                          <a:lumOff val="3000"/>
                        </a:schemeClr>
                      </a:gs>
                      <a:gs pos="100000">
                        <a:schemeClr val="accent6">
                          <a:lumMod val="60000"/>
                          <a:lumOff val="40000"/>
                        </a:schemeClr>
                      </a:gs>
                    </a:gsLst>
                    <a:lin ang="19800000" scaled="0"/>
                    <a:tileRect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1350"/>
                  </a:p>
                </p:txBody>
              </p:sp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485E2733-DECD-4831-90FA-051A7359BE25}"/>
                    </a:ext>
                  </a:extLst>
                </p:cNvPr>
                <p:cNvGrpSpPr/>
                <p:nvPr/>
              </p:nvGrpSpPr>
              <p:grpSpPr>
                <a:xfrm>
                  <a:off x="3149043" y="4700960"/>
                  <a:ext cx="2823150" cy="1609845"/>
                  <a:chOff x="3149043" y="4700960"/>
                  <a:chExt cx="2823150" cy="1609845"/>
                </a:xfrm>
              </p:grpSpPr>
              <p:sp>
                <p:nvSpPr>
                  <p:cNvPr id="44" name="Freeform 61">
                    <a:extLst>
                      <a:ext uri="{FF2B5EF4-FFF2-40B4-BE49-F238E27FC236}">
                        <a16:creationId xmlns:a16="http://schemas.microsoft.com/office/drawing/2014/main" id="{A791F390-3F52-43B0-810C-5F4E440DC538}"/>
                      </a:ext>
                    </a:extLst>
                  </p:cNvPr>
                  <p:cNvSpPr/>
                  <p:nvPr/>
                </p:nvSpPr>
                <p:spPr>
                  <a:xfrm>
                    <a:off x="3149043" y="4700960"/>
                    <a:ext cx="2823150" cy="1609845"/>
                  </a:xfrm>
                  <a:custGeom>
                    <a:avLst/>
                    <a:gdLst>
                      <a:gd name="connsiteX0" fmla="*/ 756552 w 2823150"/>
                      <a:gd name="connsiteY0" fmla="*/ 0 h 1609845"/>
                      <a:gd name="connsiteX1" fmla="*/ 2057848 w 2823150"/>
                      <a:gd name="connsiteY1" fmla="*/ 4676 h 1609845"/>
                      <a:gd name="connsiteX2" fmla="*/ 2823150 w 2823150"/>
                      <a:gd name="connsiteY2" fmla="*/ 1229415 h 1609845"/>
                      <a:gd name="connsiteX3" fmla="*/ 2747190 w 2823150"/>
                      <a:gd name="connsiteY3" fmla="*/ 1275520 h 1609845"/>
                      <a:gd name="connsiteX4" fmla="*/ 1412955 w 2823150"/>
                      <a:gd name="connsiteY4" fmla="*/ 1609827 h 1609845"/>
                      <a:gd name="connsiteX5" fmla="*/ 76291 w 2823150"/>
                      <a:gd name="connsiteY5" fmla="*/ 1265925 h 1609845"/>
                      <a:gd name="connsiteX6" fmla="*/ 0 w 2823150"/>
                      <a:gd name="connsiteY6" fmla="*/ 1219273 h 1609845"/>
                      <a:gd name="connsiteX7" fmla="*/ 756552 w 2823150"/>
                      <a:gd name="connsiteY7" fmla="*/ 0 h 16098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823150" h="1609845">
                        <a:moveTo>
                          <a:pt x="756552" y="0"/>
                        </a:moveTo>
                        <a:lnTo>
                          <a:pt x="2057848" y="4676"/>
                        </a:lnTo>
                        <a:lnTo>
                          <a:pt x="2823150" y="1229415"/>
                        </a:lnTo>
                        <a:lnTo>
                          <a:pt x="2747190" y="1275520"/>
                        </a:lnTo>
                        <a:cubicBezTo>
                          <a:pt x="2350985" y="1490356"/>
                          <a:pt x="1896495" y="1611565"/>
                          <a:pt x="1412955" y="1609827"/>
                        </a:cubicBezTo>
                        <a:cubicBezTo>
                          <a:pt x="929415" y="1608091"/>
                          <a:pt x="474046" y="1483614"/>
                          <a:pt x="76291" y="1265925"/>
                        </a:cubicBezTo>
                        <a:lnTo>
                          <a:pt x="0" y="1219273"/>
                        </a:lnTo>
                        <a:lnTo>
                          <a:pt x="756552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45" name="Freeform 213">
                    <a:extLst>
                      <a:ext uri="{FF2B5EF4-FFF2-40B4-BE49-F238E27FC236}">
                        <a16:creationId xmlns:a16="http://schemas.microsoft.com/office/drawing/2014/main" id="{07DC6178-762F-4965-A4A9-58B6758D0EE6}"/>
                      </a:ext>
                    </a:extLst>
                  </p:cNvPr>
                  <p:cNvSpPr/>
                  <p:nvPr/>
                </p:nvSpPr>
                <p:spPr>
                  <a:xfrm>
                    <a:off x="3306820" y="4780547"/>
                    <a:ext cx="2505839" cy="1426952"/>
                  </a:xfrm>
                  <a:custGeom>
                    <a:avLst/>
                    <a:gdLst>
                      <a:gd name="connsiteX0" fmla="*/ 669899 w 2505839"/>
                      <a:gd name="connsiteY0" fmla="*/ 0 h 1385127"/>
                      <a:gd name="connsiteX1" fmla="*/ 1835940 w 2505839"/>
                      <a:gd name="connsiteY1" fmla="*/ 0 h 1385127"/>
                      <a:gd name="connsiteX2" fmla="*/ 2505839 w 2505839"/>
                      <a:gd name="connsiteY2" fmla="*/ 1072063 h 1385127"/>
                      <a:gd name="connsiteX3" fmla="*/ 2290279 w 2505839"/>
                      <a:gd name="connsiteY3" fmla="*/ 1175834 h 1385127"/>
                      <a:gd name="connsiteX4" fmla="*/ 1252920 w 2505839"/>
                      <a:gd name="connsiteY4" fmla="*/ 1385127 h 1385127"/>
                      <a:gd name="connsiteX5" fmla="*/ 215561 w 2505839"/>
                      <a:gd name="connsiteY5" fmla="*/ 1175834 h 1385127"/>
                      <a:gd name="connsiteX6" fmla="*/ 0 w 2505839"/>
                      <a:gd name="connsiteY6" fmla="*/ 1072062 h 1385127"/>
                      <a:gd name="connsiteX7" fmla="*/ 669899 w 2505839"/>
                      <a:gd name="connsiteY7" fmla="*/ 0 h 13851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05839" h="1385127">
                        <a:moveTo>
                          <a:pt x="669899" y="0"/>
                        </a:moveTo>
                        <a:lnTo>
                          <a:pt x="1835940" y="0"/>
                        </a:lnTo>
                        <a:lnTo>
                          <a:pt x="2505839" y="1072063"/>
                        </a:lnTo>
                        <a:lnTo>
                          <a:pt x="2290279" y="1175834"/>
                        </a:lnTo>
                        <a:cubicBezTo>
                          <a:pt x="1971436" y="1310603"/>
                          <a:pt x="1620887" y="1385127"/>
                          <a:pt x="1252920" y="1385127"/>
                        </a:cubicBezTo>
                        <a:cubicBezTo>
                          <a:pt x="884953" y="1385127"/>
                          <a:pt x="534404" y="1310603"/>
                          <a:pt x="215561" y="1175834"/>
                        </a:cubicBezTo>
                        <a:lnTo>
                          <a:pt x="0" y="1072062"/>
                        </a:lnTo>
                        <a:lnTo>
                          <a:pt x="6698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5">
                          <a:lumMod val="67000"/>
                        </a:schemeClr>
                      </a:gs>
                      <a:gs pos="48000">
                        <a:schemeClr val="accent5">
                          <a:lumMod val="97000"/>
                          <a:lumOff val="3000"/>
                        </a:schemeClr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1350"/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C4596850-3184-48A3-A63A-335983C59C32}"/>
                    </a:ext>
                  </a:extLst>
                </p:cNvPr>
                <p:cNvGrpSpPr/>
                <p:nvPr/>
              </p:nvGrpSpPr>
              <p:grpSpPr>
                <a:xfrm>
                  <a:off x="5337763" y="3626529"/>
                  <a:ext cx="1994885" cy="2226722"/>
                  <a:chOff x="5337763" y="3626529"/>
                  <a:chExt cx="1994885" cy="2226722"/>
                </a:xfrm>
              </p:grpSpPr>
              <p:sp>
                <p:nvSpPr>
                  <p:cNvPr id="42" name="Freeform 60">
                    <a:extLst>
                      <a:ext uri="{FF2B5EF4-FFF2-40B4-BE49-F238E27FC236}">
                        <a16:creationId xmlns:a16="http://schemas.microsoft.com/office/drawing/2014/main" id="{639A2145-A0B5-4A03-9B1E-3310B8A7C818}"/>
                      </a:ext>
                    </a:extLst>
                  </p:cNvPr>
                  <p:cNvSpPr/>
                  <p:nvPr/>
                </p:nvSpPr>
                <p:spPr>
                  <a:xfrm>
                    <a:off x="5337763" y="3626529"/>
                    <a:ext cx="1994885" cy="2226722"/>
                  </a:xfrm>
                  <a:custGeom>
                    <a:avLst/>
                    <a:gdLst>
                      <a:gd name="connsiteX0" fmla="*/ 503752 w 1994885"/>
                      <a:gd name="connsiteY0" fmla="*/ 0 h 2226722"/>
                      <a:gd name="connsiteX1" fmla="*/ 1994885 w 1994885"/>
                      <a:gd name="connsiteY1" fmla="*/ 0 h 2226722"/>
                      <a:gd name="connsiteX2" fmla="*/ 1984705 w 1994885"/>
                      <a:gd name="connsiteY2" fmla="*/ 201453 h 2226722"/>
                      <a:gd name="connsiteX3" fmla="*/ 774661 w 1994885"/>
                      <a:gd name="connsiteY3" fmla="*/ 2218946 h 2226722"/>
                      <a:gd name="connsiteX4" fmla="*/ 761853 w 1994885"/>
                      <a:gd name="connsiteY4" fmla="*/ 2226722 h 2226722"/>
                      <a:gd name="connsiteX5" fmla="*/ 0 w 1994885"/>
                      <a:gd name="connsiteY5" fmla="*/ 1007504 h 2226722"/>
                      <a:gd name="connsiteX6" fmla="*/ 503752 w 1994885"/>
                      <a:gd name="connsiteY6" fmla="*/ 0 h 222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994885" h="2226722">
                        <a:moveTo>
                          <a:pt x="503752" y="0"/>
                        </a:moveTo>
                        <a:lnTo>
                          <a:pt x="1994885" y="0"/>
                        </a:lnTo>
                        <a:lnTo>
                          <a:pt x="1984705" y="201453"/>
                        </a:lnTo>
                        <a:cubicBezTo>
                          <a:pt x="1899377" y="1041101"/>
                          <a:pt x="1439495" y="1770095"/>
                          <a:pt x="774661" y="2218946"/>
                        </a:cubicBezTo>
                        <a:lnTo>
                          <a:pt x="761853" y="2226722"/>
                        </a:lnTo>
                        <a:lnTo>
                          <a:pt x="0" y="1007504"/>
                        </a:lnTo>
                        <a:lnTo>
                          <a:pt x="503752" y="0"/>
                        </a:lnTo>
                        <a:close/>
                      </a:path>
                    </a:pathLst>
                  </a:cu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43" name="Freeform 215">
                    <a:extLst>
                      <a:ext uri="{FF2B5EF4-FFF2-40B4-BE49-F238E27FC236}">
                        <a16:creationId xmlns:a16="http://schemas.microsoft.com/office/drawing/2014/main" id="{15E66708-01D8-4274-913A-6470EA71210F}"/>
                      </a:ext>
                    </a:extLst>
                  </p:cNvPr>
                  <p:cNvSpPr/>
                  <p:nvPr/>
                </p:nvSpPr>
                <p:spPr>
                  <a:xfrm>
                    <a:off x="5446639" y="3727113"/>
                    <a:ext cx="1768912" cy="1971765"/>
                  </a:xfrm>
                  <a:custGeom>
                    <a:avLst/>
                    <a:gdLst>
                      <a:gd name="connsiteX0" fmla="*/ 445673 w 1768912"/>
                      <a:gd name="connsiteY0" fmla="*/ 0 h 1971765"/>
                      <a:gd name="connsiteX1" fmla="*/ 1768912 w 1768912"/>
                      <a:gd name="connsiteY1" fmla="*/ 0 h 1971765"/>
                      <a:gd name="connsiteX2" fmla="*/ 1764393 w 1768912"/>
                      <a:gd name="connsiteY2" fmla="*/ 89424 h 1971765"/>
                      <a:gd name="connsiteX3" fmla="*/ 808321 w 1768912"/>
                      <a:gd name="connsiteY3" fmla="*/ 1872225 h 1971765"/>
                      <a:gd name="connsiteX4" fmla="*/ 675119 w 1768912"/>
                      <a:gd name="connsiteY4" fmla="*/ 1971765 h 1971765"/>
                      <a:gd name="connsiteX5" fmla="*/ 0 w 1768912"/>
                      <a:gd name="connsiteY5" fmla="*/ 891348 h 1971765"/>
                      <a:gd name="connsiteX6" fmla="*/ 445673 w 1768912"/>
                      <a:gd name="connsiteY6" fmla="*/ 0 h 19717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768912" h="1971765">
                        <a:moveTo>
                          <a:pt x="445673" y="0"/>
                        </a:moveTo>
                        <a:lnTo>
                          <a:pt x="1768912" y="0"/>
                        </a:lnTo>
                        <a:lnTo>
                          <a:pt x="1764393" y="89424"/>
                        </a:lnTo>
                        <a:cubicBezTo>
                          <a:pt x="1691605" y="805674"/>
                          <a:pt x="1334810" y="1438019"/>
                          <a:pt x="808321" y="1872225"/>
                        </a:cubicBezTo>
                        <a:lnTo>
                          <a:pt x="675119" y="1971765"/>
                        </a:lnTo>
                        <a:lnTo>
                          <a:pt x="0" y="891348"/>
                        </a:lnTo>
                        <a:lnTo>
                          <a:pt x="44567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>
                          <a:lumMod val="20000"/>
                          <a:lumOff val="80000"/>
                        </a:schemeClr>
                      </a:gs>
                      <a:gs pos="46000">
                        <a:schemeClr val="accent3"/>
                      </a:gs>
                      <a:gs pos="100000">
                        <a:schemeClr val="accent3">
                          <a:lumMod val="75000"/>
                        </a:schemeClr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sz="1350"/>
                  </a:p>
                </p:txBody>
              </p: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E5F89E2C-5C39-47B8-9A4B-B3C0CD4014DB}"/>
                    </a:ext>
                  </a:extLst>
                </p:cNvPr>
                <p:cNvGrpSpPr/>
                <p:nvPr/>
              </p:nvGrpSpPr>
              <p:grpSpPr>
                <a:xfrm>
                  <a:off x="3339101" y="2506893"/>
                  <a:ext cx="2434975" cy="2116477"/>
                  <a:chOff x="3339101" y="2506893"/>
                  <a:chExt cx="2434975" cy="2116477"/>
                </a:xfrm>
              </p:grpSpPr>
              <p:sp>
                <p:nvSpPr>
                  <p:cNvPr id="40" name="Hexagon 39">
                    <a:extLst>
                      <a:ext uri="{FF2B5EF4-FFF2-40B4-BE49-F238E27FC236}">
                        <a16:creationId xmlns:a16="http://schemas.microsoft.com/office/drawing/2014/main" id="{C99321BC-7340-4250-B105-4CC4FA84F274}"/>
                      </a:ext>
                    </a:extLst>
                  </p:cNvPr>
                  <p:cNvSpPr/>
                  <p:nvPr/>
                </p:nvSpPr>
                <p:spPr>
                  <a:xfrm>
                    <a:off x="3339101" y="2506893"/>
                    <a:ext cx="2434975" cy="2116477"/>
                  </a:xfrm>
                  <a:prstGeom prst="hexagon">
                    <a:avLst>
                      <a:gd name="adj" fmla="val 26942"/>
                      <a:gd name="vf" fmla="val 115470"/>
                    </a:avLst>
                  </a:prstGeom>
                  <a:solidFill>
                    <a:schemeClr val="bg2"/>
                  </a:solidFill>
                  <a:ln>
                    <a:solidFill>
                      <a:schemeClr val="bg2">
                        <a:lumMod val="75000"/>
                      </a:schemeClr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41" name="Hexagon 40">
                    <a:extLst>
                      <a:ext uri="{FF2B5EF4-FFF2-40B4-BE49-F238E27FC236}">
                        <a16:creationId xmlns:a16="http://schemas.microsoft.com/office/drawing/2014/main" id="{AED66959-9588-4146-9926-4C8B490564CF}"/>
                      </a:ext>
                    </a:extLst>
                  </p:cNvPr>
                  <p:cNvSpPr/>
                  <p:nvPr/>
                </p:nvSpPr>
                <p:spPr>
                  <a:xfrm>
                    <a:off x="3449080" y="2592860"/>
                    <a:ext cx="2215018" cy="1944542"/>
                  </a:xfrm>
                  <a:prstGeom prst="hexagon">
                    <a:avLst>
                      <a:gd name="adj" fmla="val 26942"/>
                      <a:gd name="vf" fmla="val 115470"/>
                    </a:avLst>
                  </a:prstGeom>
                  <a:gradFill flip="none" rotWithShape="1">
                    <a:gsLst>
                      <a:gs pos="0">
                        <a:schemeClr val="bg2">
                          <a:lumMod val="75000"/>
                        </a:schemeClr>
                      </a:gs>
                      <a:gs pos="48000">
                        <a:schemeClr val="bg2">
                          <a:lumMod val="85000"/>
                        </a:schemeClr>
                      </a:gs>
                      <a:gs pos="100000">
                        <a:schemeClr val="bg2">
                          <a:lumMod val="95000"/>
                        </a:schemeClr>
                      </a:gs>
                    </a:gsLst>
                    <a:lin ang="16200000" scaled="1"/>
                    <a:tileRect/>
                  </a:gradFill>
                  <a:ln>
                    <a:gradFill flip="none" rotWithShape="1">
                      <a:gsLst>
                        <a:gs pos="0">
                          <a:schemeClr val="bg2">
                            <a:lumMod val="85000"/>
                          </a:schemeClr>
                        </a:gs>
                        <a:gs pos="100000">
                          <a:schemeClr val="bg2">
                            <a:lumMod val="7500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</p:grp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8F4A38D-658F-44DA-8BF8-06B94F58B451}"/>
                  </a:ext>
                </a:extLst>
              </p:cNvPr>
              <p:cNvGrpSpPr/>
              <p:nvPr/>
            </p:nvGrpSpPr>
            <p:grpSpPr>
              <a:xfrm>
                <a:off x="2311491" y="1110038"/>
                <a:ext cx="4478476" cy="4905627"/>
                <a:chOff x="2311491" y="1110038"/>
                <a:chExt cx="4478476" cy="4905627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E04DCCC-1299-4292-891A-8BEB6FB82317}"/>
                    </a:ext>
                  </a:extLst>
                </p:cNvPr>
                <p:cNvSpPr/>
                <p:nvPr/>
              </p:nvSpPr>
              <p:spPr>
                <a:xfrm>
                  <a:off x="3423853" y="3089561"/>
                  <a:ext cx="2232546" cy="77215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 defTabSz="685783">
                    <a:defRPr/>
                  </a:pPr>
                  <a:r>
                    <a:rPr lang="en-US" sz="1500" b="1" kern="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Raleway ExtraBold" panose="020B0903030101060003" pitchFamily="34" charset="0"/>
                      <a:cs typeface="Andalus" panose="02020603050405020304" pitchFamily="18" charset="-78"/>
                    </a:rPr>
                    <a:t>Accelerated</a:t>
                  </a:r>
                </a:p>
                <a:p>
                  <a:pPr algn="ctr" defTabSz="685783">
                    <a:defRPr/>
                  </a:pPr>
                  <a:r>
                    <a:rPr lang="en-US" sz="1500" b="1" kern="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Raleway ExtraBold" panose="020B0903030101060003" pitchFamily="34" charset="0"/>
                      <a:cs typeface="Andalus" panose="02020603050405020304" pitchFamily="18" charset="-78"/>
                    </a:rPr>
                    <a:t>Transformation </a:t>
                  </a:r>
                </a:p>
              </p:txBody>
            </p: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DF549B57-524C-451C-A2CE-BBE4AA2FD1AA}"/>
                    </a:ext>
                  </a:extLst>
                </p:cNvPr>
                <p:cNvGrpSpPr/>
                <p:nvPr/>
              </p:nvGrpSpPr>
              <p:grpSpPr>
                <a:xfrm>
                  <a:off x="2311491" y="1110038"/>
                  <a:ext cx="4478476" cy="4905627"/>
                  <a:chOff x="2311491" y="1110038"/>
                  <a:chExt cx="4478476" cy="4905627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D091FFF1-8799-44EC-9DD4-AFECEB2E3F2E}"/>
                      </a:ext>
                    </a:extLst>
                  </p:cNvPr>
                  <p:cNvSpPr/>
                  <p:nvPr/>
                </p:nvSpPr>
                <p:spPr>
                  <a:xfrm rot="60000">
                    <a:off x="3526141" y="1110038"/>
                    <a:ext cx="2087106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Up">
                      <a:avLst>
                        <a:gd name="adj" fmla="val 11620089"/>
                      </a:avLst>
                    </a:prstTxWarp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Solid Foundation</a:t>
                    </a: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1859B92C-38F2-4C18-A43D-C5E5D1CB119E}"/>
                      </a:ext>
                    </a:extLst>
                  </p:cNvPr>
                  <p:cNvSpPr/>
                  <p:nvPr/>
                </p:nvSpPr>
                <p:spPr>
                  <a:xfrm rot="3900000">
                    <a:off x="5092631" y="2000857"/>
                    <a:ext cx="2087105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Up">
                      <a:avLst>
                        <a:gd name="adj" fmla="val 11620089"/>
                      </a:avLst>
                    </a:prstTxWarp>
                    <a:spAutoFit/>
                  </a:bodyPr>
                  <a:lstStyle/>
                  <a:p>
                    <a:pPr algn="ctr"/>
                    <a:r>
                      <a:rPr lang="en-US" sz="1500" b="1" dirty="0" err="1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AppCentric</a:t>
                    </a:r>
                    <a:r>
                      <a:rPr lang="en-US" sz="15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 Optimization</a:t>
                    </a: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42983CD1-0CDA-4B2C-957E-C4762D582CA1}"/>
                      </a:ext>
                    </a:extLst>
                  </p:cNvPr>
                  <p:cNvSpPr/>
                  <p:nvPr/>
                </p:nvSpPr>
                <p:spPr>
                  <a:xfrm rot="17880000">
                    <a:off x="1944837" y="2015548"/>
                    <a:ext cx="2087105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Up">
                      <a:avLst>
                        <a:gd name="adj" fmla="val 11620089"/>
                      </a:avLst>
                    </a:prstTxWarp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App/Service Lake</a:t>
                    </a:r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FC5EDAFA-D492-4B42-8F1A-524D9E6453E4}"/>
                      </a:ext>
                    </a:extLst>
                  </p:cNvPr>
                  <p:cNvSpPr/>
                  <p:nvPr/>
                </p:nvSpPr>
                <p:spPr>
                  <a:xfrm rot="3724541">
                    <a:off x="1921719" y="3727866"/>
                    <a:ext cx="2087105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Down">
                      <a:avLst/>
                    </a:prstTxWarp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Realtime Monitoring</a:t>
                    </a:r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757A9416-66D5-489C-833A-D8E43F2CF264}"/>
                      </a:ext>
                    </a:extLst>
                  </p:cNvPr>
                  <p:cNvSpPr/>
                  <p:nvPr/>
                </p:nvSpPr>
                <p:spPr>
                  <a:xfrm rot="60000">
                    <a:off x="3516222" y="4708103"/>
                    <a:ext cx="2087105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Down">
                      <a:avLst/>
                    </a:prstTxWarp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Operation Automation</a:t>
                    </a:r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4E40260B-476B-4863-95C8-D6A3DD8C1B92}"/>
                      </a:ext>
                    </a:extLst>
                  </p:cNvPr>
                  <p:cNvSpPr/>
                  <p:nvPr/>
                </p:nvSpPr>
                <p:spPr>
                  <a:xfrm rot="17940000">
                    <a:off x="5092633" y="3791684"/>
                    <a:ext cx="2087105" cy="1307562"/>
                  </a:xfrm>
                  <a:prstGeom prst="rect">
                    <a:avLst/>
                  </a:prstGeom>
                </p:spPr>
                <p:txBody>
                  <a:bodyPr wrap="none">
                    <a:prstTxWarp prst="textArchDown">
                      <a:avLst/>
                    </a:prstTxWarp>
                    <a:spAutoFit/>
                  </a:bodyPr>
                  <a:lstStyle/>
                  <a:p>
                    <a:pPr algn="ctr"/>
                    <a:r>
                      <a:rPr lang="en-US" sz="15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gency FB" panose="020B0503020202020204" pitchFamily="34" charset="0"/>
                      </a:rPr>
                      <a:t>Streamlined Delivery</a:t>
                    </a: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74124C96-C2DC-4CD2-AEE1-924B224ACA1A}"/>
                      </a:ext>
                    </a:extLst>
                  </p:cNvPr>
                  <p:cNvSpPr txBox="1"/>
                  <p:nvPr/>
                </p:nvSpPr>
                <p:spPr>
                  <a:xfrm>
                    <a:off x="4110052" y="1645810"/>
                    <a:ext cx="699998" cy="5791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1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01</a:t>
                    </a:r>
                  </a:p>
                </p:txBody>
              </p: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564EEB5E-DED1-417A-AEA7-C475470256E7}"/>
                      </a:ext>
                    </a:extLst>
                  </p:cNvPr>
                  <p:cNvSpPr txBox="1"/>
                  <p:nvPr/>
                </p:nvSpPr>
                <p:spPr>
                  <a:xfrm>
                    <a:off x="5606869" y="2457667"/>
                    <a:ext cx="702184" cy="5791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1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02</a:t>
                    </a: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DC645711-C4BB-42FF-9A71-3378CB0513C5}"/>
                      </a:ext>
                    </a:extLst>
                  </p:cNvPr>
                  <p:cNvSpPr txBox="1"/>
                  <p:nvPr/>
                </p:nvSpPr>
                <p:spPr>
                  <a:xfrm>
                    <a:off x="2522780" y="2457667"/>
                    <a:ext cx="702184" cy="5791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1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06</a:t>
                    </a:r>
                  </a:p>
                </p:txBody>
              </p:sp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67766326-EE57-49C3-BFBD-437AED2F9740}"/>
                      </a:ext>
                    </a:extLst>
                  </p:cNvPr>
                  <p:cNvSpPr txBox="1"/>
                  <p:nvPr/>
                </p:nvSpPr>
                <p:spPr>
                  <a:xfrm>
                    <a:off x="2573537" y="4119529"/>
                    <a:ext cx="702184" cy="5791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1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05</a:t>
                    </a: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6AB7897-BA9C-4BB4-BC1F-F248669AD2F9}"/>
                      </a:ext>
                    </a:extLst>
                  </p:cNvPr>
                  <p:cNvSpPr txBox="1"/>
                  <p:nvPr/>
                </p:nvSpPr>
                <p:spPr>
                  <a:xfrm>
                    <a:off x="4107863" y="5106059"/>
                    <a:ext cx="702184" cy="5791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1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04</a:t>
                    </a:r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141FAD1-437B-4CFC-A494-23EC5D063B7F}"/>
                      </a:ext>
                    </a:extLst>
                  </p:cNvPr>
                  <p:cNvSpPr txBox="1"/>
                  <p:nvPr/>
                </p:nvSpPr>
                <p:spPr>
                  <a:xfrm>
                    <a:off x="5612033" y="4119529"/>
                    <a:ext cx="702184" cy="5791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r"/>
                    <a:r>
                      <a:rPr lang="en-US" sz="2100" b="1" dirty="0">
                        <a:solidFill>
                          <a:schemeClr val="bg2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Britannic Bold" panose="020B0903060703020204" pitchFamily="34" charset="0"/>
                      </a:rPr>
                      <a:t>03</a:t>
                    </a:r>
                  </a:p>
                </p:txBody>
              </p:sp>
            </p:grpSp>
          </p:grpSp>
        </p:grp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3FD77377-A6B0-4F2F-9417-22260ACA29AD}"/>
              </a:ext>
            </a:extLst>
          </p:cNvPr>
          <p:cNvSpPr txBox="1"/>
          <p:nvPr/>
        </p:nvSpPr>
        <p:spPr>
          <a:xfrm>
            <a:off x="5956227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C4074C2-538D-40C6-B62F-5DF622D4CA97}"/>
              </a:ext>
            </a:extLst>
          </p:cNvPr>
          <p:cNvSpPr txBox="1"/>
          <p:nvPr/>
        </p:nvSpPr>
        <p:spPr>
          <a:xfrm>
            <a:off x="6178014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323200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 err="1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Xformation</a:t>
            </a:r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  <a:cs typeface="Segoe UI" panose="020B0502040204020203" pitchFamily="34" charset="0"/>
              </a:rPr>
              <a:t> Values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815884-6F65-42F6-8C5B-0D9D762C1B86}"/>
              </a:ext>
            </a:extLst>
          </p:cNvPr>
          <p:cNvGrpSpPr/>
          <p:nvPr/>
        </p:nvGrpSpPr>
        <p:grpSpPr>
          <a:xfrm>
            <a:off x="306726" y="804335"/>
            <a:ext cx="8403008" cy="4998563"/>
            <a:chOff x="560728" y="1321548"/>
            <a:chExt cx="7512987" cy="4439011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EEB5D299-D7E5-4400-A216-70AFC220678E}"/>
                </a:ext>
              </a:extLst>
            </p:cNvPr>
            <p:cNvGrpSpPr/>
            <p:nvPr/>
          </p:nvGrpSpPr>
          <p:grpSpPr>
            <a:xfrm>
              <a:off x="560728" y="3319186"/>
              <a:ext cx="1703438" cy="919683"/>
              <a:chOff x="747637" y="4425581"/>
              <a:chExt cx="2271251" cy="1226243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BCD43B81-EC10-42A6-AA2F-CFA4AFF2AD8B}"/>
                  </a:ext>
                </a:extLst>
              </p:cNvPr>
              <p:cNvGrpSpPr/>
              <p:nvPr/>
            </p:nvGrpSpPr>
            <p:grpSpPr>
              <a:xfrm flipH="1">
                <a:off x="1361145" y="4425581"/>
                <a:ext cx="1657743" cy="940067"/>
                <a:chOff x="-1622" y="1809992"/>
                <a:chExt cx="2026404" cy="768923"/>
              </a:xfrm>
            </p:grpSpPr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CF3F6DD9-EC7E-4390-88A3-D1D80E5CC3AF}"/>
                    </a:ext>
                  </a:extLst>
                </p:cNvPr>
                <p:cNvSpPr txBox="1"/>
                <p:nvPr/>
              </p:nvSpPr>
              <p:spPr>
                <a:xfrm flipH="1">
                  <a:off x="575265" y="1809992"/>
                  <a:ext cx="1449517" cy="2769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050" b="1" dirty="0">
                      <a:solidFill>
                        <a:srgbClr val="FF0000"/>
                      </a:solidFill>
                      <a:latin typeface="Helvetica" panose="020B0604020202020204" pitchFamily="2" charset="0"/>
                      <a:cs typeface="Arial" panose="020B0604020202020204" pitchFamily="34" charset="0"/>
                    </a:rPr>
                    <a:t>Any Cloud</a:t>
                  </a:r>
                </a:p>
              </p:txBody>
            </p: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46646562-CC7E-4491-A368-FFCD33B143A0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51959" y="2235695"/>
                  <a:ext cx="704816" cy="333990"/>
                  <a:chOff x="738039" y="4707912"/>
                  <a:chExt cx="532349" cy="272597"/>
                </a:xfrm>
              </p:grpSpPr>
              <p:sp>
                <p:nvSpPr>
                  <p:cNvPr id="89" name="Oval 88">
                    <a:extLst>
                      <a:ext uri="{FF2B5EF4-FFF2-40B4-BE49-F238E27FC236}">
                        <a16:creationId xmlns:a16="http://schemas.microsoft.com/office/drawing/2014/main" id="{DE3CE90D-C19A-4A0E-BEB6-75F8C39AED1C}"/>
                      </a:ext>
                    </a:extLst>
                  </p:cNvPr>
                  <p:cNvSpPr/>
                  <p:nvPr/>
                </p:nvSpPr>
                <p:spPr>
                  <a:xfrm flipV="1">
                    <a:off x="738039" y="4707912"/>
                    <a:ext cx="383138" cy="272597"/>
                  </a:xfrm>
                  <a:prstGeom prst="ellipse">
                    <a:avLst/>
                  </a:prstGeom>
                  <a:noFill/>
                  <a:ln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sysDot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9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0" name="Notched Right Arrow 286">
                    <a:extLst>
                      <a:ext uri="{FF2B5EF4-FFF2-40B4-BE49-F238E27FC236}">
                        <a16:creationId xmlns:a16="http://schemas.microsoft.com/office/drawing/2014/main" id="{8278E13B-D229-479F-8BB0-6426B911421B}"/>
                      </a:ext>
                    </a:extLst>
                  </p:cNvPr>
                  <p:cNvSpPr/>
                  <p:nvPr/>
                </p:nvSpPr>
                <p:spPr>
                  <a:xfrm flipH="1">
                    <a:off x="1175696" y="4774745"/>
                    <a:ext cx="94692" cy="172431"/>
                  </a:xfrm>
                  <a:prstGeom prst="notchedRightArrow">
                    <a:avLst>
                      <a:gd name="adj1" fmla="val 38820"/>
                      <a:gd name="adj2" fmla="val 54556"/>
                    </a:avLst>
                  </a:prstGeom>
                  <a:solidFill>
                    <a:srgbClr val="5A6F8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9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8E5944A9-DB29-4CD9-B29E-FF68D396F284}"/>
                    </a:ext>
                  </a:extLst>
                </p:cNvPr>
                <p:cNvSpPr txBox="1"/>
                <p:nvPr/>
              </p:nvSpPr>
              <p:spPr>
                <a:xfrm flipH="1">
                  <a:off x="-1622" y="2276822"/>
                  <a:ext cx="593753" cy="3020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effectLst>
                        <a:innerShdw blurRad="63500" dist="50800" dir="18900000">
                          <a:prstClr val="black">
                            <a:alpha val="50000"/>
                          </a:prstClr>
                        </a:innerShdw>
                      </a:effectLst>
                      <a:latin typeface="Arial" panose="020B0604020202020204" pitchFamily="34" charset="0"/>
                      <a:cs typeface="Arial" panose="020B0604020202020204" pitchFamily="34" charset="0"/>
                    </a:rPr>
                    <a:t>01</a:t>
                  </a:r>
                </a:p>
              </p:txBody>
            </p:sp>
          </p:grp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0DFC663F-24A9-4D9C-854A-E5DB8F0A7572}"/>
                  </a:ext>
                </a:extLst>
              </p:cNvPr>
              <p:cNvSpPr/>
              <p:nvPr/>
            </p:nvSpPr>
            <p:spPr>
              <a:xfrm rot="36612">
                <a:off x="747637" y="4666939"/>
                <a:ext cx="1630927" cy="984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050" dirty="0">
                    <a:latin typeface="Helvetica" panose="020B0604020202020204" pitchFamily="2" charset="0"/>
                    <a:cs typeface="Arial" panose="020B0604020202020204" pitchFamily="34" charset="0"/>
                  </a:rPr>
                  <a:t>Rapidly create deploy secure SOA apps across clouds</a:t>
                </a:r>
              </a:p>
            </p:txBody>
          </p:sp>
        </p:grp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33F28AD-D256-4B4C-A86F-6625D30564ED}"/>
                </a:ext>
              </a:extLst>
            </p:cNvPr>
            <p:cNvSpPr/>
            <p:nvPr/>
          </p:nvSpPr>
          <p:spPr>
            <a:xfrm>
              <a:off x="3880433" y="4957499"/>
              <a:ext cx="986433" cy="299744"/>
            </a:xfrm>
            <a:prstGeom prst="rect">
              <a:avLst/>
            </a:prstGeom>
          </p:spPr>
          <p:txBody>
            <a:bodyPr wrap="none">
              <a:prstTxWarp prst="textArchUp">
                <a:avLst>
                  <a:gd name="adj" fmla="val 11620089"/>
                </a:avLst>
              </a:prstTxWarp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DA291C"/>
                  </a:solidFill>
                  <a:latin typeface="Agency FB" panose="020B0503020202020204" pitchFamily="34" charset="0"/>
                </a:rPr>
                <a:t>XFORMATION</a:t>
              </a: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4D415FBA-4FEE-4244-B7AA-0332BFAE6130}"/>
                </a:ext>
              </a:extLst>
            </p:cNvPr>
            <p:cNvGrpSpPr/>
            <p:nvPr/>
          </p:nvGrpSpPr>
          <p:grpSpPr>
            <a:xfrm>
              <a:off x="1965093" y="1340725"/>
              <a:ext cx="2144083" cy="783584"/>
              <a:chOff x="2620123" y="1787634"/>
              <a:chExt cx="2858777" cy="1044779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C8989F5F-8698-419F-8E70-EDCB4D515DD4}"/>
                  </a:ext>
                </a:extLst>
              </p:cNvPr>
              <p:cNvGrpSpPr/>
              <p:nvPr/>
            </p:nvGrpSpPr>
            <p:grpSpPr>
              <a:xfrm flipH="1">
                <a:off x="2865193" y="1787634"/>
                <a:ext cx="2613707" cy="683456"/>
                <a:chOff x="213085" y="1822366"/>
                <a:chExt cx="2064122" cy="787167"/>
              </a:xfrm>
            </p:grpSpPr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ED42AA07-ECDA-43C5-A71B-D23AB14B3DCC}"/>
                    </a:ext>
                  </a:extLst>
                </p:cNvPr>
                <p:cNvSpPr txBox="1"/>
                <p:nvPr/>
              </p:nvSpPr>
              <p:spPr>
                <a:xfrm flipH="1">
                  <a:off x="733769" y="1822366"/>
                  <a:ext cx="1543438" cy="3899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050" b="1" dirty="0">
                      <a:solidFill>
                        <a:srgbClr val="FF0000"/>
                      </a:solidFill>
                      <a:latin typeface="Helvetica" panose="020B0604020202020204" pitchFamily="2" charset="0"/>
                      <a:cs typeface="Arial" panose="020B0604020202020204" pitchFamily="34" charset="0"/>
                    </a:rPr>
                    <a:t>Fast Release</a:t>
                  </a:r>
                </a:p>
              </p:txBody>
            </p:sp>
            <p:sp>
              <p:nvSpPr>
                <p:cNvPr id="97" name="Notched Right Arrow 237">
                  <a:extLst>
                    <a:ext uri="{FF2B5EF4-FFF2-40B4-BE49-F238E27FC236}">
                      <a16:creationId xmlns:a16="http://schemas.microsoft.com/office/drawing/2014/main" id="{7DB39075-5AC5-4075-B358-49F4DF908A72}"/>
                    </a:ext>
                  </a:extLst>
                </p:cNvPr>
                <p:cNvSpPr/>
                <p:nvPr/>
              </p:nvSpPr>
              <p:spPr>
                <a:xfrm rot="10800000">
                  <a:off x="631399" y="2276536"/>
                  <a:ext cx="125369" cy="211265"/>
                </a:xfrm>
                <a:prstGeom prst="notchedRightArrow">
                  <a:avLst>
                    <a:gd name="adj1" fmla="val 38820"/>
                    <a:gd name="adj2" fmla="val 54556"/>
                  </a:avLst>
                </a:prstGeom>
                <a:solidFill>
                  <a:srgbClr val="3D97C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90D2AE4-CC12-46DD-B097-5330316D302D}"/>
                    </a:ext>
                  </a:extLst>
                </p:cNvPr>
                <p:cNvSpPr txBox="1"/>
                <p:nvPr/>
              </p:nvSpPr>
              <p:spPr>
                <a:xfrm flipH="1">
                  <a:off x="213085" y="2184157"/>
                  <a:ext cx="389092" cy="425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effectLst>
                        <a:innerShdw blurRad="63500" dist="50800" dir="18900000">
                          <a:prstClr val="black">
                            <a:alpha val="50000"/>
                          </a:prstClr>
                        </a:innerShdw>
                      </a:effectLst>
                      <a:latin typeface="Arial" panose="020B0604020202020204" pitchFamily="34" charset="0"/>
                      <a:cs typeface="Arial" panose="020B0604020202020204" pitchFamily="34" charset="0"/>
                    </a:rPr>
                    <a:t>03</a:t>
                  </a:r>
                </a:p>
              </p:txBody>
            </p:sp>
          </p:grp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30D737A5-C367-4AB5-BC55-D3AC2E79744B}"/>
                  </a:ext>
                </a:extLst>
              </p:cNvPr>
              <p:cNvSpPr/>
              <p:nvPr/>
            </p:nvSpPr>
            <p:spPr>
              <a:xfrm rot="36612">
                <a:off x="2620123" y="2062972"/>
                <a:ext cx="2139805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050" dirty="0">
                    <a:latin typeface="Helvetica" panose="020B0604020202020204" pitchFamily="2" charset="0"/>
                    <a:cs typeface="Arial" panose="020B0604020202020204" pitchFamily="34" charset="0"/>
                  </a:rPr>
                  <a:t>Publish changes rapidly through components with automation tests  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058AC516-B82F-46E7-A618-B115AACABCD8}"/>
                  </a:ext>
                </a:extLst>
              </p:cNvPr>
              <p:cNvSpPr/>
              <p:nvPr/>
            </p:nvSpPr>
            <p:spPr>
              <a:xfrm rot="10800000" flipV="1">
                <a:off x="5015273" y="2061074"/>
                <a:ext cx="414979" cy="408328"/>
              </a:xfrm>
              <a:prstGeom prst="ellipse">
                <a:avLst/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404F214-E6D0-40B2-B0B6-C46853B15F21}"/>
                </a:ext>
              </a:extLst>
            </p:cNvPr>
            <p:cNvGrpSpPr/>
            <p:nvPr/>
          </p:nvGrpSpPr>
          <p:grpSpPr>
            <a:xfrm>
              <a:off x="784811" y="2266108"/>
              <a:ext cx="2158254" cy="783576"/>
              <a:chOff x="1046414" y="3021476"/>
              <a:chExt cx="2877672" cy="1044768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D49EF19-D04F-428B-A938-1194E019FD59}"/>
                  </a:ext>
                </a:extLst>
              </p:cNvPr>
              <p:cNvGrpSpPr/>
              <p:nvPr/>
            </p:nvGrpSpPr>
            <p:grpSpPr>
              <a:xfrm flipH="1">
                <a:off x="1046414" y="3021476"/>
                <a:ext cx="2877672" cy="889849"/>
                <a:chOff x="-329666" y="1869182"/>
                <a:chExt cx="4046191" cy="657163"/>
              </a:xfrm>
            </p:grpSpPr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658EEEB5-8401-437A-9C8C-C696DA6A94ED}"/>
                    </a:ext>
                  </a:extLst>
                </p:cNvPr>
                <p:cNvSpPr txBox="1"/>
                <p:nvPr/>
              </p:nvSpPr>
              <p:spPr>
                <a:xfrm flipH="1">
                  <a:off x="-329666" y="1869182"/>
                  <a:ext cx="4046191" cy="2220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0000"/>
                      </a:solidFill>
                      <a:latin typeface="Helvetica" panose="020B0604020202020204" pitchFamily="2" charset="0"/>
                      <a:cs typeface="Arial" panose="020B0604020202020204" pitchFamily="34" charset="0"/>
                    </a:rPr>
                    <a:t>Catalogue Based Approach</a:t>
                  </a:r>
                </a:p>
              </p:txBody>
            </p:sp>
            <p:sp>
              <p:nvSpPr>
                <p:cNvPr id="105" name="Notched Right Arrow 256">
                  <a:extLst>
                    <a:ext uri="{FF2B5EF4-FFF2-40B4-BE49-F238E27FC236}">
                      <a16:creationId xmlns:a16="http://schemas.microsoft.com/office/drawing/2014/main" id="{8B775BB7-7BF7-4A94-ACA0-A1E956363BA5}"/>
                    </a:ext>
                  </a:extLst>
                </p:cNvPr>
                <p:cNvSpPr/>
                <p:nvPr/>
              </p:nvSpPr>
              <p:spPr>
                <a:xfrm rot="10800000">
                  <a:off x="631405" y="2276544"/>
                  <a:ext cx="125369" cy="211264"/>
                </a:xfrm>
                <a:prstGeom prst="notchedRightArrow">
                  <a:avLst>
                    <a:gd name="adj1" fmla="val 38820"/>
                    <a:gd name="adj2" fmla="val 54556"/>
                  </a:avLst>
                </a:prstGeom>
                <a:solidFill>
                  <a:srgbClr val="EE853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55B501BE-0E41-410E-8B23-2469EB0CD1F7}"/>
                    </a:ext>
                  </a:extLst>
                </p:cNvPr>
                <p:cNvSpPr txBox="1"/>
                <p:nvPr/>
              </p:nvSpPr>
              <p:spPr>
                <a:xfrm flipH="1">
                  <a:off x="-123108" y="2284122"/>
                  <a:ext cx="721979" cy="242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effectLst>
                        <a:innerShdw blurRad="63500" dist="50800" dir="18900000">
                          <a:prstClr val="black">
                            <a:alpha val="50000"/>
                          </a:prstClr>
                        </a:innerShdw>
                      </a:effectLst>
                      <a:latin typeface="Arial" panose="020B0604020202020204" pitchFamily="34" charset="0"/>
                      <a:cs typeface="Arial" panose="020B0604020202020204" pitchFamily="34" charset="0"/>
                    </a:rPr>
                    <a:t>02</a:t>
                  </a:r>
                </a:p>
              </p:txBody>
            </p:sp>
          </p:grp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DEF1BE0D-6555-46FA-9642-47B07A7BFEF2}"/>
                  </a:ext>
                </a:extLst>
              </p:cNvPr>
              <p:cNvSpPr/>
              <p:nvPr/>
            </p:nvSpPr>
            <p:spPr>
              <a:xfrm rot="36612">
                <a:off x="1315357" y="3382936"/>
                <a:ext cx="1817297" cy="6833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050" dirty="0">
                    <a:latin typeface="Helvetica" panose="020B0604020202020204" pitchFamily="2" charset="0"/>
                    <a:cs typeface="Arial" panose="020B0604020202020204" pitchFamily="34" charset="0"/>
                  </a:rPr>
                  <a:t>Extend Built In Artifacts quickly with defined skillsets</a:t>
                </a: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B3A89ECF-53A6-4508-95B3-380E6C3AAAB7}"/>
                  </a:ext>
                </a:extLst>
              </p:cNvPr>
              <p:cNvSpPr/>
              <p:nvPr/>
            </p:nvSpPr>
            <p:spPr>
              <a:xfrm rot="10800000" flipV="1">
                <a:off x="3295914" y="3542584"/>
                <a:ext cx="414979" cy="408328"/>
              </a:xfrm>
              <a:prstGeom prst="ellipse">
                <a:avLst/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AE711EC-D5FA-4D7C-82A2-591CFAAF659A}"/>
                </a:ext>
              </a:extLst>
            </p:cNvPr>
            <p:cNvGrpSpPr/>
            <p:nvPr/>
          </p:nvGrpSpPr>
          <p:grpSpPr>
            <a:xfrm>
              <a:off x="6063187" y="2497848"/>
              <a:ext cx="1966957" cy="722707"/>
              <a:chOff x="8084248" y="3330462"/>
              <a:chExt cx="2622609" cy="963608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60C8395D-2CE9-41E0-896E-CE671D48F34A}"/>
                  </a:ext>
                </a:extLst>
              </p:cNvPr>
              <p:cNvGrpSpPr/>
              <p:nvPr/>
            </p:nvGrpSpPr>
            <p:grpSpPr>
              <a:xfrm>
                <a:off x="8389112" y="3330462"/>
                <a:ext cx="2317745" cy="963608"/>
                <a:chOff x="430484" y="4222869"/>
                <a:chExt cx="2035696" cy="949009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AB90185B-8367-4527-914D-15021E351D52}"/>
                    </a:ext>
                  </a:extLst>
                </p:cNvPr>
                <p:cNvGrpSpPr/>
                <p:nvPr/>
              </p:nvGrpSpPr>
              <p:grpSpPr>
                <a:xfrm>
                  <a:off x="430484" y="4222869"/>
                  <a:ext cx="1984357" cy="644205"/>
                  <a:chOff x="359951" y="1843600"/>
                  <a:chExt cx="1984357" cy="644205"/>
                </a:xfrm>
              </p:grpSpPr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2C9D75B0-0142-4DEF-9D23-B4ABE131B12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59951" y="1843600"/>
                    <a:ext cx="1984357" cy="3334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sz="1050" b="1" dirty="0">
                        <a:solidFill>
                          <a:srgbClr val="FF0000"/>
                        </a:solidFill>
                        <a:latin typeface="Helvetica" panose="020B0604020202020204" pitchFamily="2" charset="0"/>
                        <a:cs typeface="Arial" panose="020B0604020202020204" pitchFamily="34" charset="0"/>
                      </a:rPr>
                      <a:t>Proactive &amp; Resilient </a:t>
                    </a:r>
                  </a:p>
                </p:txBody>
              </p:sp>
              <p:sp>
                <p:nvSpPr>
                  <p:cNvPr id="115" name="Notched Right Arrow 266">
                    <a:extLst>
                      <a:ext uri="{FF2B5EF4-FFF2-40B4-BE49-F238E27FC236}">
                        <a16:creationId xmlns:a16="http://schemas.microsoft.com/office/drawing/2014/main" id="{17B08D0E-CD83-4821-96BB-3FCD281C2AD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31401" y="2276540"/>
                    <a:ext cx="125369" cy="211265"/>
                  </a:xfrm>
                  <a:prstGeom prst="notchedRightArrow">
                    <a:avLst>
                      <a:gd name="adj1" fmla="val 38820"/>
                      <a:gd name="adj2" fmla="val 54556"/>
                    </a:avLst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9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947FC2F8-CA75-43C4-B4B6-FAFB7472A197}"/>
                    </a:ext>
                  </a:extLst>
                </p:cNvPr>
                <p:cNvSpPr/>
                <p:nvPr/>
              </p:nvSpPr>
              <p:spPr>
                <a:xfrm rot="21563388" flipH="1">
                  <a:off x="653227" y="4414095"/>
                  <a:ext cx="1812953" cy="75778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1050" dirty="0">
                      <a:latin typeface="Helvetica" panose="020B0604020202020204" pitchFamily="2" charset="0"/>
                      <a:cs typeface="Arial" panose="020B0604020202020204" pitchFamily="34" charset="0"/>
                    </a:rPr>
                    <a:t>Realtime audit, monitoring, configuration control</a:t>
                  </a:r>
                </a:p>
              </p:txBody>
            </p:sp>
          </p:grp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C65F89AE-4A7C-46E4-84C8-3614C9AD1E29}"/>
                  </a:ext>
                </a:extLst>
              </p:cNvPr>
              <p:cNvSpPr txBox="1"/>
              <p:nvPr/>
            </p:nvSpPr>
            <p:spPr>
              <a:xfrm>
                <a:off x="8084248" y="3725821"/>
                <a:ext cx="564287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05</a:t>
                </a: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F7BA11BC-1C31-413A-9C29-B79A0447C2AB}"/>
                  </a:ext>
                </a:extLst>
              </p:cNvPr>
              <p:cNvSpPr/>
              <p:nvPr/>
            </p:nvSpPr>
            <p:spPr>
              <a:xfrm rot="10800000" flipV="1">
                <a:off x="8177664" y="3687150"/>
                <a:ext cx="407883" cy="408327"/>
              </a:xfrm>
              <a:prstGeom prst="ellipse">
                <a:avLst/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42BFF44-FDF5-488B-8F1A-A7D5F8F25049}"/>
                </a:ext>
              </a:extLst>
            </p:cNvPr>
            <p:cNvGrpSpPr/>
            <p:nvPr/>
          </p:nvGrpSpPr>
          <p:grpSpPr>
            <a:xfrm>
              <a:off x="4738631" y="1321548"/>
              <a:ext cx="2308574" cy="807229"/>
              <a:chOff x="6318173" y="1762063"/>
              <a:chExt cx="3078098" cy="1076306"/>
            </a:xfrm>
          </p:grpSpPr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36118C03-8072-4D6C-870F-339DD1D4C586}"/>
                  </a:ext>
                </a:extLst>
              </p:cNvPr>
              <p:cNvGrpSpPr/>
              <p:nvPr/>
            </p:nvGrpSpPr>
            <p:grpSpPr>
              <a:xfrm>
                <a:off x="6464656" y="1762063"/>
                <a:ext cx="2931615" cy="1076306"/>
                <a:chOff x="457021" y="4139611"/>
                <a:chExt cx="1984210" cy="1172963"/>
              </a:xfrm>
            </p:grpSpPr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CC07814C-40DC-456B-8371-E87845A4A055}"/>
                    </a:ext>
                  </a:extLst>
                </p:cNvPr>
                <p:cNvGrpSpPr/>
                <p:nvPr/>
              </p:nvGrpSpPr>
              <p:grpSpPr>
                <a:xfrm>
                  <a:off x="457021" y="4139611"/>
                  <a:ext cx="1191294" cy="727461"/>
                  <a:chOff x="386488" y="1760342"/>
                  <a:chExt cx="1191294" cy="727461"/>
                </a:xfrm>
              </p:grpSpPr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280E0C8E-6DA6-43A0-A14F-27AB542E282C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86488" y="1760342"/>
                    <a:ext cx="1191294" cy="3689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sz="1050" b="1" dirty="0">
                        <a:solidFill>
                          <a:srgbClr val="FF0000"/>
                        </a:solidFill>
                        <a:latin typeface="Helvetica" panose="020B0604020202020204" pitchFamily="2" charset="0"/>
                        <a:cs typeface="Arial" panose="020B0604020202020204" pitchFamily="34" charset="0"/>
                      </a:rPr>
                      <a:t>Scale Out</a:t>
                    </a:r>
                  </a:p>
                </p:txBody>
              </p:sp>
              <p:sp>
                <p:nvSpPr>
                  <p:cNvPr id="124" name="Notched Right Arrow 247">
                    <a:extLst>
                      <a:ext uri="{FF2B5EF4-FFF2-40B4-BE49-F238E27FC236}">
                        <a16:creationId xmlns:a16="http://schemas.microsoft.com/office/drawing/2014/main" id="{38620395-BEF3-45C2-8496-C6A432D1DE4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31402" y="2276538"/>
                    <a:ext cx="125370" cy="211265"/>
                  </a:xfrm>
                  <a:prstGeom prst="notchedRightArrow">
                    <a:avLst>
                      <a:gd name="adj1" fmla="val 38820"/>
                      <a:gd name="adj2" fmla="val 54556"/>
                    </a:avLst>
                  </a:prstGeom>
                  <a:solidFill>
                    <a:srgbClr val="48C49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9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D1B0A475-FADA-4810-A8DC-87EA31332F85}"/>
                    </a:ext>
                  </a:extLst>
                </p:cNvPr>
                <p:cNvSpPr/>
                <p:nvPr/>
              </p:nvSpPr>
              <p:spPr>
                <a:xfrm rot="21563388" flipH="1">
                  <a:off x="826702" y="4474033"/>
                  <a:ext cx="1614529" cy="83854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1050" dirty="0">
                      <a:latin typeface="Helvetica" panose="020B0604020202020204" pitchFamily="2" charset="0"/>
                      <a:cs typeface="Arial" panose="020B0604020202020204" pitchFamily="34" charset="0"/>
                    </a:rPr>
                    <a:t>Scale Out services across clouds in reliable and secure ecosystem </a:t>
                  </a:r>
                </a:p>
              </p:txBody>
            </p:sp>
          </p:grp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B1CE3B4-5573-4718-8CC3-15ED03F1FE93}"/>
                  </a:ext>
                </a:extLst>
              </p:cNvPr>
              <p:cNvSpPr txBox="1"/>
              <p:nvPr/>
            </p:nvSpPr>
            <p:spPr>
              <a:xfrm>
                <a:off x="6318173" y="2165681"/>
                <a:ext cx="4926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04</a:t>
                </a: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CDA87A17-2E91-45C2-A4F4-38F01C8A2E37}"/>
                  </a:ext>
                </a:extLst>
              </p:cNvPr>
              <p:cNvSpPr/>
              <p:nvPr/>
            </p:nvSpPr>
            <p:spPr>
              <a:xfrm rot="10800000" flipV="1">
                <a:off x="6354577" y="2131833"/>
                <a:ext cx="414979" cy="408328"/>
              </a:xfrm>
              <a:prstGeom prst="ellipse">
                <a:avLst/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8DCDED88-F0BF-4A22-B4CF-D081AE51387F}"/>
                </a:ext>
              </a:extLst>
            </p:cNvPr>
            <p:cNvGrpSpPr/>
            <p:nvPr/>
          </p:nvGrpSpPr>
          <p:grpSpPr>
            <a:xfrm>
              <a:off x="6647685" y="3717179"/>
              <a:ext cx="1426030" cy="561195"/>
              <a:chOff x="8863574" y="4956233"/>
              <a:chExt cx="1901372" cy="748259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28C75B0E-32DB-4E44-A43A-2AA5EE84B865}"/>
                  </a:ext>
                </a:extLst>
              </p:cNvPr>
              <p:cNvGrpSpPr/>
              <p:nvPr/>
            </p:nvGrpSpPr>
            <p:grpSpPr>
              <a:xfrm>
                <a:off x="9386830" y="4956233"/>
                <a:ext cx="1274245" cy="572384"/>
                <a:chOff x="631406" y="1869182"/>
                <a:chExt cx="1631263" cy="618626"/>
              </a:xfrm>
            </p:grpSpPr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98E7B5F7-0A0D-42AC-891E-C94C9A0F2851}"/>
                    </a:ext>
                  </a:extLst>
                </p:cNvPr>
                <p:cNvSpPr txBox="1"/>
                <p:nvPr/>
              </p:nvSpPr>
              <p:spPr>
                <a:xfrm flipH="1">
                  <a:off x="778205" y="1869182"/>
                  <a:ext cx="1484464" cy="3249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050" b="1" dirty="0">
                      <a:solidFill>
                        <a:srgbClr val="FF0000"/>
                      </a:solidFill>
                      <a:latin typeface="Helvetica" panose="020B0604020202020204" pitchFamily="2" charset="0"/>
                      <a:cs typeface="Arial" panose="020B0604020202020204" pitchFamily="34" charset="0"/>
                    </a:rPr>
                    <a:t>DevSecOps</a:t>
                  </a:r>
                </a:p>
              </p:txBody>
            </p:sp>
            <p:sp>
              <p:nvSpPr>
                <p:cNvPr id="132" name="Notched Right Arrow 276">
                  <a:extLst>
                    <a:ext uri="{FF2B5EF4-FFF2-40B4-BE49-F238E27FC236}">
                      <a16:creationId xmlns:a16="http://schemas.microsoft.com/office/drawing/2014/main" id="{C68CF278-661C-4F55-A005-4AB4AE603451}"/>
                    </a:ext>
                  </a:extLst>
                </p:cNvPr>
                <p:cNvSpPr/>
                <p:nvPr/>
              </p:nvSpPr>
              <p:spPr>
                <a:xfrm rot="10800000">
                  <a:off x="631406" y="2276543"/>
                  <a:ext cx="125369" cy="211265"/>
                </a:xfrm>
                <a:prstGeom prst="notchedRightArrow">
                  <a:avLst>
                    <a:gd name="adj1" fmla="val 38820"/>
                    <a:gd name="adj2" fmla="val 54556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541B70A3-34AF-457F-A5CF-D2681E8F8470}"/>
                  </a:ext>
                </a:extLst>
              </p:cNvPr>
              <p:cNvSpPr/>
              <p:nvPr/>
            </p:nvSpPr>
            <p:spPr>
              <a:xfrm rot="21563388" flipH="1">
                <a:off x="9503771" y="5212511"/>
                <a:ext cx="1261175" cy="491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050" dirty="0">
                    <a:latin typeface="Helvetica" panose="020B0604020202020204" pitchFamily="2" charset="0"/>
                    <a:cs typeface="Arial" panose="020B0604020202020204" pitchFamily="34" charset="0"/>
                  </a:rPr>
                  <a:t>DevSecOps with Ease 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AC0E1B9B-46CF-4100-A7AB-32459BE547B1}"/>
                  </a:ext>
                </a:extLst>
              </p:cNvPr>
              <p:cNvSpPr txBox="1"/>
              <p:nvPr/>
            </p:nvSpPr>
            <p:spPr>
              <a:xfrm>
                <a:off x="8863574" y="5259599"/>
                <a:ext cx="4777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06</a:t>
                </a: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C88427B1-4F3A-4AE4-A944-B1D73B502590}"/>
                  </a:ext>
                </a:extLst>
              </p:cNvPr>
              <p:cNvSpPr/>
              <p:nvPr/>
            </p:nvSpPr>
            <p:spPr>
              <a:xfrm rot="10800000" flipV="1">
                <a:off x="8906195" y="5231787"/>
                <a:ext cx="414979" cy="408328"/>
              </a:xfrm>
              <a:prstGeom prst="ellipse">
                <a:avLst/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8624B60-0251-47F8-A13B-C665AABD12A8}"/>
                </a:ext>
              </a:extLst>
            </p:cNvPr>
            <p:cNvGrpSpPr/>
            <p:nvPr/>
          </p:nvGrpSpPr>
          <p:grpSpPr>
            <a:xfrm>
              <a:off x="2537237" y="2963185"/>
              <a:ext cx="3669284" cy="1594784"/>
              <a:chOff x="3382983" y="3950913"/>
              <a:chExt cx="4892378" cy="2126378"/>
            </a:xfrm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42761FE2-8283-4C13-AC65-DF809CC6A9EC}"/>
                  </a:ext>
                </a:extLst>
              </p:cNvPr>
              <p:cNvSpPr/>
              <p:nvPr/>
            </p:nvSpPr>
            <p:spPr>
              <a:xfrm>
                <a:off x="3382983" y="5231787"/>
                <a:ext cx="798274" cy="628665"/>
              </a:xfrm>
              <a:prstGeom prst="rect">
                <a:avLst/>
              </a:prstGeom>
              <a:solidFill>
                <a:srgbClr val="5A6F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AA371609-29DB-446B-ADE5-DA2EC6845306}"/>
                  </a:ext>
                </a:extLst>
              </p:cNvPr>
              <p:cNvSpPr/>
              <p:nvPr/>
            </p:nvSpPr>
            <p:spPr>
              <a:xfrm>
                <a:off x="4339988" y="4243904"/>
                <a:ext cx="609219" cy="645884"/>
              </a:xfrm>
              <a:prstGeom prst="rect">
                <a:avLst/>
              </a:prstGeom>
              <a:solidFill>
                <a:srgbClr val="EE85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BBBE3DA5-55D1-4C5D-8B64-878C5B88DFF9}"/>
                  </a:ext>
                </a:extLst>
              </p:cNvPr>
              <p:cNvSpPr/>
              <p:nvPr/>
            </p:nvSpPr>
            <p:spPr>
              <a:xfrm>
                <a:off x="5704764" y="3950913"/>
                <a:ext cx="536572" cy="719023"/>
              </a:xfrm>
              <a:prstGeom prst="rect">
                <a:avLst/>
              </a:prstGeom>
              <a:solidFill>
                <a:srgbClr val="3D97C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D05C8BA4-6A9B-4E6A-8204-85622AE04143}"/>
                  </a:ext>
                </a:extLst>
              </p:cNvPr>
              <p:cNvSpPr/>
              <p:nvPr/>
            </p:nvSpPr>
            <p:spPr>
              <a:xfrm>
                <a:off x="6866437" y="4425582"/>
                <a:ext cx="654025" cy="565913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0DDA49F5-7517-47D1-B8E2-A8D0FC4CB537}"/>
                  </a:ext>
                </a:extLst>
              </p:cNvPr>
              <p:cNvSpPr/>
              <p:nvPr/>
            </p:nvSpPr>
            <p:spPr>
              <a:xfrm>
                <a:off x="7608662" y="5330264"/>
                <a:ext cx="666699" cy="74702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3113F73E-2DCF-43D7-9E94-EE2AB842D034}"/>
                </a:ext>
              </a:extLst>
            </p:cNvPr>
            <p:cNvGrpSpPr/>
            <p:nvPr/>
          </p:nvGrpSpPr>
          <p:grpSpPr>
            <a:xfrm>
              <a:off x="2018535" y="2475683"/>
              <a:ext cx="4846326" cy="3284876"/>
              <a:chOff x="1291405" y="1770436"/>
              <a:chExt cx="6632475" cy="4379835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3A653047-9B2B-405D-BFA2-654A37C640E3}"/>
                  </a:ext>
                </a:extLst>
              </p:cNvPr>
              <p:cNvGrpSpPr/>
              <p:nvPr/>
            </p:nvGrpSpPr>
            <p:grpSpPr>
              <a:xfrm>
                <a:off x="1291405" y="1770436"/>
                <a:ext cx="6632475" cy="4379835"/>
                <a:chOff x="1095817" y="688737"/>
                <a:chExt cx="5773922" cy="3812879"/>
              </a:xfrm>
            </p:grpSpPr>
            <p:sp>
              <p:nvSpPr>
                <p:cNvPr id="184" name="Freeform 96">
                  <a:extLst>
                    <a:ext uri="{FF2B5EF4-FFF2-40B4-BE49-F238E27FC236}">
                      <a16:creationId xmlns:a16="http://schemas.microsoft.com/office/drawing/2014/main" id="{C9BA8AC0-7C50-4E08-BAED-EF05278D8D02}"/>
                    </a:ext>
                  </a:extLst>
                </p:cNvPr>
                <p:cNvSpPr/>
                <p:nvPr/>
              </p:nvSpPr>
              <p:spPr>
                <a:xfrm rot="1800000">
                  <a:off x="3630484" y="916835"/>
                  <a:ext cx="1757567" cy="1477603"/>
                </a:xfrm>
                <a:custGeom>
                  <a:avLst/>
                  <a:gdLst>
                    <a:gd name="connsiteX0" fmla="*/ 0 w 1738906"/>
                    <a:gd name="connsiteY0" fmla="*/ 363584 h 1466844"/>
                    <a:gd name="connsiteX1" fmla="*/ 244299 w 1738906"/>
                    <a:gd name="connsiteY1" fmla="*/ 238520 h 1466844"/>
                    <a:gd name="connsiteX2" fmla="*/ 1289793 w 1738906"/>
                    <a:gd name="connsiteY2" fmla="*/ 0 h 1466844"/>
                    <a:gd name="connsiteX3" fmla="*/ 1451478 w 1738906"/>
                    <a:gd name="connsiteY3" fmla="*/ 3611 h 1466844"/>
                    <a:gd name="connsiteX4" fmla="*/ 1451478 w 1738906"/>
                    <a:gd name="connsiteY4" fmla="*/ 506993 h 1466844"/>
                    <a:gd name="connsiteX5" fmla="*/ 1461158 w 1738906"/>
                    <a:gd name="connsiteY5" fmla="*/ 498455 h 1466844"/>
                    <a:gd name="connsiteX6" fmla="*/ 1714071 w 1738906"/>
                    <a:gd name="connsiteY6" fmla="*/ 566223 h 1466844"/>
                    <a:gd name="connsiteX7" fmla="*/ 1646303 w 1738906"/>
                    <a:gd name="connsiteY7" fmla="*/ 819136 h 1466844"/>
                    <a:gd name="connsiteX8" fmla="*/ 1505811 w 1738906"/>
                    <a:gd name="connsiteY8" fmla="*/ 837632 h 1466844"/>
                    <a:gd name="connsiteX9" fmla="*/ 1451478 w 1738906"/>
                    <a:gd name="connsiteY9" fmla="*/ 811118 h 1466844"/>
                    <a:gd name="connsiteX10" fmla="*/ 1451478 w 1738906"/>
                    <a:gd name="connsiteY10" fmla="*/ 1276566 h 1466844"/>
                    <a:gd name="connsiteX11" fmla="*/ 1324002 w 1738906"/>
                    <a:gd name="connsiteY11" fmla="*/ 1273719 h 1466844"/>
                    <a:gd name="connsiteX12" fmla="*/ 765175 w 1738906"/>
                    <a:gd name="connsiteY12" fmla="*/ 1401210 h 1466844"/>
                    <a:gd name="connsiteX13" fmla="*/ 636968 w 1738906"/>
                    <a:gd name="connsiteY13" fmla="*/ 1466844 h 1466844"/>
                    <a:gd name="connsiteX14" fmla="*/ 421408 w 1738906"/>
                    <a:gd name="connsiteY14" fmla="*/ 1093484 h 1466844"/>
                    <a:gd name="connsiteX15" fmla="*/ 439663 w 1738906"/>
                    <a:gd name="connsiteY15" fmla="*/ 1094757 h 1466844"/>
                    <a:gd name="connsiteX16" fmla="*/ 514376 w 1738906"/>
                    <a:gd name="connsiteY16" fmla="*/ 1069633 h 1466844"/>
                    <a:gd name="connsiteX17" fmla="*/ 587033 w 1738906"/>
                    <a:gd name="connsiteY17" fmla="*/ 798476 h 1466844"/>
                    <a:gd name="connsiteX18" fmla="*/ 315875 w 1738906"/>
                    <a:gd name="connsiteY18" fmla="*/ 725819 h 1466844"/>
                    <a:gd name="connsiteX19" fmla="*/ 256761 w 1738906"/>
                    <a:gd name="connsiteY19" fmla="*/ 777961 h 1466844"/>
                    <a:gd name="connsiteX20" fmla="*/ 248736 w 1738906"/>
                    <a:gd name="connsiteY20" fmla="*/ 794407 h 1466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38906" h="1466844">
                      <a:moveTo>
                        <a:pt x="0" y="363584"/>
                      </a:moveTo>
                      <a:lnTo>
                        <a:pt x="244299" y="238520"/>
                      </a:lnTo>
                      <a:cubicBezTo>
                        <a:pt x="581690" y="86882"/>
                        <a:pt x="936869" y="9166"/>
                        <a:pt x="1289793" y="0"/>
                      </a:cubicBezTo>
                      <a:lnTo>
                        <a:pt x="1451478" y="3611"/>
                      </a:lnTo>
                      <a:lnTo>
                        <a:pt x="1451478" y="506993"/>
                      </a:lnTo>
                      <a:lnTo>
                        <a:pt x="1461158" y="498455"/>
                      </a:lnTo>
                      <a:cubicBezTo>
                        <a:pt x="1549712" y="447328"/>
                        <a:pt x="1662944" y="477669"/>
                        <a:pt x="1714071" y="566223"/>
                      </a:cubicBezTo>
                      <a:cubicBezTo>
                        <a:pt x="1765197" y="654776"/>
                        <a:pt x="1734857" y="768009"/>
                        <a:pt x="1646303" y="819136"/>
                      </a:cubicBezTo>
                      <a:cubicBezTo>
                        <a:pt x="1602026" y="844699"/>
                        <a:pt x="1551580" y="849895"/>
                        <a:pt x="1505811" y="837632"/>
                      </a:cubicBezTo>
                      <a:lnTo>
                        <a:pt x="1451478" y="811118"/>
                      </a:lnTo>
                      <a:lnTo>
                        <a:pt x="1451478" y="1276566"/>
                      </a:lnTo>
                      <a:lnTo>
                        <a:pt x="1324002" y="1273719"/>
                      </a:lnTo>
                      <a:cubicBezTo>
                        <a:pt x="1135361" y="1278618"/>
                        <a:pt x="945514" y="1320159"/>
                        <a:pt x="765175" y="1401210"/>
                      </a:cubicBezTo>
                      <a:lnTo>
                        <a:pt x="636968" y="1466844"/>
                      </a:lnTo>
                      <a:lnTo>
                        <a:pt x="421408" y="1093484"/>
                      </a:lnTo>
                      <a:lnTo>
                        <a:pt x="439663" y="1094757"/>
                      </a:lnTo>
                      <a:cubicBezTo>
                        <a:pt x="465252" y="1091581"/>
                        <a:pt x="490641" y="1083337"/>
                        <a:pt x="514376" y="1069633"/>
                      </a:cubicBezTo>
                      <a:cubicBezTo>
                        <a:pt x="609318" y="1014819"/>
                        <a:pt x="641847" y="893417"/>
                        <a:pt x="587033" y="798476"/>
                      </a:cubicBezTo>
                      <a:cubicBezTo>
                        <a:pt x="532218" y="703534"/>
                        <a:pt x="410817" y="671005"/>
                        <a:pt x="315875" y="725819"/>
                      </a:cubicBezTo>
                      <a:cubicBezTo>
                        <a:pt x="292140" y="739523"/>
                        <a:pt x="272305" y="757388"/>
                        <a:pt x="256761" y="777961"/>
                      </a:cubicBezTo>
                      <a:lnTo>
                        <a:pt x="248736" y="794407"/>
                      </a:lnTo>
                      <a:close/>
                    </a:path>
                  </a:pathLst>
                </a:custGeom>
                <a:solidFill>
                  <a:srgbClr val="48C492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" name="Freeform 90">
                  <a:extLst>
                    <a:ext uri="{FF2B5EF4-FFF2-40B4-BE49-F238E27FC236}">
                      <a16:creationId xmlns:a16="http://schemas.microsoft.com/office/drawing/2014/main" id="{DB78CBA5-BC04-447B-BD5E-316807D82318}"/>
                    </a:ext>
                  </a:extLst>
                </p:cNvPr>
                <p:cNvSpPr/>
                <p:nvPr/>
              </p:nvSpPr>
              <p:spPr>
                <a:xfrm rot="1800000">
                  <a:off x="1739558" y="1419755"/>
                  <a:ext cx="1423461" cy="1436876"/>
                </a:xfrm>
                <a:custGeom>
                  <a:avLst/>
                  <a:gdLst>
                    <a:gd name="connsiteX0" fmla="*/ 321049 w 1423461"/>
                    <a:gd name="connsiteY0" fmla="*/ 0 h 1436876"/>
                    <a:gd name="connsiteX1" fmla="*/ 734940 w 1423461"/>
                    <a:gd name="connsiteY1" fmla="*/ 238960 h 1436876"/>
                    <a:gd name="connsiteX2" fmla="*/ 738988 w 1423461"/>
                    <a:gd name="connsiteY2" fmla="*/ 180912 h 1436876"/>
                    <a:gd name="connsiteX3" fmla="*/ 825252 w 1423461"/>
                    <a:gd name="connsiteY3" fmla="*/ 68491 h 1436876"/>
                    <a:gd name="connsiteX4" fmla="*/ 1078164 w 1423461"/>
                    <a:gd name="connsiteY4" fmla="*/ 136259 h 1436876"/>
                    <a:gd name="connsiteX5" fmla="*/ 1010397 w 1423461"/>
                    <a:gd name="connsiteY5" fmla="*/ 389172 h 1436876"/>
                    <a:gd name="connsiteX6" fmla="*/ 1000739 w 1423461"/>
                    <a:gd name="connsiteY6" fmla="*/ 392419 h 1436876"/>
                    <a:gd name="connsiteX7" fmla="*/ 1423461 w 1423461"/>
                    <a:gd name="connsiteY7" fmla="*/ 636478 h 1436876"/>
                    <a:gd name="connsiteX8" fmla="*/ 1422413 w 1423461"/>
                    <a:gd name="connsiteY8" fmla="*/ 638391 h 1436876"/>
                    <a:gd name="connsiteX9" fmla="*/ 1274639 w 1423461"/>
                    <a:gd name="connsiteY9" fmla="*/ 1319220 h 1436876"/>
                    <a:gd name="connsiteX10" fmla="*/ 1283441 w 1423461"/>
                    <a:gd name="connsiteY10" fmla="*/ 1436876 h 1436876"/>
                    <a:gd name="connsiteX11" fmla="*/ 828283 w 1423461"/>
                    <a:gd name="connsiteY11" fmla="*/ 1436876 h 1436876"/>
                    <a:gd name="connsiteX12" fmla="*/ 843768 w 1423461"/>
                    <a:gd name="connsiteY12" fmla="*/ 1405143 h 1436876"/>
                    <a:gd name="connsiteX13" fmla="*/ 823937 w 1423461"/>
                    <a:gd name="connsiteY13" fmla="*/ 1254517 h 1436876"/>
                    <a:gd name="connsiteX14" fmla="*/ 552780 w 1423461"/>
                    <a:gd name="connsiteY14" fmla="*/ 1181860 h 1436876"/>
                    <a:gd name="connsiteX15" fmla="*/ 463614 w 1423461"/>
                    <a:gd name="connsiteY15" fmla="*/ 1416356 h 1436876"/>
                    <a:gd name="connsiteX16" fmla="*/ 472854 w 1423461"/>
                    <a:gd name="connsiteY16" fmla="*/ 1436876 h 1436876"/>
                    <a:gd name="connsiteX17" fmla="*/ 7163 w 1423461"/>
                    <a:gd name="connsiteY17" fmla="*/ 1436876 h 1436876"/>
                    <a:gd name="connsiteX18" fmla="*/ 920 w 1423461"/>
                    <a:gd name="connsiteY18" fmla="*/ 1353429 h 1436876"/>
                    <a:gd name="connsiteX19" fmla="*/ 277386 w 1423461"/>
                    <a:gd name="connsiteY19" fmla="*/ 79685 h 1436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423461" h="1436876">
                      <a:moveTo>
                        <a:pt x="321049" y="0"/>
                      </a:moveTo>
                      <a:lnTo>
                        <a:pt x="734940" y="238960"/>
                      </a:lnTo>
                      <a:lnTo>
                        <a:pt x="738988" y="180912"/>
                      </a:lnTo>
                      <a:cubicBezTo>
                        <a:pt x="751251" y="135144"/>
                        <a:pt x="780975" y="94054"/>
                        <a:pt x="825252" y="68491"/>
                      </a:cubicBezTo>
                      <a:cubicBezTo>
                        <a:pt x="913805" y="17365"/>
                        <a:pt x="1027038" y="47705"/>
                        <a:pt x="1078164" y="136259"/>
                      </a:cubicBezTo>
                      <a:cubicBezTo>
                        <a:pt x="1129291" y="224813"/>
                        <a:pt x="1098950" y="338045"/>
                        <a:pt x="1010397" y="389172"/>
                      </a:cubicBezTo>
                      <a:lnTo>
                        <a:pt x="1000739" y="392419"/>
                      </a:lnTo>
                      <a:lnTo>
                        <a:pt x="1423461" y="636478"/>
                      </a:lnTo>
                      <a:lnTo>
                        <a:pt x="1422413" y="638391"/>
                      </a:lnTo>
                      <a:cubicBezTo>
                        <a:pt x="1319641" y="849499"/>
                        <a:pt x="1268514" y="1083418"/>
                        <a:pt x="1274639" y="1319220"/>
                      </a:cubicBezTo>
                      <a:lnTo>
                        <a:pt x="1283441" y="1436876"/>
                      </a:lnTo>
                      <a:lnTo>
                        <a:pt x="828283" y="1436876"/>
                      </a:lnTo>
                      <a:lnTo>
                        <a:pt x="843768" y="1405143"/>
                      </a:lnTo>
                      <a:cubicBezTo>
                        <a:pt x="856916" y="1356073"/>
                        <a:pt x="851344" y="1301987"/>
                        <a:pt x="823937" y="1254517"/>
                      </a:cubicBezTo>
                      <a:cubicBezTo>
                        <a:pt x="769123" y="1159575"/>
                        <a:pt x="647721" y="1127046"/>
                        <a:pt x="552780" y="1181860"/>
                      </a:cubicBezTo>
                      <a:cubicBezTo>
                        <a:pt x="469706" y="1229823"/>
                        <a:pt x="434416" y="1328766"/>
                        <a:pt x="463614" y="1416356"/>
                      </a:cubicBezTo>
                      <a:lnTo>
                        <a:pt x="472854" y="1436876"/>
                      </a:lnTo>
                      <a:lnTo>
                        <a:pt x="7163" y="1436876"/>
                      </a:lnTo>
                      <a:lnTo>
                        <a:pt x="920" y="1353429"/>
                      </a:lnTo>
                      <a:cubicBezTo>
                        <a:pt x="-10538" y="912274"/>
                        <a:pt x="85114" y="474642"/>
                        <a:pt x="277386" y="79685"/>
                      </a:cubicBezTo>
                      <a:close/>
                    </a:path>
                  </a:pathLst>
                </a:custGeom>
                <a:solidFill>
                  <a:srgbClr val="EE853E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" name="Freeform 99">
                  <a:extLst>
                    <a:ext uri="{FF2B5EF4-FFF2-40B4-BE49-F238E27FC236}">
                      <a16:creationId xmlns:a16="http://schemas.microsoft.com/office/drawing/2014/main" id="{03E2E04F-CDD5-4C79-A3BC-F4D869D4D40A}"/>
                    </a:ext>
                  </a:extLst>
                </p:cNvPr>
                <p:cNvSpPr/>
                <p:nvPr/>
              </p:nvSpPr>
              <p:spPr>
                <a:xfrm rot="1800000">
                  <a:off x="4894445" y="1546722"/>
                  <a:ext cx="1411894" cy="1556979"/>
                </a:xfrm>
                <a:custGeom>
                  <a:avLst/>
                  <a:gdLst>
                    <a:gd name="connsiteX0" fmla="*/ 0 w 1401313"/>
                    <a:gd name="connsiteY0" fmla="*/ 0 h 1551894"/>
                    <a:gd name="connsiteX1" fmla="*/ 90839 w 1401313"/>
                    <a:gd name="connsiteY1" fmla="*/ 2029 h 1551894"/>
                    <a:gd name="connsiteX2" fmla="*/ 1332167 w 1401313"/>
                    <a:gd name="connsiteY2" fmla="*/ 399474 h 1551894"/>
                    <a:gd name="connsiteX3" fmla="*/ 1401313 w 1401313"/>
                    <a:gd name="connsiteY3" fmla="*/ 446605 h 1551894"/>
                    <a:gd name="connsiteX4" fmla="*/ 1137639 w 1401313"/>
                    <a:gd name="connsiteY4" fmla="*/ 903302 h 1551894"/>
                    <a:gd name="connsiteX5" fmla="*/ 1198073 w 1401313"/>
                    <a:gd name="connsiteY5" fmla="*/ 907516 h 1551894"/>
                    <a:gd name="connsiteX6" fmla="*/ 1310494 w 1401313"/>
                    <a:gd name="connsiteY6" fmla="*/ 993780 h 1551894"/>
                    <a:gd name="connsiteX7" fmla="*/ 1242727 w 1401313"/>
                    <a:gd name="connsiteY7" fmla="*/ 1246693 h 1551894"/>
                    <a:gd name="connsiteX8" fmla="*/ 989814 w 1401313"/>
                    <a:gd name="connsiteY8" fmla="*/ 1178925 h 1551894"/>
                    <a:gd name="connsiteX9" fmla="*/ 984859 w 1401313"/>
                    <a:gd name="connsiteY9" fmla="*/ 1167924 h 1551894"/>
                    <a:gd name="connsiteX10" fmla="*/ 763174 w 1401313"/>
                    <a:gd name="connsiteY10" fmla="*/ 1551894 h 1551894"/>
                    <a:gd name="connsiteX11" fmla="*/ 665681 w 1401313"/>
                    <a:gd name="connsiteY11" fmla="*/ 1485443 h 1551894"/>
                    <a:gd name="connsiteX12" fmla="*/ 2178 w 1401313"/>
                    <a:gd name="connsiteY12" fmla="*/ 1273005 h 1551894"/>
                    <a:gd name="connsiteX13" fmla="*/ 0 w 1401313"/>
                    <a:gd name="connsiteY13" fmla="*/ 1272956 h 1551894"/>
                    <a:gd name="connsiteX14" fmla="*/ 0 w 1401313"/>
                    <a:gd name="connsiteY14" fmla="*/ 828159 h 1551894"/>
                    <a:gd name="connsiteX15" fmla="*/ 39757 w 1401313"/>
                    <a:gd name="connsiteY15" fmla="*/ 847559 h 1551894"/>
                    <a:gd name="connsiteX16" fmla="*/ 190383 w 1401313"/>
                    <a:gd name="connsiteY16" fmla="*/ 827729 h 1551894"/>
                    <a:gd name="connsiteX17" fmla="*/ 263040 w 1401313"/>
                    <a:gd name="connsiteY17" fmla="*/ 556572 h 1551894"/>
                    <a:gd name="connsiteX18" fmla="*/ 28544 w 1401313"/>
                    <a:gd name="connsiteY18" fmla="*/ 467405 h 1551894"/>
                    <a:gd name="connsiteX19" fmla="*/ 0 w 1401313"/>
                    <a:gd name="connsiteY19" fmla="*/ 480260 h 1551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401313" h="1551894">
                      <a:moveTo>
                        <a:pt x="0" y="0"/>
                      </a:moveTo>
                      <a:lnTo>
                        <a:pt x="90839" y="2029"/>
                      </a:lnTo>
                      <a:cubicBezTo>
                        <a:pt x="529018" y="32995"/>
                        <a:pt x="955844" y="168974"/>
                        <a:pt x="1332167" y="399474"/>
                      </a:cubicBezTo>
                      <a:lnTo>
                        <a:pt x="1401313" y="446605"/>
                      </a:lnTo>
                      <a:lnTo>
                        <a:pt x="1137639" y="903302"/>
                      </a:lnTo>
                      <a:lnTo>
                        <a:pt x="1198073" y="907516"/>
                      </a:lnTo>
                      <a:cubicBezTo>
                        <a:pt x="1243841" y="919780"/>
                        <a:pt x="1284931" y="949503"/>
                        <a:pt x="1310494" y="993780"/>
                      </a:cubicBezTo>
                      <a:cubicBezTo>
                        <a:pt x="1361621" y="1082334"/>
                        <a:pt x="1331280" y="1195567"/>
                        <a:pt x="1242727" y="1246693"/>
                      </a:cubicBezTo>
                      <a:cubicBezTo>
                        <a:pt x="1154173" y="1297820"/>
                        <a:pt x="1040940" y="1267479"/>
                        <a:pt x="989814" y="1178925"/>
                      </a:cubicBezTo>
                      <a:lnTo>
                        <a:pt x="984859" y="1167924"/>
                      </a:lnTo>
                      <a:lnTo>
                        <a:pt x="763174" y="1551894"/>
                      </a:lnTo>
                      <a:lnTo>
                        <a:pt x="665681" y="1485443"/>
                      </a:lnTo>
                      <a:cubicBezTo>
                        <a:pt x="464533" y="1362238"/>
                        <a:pt x="236390" y="1289556"/>
                        <a:pt x="2178" y="1273005"/>
                      </a:cubicBezTo>
                      <a:lnTo>
                        <a:pt x="0" y="1272956"/>
                      </a:lnTo>
                      <a:lnTo>
                        <a:pt x="0" y="828159"/>
                      </a:lnTo>
                      <a:lnTo>
                        <a:pt x="39757" y="847559"/>
                      </a:lnTo>
                      <a:cubicBezTo>
                        <a:pt x="88827" y="860707"/>
                        <a:pt x="142913" y="855136"/>
                        <a:pt x="190383" y="827729"/>
                      </a:cubicBezTo>
                      <a:cubicBezTo>
                        <a:pt x="285325" y="772915"/>
                        <a:pt x="317854" y="651513"/>
                        <a:pt x="263040" y="556572"/>
                      </a:cubicBezTo>
                      <a:cubicBezTo>
                        <a:pt x="215077" y="473498"/>
                        <a:pt x="116134" y="438208"/>
                        <a:pt x="28544" y="467405"/>
                      </a:cubicBezTo>
                      <a:lnTo>
                        <a:pt x="0" y="480260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" name="Freeform 71">
                  <a:extLst>
                    <a:ext uri="{FF2B5EF4-FFF2-40B4-BE49-F238E27FC236}">
                      <a16:creationId xmlns:a16="http://schemas.microsoft.com/office/drawing/2014/main" id="{BA36900E-3F59-4366-84E1-FE6A297752D2}"/>
                    </a:ext>
                  </a:extLst>
                </p:cNvPr>
                <p:cNvSpPr/>
                <p:nvPr/>
              </p:nvSpPr>
              <p:spPr>
                <a:xfrm rot="1800000">
                  <a:off x="1095817" y="2437560"/>
                  <a:ext cx="1570910" cy="1633979"/>
                </a:xfrm>
                <a:custGeom>
                  <a:avLst/>
                  <a:gdLst>
                    <a:gd name="connsiteX0" fmla="*/ 0 w 1553543"/>
                    <a:gd name="connsiteY0" fmla="*/ 277792 h 1616673"/>
                    <a:gd name="connsiteX1" fmla="*/ 483848 w 1553543"/>
                    <a:gd name="connsiteY1" fmla="*/ 277792 h 1616673"/>
                    <a:gd name="connsiteX2" fmla="*/ 483816 w 1553543"/>
                    <a:gd name="connsiteY2" fmla="*/ 277748 h 1616673"/>
                    <a:gd name="connsiteX3" fmla="*/ 551584 w 1553543"/>
                    <a:gd name="connsiteY3" fmla="*/ 24835 h 1616673"/>
                    <a:gd name="connsiteX4" fmla="*/ 804497 w 1553543"/>
                    <a:gd name="connsiteY4" fmla="*/ 92603 h 1616673"/>
                    <a:gd name="connsiteX5" fmla="*/ 822993 w 1553543"/>
                    <a:gd name="connsiteY5" fmla="*/ 233094 h 1616673"/>
                    <a:gd name="connsiteX6" fmla="*/ 801181 w 1553543"/>
                    <a:gd name="connsiteY6" fmla="*/ 277792 h 1616673"/>
                    <a:gd name="connsiteX7" fmla="*/ 1276279 w 1553543"/>
                    <a:gd name="connsiteY7" fmla="*/ 277792 h 1616673"/>
                    <a:gd name="connsiteX8" fmla="*/ 1277210 w 1553543"/>
                    <a:gd name="connsiteY8" fmla="*/ 290242 h 1616673"/>
                    <a:gd name="connsiteX9" fmla="*/ 1462354 w 1553543"/>
                    <a:gd name="connsiteY9" fmla="*/ 840833 h 1616673"/>
                    <a:gd name="connsiteX10" fmla="*/ 1543677 w 1553543"/>
                    <a:gd name="connsiteY10" fmla="*/ 966584 h 1616673"/>
                    <a:gd name="connsiteX11" fmla="*/ 1553543 w 1553543"/>
                    <a:gd name="connsiteY11" fmla="*/ 978909 h 1616673"/>
                    <a:gd name="connsiteX12" fmla="*/ 448903 w 1553543"/>
                    <a:gd name="connsiteY12" fmla="*/ 1616673 h 1616673"/>
                    <a:gd name="connsiteX13" fmla="*/ 359094 w 1553543"/>
                    <a:gd name="connsiteY13" fmla="*/ 1477800 h 1616673"/>
                    <a:gd name="connsiteX14" fmla="*/ 12713 w 1553543"/>
                    <a:gd name="connsiteY14" fmla="*/ 447715 h 1616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553543" h="1616673">
                      <a:moveTo>
                        <a:pt x="0" y="277792"/>
                      </a:moveTo>
                      <a:lnTo>
                        <a:pt x="483848" y="277792"/>
                      </a:lnTo>
                      <a:lnTo>
                        <a:pt x="483816" y="277748"/>
                      </a:lnTo>
                      <a:cubicBezTo>
                        <a:pt x="432690" y="189194"/>
                        <a:pt x="463030" y="75961"/>
                        <a:pt x="551584" y="24835"/>
                      </a:cubicBezTo>
                      <a:cubicBezTo>
                        <a:pt x="640138" y="-26292"/>
                        <a:pt x="753370" y="4049"/>
                        <a:pt x="804497" y="92603"/>
                      </a:cubicBezTo>
                      <a:cubicBezTo>
                        <a:pt x="830060" y="136880"/>
                        <a:pt x="835256" y="187326"/>
                        <a:pt x="822993" y="233094"/>
                      </a:cubicBezTo>
                      <a:lnTo>
                        <a:pt x="801181" y="277792"/>
                      </a:lnTo>
                      <a:lnTo>
                        <a:pt x="1276279" y="277792"/>
                      </a:lnTo>
                      <a:lnTo>
                        <a:pt x="1277210" y="290242"/>
                      </a:lnTo>
                      <a:cubicBezTo>
                        <a:pt x="1300609" y="478817"/>
                        <a:pt x="1361367" y="665918"/>
                        <a:pt x="1462354" y="840833"/>
                      </a:cubicBezTo>
                      <a:cubicBezTo>
                        <a:pt x="1487601" y="884561"/>
                        <a:pt x="1514764" y="926494"/>
                        <a:pt x="1543677" y="966584"/>
                      </a:cubicBezTo>
                      <a:lnTo>
                        <a:pt x="1553543" y="978909"/>
                      </a:lnTo>
                      <a:lnTo>
                        <a:pt x="448903" y="1616673"/>
                      </a:lnTo>
                      <a:lnTo>
                        <a:pt x="359094" y="1477800"/>
                      </a:lnTo>
                      <a:cubicBezTo>
                        <a:pt x="170160" y="1150557"/>
                        <a:pt x="56490" y="800514"/>
                        <a:pt x="12713" y="447715"/>
                      </a:cubicBezTo>
                      <a:close/>
                    </a:path>
                  </a:pathLst>
                </a:custGeom>
                <a:solidFill>
                  <a:srgbClr val="5A6F8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" name="Freeform 103">
                  <a:extLst>
                    <a:ext uri="{FF2B5EF4-FFF2-40B4-BE49-F238E27FC236}">
                      <a16:creationId xmlns:a16="http://schemas.microsoft.com/office/drawing/2014/main" id="{E2E9BADE-56BE-41CE-A061-9D8E5FFCD200}"/>
                    </a:ext>
                  </a:extLst>
                </p:cNvPr>
                <p:cNvSpPr/>
                <p:nvPr/>
              </p:nvSpPr>
              <p:spPr>
                <a:xfrm rot="1800000">
                  <a:off x="5272609" y="2356629"/>
                  <a:ext cx="1597130" cy="1713740"/>
                </a:xfrm>
                <a:custGeom>
                  <a:avLst/>
                  <a:gdLst>
                    <a:gd name="connsiteX0" fmla="*/ 638140 w 1573192"/>
                    <a:gd name="connsiteY0" fmla="*/ 0 h 1695965"/>
                    <a:gd name="connsiteX1" fmla="*/ 778940 w 1573192"/>
                    <a:gd name="connsiteY1" fmla="*/ 95970 h 1695965"/>
                    <a:gd name="connsiteX2" fmla="*/ 1497830 w 1573192"/>
                    <a:gd name="connsiteY2" fmla="*/ 910988 h 1695965"/>
                    <a:gd name="connsiteX3" fmla="*/ 1573192 w 1573192"/>
                    <a:gd name="connsiteY3" fmla="*/ 1058201 h 1695965"/>
                    <a:gd name="connsiteX4" fmla="*/ 468553 w 1573192"/>
                    <a:gd name="connsiteY4" fmla="*/ 1695965 h 1695965"/>
                    <a:gd name="connsiteX5" fmla="*/ 462812 w 1573192"/>
                    <a:gd name="connsiteY5" fmla="*/ 1681259 h 1695965"/>
                    <a:gd name="connsiteX6" fmla="*/ 394569 w 1573192"/>
                    <a:gd name="connsiteY6" fmla="*/ 1547956 h 1695965"/>
                    <a:gd name="connsiteX7" fmla="*/ 10316 w 1573192"/>
                    <a:gd name="connsiteY7" fmla="*/ 1112321 h 1695965"/>
                    <a:gd name="connsiteX8" fmla="*/ 0 w 1573192"/>
                    <a:gd name="connsiteY8" fmla="*/ 1105290 h 1695965"/>
                    <a:gd name="connsiteX9" fmla="*/ 210122 w 1573192"/>
                    <a:gd name="connsiteY9" fmla="*/ 741349 h 1695965"/>
                    <a:gd name="connsiteX10" fmla="*/ 228593 w 1573192"/>
                    <a:gd name="connsiteY10" fmla="*/ 767002 h 1695965"/>
                    <a:gd name="connsiteX11" fmla="*/ 476256 w 1573192"/>
                    <a:gd name="connsiteY11" fmla="*/ 807029 h 1695965"/>
                    <a:gd name="connsiteX12" fmla="*/ 548912 w 1573192"/>
                    <a:gd name="connsiteY12" fmla="*/ 535872 h 1695965"/>
                    <a:gd name="connsiteX13" fmla="*/ 428381 w 1573192"/>
                    <a:gd name="connsiteY13" fmla="*/ 443385 h 1695965"/>
                    <a:gd name="connsiteX14" fmla="*/ 383940 w 1573192"/>
                    <a:gd name="connsiteY14" fmla="*/ 440287 h 1695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573192" h="1695965">
                      <a:moveTo>
                        <a:pt x="638140" y="0"/>
                      </a:moveTo>
                      <a:lnTo>
                        <a:pt x="778940" y="95970"/>
                      </a:lnTo>
                      <a:cubicBezTo>
                        <a:pt x="1062584" y="310282"/>
                        <a:pt x="1308896" y="583745"/>
                        <a:pt x="1497830" y="910988"/>
                      </a:cubicBezTo>
                      <a:lnTo>
                        <a:pt x="1573192" y="1058201"/>
                      </a:lnTo>
                      <a:lnTo>
                        <a:pt x="468553" y="1695965"/>
                      </a:lnTo>
                      <a:lnTo>
                        <a:pt x="462812" y="1681259"/>
                      </a:lnTo>
                      <a:cubicBezTo>
                        <a:pt x="442549" y="1636175"/>
                        <a:pt x="419816" y="1591684"/>
                        <a:pt x="394569" y="1547956"/>
                      </a:cubicBezTo>
                      <a:cubicBezTo>
                        <a:pt x="293582" y="1373041"/>
                        <a:pt x="161927" y="1226873"/>
                        <a:pt x="10316" y="1112321"/>
                      </a:cubicBezTo>
                      <a:lnTo>
                        <a:pt x="0" y="1105290"/>
                      </a:lnTo>
                      <a:lnTo>
                        <a:pt x="210122" y="741349"/>
                      </a:lnTo>
                      <a:lnTo>
                        <a:pt x="228593" y="767002"/>
                      </a:lnTo>
                      <a:cubicBezTo>
                        <a:pt x="289850" y="836082"/>
                        <a:pt x="393182" y="854992"/>
                        <a:pt x="476256" y="807029"/>
                      </a:cubicBezTo>
                      <a:cubicBezTo>
                        <a:pt x="571197" y="752215"/>
                        <a:pt x="603727" y="630814"/>
                        <a:pt x="548912" y="535872"/>
                      </a:cubicBezTo>
                      <a:cubicBezTo>
                        <a:pt x="521505" y="488401"/>
                        <a:pt x="477451" y="456534"/>
                        <a:pt x="428381" y="443385"/>
                      </a:cubicBezTo>
                      <a:lnTo>
                        <a:pt x="383940" y="440287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" name="Freeform 59">
                  <a:extLst>
                    <a:ext uri="{FF2B5EF4-FFF2-40B4-BE49-F238E27FC236}">
                      <a16:creationId xmlns:a16="http://schemas.microsoft.com/office/drawing/2014/main" id="{A4CF6A9C-405E-4D1B-92CF-D25BF21DF7F9}"/>
                    </a:ext>
                  </a:extLst>
                </p:cNvPr>
                <p:cNvSpPr/>
                <p:nvPr/>
              </p:nvSpPr>
              <p:spPr>
                <a:xfrm rot="2731369">
                  <a:off x="2761134" y="2210538"/>
                  <a:ext cx="2298562" cy="2283593"/>
                </a:xfrm>
                <a:custGeom>
                  <a:avLst/>
                  <a:gdLst>
                    <a:gd name="connsiteX0" fmla="*/ 262836 w 2183672"/>
                    <a:gd name="connsiteY0" fmla="*/ 557933 h 2169454"/>
                    <a:gd name="connsiteX1" fmla="*/ 515621 w 2183672"/>
                    <a:gd name="connsiteY1" fmla="*/ 658693 h 2169454"/>
                    <a:gd name="connsiteX2" fmla="*/ 528513 w 2183672"/>
                    <a:gd name="connsiteY2" fmla="*/ 641508 h 2169454"/>
                    <a:gd name="connsiteX3" fmla="*/ 681437 w 2183672"/>
                    <a:gd name="connsiteY3" fmla="*/ 490432 h 2169454"/>
                    <a:gd name="connsiteX4" fmla="*/ 724320 w 2183672"/>
                    <a:gd name="connsiteY4" fmla="*/ 459181 h 2169454"/>
                    <a:gd name="connsiteX5" fmla="*/ 605251 w 2183672"/>
                    <a:gd name="connsiteY5" fmla="*/ 212613 h 2169454"/>
                    <a:gd name="connsiteX6" fmla="*/ 803318 w 2183672"/>
                    <a:gd name="connsiteY6" fmla="*/ 109636 h 2169454"/>
                    <a:gd name="connsiteX7" fmla="*/ 949650 w 2183672"/>
                    <a:gd name="connsiteY7" fmla="*/ 330598 h 2169454"/>
                    <a:gd name="connsiteX8" fmla="*/ 950279 w 2183672"/>
                    <a:gd name="connsiteY8" fmla="*/ 330303 h 2169454"/>
                    <a:gd name="connsiteX9" fmla="*/ 1208073 w 2183672"/>
                    <a:gd name="connsiteY9" fmla="*/ 258296 h 2169454"/>
                    <a:gd name="connsiteX10" fmla="*/ 1217375 w 2183672"/>
                    <a:gd name="connsiteY10" fmla="*/ 257409 h 2169454"/>
                    <a:gd name="connsiteX11" fmla="*/ 1278202 w 2183672"/>
                    <a:gd name="connsiteY11" fmla="*/ 0 h 2169454"/>
                    <a:gd name="connsiteX12" fmla="*/ 1468651 w 2183672"/>
                    <a:gd name="connsiteY12" fmla="*/ 0 h 2169454"/>
                    <a:gd name="connsiteX13" fmla="*/ 1522426 w 2183672"/>
                    <a:gd name="connsiteY13" fmla="*/ 258267 h 2169454"/>
                    <a:gd name="connsiteX14" fmla="*/ 1554327 w 2183672"/>
                    <a:gd name="connsiteY14" fmla="*/ 262025 h 2169454"/>
                    <a:gd name="connsiteX15" fmla="*/ 1775053 w 2183672"/>
                    <a:gd name="connsiteY15" fmla="*/ 324119 h 2169454"/>
                    <a:gd name="connsiteX16" fmla="*/ 1793442 w 2183672"/>
                    <a:gd name="connsiteY16" fmla="*/ 332342 h 2169454"/>
                    <a:gd name="connsiteX17" fmla="*/ 1963887 w 2183672"/>
                    <a:gd name="connsiteY17" fmla="*/ 138731 h 2169454"/>
                    <a:gd name="connsiteX18" fmla="*/ 2128858 w 2183672"/>
                    <a:gd name="connsiteY18" fmla="*/ 236629 h 2169454"/>
                    <a:gd name="connsiteX19" fmla="*/ 2039510 w 2183672"/>
                    <a:gd name="connsiteY19" fmla="*/ 475865 h 2169454"/>
                    <a:gd name="connsiteX20" fmla="*/ 2089337 w 2183672"/>
                    <a:gd name="connsiteY20" fmla="*/ 515672 h 2169454"/>
                    <a:gd name="connsiteX21" fmla="*/ 2183672 w 2183672"/>
                    <a:gd name="connsiteY21" fmla="*/ 615131 h 2169454"/>
                    <a:gd name="connsiteX22" fmla="*/ 1824317 w 2183672"/>
                    <a:gd name="connsiteY22" fmla="*/ 981103 h 2169454"/>
                    <a:gd name="connsiteX23" fmla="*/ 1730979 w 2183672"/>
                    <a:gd name="connsiteY23" fmla="*/ 893682 h 2169454"/>
                    <a:gd name="connsiteX24" fmla="*/ 1076312 w 2183672"/>
                    <a:gd name="connsiteY24" fmla="*/ 823348 h 2169454"/>
                    <a:gd name="connsiteX25" fmla="*/ 821699 w 2183672"/>
                    <a:gd name="connsiteY25" fmla="*/ 1626283 h 2169454"/>
                    <a:gd name="connsiteX26" fmla="*/ 887696 w 2183672"/>
                    <a:gd name="connsiteY26" fmla="*/ 1727279 h 2169454"/>
                    <a:gd name="connsiteX27" fmla="*/ 990415 w 2183672"/>
                    <a:gd name="connsiteY27" fmla="*/ 1830365 h 2169454"/>
                    <a:gd name="connsiteX28" fmla="*/ 657458 w 2183672"/>
                    <a:gd name="connsiteY28" fmla="*/ 2169454 h 2169454"/>
                    <a:gd name="connsiteX29" fmla="*/ 520546 w 2183672"/>
                    <a:gd name="connsiteY29" fmla="*/ 2029089 h 2169454"/>
                    <a:gd name="connsiteX30" fmla="*/ 505616 w 2183672"/>
                    <a:gd name="connsiteY30" fmla="*/ 2008601 h 2169454"/>
                    <a:gd name="connsiteX31" fmla="*/ 227182 w 2183672"/>
                    <a:gd name="connsiteY31" fmla="*/ 2093087 h 2169454"/>
                    <a:gd name="connsiteX32" fmla="*/ 132733 w 2183672"/>
                    <a:gd name="connsiteY32" fmla="*/ 1909326 h 2169454"/>
                    <a:gd name="connsiteX33" fmla="*/ 354942 w 2183672"/>
                    <a:gd name="connsiteY33" fmla="*/ 1745148 h 2169454"/>
                    <a:gd name="connsiteX34" fmla="*/ 333880 w 2183672"/>
                    <a:gd name="connsiteY34" fmla="*/ 1689966 h 2169454"/>
                    <a:gd name="connsiteX35" fmla="*/ 293309 w 2183672"/>
                    <a:gd name="connsiteY35" fmla="*/ 1532268 h 2169454"/>
                    <a:gd name="connsiteX36" fmla="*/ 284901 w 2183672"/>
                    <a:gd name="connsiteY36" fmla="*/ 1466662 h 2169454"/>
                    <a:gd name="connsiteX37" fmla="*/ 11462 w 2183672"/>
                    <a:gd name="connsiteY37" fmla="*/ 1427120 h 2169454"/>
                    <a:gd name="connsiteX38" fmla="*/ 0 w 2183672"/>
                    <a:gd name="connsiteY38" fmla="*/ 1216036 h 2169454"/>
                    <a:gd name="connsiteX39" fmla="*/ 291408 w 2183672"/>
                    <a:gd name="connsiteY39" fmla="*/ 1168216 h 2169454"/>
                    <a:gd name="connsiteX40" fmla="*/ 300853 w 2183672"/>
                    <a:gd name="connsiteY40" fmla="*/ 1111056 h 2169454"/>
                    <a:gd name="connsiteX41" fmla="*/ 327770 w 2183672"/>
                    <a:gd name="connsiteY41" fmla="*/ 1009613 h 2169454"/>
                    <a:gd name="connsiteX42" fmla="*/ 360118 w 2183672"/>
                    <a:gd name="connsiteY42" fmla="*/ 922291 h 2169454"/>
                    <a:gd name="connsiteX43" fmla="*/ 152949 w 2183672"/>
                    <a:gd name="connsiteY43" fmla="*/ 717261 h 2169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2183672" h="2169454">
                      <a:moveTo>
                        <a:pt x="262836" y="557933"/>
                      </a:moveTo>
                      <a:lnTo>
                        <a:pt x="515621" y="658693"/>
                      </a:lnTo>
                      <a:lnTo>
                        <a:pt x="528513" y="641508"/>
                      </a:lnTo>
                      <a:cubicBezTo>
                        <a:pt x="573857" y="586827"/>
                        <a:pt x="624936" y="536138"/>
                        <a:pt x="681437" y="490432"/>
                      </a:cubicBezTo>
                      <a:lnTo>
                        <a:pt x="724320" y="459181"/>
                      </a:lnTo>
                      <a:lnTo>
                        <a:pt x="605251" y="212613"/>
                      </a:lnTo>
                      <a:lnTo>
                        <a:pt x="803318" y="109636"/>
                      </a:lnTo>
                      <a:lnTo>
                        <a:pt x="949650" y="330598"/>
                      </a:lnTo>
                      <a:lnTo>
                        <a:pt x="950279" y="330303"/>
                      </a:lnTo>
                      <a:cubicBezTo>
                        <a:pt x="1034508" y="295161"/>
                        <a:pt x="1121053" y="271355"/>
                        <a:pt x="1208073" y="258296"/>
                      </a:cubicBezTo>
                      <a:lnTo>
                        <a:pt x="1217375" y="257409"/>
                      </a:lnTo>
                      <a:lnTo>
                        <a:pt x="1278202" y="0"/>
                      </a:lnTo>
                      <a:lnTo>
                        <a:pt x="1468651" y="0"/>
                      </a:lnTo>
                      <a:lnTo>
                        <a:pt x="1522426" y="258267"/>
                      </a:lnTo>
                      <a:lnTo>
                        <a:pt x="1554327" y="262025"/>
                      </a:lnTo>
                      <a:cubicBezTo>
                        <a:pt x="1629898" y="274979"/>
                        <a:pt x="1703904" y="295814"/>
                        <a:pt x="1775053" y="324119"/>
                      </a:cubicBezTo>
                      <a:lnTo>
                        <a:pt x="1793442" y="332342"/>
                      </a:lnTo>
                      <a:lnTo>
                        <a:pt x="1963887" y="138731"/>
                      </a:lnTo>
                      <a:lnTo>
                        <a:pt x="2128858" y="236629"/>
                      </a:lnTo>
                      <a:lnTo>
                        <a:pt x="2039510" y="475865"/>
                      </a:lnTo>
                      <a:lnTo>
                        <a:pt x="2089337" y="515672"/>
                      </a:lnTo>
                      <a:lnTo>
                        <a:pt x="2183672" y="615131"/>
                      </a:lnTo>
                      <a:lnTo>
                        <a:pt x="1824317" y="981103"/>
                      </a:lnTo>
                      <a:lnTo>
                        <a:pt x="1730979" y="893682"/>
                      </a:lnTo>
                      <a:cubicBezTo>
                        <a:pt x="1552305" y="745517"/>
                        <a:pt x="1295337" y="709787"/>
                        <a:pt x="1076312" y="823348"/>
                      </a:cubicBezTo>
                      <a:cubicBezTo>
                        <a:pt x="784279" y="974763"/>
                        <a:pt x="670285" y="1334249"/>
                        <a:pt x="821699" y="1626283"/>
                      </a:cubicBezTo>
                      <a:cubicBezTo>
                        <a:pt x="840626" y="1662788"/>
                        <a:pt x="862804" y="1696510"/>
                        <a:pt x="887696" y="1727279"/>
                      </a:cubicBezTo>
                      <a:lnTo>
                        <a:pt x="990415" y="1830365"/>
                      </a:lnTo>
                      <a:lnTo>
                        <a:pt x="657458" y="2169454"/>
                      </a:lnTo>
                      <a:lnTo>
                        <a:pt x="520546" y="2029089"/>
                      </a:lnTo>
                      <a:lnTo>
                        <a:pt x="505616" y="2008601"/>
                      </a:lnTo>
                      <a:lnTo>
                        <a:pt x="227182" y="2093087"/>
                      </a:lnTo>
                      <a:lnTo>
                        <a:pt x="132733" y="1909326"/>
                      </a:lnTo>
                      <a:lnTo>
                        <a:pt x="354942" y="1745148"/>
                      </a:lnTo>
                      <a:lnTo>
                        <a:pt x="333880" y="1689966"/>
                      </a:lnTo>
                      <a:cubicBezTo>
                        <a:pt x="316250" y="1637933"/>
                        <a:pt x="302770" y="1585228"/>
                        <a:pt x="293309" y="1532268"/>
                      </a:cubicBezTo>
                      <a:lnTo>
                        <a:pt x="284901" y="1466662"/>
                      </a:lnTo>
                      <a:lnTo>
                        <a:pt x="11462" y="1427120"/>
                      </a:lnTo>
                      <a:lnTo>
                        <a:pt x="0" y="1216036"/>
                      </a:lnTo>
                      <a:lnTo>
                        <a:pt x="291408" y="1168216"/>
                      </a:lnTo>
                      <a:lnTo>
                        <a:pt x="300853" y="1111056"/>
                      </a:lnTo>
                      <a:cubicBezTo>
                        <a:pt x="308208" y="1076819"/>
                        <a:pt x="317194" y="1042965"/>
                        <a:pt x="327770" y="1009613"/>
                      </a:cubicBezTo>
                      <a:lnTo>
                        <a:pt x="360118" y="922291"/>
                      </a:lnTo>
                      <a:lnTo>
                        <a:pt x="152949" y="717261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3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" name="Freeform 93">
                  <a:extLst>
                    <a:ext uri="{FF2B5EF4-FFF2-40B4-BE49-F238E27FC236}">
                      <a16:creationId xmlns:a16="http://schemas.microsoft.com/office/drawing/2014/main" id="{A250D5F0-86A2-40C2-8243-58F60593D3C0}"/>
                    </a:ext>
                  </a:extLst>
                </p:cNvPr>
                <p:cNvSpPr/>
                <p:nvPr/>
              </p:nvSpPr>
              <p:spPr>
                <a:xfrm rot="1800000">
                  <a:off x="2479305" y="688737"/>
                  <a:ext cx="1700202" cy="1717210"/>
                </a:xfrm>
                <a:custGeom>
                  <a:avLst/>
                  <a:gdLst>
                    <a:gd name="connsiteX0" fmla="*/ 1037485 w 1674452"/>
                    <a:gd name="connsiteY0" fmla="*/ 0 h 1713508"/>
                    <a:gd name="connsiteX1" fmla="*/ 1297653 w 1674452"/>
                    <a:gd name="connsiteY1" fmla="*/ 450624 h 1713508"/>
                    <a:gd name="connsiteX2" fmla="*/ 1313516 w 1674452"/>
                    <a:gd name="connsiteY2" fmla="*/ 418118 h 1713508"/>
                    <a:gd name="connsiteX3" fmla="*/ 1368653 w 1674452"/>
                    <a:gd name="connsiteY3" fmla="*/ 369484 h 1713508"/>
                    <a:gd name="connsiteX4" fmla="*/ 1621565 w 1674452"/>
                    <a:gd name="connsiteY4" fmla="*/ 437252 h 1713508"/>
                    <a:gd name="connsiteX5" fmla="*/ 1553798 w 1674452"/>
                    <a:gd name="connsiteY5" fmla="*/ 690164 h 1713508"/>
                    <a:gd name="connsiteX6" fmla="*/ 1484111 w 1674452"/>
                    <a:gd name="connsiteY6" fmla="*/ 713598 h 1713508"/>
                    <a:gd name="connsiteX7" fmla="*/ 1448028 w 1674452"/>
                    <a:gd name="connsiteY7" fmla="*/ 711082 h 1713508"/>
                    <a:gd name="connsiteX8" fmla="*/ 1674452 w 1674452"/>
                    <a:gd name="connsiteY8" fmla="*/ 1103260 h 1713508"/>
                    <a:gd name="connsiteX9" fmla="*/ 1553507 w 1674452"/>
                    <a:gd name="connsiteY9" fmla="*/ 1181475 h 1713508"/>
                    <a:gd name="connsiteX10" fmla="*/ 1163683 w 1674452"/>
                    <a:gd name="connsiteY10" fmla="*/ 1601688 h 1713508"/>
                    <a:gd name="connsiteX11" fmla="*/ 1102412 w 1674452"/>
                    <a:gd name="connsiteY11" fmla="*/ 1713508 h 1713508"/>
                    <a:gd name="connsiteX12" fmla="*/ 700818 w 1674452"/>
                    <a:gd name="connsiteY12" fmla="*/ 1481648 h 1713508"/>
                    <a:gd name="connsiteX13" fmla="*/ 723767 w 1674452"/>
                    <a:gd name="connsiteY13" fmla="*/ 1465123 h 1713508"/>
                    <a:gd name="connsiteX14" fmla="*/ 763794 w 1674452"/>
                    <a:gd name="connsiteY14" fmla="*/ 1217460 h 1713508"/>
                    <a:gd name="connsiteX15" fmla="*/ 492637 w 1674452"/>
                    <a:gd name="connsiteY15" fmla="*/ 1144804 h 1713508"/>
                    <a:gd name="connsiteX16" fmla="*/ 400150 w 1674452"/>
                    <a:gd name="connsiteY16" fmla="*/ 1265335 h 1713508"/>
                    <a:gd name="connsiteX17" fmla="*/ 397287 w 1674452"/>
                    <a:gd name="connsiteY17" fmla="*/ 1306403 h 1713508"/>
                    <a:gd name="connsiteX18" fmla="*/ 0 w 1674452"/>
                    <a:gd name="connsiteY18" fmla="*/ 1077030 h 1713508"/>
                    <a:gd name="connsiteX19" fmla="*/ 77715 w 1674452"/>
                    <a:gd name="connsiteY19" fmla="*/ 935202 h 1713508"/>
                    <a:gd name="connsiteX20" fmla="*/ 807026 w 1674452"/>
                    <a:gd name="connsiteY20" fmla="*/ 149038 h 1713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674452" h="1713508">
                      <a:moveTo>
                        <a:pt x="1037485" y="0"/>
                      </a:moveTo>
                      <a:lnTo>
                        <a:pt x="1297653" y="450624"/>
                      </a:lnTo>
                      <a:lnTo>
                        <a:pt x="1313516" y="418118"/>
                      </a:lnTo>
                      <a:cubicBezTo>
                        <a:pt x="1328014" y="398929"/>
                        <a:pt x="1346514" y="382266"/>
                        <a:pt x="1368653" y="369484"/>
                      </a:cubicBezTo>
                      <a:cubicBezTo>
                        <a:pt x="1457206" y="318357"/>
                        <a:pt x="1570439" y="348698"/>
                        <a:pt x="1621565" y="437252"/>
                      </a:cubicBezTo>
                      <a:cubicBezTo>
                        <a:pt x="1672692" y="525805"/>
                        <a:pt x="1642351" y="639038"/>
                        <a:pt x="1553798" y="690164"/>
                      </a:cubicBezTo>
                      <a:cubicBezTo>
                        <a:pt x="1531659" y="702946"/>
                        <a:pt x="1507978" y="710636"/>
                        <a:pt x="1484111" y="713598"/>
                      </a:cubicBezTo>
                      <a:lnTo>
                        <a:pt x="1448028" y="711082"/>
                      </a:lnTo>
                      <a:lnTo>
                        <a:pt x="1674452" y="1103260"/>
                      </a:lnTo>
                      <a:lnTo>
                        <a:pt x="1553507" y="1181475"/>
                      </a:lnTo>
                      <a:cubicBezTo>
                        <a:pt x="1393145" y="1297128"/>
                        <a:pt x="1262247" y="1440770"/>
                        <a:pt x="1163683" y="1601688"/>
                      </a:cubicBezTo>
                      <a:lnTo>
                        <a:pt x="1102412" y="1713508"/>
                      </a:lnTo>
                      <a:lnTo>
                        <a:pt x="700818" y="1481648"/>
                      </a:lnTo>
                      <a:lnTo>
                        <a:pt x="723767" y="1465123"/>
                      </a:lnTo>
                      <a:cubicBezTo>
                        <a:pt x="792847" y="1403866"/>
                        <a:pt x="811757" y="1300534"/>
                        <a:pt x="763794" y="1217460"/>
                      </a:cubicBezTo>
                      <a:cubicBezTo>
                        <a:pt x="708980" y="1122519"/>
                        <a:pt x="587578" y="1089990"/>
                        <a:pt x="492637" y="1144804"/>
                      </a:cubicBezTo>
                      <a:cubicBezTo>
                        <a:pt x="445166" y="1172211"/>
                        <a:pt x="413298" y="1216265"/>
                        <a:pt x="400150" y="1265335"/>
                      </a:cubicBezTo>
                      <a:lnTo>
                        <a:pt x="397287" y="1306403"/>
                      </a:lnTo>
                      <a:lnTo>
                        <a:pt x="0" y="1077030"/>
                      </a:lnTo>
                      <a:lnTo>
                        <a:pt x="77715" y="935202"/>
                      </a:lnTo>
                      <a:cubicBezTo>
                        <a:pt x="262115" y="634144"/>
                        <a:pt x="507009" y="365408"/>
                        <a:pt x="807026" y="149038"/>
                      </a:cubicBezTo>
                      <a:close/>
                    </a:path>
                  </a:pathLst>
                </a:custGeom>
                <a:solidFill>
                  <a:srgbClr val="3D97C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8FB8D507-7489-44D0-85AF-0DEF47F2EDA5}"/>
                  </a:ext>
                </a:extLst>
              </p:cNvPr>
              <p:cNvGrpSpPr/>
              <p:nvPr/>
            </p:nvGrpSpPr>
            <p:grpSpPr>
              <a:xfrm>
                <a:off x="1701489" y="2226714"/>
                <a:ext cx="5825893" cy="2644536"/>
                <a:chOff x="1701489" y="2226714"/>
                <a:chExt cx="5825893" cy="2644536"/>
              </a:xfrm>
            </p:grpSpPr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7034D848-1FF2-420E-90AA-1D5F05817202}"/>
                    </a:ext>
                  </a:extLst>
                </p:cNvPr>
                <p:cNvGrpSpPr/>
                <p:nvPr/>
              </p:nvGrpSpPr>
              <p:grpSpPr>
                <a:xfrm>
                  <a:off x="6417041" y="3151504"/>
                  <a:ext cx="516454" cy="440478"/>
                  <a:chOff x="10293119" y="19305225"/>
                  <a:chExt cx="2775737" cy="2367386"/>
                </a:xfrm>
                <a:solidFill>
                  <a:schemeClr val="bg1"/>
                </a:solidFill>
                <a:effectLst/>
              </p:grpSpPr>
              <p:sp>
                <p:nvSpPr>
                  <p:cNvPr id="178" name="Freeform 274">
                    <a:extLst>
                      <a:ext uri="{FF2B5EF4-FFF2-40B4-BE49-F238E27FC236}">
                        <a16:creationId xmlns:a16="http://schemas.microsoft.com/office/drawing/2014/main" id="{375E7FEA-BAEB-43DA-9124-EC93A9D289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293119" y="20281927"/>
                    <a:ext cx="1311858" cy="1390684"/>
                  </a:xfrm>
                  <a:custGeom>
                    <a:avLst/>
                    <a:gdLst>
                      <a:gd name="T0" fmla="*/ 78 w 132"/>
                      <a:gd name="T1" fmla="*/ 3 h 140"/>
                      <a:gd name="T2" fmla="*/ 91 w 132"/>
                      <a:gd name="T3" fmla="*/ 12 h 140"/>
                      <a:gd name="T4" fmla="*/ 94 w 132"/>
                      <a:gd name="T5" fmla="*/ 20 h 140"/>
                      <a:gd name="T6" fmla="*/ 94 w 132"/>
                      <a:gd name="T7" fmla="*/ 26 h 140"/>
                      <a:gd name="T8" fmla="*/ 93 w 132"/>
                      <a:gd name="T9" fmla="*/ 38 h 140"/>
                      <a:gd name="T10" fmla="*/ 97 w 132"/>
                      <a:gd name="T11" fmla="*/ 38 h 140"/>
                      <a:gd name="T12" fmla="*/ 95 w 132"/>
                      <a:gd name="T13" fmla="*/ 55 h 140"/>
                      <a:gd name="T14" fmla="*/ 93 w 132"/>
                      <a:gd name="T15" fmla="*/ 58 h 140"/>
                      <a:gd name="T16" fmla="*/ 90 w 132"/>
                      <a:gd name="T17" fmla="*/ 67 h 140"/>
                      <a:gd name="T18" fmla="*/ 86 w 132"/>
                      <a:gd name="T19" fmla="*/ 72 h 140"/>
                      <a:gd name="T20" fmla="*/ 82 w 132"/>
                      <a:gd name="T21" fmla="*/ 85 h 140"/>
                      <a:gd name="T22" fmla="*/ 124 w 132"/>
                      <a:gd name="T23" fmla="*/ 97 h 140"/>
                      <a:gd name="T24" fmla="*/ 129 w 132"/>
                      <a:gd name="T25" fmla="*/ 102 h 140"/>
                      <a:gd name="T26" fmla="*/ 132 w 132"/>
                      <a:gd name="T27" fmla="*/ 110 h 140"/>
                      <a:gd name="T28" fmla="*/ 129 w 132"/>
                      <a:gd name="T29" fmla="*/ 128 h 140"/>
                      <a:gd name="T30" fmla="*/ 124 w 132"/>
                      <a:gd name="T31" fmla="*/ 134 h 140"/>
                      <a:gd name="T32" fmla="*/ 66 w 132"/>
                      <a:gd name="T33" fmla="*/ 140 h 140"/>
                      <a:gd name="T34" fmla="*/ 7 w 132"/>
                      <a:gd name="T35" fmla="*/ 134 h 140"/>
                      <a:gd name="T36" fmla="*/ 2 w 132"/>
                      <a:gd name="T37" fmla="*/ 128 h 140"/>
                      <a:gd name="T38" fmla="*/ 0 w 132"/>
                      <a:gd name="T39" fmla="*/ 110 h 140"/>
                      <a:gd name="T40" fmla="*/ 2 w 132"/>
                      <a:gd name="T41" fmla="*/ 102 h 140"/>
                      <a:gd name="T42" fmla="*/ 7 w 132"/>
                      <a:gd name="T43" fmla="*/ 97 h 140"/>
                      <a:gd name="T44" fmla="*/ 49 w 132"/>
                      <a:gd name="T45" fmla="*/ 85 h 140"/>
                      <a:gd name="T46" fmla="*/ 45 w 132"/>
                      <a:gd name="T47" fmla="*/ 72 h 140"/>
                      <a:gd name="T48" fmla="*/ 42 w 132"/>
                      <a:gd name="T49" fmla="*/ 67 h 140"/>
                      <a:gd name="T50" fmla="*/ 39 w 132"/>
                      <a:gd name="T51" fmla="*/ 58 h 140"/>
                      <a:gd name="T52" fmla="*/ 36 w 132"/>
                      <a:gd name="T53" fmla="*/ 55 h 140"/>
                      <a:gd name="T54" fmla="*/ 35 w 132"/>
                      <a:gd name="T55" fmla="*/ 38 h 140"/>
                      <a:gd name="T56" fmla="*/ 39 w 132"/>
                      <a:gd name="T57" fmla="*/ 38 h 140"/>
                      <a:gd name="T58" fmla="*/ 38 w 132"/>
                      <a:gd name="T59" fmla="*/ 26 h 140"/>
                      <a:gd name="T60" fmla="*/ 38 w 132"/>
                      <a:gd name="T61" fmla="*/ 20 h 140"/>
                      <a:gd name="T62" fmla="*/ 40 w 132"/>
                      <a:gd name="T63" fmla="*/ 12 h 140"/>
                      <a:gd name="T64" fmla="*/ 53 w 132"/>
                      <a:gd name="T65" fmla="*/ 3 h 140"/>
                      <a:gd name="connsiteX0" fmla="*/ 5000 w 10000"/>
                      <a:gd name="connsiteY0" fmla="*/ 0 h 10000"/>
                      <a:gd name="connsiteX1" fmla="*/ 5909 w 10000"/>
                      <a:gd name="connsiteY1" fmla="*/ 214 h 10000"/>
                      <a:gd name="connsiteX2" fmla="*/ 6742 w 10000"/>
                      <a:gd name="connsiteY2" fmla="*/ 571 h 10000"/>
                      <a:gd name="connsiteX3" fmla="*/ 6894 w 10000"/>
                      <a:gd name="connsiteY3" fmla="*/ 857 h 10000"/>
                      <a:gd name="connsiteX4" fmla="*/ 7045 w 10000"/>
                      <a:gd name="connsiteY4" fmla="*/ 1143 h 10000"/>
                      <a:gd name="connsiteX5" fmla="*/ 7121 w 10000"/>
                      <a:gd name="connsiteY5" fmla="*/ 1429 h 10000"/>
                      <a:gd name="connsiteX6" fmla="*/ 7121 w 10000"/>
                      <a:gd name="connsiteY6" fmla="*/ 1714 h 10000"/>
                      <a:gd name="connsiteX7" fmla="*/ 7121 w 10000"/>
                      <a:gd name="connsiteY7" fmla="*/ 1857 h 10000"/>
                      <a:gd name="connsiteX8" fmla="*/ 7121 w 10000"/>
                      <a:gd name="connsiteY8" fmla="*/ 2071 h 10000"/>
                      <a:gd name="connsiteX9" fmla="*/ 7045 w 10000"/>
                      <a:gd name="connsiteY9" fmla="*/ 2714 h 10000"/>
                      <a:gd name="connsiteX10" fmla="*/ 7121 w 10000"/>
                      <a:gd name="connsiteY10" fmla="*/ 2714 h 10000"/>
                      <a:gd name="connsiteX11" fmla="*/ 7348 w 10000"/>
                      <a:gd name="connsiteY11" fmla="*/ 2714 h 10000"/>
                      <a:gd name="connsiteX12" fmla="*/ 7348 w 10000"/>
                      <a:gd name="connsiteY12" fmla="*/ 2929 h 10000"/>
                      <a:gd name="connsiteX13" fmla="*/ 7197 w 10000"/>
                      <a:gd name="connsiteY13" fmla="*/ 3929 h 10000"/>
                      <a:gd name="connsiteX14" fmla="*/ 7121 w 10000"/>
                      <a:gd name="connsiteY14" fmla="*/ 4143 h 10000"/>
                      <a:gd name="connsiteX15" fmla="*/ 7045 w 10000"/>
                      <a:gd name="connsiteY15" fmla="*/ 4143 h 10000"/>
                      <a:gd name="connsiteX16" fmla="*/ 6818 w 10000"/>
                      <a:gd name="connsiteY16" fmla="*/ 4143 h 10000"/>
                      <a:gd name="connsiteX17" fmla="*/ 6818 w 10000"/>
                      <a:gd name="connsiteY17" fmla="*/ 4786 h 10000"/>
                      <a:gd name="connsiteX18" fmla="*/ 6742 w 10000"/>
                      <a:gd name="connsiteY18" fmla="*/ 4929 h 10000"/>
                      <a:gd name="connsiteX19" fmla="*/ 6515 w 10000"/>
                      <a:gd name="connsiteY19" fmla="*/ 5143 h 10000"/>
                      <a:gd name="connsiteX20" fmla="*/ 6288 w 10000"/>
                      <a:gd name="connsiteY20" fmla="*/ 5357 h 10000"/>
                      <a:gd name="connsiteX21" fmla="*/ 6212 w 10000"/>
                      <a:gd name="connsiteY21" fmla="*/ 6071 h 10000"/>
                      <a:gd name="connsiteX22" fmla="*/ 7879 w 10000"/>
                      <a:gd name="connsiteY22" fmla="*/ 6357 h 10000"/>
                      <a:gd name="connsiteX23" fmla="*/ 9394 w 10000"/>
                      <a:gd name="connsiteY23" fmla="*/ 6929 h 10000"/>
                      <a:gd name="connsiteX24" fmla="*/ 9697 w 10000"/>
                      <a:gd name="connsiteY24" fmla="*/ 7143 h 10000"/>
                      <a:gd name="connsiteX25" fmla="*/ 9773 w 10000"/>
                      <a:gd name="connsiteY25" fmla="*/ 7286 h 10000"/>
                      <a:gd name="connsiteX26" fmla="*/ 9924 w 10000"/>
                      <a:gd name="connsiteY26" fmla="*/ 7571 h 10000"/>
                      <a:gd name="connsiteX27" fmla="*/ 10000 w 10000"/>
                      <a:gd name="connsiteY27" fmla="*/ 7857 h 10000"/>
                      <a:gd name="connsiteX28" fmla="*/ 9773 w 10000"/>
                      <a:gd name="connsiteY28" fmla="*/ 9000 h 10000"/>
                      <a:gd name="connsiteX29" fmla="*/ 9773 w 10000"/>
                      <a:gd name="connsiteY29" fmla="*/ 9143 h 10000"/>
                      <a:gd name="connsiteX30" fmla="*/ 9621 w 10000"/>
                      <a:gd name="connsiteY30" fmla="*/ 9429 h 10000"/>
                      <a:gd name="connsiteX31" fmla="*/ 9167 w 10000"/>
                      <a:gd name="connsiteY31" fmla="*/ 9643 h 10000"/>
                      <a:gd name="connsiteX32" fmla="*/ 5000 w 10000"/>
                      <a:gd name="connsiteY32" fmla="*/ 10000 h 10000"/>
                      <a:gd name="connsiteX33" fmla="*/ 758 w 10000"/>
                      <a:gd name="connsiteY33" fmla="*/ 9643 h 10000"/>
                      <a:gd name="connsiteX34" fmla="*/ 530 w 10000"/>
                      <a:gd name="connsiteY34" fmla="*/ 9571 h 10000"/>
                      <a:gd name="connsiteX35" fmla="*/ 379 w 10000"/>
                      <a:gd name="connsiteY35" fmla="*/ 9429 h 10000"/>
                      <a:gd name="connsiteX36" fmla="*/ 152 w 10000"/>
                      <a:gd name="connsiteY36" fmla="*/ 9143 h 10000"/>
                      <a:gd name="connsiteX37" fmla="*/ 152 w 10000"/>
                      <a:gd name="connsiteY37" fmla="*/ 9000 h 10000"/>
                      <a:gd name="connsiteX38" fmla="*/ 0 w 10000"/>
                      <a:gd name="connsiteY38" fmla="*/ 7857 h 10000"/>
                      <a:gd name="connsiteX39" fmla="*/ 76 w 10000"/>
                      <a:gd name="connsiteY39" fmla="*/ 7571 h 10000"/>
                      <a:gd name="connsiteX40" fmla="*/ 152 w 10000"/>
                      <a:gd name="connsiteY40" fmla="*/ 7286 h 10000"/>
                      <a:gd name="connsiteX41" fmla="*/ 303 w 10000"/>
                      <a:gd name="connsiteY41" fmla="*/ 7143 h 10000"/>
                      <a:gd name="connsiteX42" fmla="*/ 530 w 10000"/>
                      <a:gd name="connsiteY42" fmla="*/ 6929 h 10000"/>
                      <a:gd name="connsiteX43" fmla="*/ 2045 w 10000"/>
                      <a:gd name="connsiteY43" fmla="*/ 6357 h 10000"/>
                      <a:gd name="connsiteX44" fmla="*/ 3712 w 10000"/>
                      <a:gd name="connsiteY44" fmla="*/ 6071 h 10000"/>
                      <a:gd name="connsiteX45" fmla="*/ 3636 w 10000"/>
                      <a:gd name="connsiteY45" fmla="*/ 5357 h 10000"/>
                      <a:gd name="connsiteX46" fmla="*/ 3409 w 10000"/>
                      <a:gd name="connsiteY46" fmla="*/ 5143 h 10000"/>
                      <a:gd name="connsiteX47" fmla="*/ 3258 w 10000"/>
                      <a:gd name="connsiteY47" fmla="*/ 4929 h 10000"/>
                      <a:gd name="connsiteX48" fmla="*/ 3182 w 10000"/>
                      <a:gd name="connsiteY48" fmla="*/ 4786 h 10000"/>
                      <a:gd name="connsiteX49" fmla="*/ 3182 w 10000"/>
                      <a:gd name="connsiteY49" fmla="*/ 4143 h 10000"/>
                      <a:gd name="connsiteX50" fmla="*/ 2955 w 10000"/>
                      <a:gd name="connsiteY50" fmla="*/ 4143 h 10000"/>
                      <a:gd name="connsiteX51" fmla="*/ 2879 w 10000"/>
                      <a:gd name="connsiteY51" fmla="*/ 4143 h 10000"/>
                      <a:gd name="connsiteX52" fmla="*/ 2727 w 10000"/>
                      <a:gd name="connsiteY52" fmla="*/ 3929 h 10000"/>
                      <a:gd name="connsiteX53" fmla="*/ 2652 w 10000"/>
                      <a:gd name="connsiteY53" fmla="*/ 2929 h 10000"/>
                      <a:gd name="connsiteX54" fmla="*/ 2652 w 10000"/>
                      <a:gd name="connsiteY54" fmla="*/ 2714 h 10000"/>
                      <a:gd name="connsiteX55" fmla="*/ 2879 w 10000"/>
                      <a:gd name="connsiteY55" fmla="*/ 2714 h 10000"/>
                      <a:gd name="connsiteX56" fmla="*/ 2955 w 10000"/>
                      <a:gd name="connsiteY56" fmla="*/ 2714 h 10000"/>
                      <a:gd name="connsiteX57" fmla="*/ 2879 w 10000"/>
                      <a:gd name="connsiteY57" fmla="*/ 2071 h 10000"/>
                      <a:gd name="connsiteX58" fmla="*/ 2879 w 10000"/>
                      <a:gd name="connsiteY58" fmla="*/ 1857 h 10000"/>
                      <a:gd name="connsiteX59" fmla="*/ 2879 w 10000"/>
                      <a:gd name="connsiteY59" fmla="*/ 1714 h 10000"/>
                      <a:gd name="connsiteX60" fmla="*/ 2879 w 10000"/>
                      <a:gd name="connsiteY60" fmla="*/ 1429 h 10000"/>
                      <a:gd name="connsiteX61" fmla="*/ 2955 w 10000"/>
                      <a:gd name="connsiteY61" fmla="*/ 1143 h 10000"/>
                      <a:gd name="connsiteX62" fmla="*/ 3030 w 10000"/>
                      <a:gd name="connsiteY62" fmla="*/ 857 h 10000"/>
                      <a:gd name="connsiteX63" fmla="*/ 3258 w 10000"/>
                      <a:gd name="connsiteY63" fmla="*/ 571 h 10000"/>
                      <a:gd name="connsiteX64" fmla="*/ 4015 w 10000"/>
                      <a:gd name="connsiteY64" fmla="*/ 214 h 10000"/>
                      <a:gd name="connsiteX65" fmla="*/ 5000 w 10000"/>
                      <a:gd name="connsiteY65" fmla="*/ 0 h 10000"/>
                      <a:gd name="connsiteX0" fmla="*/ 5000 w 10000"/>
                      <a:gd name="connsiteY0" fmla="*/ 0 h 10000"/>
                      <a:gd name="connsiteX1" fmla="*/ 5909 w 10000"/>
                      <a:gd name="connsiteY1" fmla="*/ 214 h 10000"/>
                      <a:gd name="connsiteX2" fmla="*/ 6742 w 10000"/>
                      <a:gd name="connsiteY2" fmla="*/ 571 h 10000"/>
                      <a:gd name="connsiteX3" fmla="*/ 6894 w 10000"/>
                      <a:gd name="connsiteY3" fmla="*/ 857 h 10000"/>
                      <a:gd name="connsiteX4" fmla="*/ 7045 w 10000"/>
                      <a:gd name="connsiteY4" fmla="*/ 1143 h 10000"/>
                      <a:gd name="connsiteX5" fmla="*/ 7121 w 10000"/>
                      <a:gd name="connsiteY5" fmla="*/ 1429 h 10000"/>
                      <a:gd name="connsiteX6" fmla="*/ 7121 w 10000"/>
                      <a:gd name="connsiteY6" fmla="*/ 1714 h 10000"/>
                      <a:gd name="connsiteX7" fmla="*/ 7121 w 10000"/>
                      <a:gd name="connsiteY7" fmla="*/ 1857 h 10000"/>
                      <a:gd name="connsiteX8" fmla="*/ 7121 w 10000"/>
                      <a:gd name="connsiteY8" fmla="*/ 2071 h 10000"/>
                      <a:gd name="connsiteX9" fmla="*/ 7045 w 10000"/>
                      <a:gd name="connsiteY9" fmla="*/ 2714 h 10000"/>
                      <a:gd name="connsiteX10" fmla="*/ 7121 w 10000"/>
                      <a:gd name="connsiteY10" fmla="*/ 2714 h 10000"/>
                      <a:gd name="connsiteX11" fmla="*/ 7348 w 10000"/>
                      <a:gd name="connsiteY11" fmla="*/ 2714 h 10000"/>
                      <a:gd name="connsiteX12" fmla="*/ 7348 w 10000"/>
                      <a:gd name="connsiteY12" fmla="*/ 2929 h 10000"/>
                      <a:gd name="connsiteX13" fmla="*/ 7197 w 10000"/>
                      <a:gd name="connsiteY13" fmla="*/ 3929 h 10000"/>
                      <a:gd name="connsiteX14" fmla="*/ 7121 w 10000"/>
                      <a:gd name="connsiteY14" fmla="*/ 4143 h 10000"/>
                      <a:gd name="connsiteX15" fmla="*/ 7045 w 10000"/>
                      <a:gd name="connsiteY15" fmla="*/ 4143 h 10000"/>
                      <a:gd name="connsiteX16" fmla="*/ 6818 w 10000"/>
                      <a:gd name="connsiteY16" fmla="*/ 4143 h 10000"/>
                      <a:gd name="connsiteX17" fmla="*/ 6818 w 10000"/>
                      <a:gd name="connsiteY17" fmla="*/ 4786 h 10000"/>
                      <a:gd name="connsiteX18" fmla="*/ 6742 w 10000"/>
                      <a:gd name="connsiteY18" fmla="*/ 4929 h 10000"/>
                      <a:gd name="connsiteX19" fmla="*/ 6515 w 10000"/>
                      <a:gd name="connsiteY19" fmla="*/ 5143 h 10000"/>
                      <a:gd name="connsiteX20" fmla="*/ 6288 w 10000"/>
                      <a:gd name="connsiteY20" fmla="*/ 5357 h 10000"/>
                      <a:gd name="connsiteX21" fmla="*/ 6212 w 10000"/>
                      <a:gd name="connsiteY21" fmla="*/ 6071 h 10000"/>
                      <a:gd name="connsiteX22" fmla="*/ 7879 w 10000"/>
                      <a:gd name="connsiteY22" fmla="*/ 6357 h 10000"/>
                      <a:gd name="connsiteX23" fmla="*/ 9394 w 10000"/>
                      <a:gd name="connsiteY23" fmla="*/ 6929 h 10000"/>
                      <a:gd name="connsiteX24" fmla="*/ 9697 w 10000"/>
                      <a:gd name="connsiteY24" fmla="*/ 7143 h 10000"/>
                      <a:gd name="connsiteX25" fmla="*/ 9773 w 10000"/>
                      <a:gd name="connsiteY25" fmla="*/ 7286 h 10000"/>
                      <a:gd name="connsiteX26" fmla="*/ 9924 w 10000"/>
                      <a:gd name="connsiteY26" fmla="*/ 7571 h 10000"/>
                      <a:gd name="connsiteX27" fmla="*/ 10000 w 10000"/>
                      <a:gd name="connsiteY27" fmla="*/ 7857 h 10000"/>
                      <a:gd name="connsiteX28" fmla="*/ 9773 w 10000"/>
                      <a:gd name="connsiteY28" fmla="*/ 9000 h 10000"/>
                      <a:gd name="connsiteX29" fmla="*/ 9773 w 10000"/>
                      <a:gd name="connsiteY29" fmla="*/ 9143 h 10000"/>
                      <a:gd name="connsiteX30" fmla="*/ 9167 w 10000"/>
                      <a:gd name="connsiteY30" fmla="*/ 9643 h 10000"/>
                      <a:gd name="connsiteX31" fmla="*/ 5000 w 10000"/>
                      <a:gd name="connsiteY31" fmla="*/ 10000 h 10000"/>
                      <a:gd name="connsiteX32" fmla="*/ 758 w 10000"/>
                      <a:gd name="connsiteY32" fmla="*/ 9643 h 10000"/>
                      <a:gd name="connsiteX33" fmla="*/ 530 w 10000"/>
                      <a:gd name="connsiteY33" fmla="*/ 9571 h 10000"/>
                      <a:gd name="connsiteX34" fmla="*/ 379 w 10000"/>
                      <a:gd name="connsiteY34" fmla="*/ 9429 h 10000"/>
                      <a:gd name="connsiteX35" fmla="*/ 152 w 10000"/>
                      <a:gd name="connsiteY35" fmla="*/ 9143 h 10000"/>
                      <a:gd name="connsiteX36" fmla="*/ 152 w 10000"/>
                      <a:gd name="connsiteY36" fmla="*/ 9000 h 10000"/>
                      <a:gd name="connsiteX37" fmla="*/ 0 w 10000"/>
                      <a:gd name="connsiteY37" fmla="*/ 7857 h 10000"/>
                      <a:gd name="connsiteX38" fmla="*/ 76 w 10000"/>
                      <a:gd name="connsiteY38" fmla="*/ 7571 h 10000"/>
                      <a:gd name="connsiteX39" fmla="*/ 152 w 10000"/>
                      <a:gd name="connsiteY39" fmla="*/ 7286 h 10000"/>
                      <a:gd name="connsiteX40" fmla="*/ 303 w 10000"/>
                      <a:gd name="connsiteY40" fmla="*/ 7143 h 10000"/>
                      <a:gd name="connsiteX41" fmla="*/ 530 w 10000"/>
                      <a:gd name="connsiteY41" fmla="*/ 6929 h 10000"/>
                      <a:gd name="connsiteX42" fmla="*/ 2045 w 10000"/>
                      <a:gd name="connsiteY42" fmla="*/ 6357 h 10000"/>
                      <a:gd name="connsiteX43" fmla="*/ 3712 w 10000"/>
                      <a:gd name="connsiteY43" fmla="*/ 6071 h 10000"/>
                      <a:gd name="connsiteX44" fmla="*/ 3636 w 10000"/>
                      <a:gd name="connsiteY44" fmla="*/ 5357 h 10000"/>
                      <a:gd name="connsiteX45" fmla="*/ 3409 w 10000"/>
                      <a:gd name="connsiteY45" fmla="*/ 5143 h 10000"/>
                      <a:gd name="connsiteX46" fmla="*/ 3258 w 10000"/>
                      <a:gd name="connsiteY46" fmla="*/ 4929 h 10000"/>
                      <a:gd name="connsiteX47" fmla="*/ 3182 w 10000"/>
                      <a:gd name="connsiteY47" fmla="*/ 4786 h 10000"/>
                      <a:gd name="connsiteX48" fmla="*/ 3182 w 10000"/>
                      <a:gd name="connsiteY48" fmla="*/ 4143 h 10000"/>
                      <a:gd name="connsiteX49" fmla="*/ 2955 w 10000"/>
                      <a:gd name="connsiteY49" fmla="*/ 4143 h 10000"/>
                      <a:gd name="connsiteX50" fmla="*/ 2879 w 10000"/>
                      <a:gd name="connsiteY50" fmla="*/ 4143 h 10000"/>
                      <a:gd name="connsiteX51" fmla="*/ 2727 w 10000"/>
                      <a:gd name="connsiteY51" fmla="*/ 3929 h 10000"/>
                      <a:gd name="connsiteX52" fmla="*/ 2652 w 10000"/>
                      <a:gd name="connsiteY52" fmla="*/ 2929 h 10000"/>
                      <a:gd name="connsiteX53" fmla="*/ 2652 w 10000"/>
                      <a:gd name="connsiteY53" fmla="*/ 2714 h 10000"/>
                      <a:gd name="connsiteX54" fmla="*/ 2879 w 10000"/>
                      <a:gd name="connsiteY54" fmla="*/ 2714 h 10000"/>
                      <a:gd name="connsiteX55" fmla="*/ 2955 w 10000"/>
                      <a:gd name="connsiteY55" fmla="*/ 2714 h 10000"/>
                      <a:gd name="connsiteX56" fmla="*/ 2879 w 10000"/>
                      <a:gd name="connsiteY56" fmla="*/ 2071 h 10000"/>
                      <a:gd name="connsiteX57" fmla="*/ 2879 w 10000"/>
                      <a:gd name="connsiteY57" fmla="*/ 1857 h 10000"/>
                      <a:gd name="connsiteX58" fmla="*/ 2879 w 10000"/>
                      <a:gd name="connsiteY58" fmla="*/ 1714 h 10000"/>
                      <a:gd name="connsiteX59" fmla="*/ 2879 w 10000"/>
                      <a:gd name="connsiteY59" fmla="*/ 1429 h 10000"/>
                      <a:gd name="connsiteX60" fmla="*/ 2955 w 10000"/>
                      <a:gd name="connsiteY60" fmla="*/ 1143 h 10000"/>
                      <a:gd name="connsiteX61" fmla="*/ 3030 w 10000"/>
                      <a:gd name="connsiteY61" fmla="*/ 857 h 10000"/>
                      <a:gd name="connsiteX62" fmla="*/ 3258 w 10000"/>
                      <a:gd name="connsiteY62" fmla="*/ 571 h 10000"/>
                      <a:gd name="connsiteX63" fmla="*/ 4015 w 10000"/>
                      <a:gd name="connsiteY63" fmla="*/ 214 h 10000"/>
                      <a:gd name="connsiteX64" fmla="*/ 5000 w 10000"/>
                      <a:gd name="connsiteY64" fmla="*/ 0 h 10000"/>
                      <a:gd name="connsiteX0" fmla="*/ 5000 w 10000"/>
                      <a:gd name="connsiteY0" fmla="*/ 0 h 10000"/>
                      <a:gd name="connsiteX1" fmla="*/ 5909 w 10000"/>
                      <a:gd name="connsiteY1" fmla="*/ 214 h 10000"/>
                      <a:gd name="connsiteX2" fmla="*/ 6742 w 10000"/>
                      <a:gd name="connsiteY2" fmla="*/ 571 h 10000"/>
                      <a:gd name="connsiteX3" fmla="*/ 6894 w 10000"/>
                      <a:gd name="connsiteY3" fmla="*/ 857 h 10000"/>
                      <a:gd name="connsiteX4" fmla="*/ 7045 w 10000"/>
                      <a:gd name="connsiteY4" fmla="*/ 1143 h 10000"/>
                      <a:gd name="connsiteX5" fmla="*/ 7121 w 10000"/>
                      <a:gd name="connsiteY5" fmla="*/ 1429 h 10000"/>
                      <a:gd name="connsiteX6" fmla="*/ 7121 w 10000"/>
                      <a:gd name="connsiteY6" fmla="*/ 1714 h 10000"/>
                      <a:gd name="connsiteX7" fmla="*/ 7121 w 10000"/>
                      <a:gd name="connsiteY7" fmla="*/ 1857 h 10000"/>
                      <a:gd name="connsiteX8" fmla="*/ 7121 w 10000"/>
                      <a:gd name="connsiteY8" fmla="*/ 2071 h 10000"/>
                      <a:gd name="connsiteX9" fmla="*/ 7045 w 10000"/>
                      <a:gd name="connsiteY9" fmla="*/ 2714 h 10000"/>
                      <a:gd name="connsiteX10" fmla="*/ 7121 w 10000"/>
                      <a:gd name="connsiteY10" fmla="*/ 2714 h 10000"/>
                      <a:gd name="connsiteX11" fmla="*/ 7348 w 10000"/>
                      <a:gd name="connsiteY11" fmla="*/ 2714 h 10000"/>
                      <a:gd name="connsiteX12" fmla="*/ 7348 w 10000"/>
                      <a:gd name="connsiteY12" fmla="*/ 2929 h 10000"/>
                      <a:gd name="connsiteX13" fmla="*/ 7197 w 10000"/>
                      <a:gd name="connsiteY13" fmla="*/ 3929 h 10000"/>
                      <a:gd name="connsiteX14" fmla="*/ 7121 w 10000"/>
                      <a:gd name="connsiteY14" fmla="*/ 4143 h 10000"/>
                      <a:gd name="connsiteX15" fmla="*/ 7045 w 10000"/>
                      <a:gd name="connsiteY15" fmla="*/ 4143 h 10000"/>
                      <a:gd name="connsiteX16" fmla="*/ 6818 w 10000"/>
                      <a:gd name="connsiteY16" fmla="*/ 4143 h 10000"/>
                      <a:gd name="connsiteX17" fmla="*/ 6818 w 10000"/>
                      <a:gd name="connsiteY17" fmla="*/ 4786 h 10000"/>
                      <a:gd name="connsiteX18" fmla="*/ 6742 w 10000"/>
                      <a:gd name="connsiteY18" fmla="*/ 4929 h 10000"/>
                      <a:gd name="connsiteX19" fmla="*/ 6515 w 10000"/>
                      <a:gd name="connsiteY19" fmla="*/ 5143 h 10000"/>
                      <a:gd name="connsiteX20" fmla="*/ 6288 w 10000"/>
                      <a:gd name="connsiteY20" fmla="*/ 5357 h 10000"/>
                      <a:gd name="connsiteX21" fmla="*/ 6212 w 10000"/>
                      <a:gd name="connsiteY21" fmla="*/ 6071 h 10000"/>
                      <a:gd name="connsiteX22" fmla="*/ 7879 w 10000"/>
                      <a:gd name="connsiteY22" fmla="*/ 6357 h 10000"/>
                      <a:gd name="connsiteX23" fmla="*/ 9394 w 10000"/>
                      <a:gd name="connsiteY23" fmla="*/ 6929 h 10000"/>
                      <a:gd name="connsiteX24" fmla="*/ 9697 w 10000"/>
                      <a:gd name="connsiteY24" fmla="*/ 7143 h 10000"/>
                      <a:gd name="connsiteX25" fmla="*/ 9773 w 10000"/>
                      <a:gd name="connsiteY25" fmla="*/ 7286 h 10000"/>
                      <a:gd name="connsiteX26" fmla="*/ 9924 w 10000"/>
                      <a:gd name="connsiteY26" fmla="*/ 7571 h 10000"/>
                      <a:gd name="connsiteX27" fmla="*/ 10000 w 10000"/>
                      <a:gd name="connsiteY27" fmla="*/ 7857 h 10000"/>
                      <a:gd name="connsiteX28" fmla="*/ 9773 w 10000"/>
                      <a:gd name="connsiteY28" fmla="*/ 9000 h 10000"/>
                      <a:gd name="connsiteX29" fmla="*/ 9167 w 10000"/>
                      <a:gd name="connsiteY29" fmla="*/ 9643 h 10000"/>
                      <a:gd name="connsiteX30" fmla="*/ 5000 w 10000"/>
                      <a:gd name="connsiteY30" fmla="*/ 10000 h 10000"/>
                      <a:gd name="connsiteX31" fmla="*/ 758 w 10000"/>
                      <a:gd name="connsiteY31" fmla="*/ 9643 h 10000"/>
                      <a:gd name="connsiteX32" fmla="*/ 530 w 10000"/>
                      <a:gd name="connsiteY32" fmla="*/ 9571 h 10000"/>
                      <a:gd name="connsiteX33" fmla="*/ 379 w 10000"/>
                      <a:gd name="connsiteY33" fmla="*/ 9429 h 10000"/>
                      <a:gd name="connsiteX34" fmla="*/ 152 w 10000"/>
                      <a:gd name="connsiteY34" fmla="*/ 9143 h 10000"/>
                      <a:gd name="connsiteX35" fmla="*/ 152 w 10000"/>
                      <a:gd name="connsiteY35" fmla="*/ 9000 h 10000"/>
                      <a:gd name="connsiteX36" fmla="*/ 0 w 10000"/>
                      <a:gd name="connsiteY36" fmla="*/ 7857 h 10000"/>
                      <a:gd name="connsiteX37" fmla="*/ 76 w 10000"/>
                      <a:gd name="connsiteY37" fmla="*/ 7571 h 10000"/>
                      <a:gd name="connsiteX38" fmla="*/ 152 w 10000"/>
                      <a:gd name="connsiteY38" fmla="*/ 7286 h 10000"/>
                      <a:gd name="connsiteX39" fmla="*/ 303 w 10000"/>
                      <a:gd name="connsiteY39" fmla="*/ 7143 h 10000"/>
                      <a:gd name="connsiteX40" fmla="*/ 530 w 10000"/>
                      <a:gd name="connsiteY40" fmla="*/ 6929 h 10000"/>
                      <a:gd name="connsiteX41" fmla="*/ 2045 w 10000"/>
                      <a:gd name="connsiteY41" fmla="*/ 6357 h 10000"/>
                      <a:gd name="connsiteX42" fmla="*/ 3712 w 10000"/>
                      <a:gd name="connsiteY42" fmla="*/ 6071 h 10000"/>
                      <a:gd name="connsiteX43" fmla="*/ 3636 w 10000"/>
                      <a:gd name="connsiteY43" fmla="*/ 5357 h 10000"/>
                      <a:gd name="connsiteX44" fmla="*/ 3409 w 10000"/>
                      <a:gd name="connsiteY44" fmla="*/ 5143 h 10000"/>
                      <a:gd name="connsiteX45" fmla="*/ 3258 w 10000"/>
                      <a:gd name="connsiteY45" fmla="*/ 4929 h 10000"/>
                      <a:gd name="connsiteX46" fmla="*/ 3182 w 10000"/>
                      <a:gd name="connsiteY46" fmla="*/ 4786 h 10000"/>
                      <a:gd name="connsiteX47" fmla="*/ 3182 w 10000"/>
                      <a:gd name="connsiteY47" fmla="*/ 4143 h 10000"/>
                      <a:gd name="connsiteX48" fmla="*/ 2955 w 10000"/>
                      <a:gd name="connsiteY48" fmla="*/ 4143 h 10000"/>
                      <a:gd name="connsiteX49" fmla="*/ 2879 w 10000"/>
                      <a:gd name="connsiteY49" fmla="*/ 4143 h 10000"/>
                      <a:gd name="connsiteX50" fmla="*/ 2727 w 10000"/>
                      <a:gd name="connsiteY50" fmla="*/ 3929 h 10000"/>
                      <a:gd name="connsiteX51" fmla="*/ 2652 w 10000"/>
                      <a:gd name="connsiteY51" fmla="*/ 2929 h 10000"/>
                      <a:gd name="connsiteX52" fmla="*/ 2652 w 10000"/>
                      <a:gd name="connsiteY52" fmla="*/ 2714 h 10000"/>
                      <a:gd name="connsiteX53" fmla="*/ 2879 w 10000"/>
                      <a:gd name="connsiteY53" fmla="*/ 2714 h 10000"/>
                      <a:gd name="connsiteX54" fmla="*/ 2955 w 10000"/>
                      <a:gd name="connsiteY54" fmla="*/ 2714 h 10000"/>
                      <a:gd name="connsiteX55" fmla="*/ 2879 w 10000"/>
                      <a:gd name="connsiteY55" fmla="*/ 2071 h 10000"/>
                      <a:gd name="connsiteX56" fmla="*/ 2879 w 10000"/>
                      <a:gd name="connsiteY56" fmla="*/ 1857 h 10000"/>
                      <a:gd name="connsiteX57" fmla="*/ 2879 w 10000"/>
                      <a:gd name="connsiteY57" fmla="*/ 1714 h 10000"/>
                      <a:gd name="connsiteX58" fmla="*/ 2879 w 10000"/>
                      <a:gd name="connsiteY58" fmla="*/ 1429 h 10000"/>
                      <a:gd name="connsiteX59" fmla="*/ 2955 w 10000"/>
                      <a:gd name="connsiteY59" fmla="*/ 1143 h 10000"/>
                      <a:gd name="connsiteX60" fmla="*/ 3030 w 10000"/>
                      <a:gd name="connsiteY60" fmla="*/ 857 h 10000"/>
                      <a:gd name="connsiteX61" fmla="*/ 3258 w 10000"/>
                      <a:gd name="connsiteY61" fmla="*/ 571 h 10000"/>
                      <a:gd name="connsiteX62" fmla="*/ 4015 w 10000"/>
                      <a:gd name="connsiteY62" fmla="*/ 214 h 10000"/>
                      <a:gd name="connsiteX63" fmla="*/ 5000 w 10000"/>
                      <a:gd name="connsiteY63" fmla="*/ 0 h 10000"/>
                      <a:gd name="connsiteX0" fmla="*/ 5000 w 10000"/>
                      <a:gd name="connsiteY0" fmla="*/ 0 h 10000"/>
                      <a:gd name="connsiteX1" fmla="*/ 5909 w 10000"/>
                      <a:gd name="connsiteY1" fmla="*/ 214 h 10000"/>
                      <a:gd name="connsiteX2" fmla="*/ 6742 w 10000"/>
                      <a:gd name="connsiteY2" fmla="*/ 571 h 10000"/>
                      <a:gd name="connsiteX3" fmla="*/ 6894 w 10000"/>
                      <a:gd name="connsiteY3" fmla="*/ 857 h 10000"/>
                      <a:gd name="connsiteX4" fmla="*/ 7045 w 10000"/>
                      <a:gd name="connsiteY4" fmla="*/ 1143 h 10000"/>
                      <a:gd name="connsiteX5" fmla="*/ 7121 w 10000"/>
                      <a:gd name="connsiteY5" fmla="*/ 1429 h 10000"/>
                      <a:gd name="connsiteX6" fmla="*/ 7121 w 10000"/>
                      <a:gd name="connsiteY6" fmla="*/ 1714 h 10000"/>
                      <a:gd name="connsiteX7" fmla="*/ 7121 w 10000"/>
                      <a:gd name="connsiteY7" fmla="*/ 1857 h 10000"/>
                      <a:gd name="connsiteX8" fmla="*/ 7121 w 10000"/>
                      <a:gd name="connsiteY8" fmla="*/ 2071 h 10000"/>
                      <a:gd name="connsiteX9" fmla="*/ 7045 w 10000"/>
                      <a:gd name="connsiteY9" fmla="*/ 2714 h 10000"/>
                      <a:gd name="connsiteX10" fmla="*/ 7121 w 10000"/>
                      <a:gd name="connsiteY10" fmla="*/ 2714 h 10000"/>
                      <a:gd name="connsiteX11" fmla="*/ 7348 w 10000"/>
                      <a:gd name="connsiteY11" fmla="*/ 2714 h 10000"/>
                      <a:gd name="connsiteX12" fmla="*/ 7348 w 10000"/>
                      <a:gd name="connsiteY12" fmla="*/ 2929 h 10000"/>
                      <a:gd name="connsiteX13" fmla="*/ 7197 w 10000"/>
                      <a:gd name="connsiteY13" fmla="*/ 3929 h 10000"/>
                      <a:gd name="connsiteX14" fmla="*/ 7121 w 10000"/>
                      <a:gd name="connsiteY14" fmla="*/ 4143 h 10000"/>
                      <a:gd name="connsiteX15" fmla="*/ 7045 w 10000"/>
                      <a:gd name="connsiteY15" fmla="*/ 4143 h 10000"/>
                      <a:gd name="connsiteX16" fmla="*/ 6818 w 10000"/>
                      <a:gd name="connsiteY16" fmla="*/ 4143 h 10000"/>
                      <a:gd name="connsiteX17" fmla="*/ 6818 w 10000"/>
                      <a:gd name="connsiteY17" fmla="*/ 4786 h 10000"/>
                      <a:gd name="connsiteX18" fmla="*/ 6742 w 10000"/>
                      <a:gd name="connsiteY18" fmla="*/ 4929 h 10000"/>
                      <a:gd name="connsiteX19" fmla="*/ 6515 w 10000"/>
                      <a:gd name="connsiteY19" fmla="*/ 5143 h 10000"/>
                      <a:gd name="connsiteX20" fmla="*/ 6288 w 10000"/>
                      <a:gd name="connsiteY20" fmla="*/ 5357 h 10000"/>
                      <a:gd name="connsiteX21" fmla="*/ 6212 w 10000"/>
                      <a:gd name="connsiteY21" fmla="*/ 6071 h 10000"/>
                      <a:gd name="connsiteX22" fmla="*/ 7879 w 10000"/>
                      <a:gd name="connsiteY22" fmla="*/ 6357 h 10000"/>
                      <a:gd name="connsiteX23" fmla="*/ 9394 w 10000"/>
                      <a:gd name="connsiteY23" fmla="*/ 6929 h 10000"/>
                      <a:gd name="connsiteX24" fmla="*/ 9697 w 10000"/>
                      <a:gd name="connsiteY24" fmla="*/ 7143 h 10000"/>
                      <a:gd name="connsiteX25" fmla="*/ 9773 w 10000"/>
                      <a:gd name="connsiteY25" fmla="*/ 7286 h 10000"/>
                      <a:gd name="connsiteX26" fmla="*/ 9924 w 10000"/>
                      <a:gd name="connsiteY26" fmla="*/ 7571 h 10000"/>
                      <a:gd name="connsiteX27" fmla="*/ 10000 w 10000"/>
                      <a:gd name="connsiteY27" fmla="*/ 7857 h 10000"/>
                      <a:gd name="connsiteX28" fmla="*/ 9773 w 10000"/>
                      <a:gd name="connsiteY28" fmla="*/ 9000 h 10000"/>
                      <a:gd name="connsiteX29" fmla="*/ 9167 w 10000"/>
                      <a:gd name="connsiteY29" fmla="*/ 9643 h 10000"/>
                      <a:gd name="connsiteX30" fmla="*/ 5000 w 10000"/>
                      <a:gd name="connsiteY30" fmla="*/ 10000 h 10000"/>
                      <a:gd name="connsiteX31" fmla="*/ 758 w 10000"/>
                      <a:gd name="connsiteY31" fmla="*/ 9643 h 10000"/>
                      <a:gd name="connsiteX32" fmla="*/ 530 w 10000"/>
                      <a:gd name="connsiteY32" fmla="*/ 9571 h 10000"/>
                      <a:gd name="connsiteX33" fmla="*/ 379 w 10000"/>
                      <a:gd name="connsiteY33" fmla="*/ 9429 h 10000"/>
                      <a:gd name="connsiteX34" fmla="*/ 152 w 10000"/>
                      <a:gd name="connsiteY34" fmla="*/ 9143 h 10000"/>
                      <a:gd name="connsiteX35" fmla="*/ 152 w 10000"/>
                      <a:gd name="connsiteY35" fmla="*/ 9000 h 10000"/>
                      <a:gd name="connsiteX36" fmla="*/ 0 w 10000"/>
                      <a:gd name="connsiteY36" fmla="*/ 7857 h 10000"/>
                      <a:gd name="connsiteX37" fmla="*/ 76 w 10000"/>
                      <a:gd name="connsiteY37" fmla="*/ 7571 h 10000"/>
                      <a:gd name="connsiteX38" fmla="*/ 152 w 10000"/>
                      <a:gd name="connsiteY38" fmla="*/ 7286 h 10000"/>
                      <a:gd name="connsiteX39" fmla="*/ 303 w 10000"/>
                      <a:gd name="connsiteY39" fmla="*/ 7143 h 10000"/>
                      <a:gd name="connsiteX40" fmla="*/ 530 w 10000"/>
                      <a:gd name="connsiteY40" fmla="*/ 6929 h 10000"/>
                      <a:gd name="connsiteX41" fmla="*/ 2045 w 10000"/>
                      <a:gd name="connsiteY41" fmla="*/ 6357 h 10000"/>
                      <a:gd name="connsiteX42" fmla="*/ 3712 w 10000"/>
                      <a:gd name="connsiteY42" fmla="*/ 6071 h 10000"/>
                      <a:gd name="connsiteX43" fmla="*/ 3636 w 10000"/>
                      <a:gd name="connsiteY43" fmla="*/ 5357 h 10000"/>
                      <a:gd name="connsiteX44" fmla="*/ 3409 w 10000"/>
                      <a:gd name="connsiteY44" fmla="*/ 5143 h 10000"/>
                      <a:gd name="connsiteX45" fmla="*/ 3258 w 10000"/>
                      <a:gd name="connsiteY45" fmla="*/ 4929 h 10000"/>
                      <a:gd name="connsiteX46" fmla="*/ 3182 w 10000"/>
                      <a:gd name="connsiteY46" fmla="*/ 4786 h 10000"/>
                      <a:gd name="connsiteX47" fmla="*/ 3182 w 10000"/>
                      <a:gd name="connsiteY47" fmla="*/ 4143 h 10000"/>
                      <a:gd name="connsiteX48" fmla="*/ 2955 w 10000"/>
                      <a:gd name="connsiteY48" fmla="*/ 4143 h 10000"/>
                      <a:gd name="connsiteX49" fmla="*/ 2879 w 10000"/>
                      <a:gd name="connsiteY49" fmla="*/ 4143 h 10000"/>
                      <a:gd name="connsiteX50" fmla="*/ 2727 w 10000"/>
                      <a:gd name="connsiteY50" fmla="*/ 3929 h 10000"/>
                      <a:gd name="connsiteX51" fmla="*/ 2652 w 10000"/>
                      <a:gd name="connsiteY51" fmla="*/ 2929 h 10000"/>
                      <a:gd name="connsiteX52" fmla="*/ 2652 w 10000"/>
                      <a:gd name="connsiteY52" fmla="*/ 2714 h 10000"/>
                      <a:gd name="connsiteX53" fmla="*/ 2879 w 10000"/>
                      <a:gd name="connsiteY53" fmla="*/ 2714 h 10000"/>
                      <a:gd name="connsiteX54" fmla="*/ 2955 w 10000"/>
                      <a:gd name="connsiteY54" fmla="*/ 2714 h 10000"/>
                      <a:gd name="connsiteX55" fmla="*/ 2879 w 10000"/>
                      <a:gd name="connsiteY55" fmla="*/ 2071 h 10000"/>
                      <a:gd name="connsiteX56" fmla="*/ 2879 w 10000"/>
                      <a:gd name="connsiteY56" fmla="*/ 1857 h 10000"/>
                      <a:gd name="connsiteX57" fmla="*/ 2879 w 10000"/>
                      <a:gd name="connsiteY57" fmla="*/ 1714 h 10000"/>
                      <a:gd name="connsiteX58" fmla="*/ 2879 w 10000"/>
                      <a:gd name="connsiteY58" fmla="*/ 1429 h 10000"/>
                      <a:gd name="connsiteX59" fmla="*/ 2955 w 10000"/>
                      <a:gd name="connsiteY59" fmla="*/ 1143 h 10000"/>
                      <a:gd name="connsiteX60" fmla="*/ 3030 w 10000"/>
                      <a:gd name="connsiteY60" fmla="*/ 857 h 10000"/>
                      <a:gd name="connsiteX61" fmla="*/ 3258 w 10000"/>
                      <a:gd name="connsiteY61" fmla="*/ 571 h 10000"/>
                      <a:gd name="connsiteX62" fmla="*/ 4015 w 10000"/>
                      <a:gd name="connsiteY62" fmla="*/ 214 h 10000"/>
                      <a:gd name="connsiteX63" fmla="*/ 5000 w 10000"/>
                      <a:gd name="connsiteY63" fmla="*/ 0 h 10000"/>
                      <a:gd name="connsiteX0" fmla="*/ 5000 w 10000"/>
                      <a:gd name="connsiteY0" fmla="*/ 0 h 10000"/>
                      <a:gd name="connsiteX1" fmla="*/ 5909 w 10000"/>
                      <a:gd name="connsiteY1" fmla="*/ 214 h 10000"/>
                      <a:gd name="connsiteX2" fmla="*/ 6742 w 10000"/>
                      <a:gd name="connsiteY2" fmla="*/ 571 h 10000"/>
                      <a:gd name="connsiteX3" fmla="*/ 6894 w 10000"/>
                      <a:gd name="connsiteY3" fmla="*/ 857 h 10000"/>
                      <a:gd name="connsiteX4" fmla="*/ 7045 w 10000"/>
                      <a:gd name="connsiteY4" fmla="*/ 1143 h 10000"/>
                      <a:gd name="connsiteX5" fmla="*/ 7121 w 10000"/>
                      <a:gd name="connsiteY5" fmla="*/ 1429 h 10000"/>
                      <a:gd name="connsiteX6" fmla="*/ 7121 w 10000"/>
                      <a:gd name="connsiteY6" fmla="*/ 1714 h 10000"/>
                      <a:gd name="connsiteX7" fmla="*/ 7121 w 10000"/>
                      <a:gd name="connsiteY7" fmla="*/ 1857 h 10000"/>
                      <a:gd name="connsiteX8" fmla="*/ 7121 w 10000"/>
                      <a:gd name="connsiteY8" fmla="*/ 2071 h 10000"/>
                      <a:gd name="connsiteX9" fmla="*/ 7045 w 10000"/>
                      <a:gd name="connsiteY9" fmla="*/ 2714 h 10000"/>
                      <a:gd name="connsiteX10" fmla="*/ 7121 w 10000"/>
                      <a:gd name="connsiteY10" fmla="*/ 2714 h 10000"/>
                      <a:gd name="connsiteX11" fmla="*/ 7348 w 10000"/>
                      <a:gd name="connsiteY11" fmla="*/ 2714 h 10000"/>
                      <a:gd name="connsiteX12" fmla="*/ 7348 w 10000"/>
                      <a:gd name="connsiteY12" fmla="*/ 2929 h 10000"/>
                      <a:gd name="connsiteX13" fmla="*/ 7197 w 10000"/>
                      <a:gd name="connsiteY13" fmla="*/ 3929 h 10000"/>
                      <a:gd name="connsiteX14" fmla="*/ 7121 w 10000"/>
                      <a:gd name="connsiteY14" fmla="*/ 4143 h 10000"/>
                      <a:gd name="connsiteX15" fmla="*/ 7045 w 10000"/>
                      <a:gd name="connsiteY15" fmla="*/ 4143 h 10000"/>
                      <a:gd name="connsiteX16" fmla="*/ 6818 w 10000"/>
                      <a:gd name="connsiteY16" fmla="*/ 4143 h 10000"/>
                      <a:gd name="connsiteX17" fmla="*/ 6818 w 10000"/>
                      <a:gd name="connsiteY17" fmla="*/ 4786 h 10000"/>
                      <a:gd name="connsiteX18" fmla="*/ 6742 w 10000"/>
                      <a:gd name="connsiteY18" fmla="*/ 4929 h 10000"/>
                      <a:gd name="connsiteX19" fmla="*/ 6515 w 10000"/>
                      <a:gd name="connsiteY19" fmla="*/ 5143 h 10000"/>
                      <a:gd name="connsiteX20" fmla="*/ 6288 w 10000"/>
                      <a:gd name="connsiteY20" fmla="*/ 5357 h 10000"/>
                      <a:gd name="connsiteX21" fmla="*/ 6212 w 10000"/>
                      <a:gd name="connsiteY21" fmla="*/ 6071 h 10000"/>
                      <a:gd name="connsiteX22" fmla="*/ 7879 w 10000"/>
                      <a:gd name="connsiteY22" fmla="*/ 6357 h 10000"/>
                      <a:gd name="connsiteX23" fmla="*/ 9394 w 10000"/>
                      <a:gd name="connsiteY23" fmla="*/ 6929 h 10000"/>
                      <a:gd name="connsiteX24" fmla="*/ 9697 w 10000"/>
                      <a:gd name="connsiteY24" fmla="*/ 7143 h 10000"/>
                      <a:gd name="connsiteX25" fmla="*/ 9773 w 10000"/>
                      <a:gd name="connsiteY25" fmla="*/ 7286 h 10000"/>
                      <a:gd name="connsiteX26" fmla="*/ 9924 w 10000"/>
                      <a:gd name="connsiteY26" fmla="*/ 7571 h 10000"/>
                      <a:gd name="connsiteX27" fmla="*/ 10000 w 10000"/>
                      <a:gd name="connsiteY27" fmla="*/ 7857 h 10000"/>
                      <a:gd name="connsiteX28" fmla="*/ 9773 w 10000"/>
                      <a:gd name="connsiteY28" fmla="*/ 9000 h 10000"/>
                      <a:gd name="connsiteX29" fmla="*/ 9167 w 10000"/>
                      <a:gd name="connsiteY29" fmla="*/ 9643 h 10000"/>
                      <a:gd name="connsiteX30" fmla="*/ 5000 w 10000"/>
                      <a:gd name="connsiteY30" fmla="*/ 10000 h 10000"/>
                      <a:gd name="connsiteX31" fmla="*/ 758 w 10000"/>
                      <a:gd name="connsiteY31" fmla="*/ 9643 h 10000"/>
                      <a:gd name="connsiteX32" fmla="*/ 530 w 10000"/>
                      <a:gd name="connsiteY32" fmla="*/ 9571 h 10000"/>
                      <a:gd name="connsiteX33" fmla="*/ 379 w 10000"/>
                      <a:gd name="connsiteY33" fmla="*/ 9429 h 10000"/>
                      <a:gd name="connsiteX34" fmla="*/ 152 w 10000"/>
                      <a:gd name="connsiteY34" fmla="*/ 9143 h 10000"/>
                      <a:gd name="connsiteX35" fmla="*/ 152 w 10000"/>
                      <a:gd name="connsiteY35" fmla="*/ 9000 h 10000"/>
                      <a:gd name="connsiteX36" fmla="*/ 0 w 10000"/>
                      <a:gd name="connsiteY36" fmla="*/ 7857 h 10000"/>
                      <a:gd name="connsiteX37" fmla="*/ 76 w 10000"/>
                      <a:gd name="connsiteY37" fmla="*/ 7571 h 10000"/>
                      <a:gd name="connsiteX38" fmla="*/ 152 w 10000"/>
                      <a:gd name="connsiteY38" fmla="*/ 7286 h 10000"/>
                      <a:gd name="connsiteX39" fmla="*/ 303 w 10000"/>
                      <a:gd name="connsiteY39" fmla="*/ 7143 h 10000"/>
                      <a:gd name="connsiteX40" fmla="*/ 530 w 10000"/>
                      <a:gd name="connsiteY40" fmla="*/ 6929 h 10000"/>
                      <a:gd name="connsiteX41" fmla="*/ 2045 w 10000"/>
                      <a:gd name="connsiteY41" fmla="*/ 6357 h 10000"/>
                      <a:gd name="connsiteX42" fmla="*/ 3712 w 10000"/>
                      <a:gd name="connsiteY42" fmla="*/ 6071 h 10000"/>
                      <a:gd name="connsiteX43" fmla="*/ 3636 w 10000"/>
                      <a:gd name="connsiteY43" fmla="*/ 5357 h 10000"/>
                      <a:gd name="connsiteX44" fmla="*/ 3409 w 10000"/>
                      <a:gd name="connsiteY44" fmla="*/ 5143 h 10000"/>
                      <a:gd name="connsiteX45" fmla="*/ 3258 w 10000"/>
                      <a:gd name="connsiteY45" fmla="*/ 4929 h 10000"/>
                      <a:gd name="connsiteX46" fmla="*/ 3182 w 10000"/>
                      <a:gd name="connsiteY46" fmla="*/ 4786 h 10000"/>
                      <a:gd name="connsiteX47" fmla="*/ 3182 w 10000"/>
                      <a:gd name="connsiteY47" fmla="*/ 4143 h 10000"/>
                      <a:gd name="connsiteX48" fmla="*/ 2955 w 10000"/>
                      <a:gd name="connsiteY48" fmla="*/ 4143 h 10000"/>
                      <a:gd name="connsiteX49" fmla="*/ 2879 w 10000"/>
                      <a:gd name="connsiteY49" fmla="*/ 4143 h 10000"/>
                      <a:gd name="connsiteX50" fmla="*/ 2727 w 10000"/>
                      <a:gd name="connsiteY50" fmla="*/ 3929 h 10000"/>
                      <a:gd name="connsiteX51" fmla="*/ 2652 w 10000"/>
                      <a:gd name="connsiteY51" fmla="*/ 2929 h 10000"/>
                      <a:gd name="connsiteX52" fmla="*/ 2652 w 10000"/>
                      <a:gd name="connsiteY52" fmla="*/ 2714 h 10000"/>
                      <a:gd name="connsiteX53" fmla="*/ 2879 w 10000"/>
                      <a:gd name="connsiteY53" fmla="*/ 2714 h 10000"/>
                      <a:gd name="connsiteX54" fmla="*/ 2955 w 10000"/>
                      <a:gd name="connsiteY54" fmla="*/ 2714 h 10000"/>
                      <a:gd name="connsiteX55" fmla="*/ 2879 w 10000"/>
                      <a:gd name="connsiteY55" fmla="*/ 2071 h 10000"/>
                      <a:gd name="connsiteX56" fmla="*/ 2879 w 10000"/>
                      <a:gd name="connsiteY56" fmla="*/ 1857 h 10000"/>
                      <a:gd name="connsiteX57" fmla="*/ 2879 w 10000"/>
                      <a:gd name="connsiteY57" fmla="*/ 1714 h 10000"/>
                      <a:gd name="connsiteX58" fmla="*/ 2879 w 10000"/>
                      <a:gd name="connsiteY58" fmla="*/ 1429 h 10000"/>
                      <a:gd name="connsiteX59" fmla="*/ 2955 w 10000"/>
                      <a:gd name="connsiteY59" fmla="*/ 1143 h 10000"/>
                      <a:gd name="connsiteX60" fmla="*/ 3030 w 10000"/>
                      <a:gd name="connsiteY60" fmla="*/ 857 h 10000"/>
                      <a:gd name="connsiteX61" fmla="*/ 3258 w 10000"/>
                      <a:gd name="connsiteY61" fmla="*/ 571 h 10000"/>
                      <a:gd name="connsiteX62" fmla="*/ 4015 w 10000"/>
                      <a:gd name="connsiteY62" fmla="*/ 214 h 10000"/>
                      <a:gd name="connsiteX63" fmla="*/ 5000 w 10000"/>
                      <a:gd name="connsiteY63" fmla="*/ 0 h 10000"/>
                      <a:gd name="connsiteX0" fmla="*/ 5000 w 10000"/>
                      <a:gd name="connsiteY0" fmla="*/ 0 h 10000"/>
                      <a:gd name="connsiteX1" fmla="*/ 5909 w 10000"/>
                      <a:gd name="connsiteY1" fmla="*/ 214 h 10000"/>
                      <a:gd name="connsiteX2" fmla="*/ 6742 w 10000"/>
                      <a:gd name="connsiteY2" fmla="*/ 571 h 10000"/>
                      <a:gd name="connsiteX3" fmla="*/ 6894 w 10000"/>
                      <a:gd name="connsiteY3" fmla="*/ 857 h 10000"/>
                      <a:gd name="connsiteX4" fmla="*/ 7045 w 10000"/>
                      <a:gd name="connsiteY4" fmla="*/ 1143 h 10000"/>
                      <a:gd name="connsiteX5" fmla="*/ 7121 w 10000"/>
                      <a:gd name="connsiteY5" fmla="*/ 1429 h 10000"/>
                      <a:gd name="connsiteX6" fmla="*/ 7121 w 10000"/>
                      <a:gd name="connsiteY6" fmla="*/ 1714 h 10000"/>
                      <a:gd name="connsiteX7" fmla="*/ 7121 w 10000"/>
                      <a:gd name="connsiteY7" fmla="*/ 1857 h 10000"/>
                      <a:gd name="connsiteX8" fmla="*/ 7121 w 10000"/>
                      <a:gd name="connsiteY8" fmla="*/ 2071 h 10000"/>
                      <a:gd name="connsiteX9" fmla="*/ 7045 w 10000"/>
                      <a:gd name="connsiteY9" fmla="*/ 2714 h 10000"/>
                      <a:gd name="connsiteX10" fmla="*/ 7121 w 10000"/>
                      <a:gd name="connsiteY10" fmla="*/ 2714 h 10000"/>
                      <a:gd name="connsiteX11" fmla="*/ 7348 w 10000"/>
                      <a:gd name="connsiteY11" fmla="*/ 2714 h 10000"/>
                      <a:gd name="connsiteX12" fmla="*/ 7348 w 10000"/>
                      <a:gd name="connsiteY12" fmla="*/ 2929 h 10000"/>
                      <a:gd name="connsiteX13" fmla="*/ 7197 w 10000"/>
                      <a:gd name="connsiteY13" fmla="*/ 3929 h 10000"/>
                      <a:gd name="connsiteX14" fmla="*/ 7121 w 10000"/>
                      <a:gd name="connsiteY14" fmla="*/ 4143 h 10000"/>
                      <a:gd name="connsiteX15" fmla="*/ 7045 w 10000"/>
                      <a:gd name="connsiteY15" fmla="*/ 4143 h 10000"/>
                      <a:gd name="connsiteX16" fmla="*/ 6818 w 10000"/>
                      <a:gd name="connsiteY16" fmla="*/ 4143 h 10000"/>
                      <a:gd name="connsiteX17" fmla="*/ 6818 w 10000"/>
                      <a:gd name="connsiteY17" fmla="*/ 4786 h 10000"/>
                      <a:gd name="connsiteX18" fmla="*/ 6742 w 10000"/>
                      <a:gd name="connsiteY18" fmla="*/ 4929 h 10000"/>
                      <a:gd name="connsiteX19" fmla="*/ 6515 w 10000"/>
                      <a:gd name="connsiteY19" fmla="*/ 5143 h 10000"/>
                      <a:gd name="connsiteX20" fmla="*/ 6288 w 10000"/>
                      <a:gd name="connsiteY20" fmla="*/ 5357 h 10000"/>
                      <a:gd name="connsiteX21" fmla="*/ 6212 w 10000"/>
                      <a:gd name="connsiteY21" fmla="*/ 6071 h 10000"/>
                      <a:gd name="connsiteX22" fmla="*/ 7879 w 10000"/>
                      <a:gd name="connsiteY22" fmla="*/ 6357 h 10000"/>
                      <a:gd name="connsiteX23" fmla="*/ 9394 w 10000"/>
                      <a:gd name="connsiteY23" fmla="*/ 6929 h 10000"/>
                      <a:gd name="connsiteX24" fmla="*/ 9697 w 10000"/>
                      <a:gd name="connsiteY24" fmla="*/ 7143 h 10000"/>
                      <a:gd name="connsiteX25" fmla="*/ 9773 w 10000"/>
                      <a:gd name="connsiteY25" fmla="*/ 7286 h 10000"/>
                      <a:gd name="connsiteX26" fmla="*/ 9924 w 10000"/>
                      <a:gd name="connsiteY26" fmla="*/ 7571 h 10000"/>
                      <a:gd name="connsiteX27" fmla="*/ 10000 w 10000"/>
                      <a:gd name="connsiteY27" fmla="*/ 7857 h 10000"/>
                      <a:gd name="connsiteX28" fmla="*/ 9773 w 10000"/>
                      <a:gd name="connsiteY28" fmla="*/ 9000 h 10000"/>
                      <a:gd name="connsiteX29" fmla="*/ 9167 w 10000"/>
                      <a:gd name="connsiteY29" fmla="*/ 9643 h 10000"/>
                      <a:gd name="connsiteX30" fmla="*/ 5000 w 10000"/>
                      <a:gd name="connsiteY30" fmla="*/ 10000 h 10000"/>
                      <a:gd name="connsiteX31" fmla="*/ 758 w 10000"/>
                      <a:gd name="connsiteY31" fmla="*/ 9643 h 10000"/>
                      <a:gd name="connsiteX32" fmla="*/ 530 w 10000"/>
                      <a:gd name="connsiteY32" fmla="*/ 9571 h 10000"/>
                      <a:gd name="connsiteX33" fmla="*/ 379 w 10000"/>
                      <a:gd name="connsiteY33" fmla="*/ 9429 h 10000"/>
                      <a:gd name="connsiteX34" fmla="*/ 152 w 10000"/>
                      <a:gd name="connsiteY34" fmla="*/ 9143 h 10000"/>
                      <a:gd name="connsiteX35" fmla="*/ 152 w 10000"/>
                      <a:gd name="connsiteY35" fmla="*/ 9000 h 10000"/>
                      <a:gd name="connsiteX36" fmla="*/ 0 w 10000"/>
                      <a:gd name="connsiteY36" fmla="*/ 7857 h 10000"/>
                      <a:gd name="connsiteX37" fmla="*/ 76 w 10000"/>
                      <a:gd name="connsiteY37" fmla="*/ 7571 h 10000"/>
                      <a:gd name="connsiteX38" fmla="*/ 152 w 10000"/>
                      <a:gd name="connsiteY38" fmla="*/ 7286 h 10000"/>
                      <a:gd name="connsiteX39" fmla="*/ 303 w 10000"/>
                      <a:gd name="connsiteY39" fmla="*/ 7143 h 10000"/>
                      <a:gd name="connsiteX40" fmla="*/ 530 w 10000"/>
                      <a:gd name="connsiteY40" fmla="*/ 6929 h 10000"/>
                      <a:gd name="connsiteX41" fmla="*/ 2045 w 10000"/>
                      <a:gd name="connsiteY41" fmla="*/ 6357 h 10000"/>
                      <a:gd name="connsiteX42" fmla="*/ 3712 w 10000"/>
                      <a:gd name="connsiteY42" fmla="*/ 6071 h 10000"/>
                      <a:gd name="connsiteX43" fmla="*/ 3636 w 10000"/>
                      <a:gd name="connsiteY43" fmla="*/ 5357 h 10000"/>
                      <a:gd name="connsiteX44" fmla="*/ 3409 w 10000"/>
                      <a:gd name="connsiteY44" fmla="*/ 5143 h 10000"/>
                      <a:gd name="connsiteX45" fmla="*/ 3258 w 10000"/>
                      <a:gd name="connsiteY45" fmla="*/ 4929 h 10000"/>
                      <a:gd name="connsiteX46" fmla="*/ 3182 w 10000"/>
                      <a:gd name="connsiteY46" fmla="*/ 4786 h 10000"/>
                      <a:gd name="connsiteX47" fmla="*/ 3182 w 10000"/>
                      <a:gd name="connsiteY47" fmla="*/ 4143 h 10000"/>
                      <a:gd name="connsiteX48" fmla="*/ 2955 w 10000"/>
                      <a:gd name="connsiteY48" fmla="*/ 4143 h 10000"/>
                      <a:gd name="connsiteX49" fmla="*/ 2879 w 10000"/>
                      <a:gd name="connsiteY49" fmla="*/ 4143 h 10000"/>
                      <a:gd name="connsiteX50" fmla="*/ 2727 w 10000"/>
                      <a:gd name="connsiteY50" fmla="*/ 3929 h 10000"/>
                      <a:gd name="connsiteX51" fmla="*/ 2652 w 10000"/>
                      <a:gd name="connsiteY51" fmla="*/ 2929 h 10000"/>
                      <a:gd name="connsiteX52" fmla="*/ 2652 w 10000"/>
                      <a:gd name="connsiteY52" fmla="*/ 2714 h 10000"/>
                      <a:gd name="connsiteX53" fmla="*/ 2879 w 10000"/>
                      <a:gd name="connsiteY53" fmla="*/ 2714 h 10000"/>
                      <a:gd name="connsiteX54" fmla="*/ 2955 w 10000"/>
                      <a:gd name="connsiteY54" fmla="*/ 2714 h 10000"/>
                      <a:gd name="connsiteX55" fmla="*/ 2879 w 10000"/>
                      <a:gd name="connsiteY55" fmla="*/ 2071 h 10000"/>
                      <a:gd name="connsiteX56" fmla="*/ 2879 w 10000"/>
                      <a:gd name="connsiteY56" fmla="*/ 1857 h 10000"/>
                      <a:gd name="connsiteX57" fmla="*/ 2879 w 10000"/>
                      <a:gd name="connsiteY57" fmla="*/ 1714 h 10000"/>
                      <a:gd name="connsiteX58" fmla="*/ 2879 w 10000"/>
                      <a:gd name="connsiteY58" fmla="*/ 1429 h 10000"/>
                      <a:gd name="connsiteX59" fmla="*/ 2955 w 10000"/>
                      <a:gd name="connsiteY59" fmla="*/ 1143 h 10000"/>
                      <a:gd name="connsiteX60" fmla="*/ 3030 w 10000"/>
                      <a:gd name="connsiteY60" fmla="*/ 857 h 10000"/>
                      <a:gd name="connsiteX61" fmla="*/ 3258 w 10000"/>
                      <a:gd name="connsiteY61" fmla="*/ 571 h 10000"/>
                      <a:gd name="connsiteX62" fmla="*/ 4015 w 10000"/>
                      <a:gd name="connsiteY62" fmla="*/ 214 h 10000"/>
                      <a:gd name="connsiteX63" fmla="*/ 5000 w 10000"/>
                      <a:gd name="connsiteY63" fmla="*/ 0 h 10000"/>
                      <a:gd name="connsiteX0" fmla="*/ 5000 w 10000"/>
                      <a:gd name="connsiteY0" fmla="*/ 0 h 10003"/>
                      <a:gd name="connsiteX1" fmla="*/ 5909 w 10000"/>
                      <a:gd name="connsiteY1" fmla="*/ 214 h 10003"/>
                      <a:gd name="connsiteX2" fmla="*/ 6742 w 10000"/>
                      <a:gd name="connsiteY2" fmla="*/ 571 h 10003"/>
                      <a:gd name="connsiteX3" fmla="*/ 6894 w 10000"/>
                      <a:gd name="connsiteY3" fmla="*/ 857 h 10003"/>
                      <a:gd name="connsiteX4" fmla="*/ 7045 w 10000"/>
                      <a:gd name="connsiteY4" fmla="*/ 1143 h 10003"/>
                      <a:gd name="connsiteX5" fmla="*/ 7121 w 10000"/>
                      <a:gd name="connsiteY5" fmla="*/ 1429 h 10003"/>
                      <a:gd name="connsiteX6" fmla="*/ 7121 w 10000"/>
                      <a:gd name="connsiteY6" fmla="*/ 1714 h 10003"/>
                      <a:gd name="connsiteX7" fmla="*/ 7121 w 10000"/>
                      <a:gd name="connsiteY7" fmla="*/ 1857 h 10003"/>
                      <a:gd name="connsiteX8" fmla="*/ 7121 w 10000"/>
                      <a:gd name="connsiteY8" fmla="*/ 2071 h 10003"/>
                      <a:gd name="connsiteX9" fmla="*/ 7045 w 10000"/>
                      <a:gd name="connsiteY9" fmla="*/ 2714 h 10003"/>
                      <a:gd name="connsiteX10" fmla="*/ 7121 w 10000"/>
                      <a:gd name="connsiteY10" fmla="*/ 2714 h 10003"/>
                      <a:gd name="connsiteX11" fmla="*/ 7348 w 10000"/>
                      <a:gd name="connsiteY11" fmla="*/ 2714 h 10003"/>
                      <a:gd name="connsiteX12" fmla="*/ 7348 w 10000"/>
                      <a:gd name="connsiteY12" fmla="*/ 2929 h 10003"/>
                      <a:gd name="connsiteX13" fmla="*/ 7197 w 10000"/>
                      <a:gd name="connsiteY13" fmla="*/ 3929 h 10003"/>
                      <a:gd name="connsiteX14" fmla="*/ 7121 w 10000"/>
                      <a:gd name="connsiteY14" fmla="*/ 4143 h 10003"/>
                      <a:gd name="connsiteX15" fmla="*/ 7045 w 10000"/>
                      <a:gd name="connsiteY15" fmla="*/ 4143 h 10003"/>
                      <a:gd name="connsiteX16" fmla="*/ 6818 w 10000"/>
                      <a:gd name="connsiteY16" fmla="*/ 4143 h 10003"/>
                      <a:gd name="connsiteX17" fmla="*/ 6818 w 10000"/>
                      <a:gd name="connsiteY17" fmla="*/ 4786 h 10003"/>
                      <a:gd name="connsiteX18" fmla="*/ 6742 w 10000"/>
                      <a:gd name="connsiteY18" fmla="*/ 4929 h 10003"/>
                      <a:gd name="connsiteX19" fmla="*/ 6515 w 10000"/>
                      <a:gd name="connsiteY19" fmla="*/ 5143 h 10003"/>
                      <a:gd name="connsiteX20" fmla="*/ 6288 w 10000"/>
                      <a:gd name="connsiteY20" fmla="*/ 5357 h 10003"/>
                      <a:gd name="connsiteX21" fmla="*/ 6212 w 10000"/>
                      <a:gd name="connsiteY21" fmla="*/ 6071 h 10003"/>
                      <a:gd name="connsiteX22" fmla="*/ 7879 w 10000"/>
                      <a:gd name="connsiteY22" fmla="*/ 6357 h 10003"/>
                      <a:gd name="connsiteX23" fmla="*/ 9394 w 10000"/>
                      <a:gd name="connsiteY23" fmla="*/ 6929 h 10003"/>
                      <a:gd name="connsiteX24" fmla="*/ 9697 w 10000"/>
                      <a:gd name="connsiteY24" fmla="*/ 7143 h 10003"/>
                      <a:gd name="connsiteX25" fmla="*/ 9773 w 10000"/>
                      <a:gd name="connsiteY25" fmla="*/ 7286 h 10003"/>
                      <a:gd name="connsiteX26" fmla="*/ 9924 w 10000"/>
                      <a:gd name="connsiteY26" fmla="*/ 7571 h 10003"/>
                      <a:gd name="connsiteX27" fmla="*/ 10000 w 10000"/>
                      <a:gd name="connsiteY27" fmla="*/ 7857 h 10003"/>
                      <a:gd name="connsiteX28" fmla="*/ 9773 w 10000"/>
                      <a:gd name="connsiteY28" fmla="*/ 9000 h 10003"/>
                      <a:gd name="connsiteX29" fmla="*/ 9167 w 10000"/>
                      <a:gd name="connsiteY29" fmla="*/ 9643 h 10003"/>
                      <a:gd name="connsiteX30" fmla="*/ 5000 w 10000"/>
                      <a:gd name="connsiteY30" fmla="*/ 10000 h 10003"/>
                      <a:gd name="connsiteX31" fmla="*/ 758 w 10000"/>
                      <a:gd name="connsiteY31" fmla="*/ 9643 h 10003"/>
                      <a:gd name="connsiteX32" fmla="*/ 530 w 10000"/>
                      <a:gd name="connsiteY32" fmla="*/ 9571 h 10003"/>
                      <a:gd name="connsiteX33" fmla="*/ 379 w 10000"/>
                      <a:gd name="connsiteY33" fmla="*/ 9429 h 10003"/>
                      <a:gd name="connsiteX34" fmla="*/ 152 w 10000"/>
                      <a:gd name="connsiteY34" fmla="*/ 9143 h 10003"/>
                      <a:gd name="connsiteX35" fmla="*/ 152 w 10000"/>
                      <a:gd name="connsiteY35" fmla="*/ 9000 h 10003"/>
                      <a:gd name="connsiteX36" fmla="*/ 0 w 10000"/>
                      <a:gd name="connsiteY36" fmla="*/ 7857 h 10003"/>
                      <a:gd name="connsiteX37" fmla="*/ 76 w 10000"/>
                      <a:gd name="connsiteY37" fmla="*/ 7571 h 10003"/>
                      <a:gd name="connsiteX38" fmla="*/ 152 w 10000"/>
                      <a:gd name="connsiteY38" fmla="*/ 7286 h 10003"/>
                      <a:gd name="connsiteX39" fmla="*/ 303 w 10000"/>
                      <a:gd name="connsiteY39" fmla="*/ 7143 h 10003"/>
                      <a:gd name="connsiteX40" fmla="*/ 530 w 10000"/>
                      <a:gd name="connsiteY40" fmla="*/ 6929 h 10003"/>
                      <a:gd name="connsiteX41" fmla="*/ 2045 w 10000"/>
                      <a:gd name="connsiteY41" fmla="*/ 6357 h 10003"/>
                      <a:gd name="connsiteX42" fmla="*/ 3712 w 10000"/>
                      <a:gd name="connsiteY42" fmla="*/ 6071 h 10003"/>
                      <a:gd name="connsiteX43" fmla="*/ 3636 w 10000"/>
                      <a:gd name="connsiteY43" fmla="*/ 5357 h 10003"/>
                      <a:gd name="connsiteX44" fmla="*/ 3409 w 10000"/>
                      <a:gd name="connsiteY44" fmla="*/ 5143 h 10003"/>
                      <a:gd name="connsiteX45" fmla="*/ 3258 w 10000"/>
                      <a:gd name="connsiteY45" fmla="*/ 4929 h 10003"/>
                      <a:gd name="connsiteX46" fmla="*/ 3182 w 10000"/>
                      <a:gd name="connsiteY46" fmla="*/ 4786 h 10003"/>
                      <a:gd name="connsiteX47" fmla="*/ 3182 w 10000"/>
                      <a:gd name="connsiteY47" fmla="*/ 4143 h 10003"/>
                      <a:gd name="connsiteX48" fmla="*/ 2955 w 10000"/>
                      <a:gd name="connsiteY48" fmla="*/ 4143 h 10003"/>
                      <a:gd name="connsiteX49" fmla="*/ 2879 w 10000"/>
                      <a:gd name="connsiteY49" fmla="*/ 4143 h 10003"/>
                      <a:gd name="connsiteX50" fmla="*/ 2727 w 10000"/>
                      <a:gd name="connsiteY50" fmla="*/ 3929 h 10003"/>
                      <a:gd name="connsiteX51" fmla="*/ 2652 w 10000"/>
                      <a:gd name="connsiteY51" fmla="*/ 2929 h 10003"/>
                      <a:gd name="connsiteX52" fmla="*/ 2652 w 10000"/>
                      <a:gd name="connsiteY52" fmla="*/ 2714 h 10003"/>
                      <a:gd name="connsiteX53" fmla="*/ 2879 w 10000"/>
                      <a:gd name="connsiteY53" fmla="*/ 2714 h 10003"/>
                      <a:gd name="connsiteX54" fmla="*/ 2955 w 10000"/>
                      <a:gd name="connsiteY54" fmla="*/ 2714 h 10003"/>
                      <a:gd name="connsiteX55" fmla="*/ 2879 w 10000"/>
                      <a:gd name="connsiteY55" fmla="*/ 2071 h 10003"/>
                      <a:gd name="connsiteX56" fmla="*/ 2879 w 10000"/>
                      <a:gd name="connsiteY56" fmla="*/ 1857 h 10003"/>
                      <a:gd name="connsiteX57" fmla="*/ 2879 w 10000"/>
                      <a:gd name="connsiteY57" fmla="*/ 1714 h 10003"/>
                      <a:gd name="connsiteX58" fmla="*/ 2879 w 10000"/>
                      <a:gd name="connsiteY58" fmla="*/ 1429 h 10003"/>
                      <a:gd name="connsiteX59" fmla="*/ 2955 w 10000"/>
                      <a:gd name="connsiteY59" fmla="*/ 1143 h 10003"/>
                      <a:gd name="connsiteX60" fmla="*/ 3030 w 10000"/>
                      <a:gd name="connsiteY60" fmla="*/ 857 h 10003"/>
                      <a:gd name="connsiteX61" fmla="*/ 3258 w 10000"/>
                      <a:gd name="connsiteY61" fmla="*/ 571 h 10003"/>
                      <a:gd name="connsiteX62" fmla="*/ 4015 w 10000"/>
                      <a:gd name="connsiteY62" fmla="*/ 214 h 10003"/>
                      <a:gd name="connsiteX63" fmla="*/ 5000 w 10000"/>
                      <a:gd name="connsiteY63" fmla="*/ 0 h 10003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9697 w 10000"/>
                      <a:gd name="connsiteY24" fmla="*/ 7143 h 10005"/>
                      <a:gd name="connsiteX25" fmla="*/ 9773 w 10000"/>
                      <a:gd name="connsiteY25" fmla="*/ 7286 h 10005"/>
                      <a:gd name="connsiteX26" fmla="*/ 9924 w 10000"/>
                      <a:gd name="connsiteY26" fmla="*/ 7571 h 10005"/>
                      <a:gd name="connsiteX27" fmla="*/ 10000 w 10000"/>
                      <a:gd name="connsiteY27" fmla="*/ 7857 h 10005"/>
                      <a:gd name="connsiteX28" fmla="*/ 9773 w 10000"/>
                      <a:gd name="connsiteY28" fmla="*/ 9000 h 10005"/>
                      <a:gd name="connsiteX29" fmla="*/ 9167 w 10000"/>
                      <a:gd name="connsiteY29" fmla="*/ 9643 h 10005"/>
                      <a:gd name="connsiteX30" fmla="*/ 5000 w 10000"/>
                      <a:gd name="connsiteY30" fmla="*/ 10000 h 10005"/>
                      <a:gd name="connsiteX31" fmla="*/ 758 w 10000"/>
                      <a:gd name="connsiteY31" fmla="*/ 9643 h 10005"/>
                      <a:gd name="connsiteX32" fmla="*/ 530 w 10000"/>
                      <a:gd name="connsiteY32" fmla="*/ 9571 h 10005"/>
                      <a:gd name="connsiteX33" fmla="*/ 379 w 10000"/>
                      <a:gd name="connsiteY33" fmla="*/ 9429 h 10005"/>
                      <a:gd name="connsiteX34" fmla="*/ 152 w 10000"/>
                      <a:gd name="connsiteY34" fmla="*/ 9143 h 10005"/>
                      <a:gd name="connsiteX35" fmla="*/ 152 w 10000"/>
                      <a:gd name="connsiteY35" fmla="*/ 9000 h 10005"/>
                      <a:gd name="connsiteX36" fmla="*/ 0 w 10000"/>
                      <a:gd name="connsiteY36" fmla="*/ 7857 h 10005"/>
                      <a:gd name="connsiteX37" fmla="*/ 76 w 10000"/>
                      <a:gd name="connsiteY37" fmla="*/ 7571 h 10005"/>
                      <a:gd name="connsiteX38" fmla="*/ 152 w 10000"/>
                      <a:gd name="connsiteY38" fmla="*/ 7286 h 10005"/>
                      <a:gd name="connsiteX39" fmla="*/ 303 w 10000"/>
                      <a:gd name="connsiteY39" fmla="*/ 7143 h 10005"/>
                      <a:gd name="connsiteX40" fmla="*/ 530 w 10000"/>
                      <a:gd name="connsiteY40" fmla="*/ 6929 h 10005"/>
                      <a:gd name="connsiteX41" fmla="*/ 2045 w 10000"/>
                      <a:gd name="connsiteY41" fmla="*/ 6357 h 10005"/>
                      <a:gd name="connsiteX42" fmla="*/ 3712 w 10000"/>
                      <a:gd name="connsiteY42" fmla="*/ 6071 h 10005"/>
                      <a:gd name="connsiteX43" fmla="*/ 3636 w 10000"/>
                      <a:gd name="connsiteY43" fmla="*/ 5357 h 10005"/>
                      <a:gd name="connsiteX44" fmla="*/ 3409 w 10000"/>
                      <a:gd name="connsiteY44" fmla="*/ 5143 h 10005"/>
                      <a:gd name="connsiteX45" fmla="*/ 3258 w 10000"/>
                      <a:gd name="connsiteY45" fmla="*/ 4929 h 10005"/>
                      <a:gd name="connsiteX46" fmla="*/ 3182 w 10000"/>
                      <a:gd name="connsiteY46" fmla="*/ 4786 h 10005"/>
                      <a:gd name="connsiteX47" fmla="*/ 3182 w 10000"/>
                      <a:gd name="connsiteY47" fmla="*/ 4143 h 10005"/>
                      <a:gd name="connsiteX48" fmla="*/ 2955 w 10000"/>
                      <a:gd name="connsiteY48" fmla="*/ 4143 h 10005"/>
                      <a:gd name="connsiteX49" fmla="*/ 2879 w 10000"/>
                      <a:gd name="connsiteY49" fmla="*/ 4143 h 10005"/>
                      <a:gd name="connsiteX50" fmla="*/ 2727 w 10000"/>
                      <a:gd name="connsiteY50" fmla="*/ 3929 h 10005"/>
                      <a:gd name="connsiteX51" fmla="*/ 2652 w 10000"/>
                      <a:gd name="connsiteY51" fmla="*/ 2929 h 10005"/>
                      <a:gd name="connsiteX52" fmla="*/ 2652 w 10000"/>
                      <a:gd name="connsiteY52" fmla="*/ 2714 h 10005"/>
                      <a:gd name="connsiteX53" fmla="*/ 2879 w 10000"/>
                      <a:gd name="connsiteY53" fmla="*/ 2714 h 10005"/>
                      <a:gd name="connsiteX54" fmla="*/ 2955 w 10000"/>
                      <a:gd name="connsiteY54" fmla="*/ 2714 h 10005"/>
                      <a:gd name="connsiteX55" fmla="*/ 2879 w 10000"/>
                      <a:gd name="connsiteY55" fmla="*/ 2071 h 10005"/>
                      <a:gd name="connsiteX56" fmla="*/ 2879 w 10000"/>
                      <a:gd name="connsiteY56" fmla="*/ 1857 h 10005"/>
                      <a:gd name="connsiteX57" fmla="*/ 2879 w 10000"/>
                      <a:gd name="connsiteY57" fmla="*/ 1714 h 10005"/>
                      <a:gd name="connsiteX58" fmla="*/ 2879 w 10000"/>
                      <a:gd name="connsiteY58" fmla="*/ 1429 h 10005"/>
                      <a:gd name="connsiteX59" fmla="*/ 2955 w 10000"/>
                      <a:gd name="connsiteY59" fmla="*/ 1143 h 10005"/>
                      <a:gd name="connsiteX60" fmla="*/ 3030 w 10000"/>
                      <a:gd name="connsiteY60" fmla="*/ 857 h 10005"/>
                      <a:gd name="connsiteX61" fmla="*/ 3258 w 10000"/>
                      <a:gd name="connsiteY61" fmla="*/ 571 h 10005"/>
                      <a:gd name="connsiteX62" fmla="*/ 4015 w 10000"/>
                      <a:gd name="connsiteY62" fmla="*/ 214 h 10005"/>
                      <a:gd name="connsiteX63" fmla="*/ 5000 w 10000"/>
                      <a:gd name="connsiteY63" fmla="*/ 0 h 10005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9697 w 10000"/>
                      <a:gd name="connsiteY24" fmla="*/ 7143 h 10005"/>
                      <a:gd name="connsiteX25" fmla="*/ 9773 w 10000"/>
                      <a:gd name="connsiteY25" fmla="*/ 7286 h 10005"/>
                      <a:gd name="connsiteX26" fmla="*/ 9924 w 10000"/>
                      <a:gd name="connsiteY26" fmla="*/ 7571 h 10005"/>
                      <a:gd name="connsiteX27" fmla="*/ 10000 w 10000"/>
                      <a:gd name="connsiteY27" fmla="*/ 7857 h 10005"/>
                      <a:gd name="connsiteX28" fmla="*/ 9773 w 10000"/>
                      <a:gd name="connsiteY28" fmla="*/ 9000 h 10005"/>
                      <a:gd name="connsiteX29" fmla="*/ 9167 w 10000"/>
                      <a:gd name="connsiteY29" fmla="*/ 9643 h 10005"/>
                      <a:gd name="connsiteX30" fmla="*/ 5000 w 10000"/>
                      <a:gd name="connsiteY30" fmla="*/ 10000 h 10005"/>
                      <a:gd name="connsiteX31" fmla="*/ 758 w 10000"/>
                      <a:gd name="connsiteY31" fmla="*/ 9643 h 10005"/>
                      <a:gd name="connsiteX32" fmla="*/ 530 w 10000"/>
                      <a:gd name="connsiteY32" fmla="*/ 9571 h 10005"/>
                      <a:gd name="connsiteX33" fmla="*/ 379 w 10000"/>
                      <a:gd name="connsiteY33" fmla="*/ 9429 h 10005"/>
                      <a:gd name="connsiteX34" fmla="*/ 152 w 10000"/>
                      <a:gd name="connsiteY34" fmla="*/ 9143 h 10005"/>
                      <a:gd name="connsiteX35" fmla="*/ 152 w 10000"/>
                      <a:gd name="connsiteY35" fmla="*/ 9000 h 10005"/>
                      <a:gd name="connsiteX36" fmla="*/ 0 w 10000"/>
                      <a:gd name="connsiteY36" fmla="*/ 7857 h 10005"/>
                      <a:gd name="connsiteX37" fmla="*/ 76 w 10000"/>
                      <a:gd name="connsiteY37" fmla="*/ 7571 h 10005"/>
                      <a:gd name="connsiteX38" fmla="*/ 152 w 10000"/>
                      <a:gd name="connsiteY38" fmla="*/ 7286 h 10005"/>
                      <a:gd name="connsiteX39" fmla="*/ 303 w 10000"/>
                      <a:gd name="connsiteY39" fmla="*/ 7143 h 10005"/>
                      <a:gd name="connsiteX40" fmla="*/ 530 w 10000"/>
                      <a:gd name="connsiteY40" fmla="*/ 6929 h 10005"/>
                      <a:gd name="connsiteX41" fmla="*/ 2045 w 10000"/>
                      <a:gd name="connsiteY41" fmla="*/ 6357 h 10005"/>
                      <a:gd name="connsiteX42" fmla="*/ 3712 w 10000"/>
                      <a:gd name="connsiteY42" fmla="*/ 6071 h 10005"/>
                      <a:gd name="connsiteX43" fmla="*/ 3636 w 10000"/>
                      <a:gd name="connsiteY43" fmla="*/ 5357 h 10005"/>
                      <a:gd name="connsiteX44" fmla="*/ 3409 w 10000"/>
                      <a:gd name="connsiteY44" fmla="*/ 5143 h 10005"/>
                      <a:gd name="connsiteX45" fmla="*/ 3258 w 10000"/>
                      <a:gd name="connsiteY45" fmla="*/ 4929 h 10005"/>
                      <a:gd name="connsiteX46" fmla="*/ 3182 w 10000"/>
                      <a:gd name="connsiteY46" fmla="*/ 4786 h 10005"/>
                      <a:gd name="connsiteX47" fmla="*/ 3182 w 10000"/>
                      <a:gd name="connsiteY47" fmla="*/ 4143 h 10005"/>
                      <a:gd name="connsiteX48" fmla="*/ 2955 w 10000"/>
                      <a:gd name="connsiteY48" fmla="*/ 4143 h 10005"/>
                      <a:gd name="connsiteX49" fmla="*/ 2879 w 10000"/>
                      <a:gd name="connsiteY49" fmla="*/ 4143 h 10005"/>
                      <a:gd name="connsiteX50" fmla="*/ 2727 w 10000"/>
                      <a:gd name="connsiteY50" fmla="*/ 3929 h 10005"/>
                      <a:gd name="connsiteX51" fmla="*/ 2652 w 10000"/>
                      <a:gd name="connsiteY51" fmla="*/ 2929 h 10005"/>
                      <a:gd name="connsiteX52" fmla="*/ 2652 w 10000"/>
                      <a:gd name="connsiteY52" fmla="*/ 2714 h 10005"/>
                      <a:gd name="connsiteX53" fmla="*/ 2879 w 10000"/>
                      <a:gd name="connsiteY53" fmla="*/ 2714 h 10005"/>
                      <a:gd name="connsiteX54" fmla="*/ 2955 w 10000"/>
                      <a:gd name="connsiteY54" fmla="*/ 2714 h 10005"/>
                      <a:gd name="connsiteX55" fmla="*/ 2879 w 10000"/>
                      <a:gd name="connsiteY55" fmla="*/ 2071 h 10005"/>
                      <a:gd name="connsiteX56" fmla="*/ 2879 w 10000"/>
                      <a:gd name="connsiteY56" fmla="*/ 1857 h 10005"/>
                      <a:gd name="connsiteX57" fmla="*/ 2879 w 10000"/>
                      <a:gd name="connsiteY57" fmla="*/ 1714 h 10005"/>
                      <a:gd name="connsiteX58" fmla="*/ 2879 w 10000"/>
                      <a:gd name="connsiteY58" fmla="*/ 1429 h 10005"/>
                      <a:gd name="connsiteX59" fmla="*/ 2955 w 10000"/>
                      <a:gd name="connsiteY59" fmla="*/ 1143 h 10005"/>
                      <a:gd name="connsiteX60" fmla="*/ 3030 w 10000"/>
                      <a:gd name="connsiteY60" fmla="*/ 857 h 10005"/>
                      <a:gd name="connsiteX61" fmla="*/ 3258 w 10000"/>
                      <a:gd name="connsiteY61" fmla="*/ 571 h 10005"/>
                      <a:gd name="connsiteX62" fmla="*/ 4015 w 10000"/>
                      <a:gd name="connsiteY62" fmla="*/ 214 h 10005"/>
                      <a:gd name="connsiteX63" fmla="*/ 5000 w 10000"/>
                      <a:gd name="connsiteY63" fmla="*/ 0 h 10005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9697 w 10000"/>
                      <a:gd name="connsiteY24" fmla="*/ 7143 h 10005"/>
                      <a:gd name="connsiteX25" fmla="*/ 9773 w 10000"/>
                      <a:gd name="connsiteY25" fmla="*/ 7286 h 10005"/>
                      <a:gd name="connsiteX26" fmla="*/ 9924 w 10000"/>
                      <a:gd name="connsiteY26" fmla="*/ 7571 h 10005"/>
                      <a:gd name="connsiteX27" fmla="*/ 10000 w 10000"/>
                      <a:gd name="connsiteY27" fmla="*/ 7857 h 10005"/>
                      <a:gd name="connsiteX28" fmla="*/ 9773 w 10000"/>
                      <a:gd name="connsiteY28" fmla="*/ 9000 h 10005"/>
                      <a:gd name="connsiteX29" fmla="*/ 9167 w 10000"/>
                      <a:gd name="connsiteY29" fmla="*/ 9643 h 10005"/>
                      <a:gd name="connsiteX30" fmla="*/ 5000 w 10000"/>
                      <a:gd name="connsiteY30" fmla="*/ 10000 h 10005"/>
                      <a:gd name="connsiteX31" fmla="*/ 758 w 10000"/>
                      <a:gd name="connsiteY31" fmla="*/ 9643 h 10005"/>
                      <a:gd name="connsiteX32" fmla="*/ 530 w 10000"/>
                      <a:gd name="connsiteY32" fmla="*/ 9571 h 10005"/>
                      <a:gd name="connsiteX33" fmla="*/ 379 w 10000"/>
                      <a:gd name="connsiteY33" fmla="*/ 9429 h 10005"/>
                      <a:gd name="connsiteX34" fmla="*/ 152 w 10000"/>
                      <a:gd name="connsiteY34" fmla="*/ 9143 h 10005"/>
                      <a:gd name="connsiteX35" fmla="*/ 152 w 10000"/>
                      <a:gd name="connsiteY35" fmla="*/ 9000 h 10005"/>
                      <a:gd name="connsiteX36" fmla="*/ 0 w 10000"/>
                      <a:gd name="connsiteY36" fmla="*/ 7857 h 10005"/>
                      <a:gd name="connsiteX37" fmla="*/ 76 w 10000"/>
                      <a:gd name="connsiteY37" fmla="*/ 7571 h 10005"/>
                      <a:gd name="connsiteX38" fmla="*/ 152 w 10000"/>
                      <a:gd name="connsiteY38" fmla="*/ 7286 h 10005"/>
                      <a:gd name="connsiteX39" fmla="*/ 303 w 10000"/>
                      <a:gd name="connsiteY39" fmla="*/ 7143 h 10005"/>
                      <a:gd name="connsiteX40" fmla="*/ 530 w 10000"/>
                      <a:gd name="connsiteY40" fmla="*/ 6929 h 10005"/>
                      <a:gd name="connsiteX41" fmla="*/ 2045 w 10000"/>
                      <a:gd name="connsiteY41" fmla="*/ 6357 h 10005"/>
                      <a:gd name="connsiteX42" fmla="*/ 3712 w 10000"/>
                      <a:gd name="connsiteY42" fmla="*/ 6071 h 10005"/>
                      <a:gd name="connsiteX43" fmla="*/ 3636 w 10000"/>
                      <a:gd name="connsiteY43" fmla="*/ 5357 h 10005"/>
                      <a:gd name="connsiteX44" fmla="*/ 3409 w 10000"/>
                      <a:gd name="connsiteY44" fmla="*/ 5143 h 10005"/>
                      <a:gd name="connsiteX45" fmla="*/ 3258 w 10000"/>
                      <a:gd name="connsiteY45" fmla="*/ 4929 h 10005"/>
                      <a:gd name="connsiteX46" fmla="*/ 3182 w 10000"/>
                      <a:gd name="connsiteY46" fmla="*/ 4786 h 10005"/>
                      <a:gd name="connsiteX47" fmla="*/ 3182 w 10000"/>
                      <a:gd name="connsiteY47" fmla="*/ 4143 h 10005"/>
                      <a:gd name="connsiteX48" fmla="*/ 2955 w 10000"/>
                      <a:gd name="connsiteY48" fmla="*/ 4143 h 10005"/>
                      <a:gd name="connsiteX49" fmla="*/ 2879 w 10000"/>
                      <a:gd name="connsiteY49" fmla="*/ 4143 h 10005"/>
                      <a:gd name="connsiteX50" fmla="*/ 2727 w 10000"/>
                      <a:gd name="connsiteY50" fmla="*/ 3929 h 10005"/>
                      <a:gd name="connsiteX51" fmla="*/ 2652 w 10000"/>
                      <a:gd name="connsiteY51" fmla="*/ 2929 h 10005"/>
                      <a:gd name="connsiteX52" fmla="*/ 2652 w 10000"/>
                      <a:gd name="connsiteY52" fmla="*/ 2714 h 10005"/>
                      <a:gd name="connsiteX53" fmla="*/ 2879 w 10000"/>
                      <a:gd name="connsiteY53" fmla="*/ 2714 h 10005"/>
                      <a:gd name="connsiteX54" fmla="*/ 2955 w 10000"/>
                      <a:gd name="connsiteY54" fmla="*/ 2714 h 10005"/>
                      <a:gd name="connsiteX55" fmla="*/ 2879 w 10000"/>
                      <a:gd name="connsiteY55" fmla="*/ 2071 h 10005"/>
                      <a:gd name="connsiteX56" fmla="*/ 2879 w 10000"/>
                      <a:gd name="connsiteY56" fmla="*/ 1857 h 10005"/>
                      <a:gd name="connsiteX57" fmla="*/ 2879 w 10000"/>
                      <a:gd name="connsiteY57" fmla="*/ 1714 h 10005"/>
                      <a:gd name="connsiteX58" fmla="*/ 2879 w 10000"/>
                      <a:gd name="connsiteY58" fmla="*/ 1429 h 10005"/>
                      <a:gd name="connsiteX59" fmla="*/ 2955 w 10000"/>
                      <a:gd name="connsiteY59" fmla="*/ 1143 h 10005"/>
                      <a:gd name="connsiteX60" fmla="*/ 3030 w 10000"/>
                      <a:gd name="connsiteY60" fmla="*/ 857 h 10005"/>
                      <a:gd name="connsiteX61" fmla="*/ 3258 w 10000"/>
                      <a:gd name="connsiteY61" fmla="*/ 571 h 10005"/>
                      <a:gd name="connsiteX62" fmla="*/ 4015 w 10000"/>
                      <a:gd name="connsiteY62" fmla="*/ 214 h 10005"/>
                      <a:gd name="connsiteX63" fmla="*/ 5000 w 10000"/>
                      <a:gd name="connsiteY63" fmla="*/ 0 h 10005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9697 w 10000"/>
                      <a:gd name="connsiteY24" fmla="*/ 7143 h 10005"/>
                      <a:gd name="connsiteX25" fmla="*/ 9773 w 10000"/>
                      <a:gd name="connsiteY25" fmla="*/ 7286 h 10005"/>
                      <a:gd name="connsiteX26" fmla="*/ 9924 w 10000"/>
                      <a:gd name="connsiteY26" fmla="*/ 7571 h 10005"/>
                      <a:gd name="connsiteX27" fmla="*/ 10000 w 10000"/>
                      <a:gd name="connsiteY27" fmla="*/ 7857 h 10005"/>
                      <a:gd name="connsiteX28" fmla="*/ 9773 w 10000"/>
                      <a:gd name="connsiteY28" fmla="*/ 9000 h 10005"/>
                      <a:gd name="connsiteX29" fmla="*/ 9167 w 10000"/>
                      <a:gd name="connsiteY29" fmla="*/ 9643 h 10005"/>
                      <a:gd name="connsiteX30" fmla="*/ 5000 w 10000"/>
                      <a:gd name="connsiteY30" fmla="*/ 10000 h 10005"/>
                      <a:gd name="connsiteX31" fmla="*/ 758 w 10000"/>
                      <a:gd name="connsiteY31" fmla="*/ 9643 h 10005"/>
                      <a:gd name="connsiteX32" fmla="*/ 530 w 10000"/>
                      <a:gd name="connsiteY32" fmla="*/ 9571 h 10005"/>
                      <a:gd name="connsiteX33" fmla="*/ 379 w 10000"/>
                      <a:gd name="connsiteY33" fmla="*/ 9429 h 10005"/>
                      <a:gd name="connsiteX34" fmla="*/ 152 w 10000"/>
                      <a:gd name="connsiteY34" fmla="*/ 9143 h 10005"/>
                      <a:gd name="connsiteX35" fmla="*/ 152 w 10000"/>
                      <a:gd name="connsiteY35" fmla="*/ 9000 h 10005"/>
                      <a:gd name="connsiteX36" fmla="*/ 0 w 10000"/>
                      <a:gd name="connsiteY36" fmla="*/ 7857 h 10005"/>
                      <a:gd name="connsiteX37" fmla="*/ 76 w 10000"/>
                      <a:gd name="connsiteY37" fmla="*/ 7571 h 10005"/>
                      <a:gd name="connsiteX38" fmla="*/ 152 w 10000"/>
                      <a:gd name="connsiteY38" fmla="*/ 7286 h 10005"/>
                      <a:gd name="connsiteX39" fmla="*/ 303 w 10000"/>
                      <a:gd name="connsiteY39" fmla="*/ 7143 h 10005"/>
                      <a:gd name="connsiteX40" fmla="*/ 530 w 10000"/>
                      <a:gd name="connsiteY40" fmla="*/ 6929 h 10005"/>
                      <a:gd name="connsiteX41" fmla="*/ 2045 w 10000"/>
                      <a:gd name="connsiteY41" fmla="*/ 6357 h 10005"/>
                      <a:gd name="connsiteX42" fmla="*/ 3712 w 10000"/>
                      <a:gd name="connsiteY42" fmla="*/ 6071 h 10005"/>
                      <a:gd name="connsiteX43" fmla="*/ 3636 w 10000"/>
                      <a:gd name="connsiteY43" fmla="*/ 5357 h 10005"/>
                      <a:gd name="connsiteX44" fmla="*/ 3409 w 10000"/>
                      <a:gd name="connsiteY44" fmla="*/ 5143 h 10005"/>
                      <a:gd name="connsiteX45" fmla="*/ 3258 w 10000"/>
                      <a:gd name="connsiteY45" fmla="*/ 4929 h 10005"/>
                      <a:gd name="connsiteX46" fmla="*/ 3182 w 10000"/>
                      <a:gd name="connsiteY46" fmla="*/ 4786 h 10005"/>
                      <a:gd name="connsiteX47" fmla="*/ 3182 w 10000"/>
                      <a:gd name="connsiteY47" fmla="*/ 4143 h 10005"/>
                      <a:gd name="connsiteX48" fmla="*/ 2955 w 10000"/>
                      <a:gd name="connsiteY48" fmla="*/ 4143 h 10005"/>
                      <a:gd name="connsiteX49" fmla="*/ 2879 w 10000"/>
                      <a:gd name="connsiteY49" fmla="*/ 4143 h 10005"/>
                      <a:gd name="connsiteX50" fmla="*/ 2727 w 10000"/>
                      <a:gd name="connsiteY50" fmla="*/ 3929 h 10005"/>
                      <a:gd name="connsiteX51" fmla="*/ 2652 w 10000"/>
                      <a:gd name="connsiteY51" fmla="*/ 2929 h 10005"/>
                      <a:gd name="connsiteX52" fmla="*/ 2652 w 10000"/>
                      <a:gd name="connsiteY52" fmla="*/ 2714 h 10005"/>
                      <a:gd name="connsiteX53" fmla="*/ 2879 w 10000"/>
                      <a:gd name="connsiteY53" fmla="*/ 2714 h 10005"/>
                      <a:gd name="connsiteX54" fmla="*/ 2955 w 10000"/>
                      <a:gd name="connsiteY54" fmla="*/ 2714 h 10005"/>
                      <a:gd name="connsiteX55" fmla="*/ 2879 w 10000"/>
                      <a:gd name="connsiteY55" fmla="*/ 2071 h 10005"/>
                      <a:gd name="connsiteX56" fmla="*/ 2879 w 10000"/>
                      <a:gd name="connsiteY56" fmla="*/ 1857 h 10005"/>
                      <a:gd name="connsiteX57" fmla="*/ 2879 w 10000"/>
                      <a:gd name="connsiteY57" fmla="*/ 1714 h 10005"/>
                      <a:gd name="connsiteX58" fmla="*/ 2879 w 10000"/>
                      <a:gd name="connsiteY58" fmla="*/ 1429 h 10005"/>
                      <a:gd name="connsiteX59" fmla="*/ 2955 w 10000"/>
                      <a:gd name="connsiteY59" fmla="*/ 1143 h 10005"/>
                      <a:gd name="connsiteX60" fmla="*/ 3030 w 10000"/>
                      <a:gd name="connsiteY60" fmla="*/ 857 h 10005"/>
                      <a:gd name="connsiteX61" fmla="*/ 3258 w 10000"/>
                      <a:gd name="connsiteY61" fmla="*/ 571 h 10005"/>
                      <a:gd name="connsiteX62" fmla="*/ 4015 w 10000"/>
                      <a:gd name="connsiteY62" fmla="*/ 214 h 10005"/>
                      <a:gd name="connsiteX63" fmla="*/ 5000 w 10000"/>
                      <a:gd name="connsiteY63" fmla="*/ 0 h 10005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9697 w 10000"/>
                      <a:gd name="connsiteY24" fmla="*/ 7143 h 10005"/>
                      <a:gd name="connsiteX25" fmla="*/ 9773 w 10000"/>
                      <a:gd name="connsiteY25" fmla="*/ 7286 h 10005"/>
                      <a:gd name="connsiteX26" fmla="*/ 9924 w 10000"/>
                      <a:gd name="connsiteY26" fmla="*/ 7571 h 10005"/>
                      <a:gd name="connsiteX27" fmla="*/ 10000 w 10000"/>
                      <a:gd name="connsiteY27" fmla="*/ 7857 h 10005"/>
                      <a:gd name="connsiteX28" fmla="*/ 9773 w 10000"/>
                      <a:gd name="connsiteY28" fmla="*/ 9000 h 10005"/>
                      <a:gd name="connsiteX29" fmla="*/ 9167 w 10000"/>
                      <a:gd name="connsiteY29" fmla="*/ 9643 h 10005"/>
                      <a:gd name="connsiteX30" fmla="*/ 5000 w 10000"/>
                      <a:gd name="connsiteY30" fmla="*/ 10000 h 10005"/>
                      <a:gd name="connsiteX31" fmla="*/ 758 w 10000"/>
                      <a:gd name="connsiteY31" fmla="*/ 9643 h 10005"/>
                      <a:gd name="connsiteX32" fmla="*/ 530 w 10000"/>
                      <a:gd name="connsiteY32" fmla="*/ 9571 h 10005"/>
                      <a:gd name="connsiteX33" fmla="*/ 379 w 10000"/>
                      <a:gd name="connsiteY33" fmla="*/ 9429 h 10005"/>
                      <a:gd name="connsiteX34" fmla="*/ 152 w 10000"/>
                      <a:gd name="connsiteY34" fmla="*/ 9000 h 10005"/>
                      <a:gd name="connsiteX35" fmla="*/ 0 w 10000"/>
                      <a:gd name="connsiteY35" fmla="*/ 7857 h 10005"/>
                      <a:gd name="connsiteX36" fmla="*/ 76 w 10000"/>
                      <a:gd name="connsiteY36" fmla="*/ 7571 h 10005"/>
                      <a:gd name="connsiteX37" fmla="*/ 152 w 10000"/>
                      <a:gd name="connsiteY37" fmla="*/ 7286 h 10005"/>
                      <a:gd name="connsiteX38" fmla="*/ 303 w 10000"/>
                      <a:gd name="connsiteY38" fmla="*/ 7143 h 10005"/>
                      <a:gd name="connsiteX39" fmla="*/ 530 w 10000"/>
                      <a:gd name="connsiteY39" fmla="*/ 6929 h 10005"/>
                      <a:gd name="connsiteX40" fmla="*/ 2045 w 10000"/>
                      <a:gd name="connsiteY40" fmla="*/ 6357 h 10005"/>
                      <a:gd name="connsiteX41" fmla="*/ 3712 w 10000"/>
                      <a:gd name="connsiteY41" fmla="*/ 6071 h 10005"/>
                      <a:gd name="connsiteX42" fmla="*/ 3636 w 10000"/>
                      <a:gd name="connsiteY42" fmla="*/ 5357 h 10005"/>
                      <a:gd name="connsiteX43" fmla="*/ 3409 w 10000"/>
                      <a:gd name="connsiteY43" fmla="*/ 5143 h 10005"/>
                      <a:gd name="connsiteX44" fmla="*/ 3258 w 10000"/>
                      <a:gd name="connsiteY44" fmla="*/ 4929 h 10005"/>
                      <a:gd name="connsiteX45" fmla="*/ 3182 w 10000"/>
                      <a:gd name="connsiteY45" fmla="*/ 4786 h 10005"/>
                      <a:gd name="connsiteX46" fmla="*/ 3182 w 10000"/>
                      <a:gd name="connsiteY46" fmla="*/ 4143 h 10005"/>
                      <a:gd name="connsiteX47" fmla="*/ 2955 w 10000"/>
                      <a:gd name="connsiteY47" fmla="*/ 4143 h 10005"/>
                      <a:gd name="connsiteX48" fmla="*/ 2879 w 10000"/>
                      <a:gd name="connsiteY48" fmla="*/ 4143 h 10005"/>
                      <a:gd name="connsiteX49" fmla="*/ 2727 w 10000"/>
                      <a:gd name="connsiteY49" fmla="*/ 3929 h 10005"/>
                      <a:gd name="connsiteX50" fmla="*/ 2652 w 10000"/>
                      <a:gd name="connsiteY50" fmla="*/ 2929 h 10005"/>
                      <a:gd name="connsiteX51" fmla="*/ 2652 w 10000"/>
                      <a:gd name="connsiteY51" fmla="*/ 2714 h 10005"/>
                      <a:gd name="connsiteX52" fmla="*/ 2879 w 10000"/>
                      <a:gd name="connsiteY52" fmla="*/ 2714 h 10005"/>
                      <a:gd name="connsiteX53" fmla="*/ 2955 w 10000"/>
                      <a:gd name="connsiteY53" fmla="*/ 2714 h 10005"/>
                      <a:gd name="connsiteX54" fmla="*/ 2879 w 10000"/>
                      <a:gd name="connsiteY54" fmla="*/ 2071 h 10005"/>
                      <a:gd name="connsiteX55" fmla="*/ 2879 w 10000"/>
                      <a:gd name="connsiteY55" fmla="*/ 1857 h 10005"/>
                      <a:gd name="connsiteX56" fmla="*/ 2879 w 10000"/>
                      <a:gd name="connsiteY56" fmla="*/ 1714 h 10005"/>
                      <a:gd name="connsiteX57" fmla="*/ 2879 w 10000"/>
                      <a:gd name="connsiteY57" fmla="*/ 1429 h 10005"/>
                      <a:gd name="connsiteX58" fmla="*/ 2955 w 10000"/>
                      <a:gd name="connsiteY58" fmla="*/ 1143 h 10005"/>
                      <a:gd name="connsiteX59" fmla="*/ 3030 w 10000"/>
                      <a:gd name="connsiteY59" fmla="*/ 857 h 10005"/>
                      <a:gd name="connsiteX60" fmla="*/ 3258 w 10000"/>
                      <a:gd name="connsiteY60" fmla="*/ 571 h 10005"/>
                      <a:gd name="connsiteX61" fmla="*/ 4015 w 10000"/>
                      <a:gd name="connsiteY61" fmla="*/ 214 h 10005"/>
                      <a:gd name="connsiteX62" fmla="*/ 5000 w 10000"/>
                      <a:gd name="connsiteY62" fmla="*/ 0 h 10005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9697 w 10000"/>
                      <a:gd name="connsiteY24" fmla="*/ 7143 h 10005"/>
                      <a:gd name="connsiteX25" fmla="*/ 9773 w 10000"/>
                      <a:gd name="connsiteY25" fmla="*/ 7286 h 10005"/>
                      <a:gd name="connsiteX26" fmla="*/ 9924 w 10000"/>
                      <a:gd name="connsiteY26" fmla="*/ 7571 h 10005"/>
                      <a:gd name="connsiteX27" fmla="*/ 10000 w 10000"/>
                      <a:gd name="connsiteY27" fmla="*/ 7857 h 10005"/>
                      <a:gd name="connsiteX28" fmla="*/ 9773 w 10000"/>
                      <a:gd name="connsiteY28" fmla="*/ 9000 h 10005"/>
                      <a:gd name="connsiteX29" fmla="*/ 9167 w 10000"/>
                      <a:gd name="connsiteY29" fmla="*/ 9643 h 10005"/>
                      <a:gd name="connsiteX30" fmla="*/ 5000 w 10000"/>
                      <a:gd name="connsiteY30" fmla="*/ 10000 h 10005"/>
                      <a:gd name="connsiteX31" fmla="*/ 758 w 10000"/>
                      <a:gd name="connsiteY31" fmla="*/ 9643 h 10005"/>
                      <a:gd name="connsiteX32" fmla="*/ 530 w 10000"/>
                      <a:gd name="connsiteY32" fmla="*/ 9571 h 10005"/>
                      <a:gd name="connsiteX33" fmla="*/ 152 w 10000"/>
                      <a:gd name="connsiteY33" fmla="*/ 9000 h 10005"/>
                      <a:gd name="connsiteX34" fmla="*/ 0 w 10000"/>
                      <a:gd name="connsiteY34" fmla="*/ 7857 h 10005"/>
                      <a:gd name="connsiteX35" fmla="*/ 76 w 10000"/>
                      <a:gd name="connsiteY35" fmla="*/ 7571 h 10005"/>
                      <a:gd name="connsiteX36" fmla="*/ 152 w 10000"/>
                      <a:gd name="connsiteY36" fmla="*/ 7286 h 10005"/>
                      <a:gd name="connsiteX37" fmla="*/ 303 w 10000"/>
                      <a:gd name="connsiteY37" fmla="*/ 7143 h 10005"/>
                      <a:gd name="connsiteX38" fmla="*/ 530 w 10000"/>
                      <a:gd name="connsiteY38" fmla="*/ 6929 h 10005"/>
                      <a:gd name="connsiteX39" fmla="*/ 2045 w 10000"/>
                      <a:gd name="connsiteY39" fmla="*/ 6357 h 10005"/>
                      <a:gd name="connsiteX40" fmla="*/ 3712 w 10000"/>
                      <a:gd name="connsiteY40" fmla="*/ 6071 h 10005"/>
                      <a:gd name="connsiteX41" fmla="*/ 3636 w 10000"/>
                      <a:gd name="connsiteY41" fmla="*/ 5357 h 10005"/>
                      <a:gd name="connsiteX42" fmla="*/ 3409 w 10000"/>
                      <a:gd name="connsiteY42" fmla="*/ 5143 h 10005"/>
                      <a:gd name="connsiteX43" fmla="*/ 3258 w 10000"/>
                      <a:gd name="connsiteY43" fmla="*/ 4929 h 10005"/>
                      <a:gd name="connsiteX44" fmla="*/ 3182 w 10000"/>
                      <a:gd name="connsiteY44" fmla="*/ 4786 h 10005"/>
                      <a:gd name="connsiteX45" fmla="*/ 3182 w 10000"/>
                      <a:gd name="connsiteY45" fmla="*/ 4143 h 10005"/>
                      <a:gd name="connsiteX46" fmla="*/ 2955 w 10000"/>
                      <a:gd name="connsiteY46" fmla="*/ 4143 h 10005"/>
                      <a:gd name="connsiteX47" fmla="*/ 2879 w 10000"/>
                      <a:gd name="connsiteY47" fmla="*/ 4143 h 10005"/>
                      <a:gd name="connsiteX48" fmla="*/ 2727 w 10000"/>
                      <a:gd name="connsiteY48" fmla="*/ 3929 h 10005"/>
                      <a:gd name="connsiteX49" fmla="*/ 2652 w 10000"/>
                      <a:gd name="connsiteY49" fmla="*/ 2929 h 10005"/>
                      <a:gd name="connsiteX50" fmla="*/ 2652 w 10000"/>
                      <a:gd name="connsiteY50" fmla="*/ 2714 h 10005"/>
                      <a:gd name="connsiteX51" fmla="*/ 2879 w 10000"/>
                      <a:gd name="connsiteY51" fmla="*/ 2714 h 10005"/>
                      <a:gd name="connsiteX52" fmla="*/ 2955 w 10000"/>
                      <a:gd name="connsiteY52" fmla="*/ 2714 h 10005"/>
                      <a:gd name="connsiteX53" fmla="*/ 2879 w 10000"/>
                      <a:gd name="connsiteY53" fmla="*/ 2071 h 10005"/>
                      <a:gd name="connsiteX54" fmla="*/ 2879 w 10000"/>
                      <a:gd name="connsiteY54" fmla="*/ 1857 h 10005"/>
                      <a:gd name="connsiteX55" fmla="*/ 2879 w 10000"/>
                      <a:gd name="connsiteY55" fmla="*/ 1714 h 10005"/>
                      <a:gd name="connsiteX56" fmla="*/ 2879 w 10000"/>
                      <a:gd name="connsiteY56" fmla="*/ 1429 h 10005"/>
                      <a:gd name="connsiteX57" fmla="*/ 2955 w 10000"/>
                      <a:gd name="connsiteY57" fmla="*/ 1143 h 10005"/>
                      <a:gd name="connsiteX58" fmla="*/ 3030 w 10000"/>
                      <a:gd name="connsiteY58" fmla="*/ 857 h 10005"/>
                      <a:gd name="connsiteX59" fmla="*/ 3258 w 10000"/>
                      <a:gd name="connsiteY59" fmla="*/ 571 h 10005"/>
                      <a:gd name="connsiteX60" fmla="*/ 4015 w 10000"/>
                      <a:gd name="connsiteY60" fmla="*/ 214 h 10005"/>
                      <a:gd name="connsiteX61" fmla="*/ 5000 w 10000"/>
                      <a:gd name="connsiteY61" fmla="*/ 0 h 10005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9697 w 10000"/>
                      <a:gd name="connsiteY24" fmla="*/ 7143 h 10005"/>
                      <a:gd name="connsiteX25" fmla="*/ 9773 w 10000"/>
                      <a:gd name="connsiteY25" fmla="*/ 7286 h 10005"/>
                      <a:gd name="connsiteX26" fmla="*/ 9924 w 10000"/>
                      <a:gd name="connsiteY26" fmla="*/ 7571 h 10005"/>
                      <a:gd name="connsiteX27" fmla="*/ 10000 w 10000"/>
                      <a:gd name="connsiteY27" fmla="*/ 7857 h 10005"/>
                      <a:gd name="connsiteX28" fmla="*/ 9773 w 10000"/>
                      <a:gd name="connsiteY28" fmla="*/ 9000 h 10005"/>
                      <a:gd name="connsiteX29" fmla="*/ 9167 w 10000"/>
                      <a:gd name="connsiteY29" fmla="*/ 9643 h 10005"/>
                      <a:gd name="connsiteX30" fmla="*/ 5000 w 10000"/>
                      <a:gd name="connsiteY30" fmla="*/ 10000 h 10005"/>
                      <a:gd name="connsiteX31" fmla="*/ 758 w 10000"/>
                      <a:gd name="connsiteY31" fmla="*/ 9643 h 10005"/>
                      <a:gd name="connsiteX32" fmla="*/ 152 w 10000"/>
                      <a:gd name="connsiteY32" fmla="*/ 9000 h 10005"/>
                      <a:gd name="connsiteX33" fmla="*/ 0 w 10000"/>
                      <a:gd name="connsiteY33" fmla="*/ 7857 h 10005"/>
                      <a:gd name="connsiteX34" fmla="*/ 76 w 10000"/>
                      <a:gd name="connsiteY34" fmla="*/ 7571 h 10005"/>
                      <a:gd name="connsiteX35" fmla="*/ 152 w 10000"/>
                      <a:gd name="connsiteY35" fmla="*/ 7286 h 10005"/>
                      <a:gd name="connsiteX36" fmla="*/ 303 w 10000"/>
                      <a:gd name="connsiteY36" fmla="*/ 7143 h 10005"/>
                      <a:gd name="connsiteX37" fmla="*/ 530 w 10000"/>
                      <a:gd name="connsiteY37" fmla="*/ 6929 h 10005"/>
                      <a:gd name="connsiteX38" fmla="*/ 2045 w 10000"/>
                      <a:gd name="connsiteY38" fmla="*/ 6357 h 10005"/>
                      <a:gd name="connsiteX39" fmla="*/ 3712 w 10000"/>
                      <a:gd name="connsiteY39" fmla="*/ 6071 h 10005"/>
                      <a:gd name="connsiteX40" fmla="*/ 3636 w 10000"/>
                      <a:gd name="connsiteY40" fmla="*/ 5357 h 10005"/>
                      <a:gd name="connsiteX41" fmla="*/ 3409 w 10000"/>
                      <a:gd name="connsiteY41" fmla="*/ 5143 h 10005"/>
                      <a:gd name="connsiteX42" fmla="*/ 3258 w 10000"/>
                      <a:gd name="connsiteY42" fmla="*/ 4929 h 10005"/>
                      <a:gd name="connsiteX43" fmla="*/ 3182 w 10000"/>
                      <a:gd name="connsiteY43" fmla="*/ 4786 h 10005"/>
                      <a:gd name="connsiteX44" fmla="*/ 3182 w 10000"/>
                      <a:gd name="connsiteY44" fmla="*/ 4143 h 10005"/>
                      <a:gd name="connsiteX45" fmla="*/ 2955 w 10000"/>
                      <a:gd name="connsiteY45" fmla="*/ 4143 h 10005"/>
                      <a:gd name="connsiteX46" fmla="*/ 2879 w 10000"/>
                      <a:gd name="connsiteY46" fmla="*/ 4143 h 10005"/>
                      <a:gd name="connsiteX47" fmla="*/ 2727 w 10000"/>
                      <a:gd name="connsiteY47" fmla="*/ 3929 h 10005"/>
                      <a:gd name="connsiteX48" fmla="*/ 2652 w 10000"/>
                      <a:gd name="connsiteY48" fmla="*/ 2929 h 10005"/>
                      <a:gd name="connsiteX49" fmla="*/ 2652 w 10000"/>
                      <a:gd name="connsiteY49" fmla="*/ 2714 h 10005"/>
                      <a:gd name="connsiteX50" fmla="*/ 2879 w 10000"/>
                      <a:gd name="connsiteY50" fmla="*/ 2714 h 10005"/>
                      <a:gd name="connsiteX51" fmla="*/ 2955 w 10000"/>
                      <a:gd name="connsiteY51" fmla="*/ 2714 h 10005"/>
                      <a:gd name="connsiteX52" fmla="*/ 2879 w 10000"/>
                      <a:gd name="connsiteY52" fmla="*/ 2071 h 10005"/>
                      <a:gd name="connsiteX53" fmla="*/ 2879 w 10000"/>
                      <a:gd name="connsiteY53" fmla="*/ 1857 h 10005"/>
                      <a:gd name="connsiteX54" fmla="*/ 2879 w 10000"/>
                      <a:gd name="connsiteY54" fmla="*/ 1714 h 10005"/>
                      <a:gd name="connsiteX55" fmla="*/ 2879 w 10000"/>
                      <a:gd name="connsiteY55" fmla="*/ 1429 h 10005"/>
                      <a:gd name="connsiteX56" fmla="*/ 2955 w 10000"/>
                      <a:gd name="connsiteY56" fmla="*/ 1143 h 10005"/>
                      <a:gd name="connsiteX57" fmla="*/ 3030 w 10000"/>
                      <a:gd name="connsiteY57" fmla="*/ 857 h 10005"/>
                      <a:gd name="connsiteX58" fmla="*/ 3258 w 10000"/>
                      <a:gd name="connsiteY58" fmla="*/ 571 h 10005"/>
                      <a:gd name="connsiteX59" fmla="*/ 4015 w 10000"/>
                      <a:gd name="connsiteY59" fmla="*/ 214 h 10005"/>
                      <a:gd name="connsiteX60" fmla="*/ 5000 w 10000"/>
                      <a:gd name="connsiteY60" fmla="*/ 0 h 10005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9697 w 10000"/>
                      <a:gd name="connsiteY24" fmla="*/ 7143 h 10005"/>
                      <a:gd name="connsiteX25" fmla="*/ 9773 w 10000"/>
                      <a:gd name="connsiteY25" fmla="*/ 7286 h 10005"/>
                      <a:gd name="connsiteX26" fmla="*/ 9924 w 10000"/>
                      <a:gd name="connsiteY26" fmla="*/ 7571 h 10005"/>
                      <a:gd name="connsiteX27" fmla="*/ 10000 w 10000"/>
                      <a:gd name="connsiteY27" fmla="*/ 7857 h 10005"/>
                      <a:gd name="connsiteX28" fmla="*/ 9773 w 10000"/>
                      <a:gd name="connsiteY28" fmla="*/ 9000 h 10005"/>
                      <a:gd name="connsiteX29" fmla="*/ 9167 w 10000"/>
                      <a:gd name="connsiteY29" fmla="*/ 9643 h 10005"/>
                      <a:gd name="connsiteX30" fmla="*/ 5000 w 10000"/>
                      <a:gd name="connsiteY30" fmla="*/ 10000 h 10005"/>
                      <a:gd name="connsiteX31" fmla="*/ 758 w 10000"/>
                      <a:gd name="connsiteY31" fmla="*/ 9643 h 10005"/>
                      <a:gd name="connsiteX32" fmla="*/ 152 w 10000"/>
                      <a:gd name="connsiteY32" fmla="*/ 9000 h 10005"/>
                      <a:gd name="connsiteX33" fmla="*/ 0 w 10000"/>
                      <a:gd name="connsiteY33" fmla="*/ 7857 h 10005"/>
                      <a:gd name="connsiteX34" fmla="*/ 76 w 10000"/>
                      <a:gd name="connsiteY34" fmla="*/ 7571 h 10005"/>
                      <a:gd name="connsiteX35" fmla="*/ 152 w 10000"/>
                      <a:gd name="connsiteY35" fmla="*/ 7286 h 10005"/>
                      <a:gd name="connsiteX36" fmla="*/ 303 w 10000"/>
                      <a:gd name="connsiteY36" fmla="*/ 7143 h 10005"/>
                      <a:gd name="connsiteX37" fmla="*/ 530 w 10000"/>
                      <a:gd name="connsiteY37" fmla="*/ 6929 h 10005"/>
                      <a:gd name="connsiteX38" fmla="*/ 2045 w 10000"/>
                      <a:gd name="connsiteY38" fmla="*/ 6357 h 10005"/>
                      <a:gd name="connsiteX39" fmla="*/ 3712 w 10000"/>
                      <a:gd name="connsiteY39" fmla="*/ 6071 h 10005"/>
                      <a:gd name="connsiteX40" fmla="*/ 3636 w 10000"/>
                      <a:gd name="connsiteY40" fmla="*/ 5357 h 10005"/>
                      <a:gd name="connsiteX41" fmla="*/ 3409 w 10000"/>
                      <a:gd name="connsiteY41" fmla="*/ 5143 h 10005"/>
                      <a:gd name="connsiteX42" fmla="*/ 3258 w 10000"/>
                      <a:gd name="connsiteY42" fmla="*/ 4929 h 10005"/>
                      <a:gd name="connsiteX43" fmla="*/ 3182 w 10000"/>
                      <a:gd name="connsiteY43" fmla="*/ 4786 h 10005"/>
                      <a:gd name="connsiteX44" fmla="*/ 3182 w 10000"/>
                      <a:gd name="connsiteY44" fmla="*/ 4143 h 10005"/>
                      <a:gd name="connsiteX45" fmla="*/ 2955 w 10000"/>
                      <a:gd name="connsiteY45" fmla="*/ 4143 h 10005"/>
                      <a:gd name="connsiteX46" fmla="*/ 2879 w 10000"/>
                      <a:gd name="connsiteY46" fmla="*/ 4143 h 10005"/>
                      <a:gd name="connsiteX47" fmla="*/ 2727 w 10000"/>
                      <a:gd name="connsiteY47" fmla="*/ 3929 h 10005"/>
                      <a:gd name="connsiteX48" fmla="*/ 2652 w 10000"/>
                      <a:gd name="connsiteY48" fmla="*/ 2929 h 10005"/>
                      <a:gd name="connsiteX49" fmla="*/ 2652 w 10000"/>
                      <a:gd name="connsiteY49" fmla="*/ 2714 h 10005"/>
                      <a:gd name="connsiteX50" fmla="*/ 2879 w 10000"/>
                      <a:gd name="connsiteY50" fmla="*/ 2714 h 10005"/>
                      <a:gd name="connsiteX51" fmla="*/ 2955 w 10000"/>
                      <a:gd name="connsiteY51" fmla="*/ 2714 h 10005"/>
                      <a:gd name="connsiteX52" fmla="*/ 2879 w 10000"/>
                      <a:gd name="connsiteY52" fmla="*/ 2071 h 10005"/>
                      <a:gd name="connsiteX53" fmla="*/ 2879 w 10000"/>
                      <a:gd name="connsiteY53" fmla="*/ 1857 h 10005"/>
                      <a:gd name="connsiteX54" fmla="*/ 2879 w 10000"/>
                      <a:gd name="connsiteY54" fmla="*/ 1714 h 10005"/>
                      <a:gd name="connsiteX55" fmla="*/ 2879 w 10000"/>
                      <a:gd name="connsiteY55" fmla="*/ 1429 h 10005"/>
                      <a:gd name="connsiteX56" fmla="*/ 2955 w 10000"/>
                      <a:gd name="connsiteY56" fmla="*/ 1143 h 10005"/>
                      <a:gd name="connsiteX57" fmla="*/ 3030 w 10000"/>
                      <a:gd name="connsiteY57" fmla="*/ 857 h 10005"/>
                      <a:gd name="connsiteX58" fmla="*/ 3258 w 10000"/>
                      <a:gd name="connsiteY58" fmla="*/ 571 h 10005"/>
                      <a:gd name="connsiteX59" fmla="*/ 4015 w 10000"/>
                      <a:gd name="connsiteY59" fmla="*/ 214 h 10005"/>
                      <a:gd name="connsiteX60" fmla="*/ 5000 w 10000"/>
                      <a:gd name="connsiteY60" fmla="*/ 0 h 10005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9697 w 10000"/>
                      <a:gd name="connsiteY24" fmla="*/ 7143 h 10005"/>
                      <a:gd name="connsiteX25" fmla="*/ 9773 w 10000"/>
                      <a:gd name="connsiteY25" fmla="*/ 7286 h 10005"/>
                      <a:gd name="connsiteX26" fmla="*/ 9924 w 10000"/>
                      <a:gd name="connsiteY26" fmla="*/ 7571 h 10005"/>
                      <a:gd name="connsiteX27" fmla="*/ 10000 w 10000"/>
                      <a:gd name="connsiteY27" fmla="*/ 7857 h 10005"/>
                      <a:gd name="connsiteX28" fmla="*/ 9773 w 10000"/>
                      <a:gd name="connsiteY28" fmla="*/ 9000 h 10005"/>
                      <a:gd name="connsiteX29" fmla="*/ 9167 w 10000"/>
                      <a:gd name="connsiteY29" fmla="*/ 9643 h 10005"/>
                      <a:gd name="connsiteX30" fmla="*/ 5000 w 10000"/>
                      <a:gd name="connsiteY30" fmla="*/ 10000 h 10005"/>
                      <a:gd name="connsiteX31" fmla="*/ 758 w 10000"/>
                      <a:gd name="connsiteY31" fmla="*/ 9643 h 10005"/>
                      <a:gd name="connsiteX32" fmla="*/ 152 w 10000"/>
                      <a:gd name="connsiteY32" fmla="*/ 9000 h 10005"/>
                      <a:gd name="connsiteX33" fmla="*/ 0 w 10000"/>
                      <a:gd name="connsiteY33" fmla="*/ 7857 h 10005"/>
                      <a:gd name="connsiteX34" fmla="*/ 76 w 10000"/>
                      <a:gd name="connsiteY34" fmla="*/ 7571 h 10005"/>
                      <a:gd name="connsiteX35" fmla="*/ 152 w 10000"/>
                      <a:gd name="connsiteY35" fmla="*/ 7286 h 10005"/>
                      <a:gd name="connsiteX36" fmla="*/ 303 w 10000"/>
                      <a:gd name="connsiteY36" fmla="*/ 7143 h 10005"/>
                      <a:gd name="connsiteX37" fmla="*/ 530 w 10000"/>
                      <a:gd name="connsiteY37" fmla="*/ 6929 h 10005"/>
                      <a:gd name="connsiteX38" fmla="*/ 2045 w 10000"/>
                      <a:gd name="connsiteY38" fmla="*/ 6357 h 10005"/>
                      <a:gd name="connsiteX39" fmla="*/ 3712 w 10000"/>
                      <a:gd name="connsiteY39" fmla="*/ 6071 h 10005"/>
                      <a:gd name="connsiteX40" fmla="*/ 3636 w 10000"/>
                      <a:gd name="connsiteY40" fmla="*/ 5357 h 10005"/>
                      <a:gd name="connsiteX41" fmla="*/ 3409 w 10000"/>
                      <a:gd name="connsiteY41" fmla="*/ 5143 h 10005"/>
                      <a:gd name="connsiteX42" fmla="*/ 3258 w 10000"/>
                      <a:gd name="connsiteY42" fmla="*/ 4929 h 10005"/>
                      <a:gd name="connsiteX43" fmla="*/ 3182 w 10000"/>
                      <a:gd name="connsiteY43" fmla="*/ 4786 h 10005"/>
                      <a:gd name="connsiteX44" fmla="*/ 3182 w 10000"/>
                      <a:gd name="connsiteY44" fmla="*/ 4143 h 10005"/>
                      <a:gd name="connsiteX45" fmla="*/ 2955 w 10000"/>
                      <a:gd name="connsiteY45" fmla="*/ 4143 h 10005"/>
                      <a:gd name="connsiteX46" fmla="*/ 2879 w 10000"/>
                      <a:gd name="connsiteY46" fmla="*/ 4143 h 10005"/>
                      <a:gd name="connsiteX47" fmla="*/ 2727 w 10000"/>
                      <a:gd name="connsiteY47" fmla="*/ 3929 h 10005"/>
                      <a:gd name="connsiteX48" fmla="*/ 2652 w 10000"/>
                      <a:gd name="connsiteY48" fmla="*/ 2929 h 10005"/>
                      <a:gd name="connsiteX49" fmla="*/ 2652 w 10000"/>
                      <a:gd name="connsiteY49" fmla="*/ 2714 h 10005"/>
                      <a:gd name="connsiteX50" fmla="*/ 2879 w 10000"/>
                      <a:gd name="connsiteY50" fmla="*/ 2714 h 10005"/>
                      <a:gd name="connsiteX51" fmla="*/ 2955 w 10000"/>
                      <a:gd name="connsiteY51" fmla="*/ 2714 h 10005"/>
                      <a:gd name="connsiteX52" fmla="*/ 2879 w 10000"/>
                      <a:gd name="connsiteY52" fmla="*/ 2071 h 10005"/>
                      <a:gd name="connsiteX53" fmla="*/ 2879 w 10000"/>
                      <a:gd name="connsiteY53" fmla="*/ 1857 h 10005"/>
                      <a:gd name="connsiteX54" fmla="*/ 2879 w 10000"/>
                      <a:gd name="connsiteY54" fmla="*/ 1714 h 10005"/>
                      <a:gd name="connsiteX55" fmla="*/ 2879 w 10000"/>
                      <a:gd name="connsiteY55" fmla="*/ 1429 h 10005"/>
                      <a:gd name="connsiteX56" fmla="*/ 2955 w 10000"/>
                      <a:gd name="connsiteY56" fmla="*/ 1143 h 10005"/>
                      <a:gd name="connsiteX57" fmla="*/ 3030 w 10000"/>
                      <a:gd name="connsiteY57" fmla="*/ 857 h 10005"/>
                      <a:gd name="connsiteX58" fmla="*/ 3258 w 10000"/>
                      <a:gd name="connsiteY58" fmla="*/ 571 h 10005"/>
                      <a:gd name="connsiteX59" fmla="*/ 4015 w 10000"/>
                      <a:gd name="connsiteY59" fmla="*/ 214 h 10005"/>
                      <a:gd name="connsiteX60" fmla="*/ 5000 w 10000"/>
                      <a:gd name="connsiteY60" fmla="*/ 0 h 10005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9697 w 10000"/>
                      <a:gd name="connsiteY24" fmla="*/ 7143 h 10005"/>
                      <a:gd name="connsiteX25" fmla="*/ 9924 w 10000"/>
                      <a:gd name="connsiteY25" fmla="*/ 7571 h 10005"/>
                      <a:gd name="connsiteX26" fmla="*/ 10000 w 10000"/>
                      <a:gd name="connsiteY26" fmla="*/ 7857 h 10005"/>
                      <a:gd name="connsiteX27" fmla="*/ 9773 w 10000"/>
                      <a:gd name="connsiteY27" fmla="*/ 9000 h 10005"/>
                      <a:gd name="connsiteX28" fmla="*/ 9167 w 10000"/>
                      <a:gd name="connsiteY28" fmla="*/ 9643 h 10005"/>
                      <a:gd name="connsiteX29" fmla="*/ 5000 w 10000"/>
                      <a:gd name="connsiteY29" fmla="*/ 10000 h 10005"/>
                      <a:gd name="connsiteX30" fmla="*/ 758 w 10000"/>
                      <a:gd name="connsiteY30" fmla="*/ 9643 h 10005"/>
                      <a:gd name="connsiteX31" fmla="*/ 152 w 10000"/>
                      <a:gd name="connsiteY31" fmla="*/ 9000 h 10005"/>
                      <a:gd name="connsiteX32" fmla="*/ 0 w 10000"/>
                      <a:gd name="connsiteY32" fmla="*/ 7857 h 10005"/>
                      <a:gd name="connsiteX33" fmla="*/ 76 w 10000"/>
                      <a:gd name="connsiteY33" fmla="*/ 7571 h 10005"/>
                      <a:gd name="connsiteX34" fmla="*/ 152 w 10000"/>
                      <a:gd name="connsiteY34" fmla="*/ 7286 h 10005"/>
                      <a:gd name="connsiteX35" fmla="*/ 303 w 10000"/>
                      <a:gd name="connsiteY35" fmla="*/ 7143 h 10005"/>
                      <a:gd name="connsiteX36" fmla="*/ 530 w 10000"/>
                      <a:gd name="connsiteY36" fmla="*/ 6929 h 10005"/>
                      <a:gd name="connsiteX37" fmla="*/ 2045 w 10000"/>
                      <a:gd name="connsiteY37" fmla="*/ 6357 h 10005"/>
                      <a:gd name="connsiteX38" fmla="*/ 3712 w 10000"/>
                      <a:gd name="connsiteY38" fmla="*/ 6071 h 10005"/>
                      <a:gd name="connsiteX39" fmla="*/ 3636 w 10000"/>
                      <a:gd name="connsiteY39" fmla="*/ 5357 h 10005"/>
                      <a:gd name="connsiteX40" fmla="*/ 3409 w 10000"/>
                      <a:gd name="connsiteY40" fmla="*/ 5143 h 10005"/>
                      <a:gd name="connsiteX41" fmla="*/ 3258 w 10000"/>
                      <a:gd name="connsiteY41" fmla="*/ 4929 h 10005"/>
                      <a:gd name="connsiteX42" fmla="*/ 3182 w 10000"/>
                      <a:gd name="connsiteY42" fmla="*/ 4786 h 10005"/>
                      <a:gd name="connsiteX43" fmla="*/ 3182 w 10000"/>
                      <a:gd name="connsiteY43" fmla="*/ 4143 h 10005"/>
                      <a:gd name="connsiteX44" fmla="*/ 2955 w 10000"/>
                      <a:gd name="connsiteY44" fmla="*/ 4143 h 10005"/>
                      <a:gd name="connsiteX45" fmla="*/ 2879 w 10000"/>
                      <a:gd name="connsiteY45" fmla="*/ 4143 h 10005"/>
                      <a:gd name="connsiteX46" fmla="*/ 2727 w 10000"/>
                      <a:gd name="connsiteY46" fmla="*/ 3929 h 10005"/>
                      <a:gd name="connsiteX47" fmla="*/ 2652 w 10000"/>
                      <a:gd name="connsiteY47" fmla="*/ 2929 h 10005"/>
                      <a:gd name="connsiteX48" fmla="*/ 2652 w 10000"/>
                      <a:gd name="connsiteY48" fmla="*/ 2714 h 10005"/>
                      <a:gd name="connsiteX49" fmla="*/ 2879 w 10000"/>
                      <a:gd name="connsiteY49" fmla="*/ 2714 h 10005"/>
                      <a:gd name="connsiteX50" fmla="*/ 2955 w 10000"/>
                      <a:gd name="connsiteY50" fmla="*/ 2714 h 10005"/>
                      <a:gd name="connsiteX51" fmla="*/ 2879 w 10000"/>
                      <a:gd name="connsiteY51" fmla="*/ 2071 h 10005"/>
                      <a:gd name="connsiteX52" fmla="*/ 2879 w 10000"/>
                      <a:gd name="connsiteY52" fmla="*/ 1857 h 10005"/>
                      <a:gd name="connsiteX53" fmla="*/ 2879 w 10000"/>
                      <a:gd name="connsiteY53" fmla="*/ 1714 h 10005"/>
                      <a:gd name="connsiteX54" fmla="*/ 2879 w 10000"/>
                      <a:gd name="connsiteY54" fmla="*/ 1429 h 10005"/>
                      <a:gd name="connsiteX55" fmla="*/ 2955 w 10000"/>
                      <a:gd name="connsiteY55" fmla="*/ 1143 h 10005"/>
                      <a:gd name="connsiteX56" fmla="*/ 3030 w 10000"/>
                      <a:gd name="connsiteY56" fmla="*/ 857 h 10005"/>
                      <a:gd name="connsiteX57" fmla="*/ 3258 w 10000"/>
                      <a:gd name="connsiteY57" fmla="*/ 571 h 10005"/>
                      <a:gd name="connsiteX58" fmla="*/ 4015 w 10000"/>
                      <a:gd name="connsiteY58" fmla="*/ 214 h 10005"/>
                      <a:gd name="connsiteX59" fmla="*/ 5000 w 10000"/>
                      <a:gd name="connsiteY59" fmla="*/ 0 h 10005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9924 w 10000"/>
                      <a:gd name="connsiteY24" fmla="*/ 7571 h 10005"/>
                      <a:gd name="connsiteX25" fmla="*/ 10000 w 10000"/>
                      <a:gd name="connsiteY25" fmla="*/ 7857 h 10005"/>
                      <a:gd name="connsiteX26" fmla="*/ 9773 w 10000"/>
                      <a:gd name="connsiteY26" fmla="*/ 9000 h 10005"/>
                      <a:gd name="connsiteX27" fmla="*/ 9167 w 10000"/>
                      <a:gd name="connsiteY27" fmla="*/ 9643 h 10005"/>
                      <a:gd name="connsiteX28" fmla="*/ 5000 w 10000"/>
                      <a:gd name="connsiteY28" fmla="*/ 10000 h 10005"/>
                      <a:gd name="connsiteX29" fmla="*/ 758 w 10000"/>
                      <a:gd name="connsiteY29" fmla="*/ 9643 h 10005"/>
                      <a:gd name="connsiteX30" fmla="*/ 152 w 10000"/>
                      <a:gd name="connsiteY30" fmla="*/ 9000 h 10005"/>
                      <a:gd name="connsiteX31" fmla="*/ 0 w 10000"/>
                      <a:gd name="connsiteY31" fmla="*/ 7857 h 10005"/>
                      <a:gd name="connsiteX32" fmla="*/ 76 w 10000"/>
                      <a:gd name="connsiteY32" fmla="*/ 7571 h 10005"/>
                      <a:gd name="connsiteX33" fmla="*/ 152 w 10000"/>
                      <a:gd name="connsiteY33" fmla="*/ 7286 h 10005"/>
                      <a:gd name="connsiteX34" fmla="*/ 303 w 10000"/>
                      <a:gd name="connsiteY34" fmla="*/ 7143 h 10005"/>
                      <a:gd name="connsiteX35" fmla="*/ 530 w 10000"/>
                      <a:gd name="connsiteY35" fmla="*/ 6929 h 10005"/>
                      <a:gd name="connsiteX36" fmla="*/ 2045 w 10000"/>
                      <a:gd name="connsiteY36" fmla="*/ 6357 h 10005"/>
                      <a:gd name="connsiteX37" fmla="*/ 3712 w 10000"/>
                      <a:gd name="connsiteY37" fmla="*/ 6071 h 10005"/>
                      <a:gd name="connsiteX38" fmla="*/ 3636 w 10000"/>
                      <a:gd name="connsiteY38" fmla="*/ 5357 h 10005"/>
                      <a:gd name="connsiteX39" fmla="*/ 3409 w 10000"/>
                      <a:gd name="connsiteY39" fmla="*/ 5143 h 10005"/>
                      <a:gd name="connsiteX40" fmla="*/ 3258 w 10000"/>
                      <a:gd name="connsiteY40" fmla="*/ 4929 h 10005"/>
                      <a:gd name="connsiteX41" fmla="*/ 3182 w 10000"/>
                      <a:gd name="connsiteY41" fmla="*/ 4786 h 10005"/>
                      <a:gd name="connsiteX42" fmla="*/ 3182 w 10000"/>
                      <a:gd name="connsiteY42" fmla="*/ 4143 h 10005"/>
                      <a:gd name="connsiteX43" fmla="*/ 2955 w 10000"/>
                      <a:gd name="connsiteY43" fmla="*/ 4143 h 10005"/>
                      <a:gd name="connsiteX44" fmla="*/ 2879 w 10000"/>
                      <a:gd name="connsiteY44" fmla="*/ 4143 h 10005"/>
                      <a:gd name="connsiteX45" fmla="*/ 2727 w 10000"/>
                      <a:gd name="connsiteY45" fmla="*/ 3929 h 10005"/>
                      <a:gd name="connsiteX46" fmla="*/ 2652 w 10000"/>
                      <a:gd name="connsiteY46" fmla="*/ 2929 h 10005"/>
                      <a:gd name="connsiteX47" fmla="*/ 2652 w 10000"/>
                      <a:gd name="connsiteY47" fmla="*/ 2714 h 10005"/>
                      <a:gd name="connsiteX48" fmla="*/ 2879 w 10000"/>
                      <a:gd name="connsiteY48" fmla="*/ 2714 h 10005"/>
                      <a:gd name="connsiteX49" fmla="*/ 2955 w 10000"/>
                      <a:gd name="connsiteY49" fmla="*/ 2714 h 10005"/>
                      <a:gd name="connsiteX50" fmla="*/ 2879 w 10000"/>
                      <a:gd name="connsiteY50" fmla="*/ 2071 h 10005"/>
                      <a:gd name="connsiteX51" fmla="*/ 2879 w 10000"/>
                      <a:gd name="connsiteY51" fmla="*/ 1857 h 10005"/>
                      <a:gd name="connsiteX52" fmla="*/ 2879 w 10000"/>
                      <a:gd name="connsiteY52" fmla="*/ 1714 h 10005"/>
                      <a:gd name="connsiteX53" fmla="*/ 2879 w 10000"/>
                      <a:gd name="connsiteY53" fmla="*/ 1429 h 10005"/>
                      <a:gd name="connsiteX54" fmla="*/ 2955 w 10000"/>
                      <a:gd name="connsiteY54" fmla="*/ 1143 h 10005"/>
                      <a:gd name="connsiteX55" fmla="*/ 3030 w 10000"/>
                      <a:gd name="connsiteY55" fmla="*/ 857 h 10005"/>
                      <a:gd name="connsiteX56" fmla="*/ 3258 w 10000"/>
                      <a:gd name="connsiteY56" fmla="*/ 571 h 10005"/>
                      <a:gd name="connsiteX57" fmla="*/ 4015 w 10000"/>
                      <a:gd name="connsiteY57" fmla="*/ 214 h 10005"/>
                      <a:gd name="connsiteX58" fmla="*/ 5000 w 10000"/>
                      <a:gd name="connsiteY58" fmla="*/ 0 h 10005"/>
                      <a:gd name="connsiteX0" fmla="*/ 5000 w 10000"/>
                      <a:gd name="connsiteY0" fmla="*/ 0 h 10005"/>
                      <a:gd name="connsiteX1" fmla="*/ 5909 w 10000"/>
                      <a:gd name="connsiteY1" fmla="*/ 214 h 10005"/>
                      <a:gd name="connsiteX2" fmla="*/ 6742 w 10000"/>
                      <a:gd name="connsiteY2" fmla="*/ 571 h 10005"/>
                      <a:gd name="connsiteX3" fmla="*/ 6894 w 10000"/>
                      <a:gd name="connsiteY3" fmla="*/ 857 h 10005"/>
                      <a:gd name="connsiteX4" fmla="*/ 7045 w 10000"/>
                      <a:gd name="connsiteY4" fmla="*/ 1143 h 10005"/>
                      <a:gd name="connsiteX5" fmla="*/ 7121 w 10000"/>
                      <a:gd name="connsiteY5" fmla="*/ 1429 h 10005"/>
                      <a:gd name="connsiteX6" fmla="*/ 7121 w 10000"/>
                      <a:gd name="connsiteY6" fmla="*/ 1714 h 10005"/>
                      <a:gd name="connsiteX7" fmla="*/ 7121 w 10000"/>
                      <a:gd name="connsiteY7" fmla="*/ 1857 h 10005"/>
                      <a:gd name="connsiteX8" fmla="*/ 7121 w 10000"/>
                      <a:gd name="connsiteY8" fmla="*/ 2071 h 10005"/>
                      <a:gd name="connsiteX9" fmla="*/ 7045 w 10000"/>
                      <a:gd name="connsiteY9" fmla="*/ 2714 h 10005"/>
                      <a:gd name="connsiteX10" fmla="*/ 7121 w 10000"/>
                      <a:gd name="connsiteY10" fmla="*/ 2714 h 10005"/>
                      <a:gd name="connsiteX11" fmla="*/ 7348 w 10000"/>
                      <a:gd name="connsiteY11" fmla="*/ 2714 h 10005"/>
                      <a:gd name="connsiteX12" fmla="*/ 7348 w 10000"/>
                      <a:gd name="connsiteY12" fmla="*/ 2929 h 10005"/>
                      <a:gd name="connsiteX13" fmla="*/ 7197 w 10000"/>
                      <a:gd name="connsiteY13" fmla="*/ 3929 h 10005"/>
                      <a:gd name="connsiteX14" fmla="*/ 7121 w 10000"/>
                      <a:gd name="connsiteY14" fmla="*/ 4143 h 10005"/>
                      <a:gd name="connsiteX15" fmla="*/ 7045 w 10000"/>
                      <a:gd name="connsiteY15" fmla="*/ 4143 h 10005"/>
                      <a:gd name="connsiteX16" fmla="*/ 6818 w 10000"/>
                      <a:gd name="connsiteY16" fmla="*/ 4143 h 10005"/>
                      <a:gd name="connsiteX17" fmla="*/ 6818 w 10000"/>
                      <a:gd name="connsiteY17" fmla="*/ 4786 h 10005"/>
                      <a:gd name="connsiteX18" fmla="*/ 6742 w 10000"/>
                      <a:gd name="connsiteY18" fmla="*/ 4929 h 10005"/>
                      <a:gd name="connsiteX19" fmla="*/ 6515 w 10000"/>
                      <a:gd name="connsiteY19" fmla="*/ 5143 h 10005"/>
                      <a:gd name="connsiteX20" fmla="*/ 6288 w 10000"/>
                      <a:gd name="connsiteY20" fmla="*/ 5357 h 10005"/>
                      <a:gd name="connsiteX21" fmla="*/ 6212 w 10000"/>
                      <a:gd name="connsiteY21" fmla="*/ 6071 h 10005"/>
                      <a:gd name="connsiteX22" fmla="*/ 7879 w 10000"/>
                      <a:gd name="connsiteY22" fmla="*/ 6357 h 10005"/>
                      <a:gd name="connsiteX23" fmla="*/ 9394 w 10000"/>
                      <a:gd name="connsiteY23" fmla="*/ 6929 h 10005"/>
                      <a:gd name="connsiteX24" fmla="*/ 10000 w 10000"/>
                      <a:gd name="connsiteY24" fmla="*/ 7857 h 10005"/>
                      <a:gd name="connsiteX25" fmla="*/ 9773 w 10000"/>
                      <a:gd name="connsiteY25" fmla="*/ 9000 h 10005"/>
                      <a:gd name="connsiteX26" fmla="*/ 9167 w 10000"/>
                      <a:gd name="connsiteY26" fmla="*/ 9643 h 10005"/>
                      <a:gd name="connsiteX27" fmla="*/ 5000 w 10000"/>
                      <a:gd name="connsiteY27" fmla="*/ 10000 h 10005"/>
                      <a:gd name="connsiteX28" fmla="*/ 758 w 10000"/>
                      <a:gd name="connsiteY28" fmla="*/ 9643 h 10005"/>
                      <a:gd name="connsiteX29" fmla="*/ 152 w 10000"/>
                      <a:gd name="connsiteY29" fmla="*/ 9000 h 10005"/>
                      <a:gd name="connsiteX30" fmla="*/ 0 w 10000"/>
                      <a:gd name="connsiteY30" fmla="*/ 7857 h 10005"/>
                      <a:gd name="connsiteX31" fmla="*/ 76 w 10000"/>
                      <a:gd name="connsiteY31" fmla="*/ 7571 h 10005"/>
                      <a:gd name="connsiteX32" fmla="*/ 152 w 10000"/>
                      <a:gd name="connsiteY32" fmla="*/ 7286 h 10005"/>
                      <a:gd name="connsiteX33" fmla="*/ 303 w 10000"/>
                      <a:gd name="connsiteY33" fmla="*/ 7143 h 10005"/>
                      <a:gd name="connsiteX34" fmla="*/ 530 w 10000"/>
                      <a:gd name="connsiteY34" fmla="*/ 6929 h 10005"/>
                      <a:gd name="connsiteX35" fmla="*/ 2045 w 10000"/>
                      <a:gd name="connsiteY35" fmla="*/ 6357 h 10005"/>
                      <a:gd name="connsiteX36" fmla="*/ 3712 w 10000"/>
                      <a:gd name="connsiteY36" fmla="*/ 6071 h 10005"/>
                      <a:gd name="connsiteX37" fmla="*/ 3636 w 10000"/>
                      <a:gd name="connsiteY37" fmla="*/ 5357 h 10005"/>
                      <a:gd name="connsiteX38" fmla="*/ 3409 w 10000"/>
                      <a:gd name="connsiteY38" fmla="*/ 5143 h 10005"/>
                      <a:gd name="connsiteX39" fmla="*/ 3258 w 10000"/>
                      <a:gd name="connsiteY39" fmla="*/ 4929 h 10005"/>
                      <a:gd name="connsiteX40" fmla="*/ 3182 w 10000"/>
                      <a:gd name="connsiteY40" fmla="*/ 4786 h 10005"/>
                      <a:gd name="connsiteX41" fmla="*/ 3182 w 10000"/>
                      <a:gd name="connsiteY41" fmla="*/ 4143 h 10005"/>
                      <a:gd name="connsiteX42" fmla="*/ 2955 w 10000"/>
                      <a:gd name="connsiteY42" fmla="*/ 4143 h 10005"/>
                      <a:gd name="connsiteX43" fmla="*/ 2879 w 10000"/>
                      <a:gd name="connsiteY43" fmla="*/ 4143 h 10005"/>
                      <a:gd name="connsiteX44" fmla="*/ 2727 w 10000"/>
                      <a:gd name="connsiteY44" fmla="*/ 3929 h 10005"/>
                      <a:gd name="connsiteX45" fmla="*/ 2652 w 10000"/>
                      <a:gd name="connsiteY45" fmla="*/ 2929 h 10005"/>
                      <a:gd name="connsiteX46" fmla="*/ 2652 w 10000"/>
                      <a:gd name="connsiteY46" fmla="*/ 2714 h 10005"/>
                      <a:gd name="connsiteX47" fmla="*/ 2879 w 10000"/>
                      <a:gd name="connsiteY47" fmla="*/ 2714 h 10005"/>
                      <a:gd name="connsiteX48" fmla="*/ 2955 w 10000"/>
                      <a:gd name="connsiteY48" fmla="*/ 2714 h 10005"/>
                      <a:gd name="connsiteX49" fmla="*/ 2879 w 10000"/>
                      <a:gd name="connsiteY49" fmla="*/ 2071 h 10005"/>
                      <a:gd name="connsiteX50" fmla="*/ 2879 w 10000"/>
                      <a:gd name="connsiteY50" fmla="*/ 1857 h 10005"/>
                      <a:gd name="connsiteX51" fmla="*/ 2879 w 10000"/>
                      <a:gd name="connsiteY51" fmla="*/ 1714 h 10005"/>
                      <a:gd name="connsiteX52" fmla="*/ 2879 w 10000"/>
                      <a:gd name="connsiteY52" fmla="*/ 1429 h 10005"/>
                      <a:gd name="connsiteX53" fmla="*/ 2955 w 10000"/>
                      <a:gd name="connsiteY53" fmla="*/ 1143 h 10005"/>
                      <a:gd name="connsiteX54" fmla="*/ 3030 w 10000"/>
                      <a:gd name="connsiteY54" fmla="*/ 857 h 10005"/>
                      <a:gd name="connsiteX55" fmla="*/ 3258 w 10000"/>
                      <a:gd name="connsiteY55" fmla="*/ 571 h 10005"/>
                      <a:gd name="connsiteX56" fmla="*/ 4015 w 10000"/>
                      <a:gd name="connsiteY56" fmla="*/ 214 h 10005"/>
                      <a:gd name="connsiteX57" fmla="*/ 5000 w 10000"/>
                      <a:gd name="connsiteY57" fmla="*/ 0 h 10005"/>
                      <a:gd name="connsiteX0" fmla="*/ 5000 w 10023"/>
                      <a:gd name="connsiteY0" fmla="*/ 0 h 10005"/>
                      <a:gd name="connsiteX1" fmla="*/ 5909 w 10023"/>
                      <a:gd name="connsiteY1" fmla="*/ 214 h 10005"/>
                      <a:gd name="connsiteX2" fmla="*/ 6742 w 10023"/>
                      <a:gd name="connsiteY2" fmla="*/ 571 h 10005"/>
                      <a:gd name="connsiteX3" fmla="*/ 6894 w 10023"/>
                      <a:gd name="connsiteY3" fmla="*/ 857 h 10005"/>
                      <a:gd name="connsiteX4" fmla="*/ 7045 w 10023"/>
                      <a:gd name="connsiteY4" fmla="*/ 1143 h 10005"/>
                      <a:gd name="connsiteX5" fmla="*/ 7121 w 10023"/>
                      <a:gd name="connsiteY5" fmla="*/ 1429 h 10005"/>
                      <a:gd name="connsiteX6" fmla="*/ 7121 w 10023"/>
                      <a:gd name="connsiteY6" fmla="*/ 1714 h 10005"/>
                      <a:gd name="connsiteX7" fmla="*/ 7121 w 10023"/>
                      <a:gd name="connsiteY7" fmla="*/ 1857 h 10005"/>
                      <a:gd name="connsiteX8" fmla="*/ 7121 w 10023"/>
                      <a:gd name="connsiteY8" fmla="*/ 2071 h 10005"/>
                      <a:gd name="connsiteX9" fmla="*/ 7045 w 10023"/>
                      <a:gd name="connsiteY9" fmla="*/ 2714 h 10005"/>
                      <a:gd name="connsiteX10" fmla="*/ 7121 w 10023"/>
                      <a:gd name="connsiteY10" fmla="*/ 2714 h 10005"/>
                      <a:gd name="connsiteX11" fmla="*/ 7348 w 10023"/>
                      <a:gd name="connsiteY11" fmla="*/ 2714 h 10005"/>
                      <a:gd name="connsiteX12" fmla="*/ 7348 w 10023"/>
                      <a:gd name="connsiteY12" fmla="*/ 2929 h 10005"/>
                      <a:gd name="connsiteX13" fmla="*/ 7197 w 10023"/>
                      <a:gd name="connsiteY13" fmla="*/ 3929 h 10005"/>
                      <a:gd name="connsiteX14" fmla="*/ 7121 w 10023"/>
                      <a:gd name="connsiteY14" fmla="*/ 4143 h 10005"/>
                      <a:gd name="connsiteX15" fmla="*/ 7045 w 10023"/>
                      <a:gd name="connsiteY15" fmla="*/ 4143 h 10005"/>
                      <a:gd name="connsiteX16" fmla="*/ 6818 w 10023"/>
                      <a:gd name="connsiteY16" fmla="*/ 4143 h 10005"/>
                      <a:gd name="connsiteX17" fmla="*/ 6818 w 10023"/>
                      <a:gd name="connsiteY17" fmla="*/ 4786 h 10005"/>
                      <a:gd name="connsiteX18" fmla="*/ 6742 w 10023"/>
                      <a:gd name="connsiteY18" fmla="*/ 4929 h 10005"/>
                      <a:gd name="connsiteX19" fmla="*/ 6515 w 10023"/>
                      <a:gd name="connsiteY19" fmla="*/ 5143 h 10005"/>
                      <a:gd name="connsiteX20" fmla="*/ 6288 w 10023"/>
                      <a:gd name="connsiteY20" fmla="*/ 5357 h 10005"/>
                      <a:gd name="connsiteX21" fmla="*/ 6212 w 10023"/>
                      <a:gd name="connsiteY21" fmla="*/ 6071 h 10005"/>
                      <a:gd name="connsiteX22" fmla="*/ 7879 w 10023"/>
                      <a:gd name="connsiteY22" fmla="*/ 6357 h 10005"/>
                      <a:gd name="connsiteX23" fmla="*/ 9394 w 10023"/>
                      <a:gd name="connsiteY23" fmla="*/ 6929 h 10005"/>
                      <a:gd name="connsiteX24" fmla="*/ 10000 w 10023"/>
                      <a:gd name="connsiteY24" fmla="*/ 7857 h 10005"/>
                      <a:gd name="connsiteX25" fmla="*/ 9773 w 10023"/>
                      <a:gd name="connsiteY25" fmla="*/ 9000 h 10005"/>
                      <a:gd name="connsiteX26" fmla="*/ 9167 w 10023"/>
                      <a:gd name="connsiteY26" fmla="*/ 9643 h 10005"/>
                      <a:gd name="connsiteX27" fmla="*/ 5000 w 10023"/>
                      <a:gd name="connsiteY27" fmla="*/ 10000 h 10005"/>
                      <a:gd name="connsiteX28" fmla="*/ 758 w 10023"/>
                      <a:gd name="connsiteY28" fmla="*/ 9643 h 10005"/>
                      <a:gd name="connsiteX29" fmla="*/ 152 w 10023"/>
                      <a:gd name="connsiteY29" fmla="*/ 9000 h 10005"/>
                      <a:gd name="connsiteX30" fmla="*/ 0 w 10023"/>
                      <a:gd name="connsiteY30" fmla="*/ 7857 h 10005"/>
                      <a:gd name="connsiteX31" fmla="*/ 76 w 10023"/>
                      <a:gd name="connsiteY31" fmla="*/ 7571 h 10005"/>
                      <a:gd name="connsiteX32" fmla="*/ 152 w 10023"/>
                      <a:gd name="connsiteY32" fmla="*/ 7286 h 10005"/>
                      <a:gd name="connsiteX33" fmla="*/ 303 w 10023"/>
                      <a:gd name="connsiteY33" fmla="*/ 7143 h 10005"/>
                      <a:gd name="connsiteX34" fmla="*/ 530 w 10023"/>
                      <a:gd name="connsiteY34" fmla="*/ 6929 h 10005"/>
                      <a:gd name="connsiteX35" fmla="*/ 2045 w 10023"/>
                      <a:gd name="connsiteY35" fmla="*/ 6357 h 10005"/>
                      <a:gd name="connsiteX36" fmla="*/ 3712 w 10023"/>
                      <a:gd name="connsiteY36" fmla="*/ 6071 h 10005"/>
                      <a:gd name="connsiteX37" fmla="*/ 3636 w 10023"/>
                      <a:gd name="connsiteY37" fmla="*/ 5357 h 10005"/>
                      <a:gd name="connsiteX38" fmla="*/ 3409 w 10023"/>
                      <a:gd name="connsiteY38" fmla="*/ 5143 h 10005"/>
                      <a:gd name="connsiteX39" fmla="*/ 3258 w 10023"/>
                      <a:gd name="connsiteY39" fmla="*/ 4929 h 10005"/>
                      <a:gd name="connsiteX40" fmla="*/ 3182 w 10023"/>
                      <a:gd name="connsiteY40" fmla="*/ 4786 h 10005"/>
                      <a:gd name="connsiteX41" fmla="*/ 3182 w 10023"/>
                      <a:gd name="connsiteY41" fmla="*/ 4143 h 10005"/>
                      <a:gd name="connsiteX42" fmla="*/ 2955 w 10023"/>
                      <a:gd name="connsiteY42" fmla="*/ 4143 h 10005"/>
                      <a:gd name="connsiteX43" fmla="*/ 2879 w 10023"/>
                      <a:gd name="connsiteY43" fmla="*/ 4143 h 10005"/>
                      <a:gd name="connsiteX44" fmla="*/ 2727 w 10023"/>
                      <a:gd name="connsiteY44" fmla="*/ 3929 h 10005"/>
                      <a:gd name="connsiteX45" fmla="*/ 2652 w 10023"/>
                      <a:gd name="connsiteY45" fmla="*/ 2929 h 10005"/>
                      <a:gd name="connsiteX46" fmla="*/ 2652 w 10023"/>
                      <a:gd name="connsiteY46" fmla="*/ 2714 h 10005"/>
                      <a:gd name="connsiteX47" fmla="*/ 2879 w 10023"/>
                      <a:gd name="connsiteY47" fmla="*/ 2714 h 10005"/>
                      <a:gd name="connsiteX48" fmla="*/ 2955 w 10023"/>
                      <a:gd name="connsiteY48" fmla="*/ 2714 h 10005"/>
                      <a:gd name="connsiteX49" fmla="*/ 2879 w 10023"/>
                      <a:gd name="connsiteY49" fmla="*/ 2071 h 10005"/>
                      <a:gd name="connsiteX50" fmla="*/ 2879 w 10023"/>
                      <a:gd name="connsiteY50" fmla="*/ 1857 h 10005"/>
                      <a:gd name="connsiteX51" fmla="*/ 2879 w 10023"/>
                      <a:gd name="connsiteY51" fmla="*/ 1714 h 10005"/>
                      <a:gd name="connsiteX52" fmla="*/ 2879 w 10023"/>
                      <a:gd name="connsiteY52" fmla="*/ 1429 h 10005"/>
                      <a:gd name="connsiteX53" fmla="*/ 2955 w 10023"/>
                      <a:gd name="connsiteY53" fmla="*/ 1143 h 10005"/>
                      <a:gd name="connsiteX54" fmla="*/ 3030 w 10023"/>
                      <a:gd name="connsiteY54" fmla="*/ 857 h 10005"/>
                      <a:gd name="connsiteX55" fmla="*/ 3258 w 10023"/>
                      <a:gd name="connsiteY55" fmla="*/ 571 h 10005"/>
                      <a:gd name="connsiteX56" fmla="*/ 4015 w 10023"/>
                      <a:gd name="connsiteY56" fmla="*/ 214 h 10005"/>
                      <a:gd name="connsiteX57" fmla="*/ 5000 w 10023"/>
                      <a:gd name="connsiteY57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7879 w 10029"/>
                      <a:gd name="connsiteY22" fmla="*/ 6357 h 10005"/>
                      <a:gd name="connsiteX23" fmla="*/ 9394 w 10029"/>
                      <a:gd name="connsiteY23" fmla="*/ 6929 h 10005"/>
                      <a:gd name="connsiteX24" fmla="*/ 10000 w 10029"/>
                      <a:gd name="connsiteY24" fmla="*/ 7857 h 10005"/>
                      <a:gd name="connsiteX25" fmla="*/ 9773 w 10029"/>
                      <a:gd name="connsiteY25" fmla="*/ 9000 h 10005"/>
                      <a:gd name="connsiteX26" fmla="*/ 9167 w 10029"/>
                      <a:gd name="connsiteY26" fmla="*/ 9643 h 10005"/>
                      <a:gd name="connsiteX27" fmla="*/ 5000 w 10029"/>
                      <a:gd name="connsiteY27" fmla="*/ 10000 h 10005"/>
                      <a:gd name="connsiteX28" fmla="*/ 758 w 10029"/>
                      <a:gd name="connsiteY28" fmla="*/ 9643 h 10005"/>
                      <a:gd name="connsiteX29" fmla="*/ 152 w 10029"/>
                      <a:gd name="connsiteY29" fmla="*/ 9000 h 10005"/>
                      <a:gd name="connsiteX30" fmla="*/ 0 w 10029"/>
                      <a:gd name="connsiteY30" fmla="*/ 7857 h 10005"/>
                      <a:gd name="connsiteX31" fmla="*/ 76 w 10029"/>
                      <a:gd name="connsiteY31" fmla="*/ 7571 h 10005"/>
                      <a:gd name="connsiteX32" fmla="*/ 152 w 10029"/>
                      <a:gd name="connsiteY32" fmla="*/ 7286 h 10005"/>
                      <a:gd name="connsiteX33" fmla="*/ 303 w 10029"/>
                      <a:gd name="connsiteY33" fmla="*/ 7143 h 10005"/>
                      <a:gd name="connsiteX34" fmla="*/ 530 w 10029"/>
                      <a:gd name="connsiteY34" fmla="*/ 6929 h 10005"/>
                      <a:gd name="connsiteX35" fmla="*/ 2045 w 10029"/>
                      <a:gd name="connsiteY35" fmla="*/ 6357 h 10005"/>
                      <a:gd name="connsiteX36" fmla="*/ 3712 w 10029"/>
                      <a:gd name="connsiteY36" fmla="*/ 6071 h 10005"/>
                      <a:gd name="connsiteX37" fmla="*/ 3636 w 10029"/>
                      <a:gd name="connsiteY37" fmla="*/ 5357 h 10005"/>
                      <a:gd name="connsiteX38" fmla="*/ 3409 w 10029"/>
                      <a:gd name="connsiteY38" fmla="*/ 5143 h 10005"/>
                      <a:gd name="connsiteX39" fmla="*/ 3258 w 10029"/>
                      <a:gd name="connsiteY39" fmla="*/ 4929 h 10005"/>
                      <a:gd name="connsiteX40" fmla="*/ 3182 w 10029"/>
                      <a:gd name="connsiteY40" fmla="*/ 4786 h 10005"/>
                      <a:gd name="connsiteX41" fmla="*/ 3182 w 10029"/>
                      <a:gd name="connsiteY41" fmla="*/ 4143 h 10005"/>
                      <a:gd name="connsiteX42" fmla="*/ 2955 w 10029"/>
                      <a:gd name="connsiteY42" fmla="*/ 4143 h 10005"/>
                      <a:gd name="connsiteX43" fmla="*/ 2879 w 10029"/>
                      <a:gd name="connsiteY43" fmla="*/ 4143 h 10005"/>
                      <a:gd name="connsiteX44" fmla="*/ 2727 w 10029"/>
                      <a:gd name="connsiteY44" fmla="*/ 3929 h 10005"/>
                      <a:gd name="connsiteX45" fmla="*/ 2652 w 10029"/>
                      <a:gd name="connsiteY45" fmla="*/ 2929 h 10005"/>
                      <a:gd name="connsiteX46" fmla="*/ 2652 w 10029"/>
                      <a:gd name="connsiteY46" fmla="*/ 2714 h 10005"/>
                      <a:gd name="connsiteX47" fmla="*/ 2879 w 10029"/>
                      <a:gd name="connsiteY47" fmla="*/ 2714 h 10005"/>
                      <a:gd name="connsiteX48" fmla="*/ 2955 w 10029"/>
                      <a:gd name="connsiteY48" fmla="*/ 2714 h 10005"/>
                      <a:gd name="connsiteX49" fmla="*/ 2879 w 10029"/>
                      <a:gd name="connsiteY49" fmla="*/ 2071 h 10005"/>
                      <a:gd name="connsiteX50" fmla="*/ 2879 w 10029"/>
                      <a:gd name="connsiteY50" fmla="*/ 1857 h 10005"/>
                      <a:gd name="connsiteX51" fmla="*/ 2879 w 10029"/>
                      <a:gd name="connsiteY51" fmla="*/ 1714 h 10005"/>
                      <a:gd name="connsiteX52" fmla="*/ 2879 w 10029"/>
                      <a:gd name="connsiteY52" fmla="*/ 1429 h 10005"/>
                      <a:gd name="connsiteX53" fmla="*/ 2955 w 10029"/>
                      <a:gd name="connsiteY53" fmla="*/ 1143 h 10005"/>
                      <a:gd name="connsiteX54" fmla="*/ 3030 w 10029"/>
                      <a:gd name="connsiteY54" fmla="*/ 857 h 10005"/>
                      <a:gd name="connsiteX55" fmla="*/ 3258 w 10029"/>
                      <a:gd name="connsiteY55" fmla="*/ 571 h 10005"/>
                      <a:gd name="connsiteX56" fmla="*/ 4015 w 10029"/>
                      <a:gd name="connsiteY56" fmla="*/ 214 h 10005"/>
                      <a:gd name="connsiteX57" fmla="*/ 5000 w 10029"/>
                      <a:gd name="connsiteY57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9394 w 10029"/>
                      <a:gd name="connsiteY22" fmla="*/ 6929 h 10005"/>
                      <a:gd name="connsiteX23" fmla="*/ 10000 w 10029"/>
                      <a:gd name="connsiteY23" fmla="*/ 7857 h 10005"/>
                      <a:gd name="connsiteX24" fmla="*/ 9773 w 10029"/>
                      <a:gd name="connsiteY24" fmla="*/ 9000 h 10005"/>
                      <a:gd name="connsiteX25" fmla="*/ 9167 w 10029"/>
                      <a:gd name="connsiteY25" fmla="*/ 9643 h 10005"/>
                      <a:gd name="connsiteX26" fmla="*/ 5000 w 10029"/>
                      <a:gd name="connsiteY26" fmla="*/ 10000 h 10005"/>
                      <a:gd name="connsiteX27" fmla="*/ 758 w 10029"/>
                      <a:gd name="connsiteY27" fmla="*/ 9643 h 10005"/>
                      <a:gd name="connsiteX28" fmla="*/ 152 w 10029"/>
                      <a:gd name="connsiteY28" fmla="*/ 9000 h 10005"/>
                      <a:gd name="connsiteX29" fmla="*/ 0 w 10029"/>
                      <a:gd name="connsiteY29" fmla="*/ 7857 h 10005"/>
                      <a:gd name="connsiteX30" fmla="*/ 76 w 10029"/>
                      <a:gd name="connsiteY30" fmla="*/ 7571 h 10005"/>
                      <a:gd name="connsiteX31" fmla="*/ 152 w 10029"/>
                      <a:gd name="connsiteY31" fmla="*/ 7286 h 10005"/>
                      <a:gd name="connsiteX32" fmla="*/ 303 w 10029"/>
                      <a:gd name="connsiteY32" fmla="*/ 7143 h 10005"/>
                      <a:gd name="connsiteX33" fmla="*/ 530 w 10029"/>
                      <a:gd name="connsiteY33" fmla="*/ 6929 h 10005"/>
                      <a:gd name="connsiteX34" fmla="*/ 2045 w 10029"/>
                      <a:gd name="connsiteY34" fmla="*/ 6357 h 10005"/>
                      <a:gd name="connsiteX35" fmla="*/ 3712 w 10029"/>
                      <a:gd name="connsiteY35" fmla="*/ 6071 h 10005"/>
                      <a:gd name="connsiteX36" fmla="*/ 3636 w 10029"/>
                      <a:gd name="connsiteY36" fmla="*/ 5357 h 10005"/>
                      <a:gd name="connsiteX37" fmla="*/ 3409 w 10029"/>
                      <a:gd name="connsiteY37" fmla="*/ 5143 h 10005"/>
                      <a:gd name="connsiteX38" fmla="*/ 3258 w 10029"/>
                      <a:gd name="connsiteY38" fmla="*/ 4929 h 10005"/>
                      <a:gd name="connsiteX39" fmla="*/ 3182 w 10029"/>
                      <a:gd name="connsiteY39" fmla="*/ 4786 h 10005"/>
                      <a:gd name="connsiteX40" fmla="*/ 3182 w 10029"/>
                      <a:gd name="connsiteY40" fmla="*/ 4143 h 10005"/>
                      <a:gd name="connsiteX41" fmla="*/ 2955 w 10029"/>
                      <a:gd name="connsiteY41" fmla="*/ 4143 h 10005"/>
                      <a:gd name="connsiteX42" fmla="*/ 2879 w 10029"/>
                      <a:gd name="connsiteY42" fmla="*/ 4143 h 10005"/>
                      <a:gd name="connsiteX43" fmla="*/ 2727 w 10029"/>
                      <a:gd name="connsiteY43" fmla="*/ 3929 h 10005"/>
                      <a:gd name="connsiteX44" fmla="*/ 2652 w 10029"/>
                      <a:gd name="connsiteY44" fmla="*/ 2929 h 10005"/>
                      <a:gd name="connsiteX45" fmla="*/ 2652 w 10029"/>
                      <a:gd name="connsiteY45" fmla="*/ 2714 h 10005"/>
                      <a:gd name="connsiteX46" fmla="*/ 2879 w 10029"/>
                      <a:gd name="connsiteY46" fmla="*/ 2714 h 10005"/>
                      <a:gd name="connsiteX47" fmla="*/ 2955 w 10029"/>
                      <a:gd name="connsiteY47" fmla="*/ 2714 h 10005"/>
                      <a:gd name="connsiteX48" fmla="*/ 2879 w 10029"/>
                      <a:gd name="connsiteY48" fmla="*/ 2071 h 10005"/>
                      <a:gd name="connsiteX49" fmla="*/ 2879 w 10029"/>
                      <a:gd name="connsiteY49" fmla="*/ 1857 h 10005"/>
                      <a:gd name="connsiteX50" fmla="*/ 2879 w 10029"/>
                      <a:gd name="connsiteY50" fmla="*/ 1714 h 10005"/>
                      <a:gd name="connsiteX51" fmla="*/ 2879 w 10029"/>
                      <a:gd name="connsiteY51" fmla="*/ 1429 h 10005"/>
                      <a:gd name="connsiteX52" fmla="*/ 2955 w 10029"/>
                      <a:gd name="connsiteY52" fmla="*/ 1143 h 10005"/>
                      <a:gd name="connsiteX53" fmla="*/ 3030 w 10029"/>
                      <a:gd name="connsiteY53" fmla="*/ 857 h 10005"/>
                      <a:gd name="connsiteX54" fmla="*/ 3258 w 10029"/>
                      <a:gd name="connsiteY54" fmla="*/ 571 h 10005"/>
                      <a:gd name="connsiteX55" fmla="*/ 4015 w 10029"/>
                      <a:gd name="connsiteY55" fmla="*/ 214 h 10005"/>
                      <a:gd name="connsiteX56" fmla="*/ 5000 w 10029"/>
                      <a:gd name="connsiteY56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9394 w 10029"/>
                      <a:gd name="connsiteY22" fmla="*/ 6929 h 10005"/>
                      <a:gd name="connsiteX23" fmla="*/ 10000 w 10029"/>
                      <a:gd name="connsiteY23" fmla="*/ 7857 h 10005"/>
                      <a:gd name="connsiteX24" fmla="*/ 9773 w 10029"/>
                      <a:gd name="connsiteY24" fmla="*/ 9000 h 10005"/>
                      <a:gd name="connsiteX25" fmla="*/ 9167 w 10029"/>
                      <a:gd name="connsiteY25" fmla="*/ 9643 h 10005"/>
                      <a:gd name="connsiteX26" fmla="*/ 5000 w 10029"/>
                      <a:gd name="connsiteY26" fmla="*/ 10000 h 10005"/>
                      <a:gd name="connsiteX27" fmla="*/ 758 w 10029"/>
                      <a:gd name="connsiteY27" fmla="*/ 9643 h 10005"/>
                      <a:gd name="connsiteX28" fmla="*/ 152 w 10029"/>
                      <a:gd name="connsiteY28" fmla="*/ 9000 h 10005"/>
                      <a:gd name="connsiteX29" fmla="*/ 0 w 10029"/>
                      <a:gd name="connsiteY29" fmla="*/ 7857 h 10005"/>
                      <a:gd name="connsiteX30" fmla="*/ 76 w 10029"/>
                      <a:gd name="connsiteY30" fmla="*/ 7571 h 10005"/>
                      <a:gd name="connsiteX31" fmla="*/ 152 w 10029"/>
                      <a:gd name="connsiteY31" fmla="*/ 7286 h 10005"/>
                      <a:gd name="connsiteX32" fmla="*/ 303 w 10029"/>
                      <a:gd name="connsiteY32" fmla="*/ 7143 h 10005"/>
                      <a:gd name="connsiteX33" fmla="*/ 530 w 10029"/>
                      <a:gd name="connsiteY33" fmla="*/ 6929 h 10005"/>
                      <a:gd name="connsiteX34" fmla="*/ 2045 w 10029"/>
                      <a:gd name="connsiteY34" fmla="*/ 6357 h 10005"/>
                      <a:gd name="connsiteX35" fmla="*/ 3712 w 10029"/>
                      <a:gd name="connsiteY35" fmla="*/ 6071 h 10005"/>
                      <a:gd name="connsiteX36" fmla="*/ 3636 w 10029"/>
                      <a:gd name="connsiteY36" fmla="*/ 5357 h 10005"/>
                      <a:gd name="connsiteX37" fmla="*/ 3409 w 10029"/>
                      <a:gd name="connsiteY37" fmla="*/ 5143 h 10005"/>
                      <a:gd name="connsiteX38" fmla="*/ 3258 w 10029"/>
                      <a:gd name="connsiteY38" fmla="*/ 4929 h 10005"/>
                      <a:gd name="connsiteX39" fmla="*/ 3182 w 10029"/>
                      <a:gd name="connsiteY39" fmla="*/ 4786 h 10005"/>
                      <a:gd name="connsiteX40" fmla="*/ 3182 w 10029"/>
                      <a:gd name="connsiteY40" fmla="*/ 4143 h 10005"/>
                      <a:gd name="connsiteX41" fmla="*/ 2955 w 10029"/>
                      <a:gd name="connsiteY41" fmla="*/ 4143 h 10005"/>
                      <a:gd name="connsiteX42" fmla="*/ 2879 w 10029"/>
                      <a:gd name="connsiteY42" fmla="*/ 4143 h 10005"/>
                      <a:gd name="connsiteX43" fmla="*/ 2727 w 10029"/>
                      <a:gd name="connsiteY43" fmla="*/ 3929 h 10005"/>
                      <a:gd name="connsiteX44" fmla="*/ 2652 w 10029"/>
                      <a:gd name="connsiteY44" fmla="*/ 2929 h 10005"/>
                      <a:gd name="connsiteX45" fmla="*/ 2652 w 10029"/>
                      <a:gd name="connsiteY45" fmla="*/ 2714 h 10005"/>
                      <a:gd name="connsiteX46" fmla="*/ 2879 w 10029"/>
                      <a:gd name="connsiteY46" fmla="*/ 2714 h 10005"/>
                      <a:gd name="connsiteX47" fmla="*/ 2955 w 10029"/>
                      <a:gd name="connsiteY47" fmla="*/ 2714 h 10005"/>
                      <a:gd name="connsiteX48" fmla="*/ 2879 w 10029"/>
                      <a:gd name="connsiteY48" fmla="*/ 2071 h 10005"/>
                      <a:gd name="connsiteX49" fmla="*/ 2879 w 10029"/>
                      <a:gd name="connsiteY49" fmla="*/ 1857 h 10005"/>
                      <a:gd name="connsiteX50" fmla="*/ 2879 w 10029"/>
                      <a:gd name="connsiteY50" fmla="*/ 1714 h 10005"/>
                      <a:gd name="connsiteX51" fmla="*/ 2879 w 10029"/>
                      <a:gd name="connsiteY51" fmla="*/ 1429 h 10005"/>
                      <a:gd name="connsiteX52" fmla="*/ 2955 w 10029"/>
                      <a:gd name="connsiteY52" fmla="*/ 1143 h 10005"/>
                      <a:gd name="connsiteX53" fmla="*/ 3030 w 10029"/>
                      <a:gd name="connsiteY53" fmla="*/ 857 h 10005"/>
                      <a:gd name="connsiteX54" fmla="*/ 3258 w 10029"/>
                      <a:gd name="connsiteY54" fmla="*/ 571 h 10005"/>
                      <a:gd name="connsiteX55" fmla="*/ 4015 w 10029"/>
                      <a:gd name="connsiteY55" fmla="*/ 214 h 10005"/>
                      <a:gd name="connsiteX56" fmla="*/ 5000 w 10029"/>
                      <a:gd name="connsiteY56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9394 w 10029"/>
                      <a:gd name="connsiteY22" fmla="*/ 6929 h 10005"/>
                      <a:gd name="connsiteX23" fmla="*/ 10000 w 10029"/>
                      <a:gd name="connsiteY23" fmla="*/ 7857 h 10005"/>
                      <a:gd name="connsiteX24" fmla="*/ 9773 w 10029"/>
                      <a:gd name="connsiteY24" fmla="*/ 9000 h 10005"/>
                      <a:gd name="connsiteX25" fmla="*/ 9167 w 10029"/>
                      <a:gd name="connsiteY25" fmla="*/ 9643 h 10005"/>
                      <a:gd name="connsiteX26" fmla="*/ 5000 w 10029"/>
                      <a:gd name="connsiteY26" fmla="*/ 10000 h 10005"/>
                      <a:gd name="connsiteX27" fmla="*/ 758 w 10029"/>
                      <a:gd name="connsiteY27" fmla="*/ 9643 h 10005"/>
                      <a:gd name="connsiteX28" fmla="*/ 152 w 10029"/>
                      <a:gd name="connsiteY28" fmla="*/ 9000 h 10005"/>
                      <a:gd name="connsiteX29" fmla="*/ 0 w 10029"/>
                      <a:gd name="connsiteY29" fmla="*/ 7857 h 10005"/>
                      <a:gd name="connsiteX30" fmla="*/ 76 w 10029"/>
                      <a:gd name="connsiteY30" fmla="*/ 7571 h 10005"/>
                      <a:gd name="connsiteX31" fmla="*/ 152 w 10029"/>
                      <a:gd name="connsiteY31" fmla="*/ 7286 h 10005"/>
                      <a:gd name="connsiteX32" fmla="*/ 303 w 10029"/>
                      <a:gd name="connsiteY32" fmla="*/ 7143 h 10005"/>
                      <a:gd name="connsiteX33" fmla="*/ 530 w 10029"/>
                      <a:gd name="connsiteY33" fmla="*/ 6929 h 10005"/>
                      <a:gd name="connsiteX34" fmla="*/ 3712 w 10029"/>
                      <a:gd name="connsiteY34" fmla="*/ 6071 h 10005"/>
                      <a:gd name="connsiteX35" fmla="*/ 3636 w 10029"/>
                      <a:gd name="connsiteY35" fmla="*/ 5357 h 10005"/>
                      <a:gd name="connsiteX36" fmla="*/ 3409 w 10029"/>
                      <a:gd name="connsiteY36" fmla="*/ 5143 h 10005"/>
                      <a:gd name="connsiteX37" fmla="*/ 3258 w 10029"/>
                      <a:gd name="connsiteY37" fmla="*/ 4929 h 10005"/>
                      <a:gd name="connsiteX38" fmla="*/ 3182 w 10029"/>
                      <a:gd name="connsiteY38" fmla="*/ 4786 h 10005"/>
                      <a:gd name="connsiteX39" fmla="*/ 3182 w 10029"/>
                      <a:gd name="connsiteY39" fmla="*/ 4143 h 10005"/>
                      <a:gd name="connsiteX40" fmla="*/ 2955 w 10029"/>
                      <a:gd name="connsiteY40" fmla="*/ 4143 h 10005"/>
                      <a:gd name="connsiteX41" fmla="*/ 2879 w 10029"/>
                      <a:gd name="connsiteY41" fmla="*/ 4143 h 10005"/>
                      <a:gd name="connsiteX42" fmla="*/ 2727 w 10029"/>
                      <a:gd name="connsiteY42" fmla="*/ 3929 h 10005"/>
                      <a:gd name="connsiteX43" fmla="*/ 2652 w 10029"/>
                      <a:gd name="connsiteY43" fmla="*/ 2929 h 10005"/>
                      <a:gd name="connsiteX44" fmla="*/ 2652 w 10029"/>
                      <a:gd name="connsiteY44" fmla="*/ 2714 h 10005"/>
                      <a:gd name="connsiteX45" fmla="*/ 2879 w 10029"/>
                      <a:gd name="connsiteY45" fmla="*/ 2714 h 10005"/>
                      <a:gd name="connsiteX46" fmla="*/ 2955 w 10029"/>
                      <a:gd name="connsiteY46" fmla="*/ 2714 h 10005"/>
                      <a:gd name="connsiteX47" fmla="*/ 2879 w 10029"/>
                      <a:gd name="connsiteY47" fmla="*/ 2071 h 10005"/>
                      <a:gd name="connsiteX48" fmla="*/ 2879 w 10029"/>
                      <a:gd name="connsiteY48" fmla="*/ 1857 h 10005"/>
                      <a:gd name="connsiteX49" fmla="*/ 2879 w 10029"/>
                      <a:gd name="connsiteY49" fmla="*/ 1714 h 10005"/>
                      <a:gd name="connsiteX50" fmla="*/ 2879 w 10029"/>
                      <a:gd name="connsiteY50" fmla="*/ 1429 h 10005"/>
                      <a:gd name="connsiteX51" fmla="*/ 2955 w 10029"/>
                      <a:gd name="connsiteY51" fmla="*/ 1143 h 10005"/>
                      <a:gd name="connsiteX52" fmla="*/ 3030 w 10029"/>
                      <a:gd name="connsiteY52" fmla="*/ 857 h 10005"/>
                      <a:gd name="connsiteX53" fmla="*/ 3258 w 10029"/>
                      <a:gd name="connsiteY53" fmla="*/ 571 h 10005"/>
                      <a:gd name="connsiteX54" fmla="*/ 4015 w 10029"/>
                      <a:gd name="connsiteY54" fmla="*/ 214 h 10005"/>
                      <a:gd name="connsiteX55" fmla="*/ 5000 w 10029"/>
                      <a:gd name="connsiteY55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9394 w 10029"/>
                      <a:gd name="connsiteY22" fmla="*/ 6929 h 10005"/>
                      <a:gd name="connsiteX23" fmla="*/ 10000 w 10029"/>
                      <a:gd name="connsiteY23" fmla="*/ 7857 h 10005"/>
                      <a:gd name="connsiteX24" fmla="*/ 9773 w 10029"/>
                      <a:gd name="connsiteY24" fmla="*/ 9000 h 10005"/>
                      <a:gd name="connsiteX25" fmla="*/ 9167 w 10029"/>
                      <a:gd name="connsiteY25" fmla="*/ 9643 h 10005"/>
                      <a:gd name="connsiteX26" fmla="*/ 5000 w 10029"/>
                      <a:gd name="connsiteY26" fmla="*/ 10000 h 10005"/>
                      <a:gd name="connsiteX27" fmla="*/ 758 w 10029"/>
                      <a:gd name="connsiteY27" fmla="*/ 9643 h 10005"/>
                      <a:gd name="connsiteX28" fmla="*/ 152 w 10029"/>
                      <a:gd name="connsiteY28" fmla="*/ 9000 h 10005"/>
                      <a:gd name="connsiteX29" fmla="*/ 0 w 10029"/>
                      <a:gd name="connsiteY29" fmla="*/ 7857 h 10005"/>
                      <a:gd name="connsiteX30" fmla="*/ 76 w 10029"/>
                      <a:gd name="connsiteY30" fmla="*/ 7571 h 10005"/>
                      <a:gd name="connsiteX31" fmla="*/ 152 w 10029"/>
                      <a:gd name="connsiteY31" fmla="*/ 7286 h 10005"/>
                      <a:gd name="connsiteX32" fmla="*/ 303 w 10029"/>
                      <a:gd name="connsiteY32" fmla="*/ 7143 h 10005"/>
                      <a:gd name="connsiteX33" fmla="*/ 530 w 10029"/>
                      <a:gd name="connsiteY33" fmla="*/ 6929 h 10005"/>
                      <a:gd name="connsiteX34" fmla="*/ 3712 w 10029"/>
                      <a:gd name="connsiteY34" fmla="*/ 6071 h 10005"/>
                      <a:gd name="connsiteX35" fmla="*/ 3636 w 10029"/>
                      <a:gd name="connsiteY35" fmla="*/ 5357 h 10005"/>
                      <a:gd name="connsiteX36" fmla="*/ 3409 w 10029"/>
                      <a:gd name="connsiteY36" fmla="*/ 5143 h 10005"/>
                      <a:gd name="connsiteX37" fmla="*/ 3258 w 10029"/>
                      <a:gd name="connsiteY37" fmla="*/ 4929 h 10005"/>
                      <a:gd name="connsiteX38" fmla="*/ 3182 w 10029"/>
                      <a:gd name="connsiteY38" fmla="*/ 4786 h 10005"/>
                      <a:gd name="connsiteX39" fmla="*/ 3182 w 10029"/>
                      <a:gd name="connsiteY39" fmla="*/ 4143 h 10005"/>
                      <a:gd name="connsiteX40" fmla="*/ 2955 w 10029"/>
                      <a:gd name="connsiteY40" fmla="*/ 4143 h 10005"/>
                      <a:gd name="connsiteX41" fmla="*/ 2879 w 10029"/>
                      <a:gd name="connsiteY41" fmla="*/ 4143 h 10005"/>
                      <a:gd name="connsiteX42" fmla="*/ 2727 w 10029"/>
                      <a:gd name="connsiteY42" fmla="*/ 3929 h 10005"/>
                      <a:gd name="connsiteX43" fmla="*/ 2652 w 10029"/>
                      <a:gd name="connsiteY43" fmla="*/ 2929 h 10005"/>
                      <a:gd name="connsiteX44" fmla="*/ 2652 w 10029"/>
                      <a:gd name="connsiteY44" fmla="*/ 2714 h 10005"/>
                      <a:gd name="connsiteX45" fmla="*/ 2879 w 10029"/>
                      <a:gd name="connsiteY45" fmla="*/ 2714 h 10005"/>
                      <a:gd name="connsiteX46" fmla="*/ 2955 w 10029"/>
                      <a:gd name="connsiteY46" fmla="*/ 2714 h 10005"/>
                      <a:gd name="connsiteX47" fmla="*/ 2879 w 10029"/>
                      <a:gd name="connsiteY47" fmla="*/ 2071 h 10005"/>
                      <a:gd name="connsiteX48" fmla="*/ 2879 w 10029"/>
                      <a:gd name="connsiteY48" fmla="*/ 1857 h 10005"/>
                      <a:gd name="connsiteX49" fmla="*/ 2879 w 10029"/>
                      <a:gd name="connsiteY49" fmla="*/ 1714 h 10005"/>
                      <a:gd name="connsiteX50" fmla="*/ 2879 w 10029"/>
                      <a:gd name="connsiteY50" fmla="*/ 1429 h 10005"/>
                      <a:gd name="connsiteX51" fmla="*/ 2955 w 10029"/>
                      <a:gd name="connsiteY51" fmla="*/ 1143 h 10005"/>
                      <a:gd name="connsiteX52" fmla="*/ 3030 w 10029"/>
                      <a:gd name="connsiteY52" fmla="*/ 857 h 10005"/>
                      <a:gd name="connsiteX53" fmla="*/ 3258 w 10029"/>
                      <a:gd name="connsiteY53" fmla="*/ 571 h 10005"/>
                      <a:gd name="connsiteX54" fmla="*/ 4015 w 10029"/>
                      <a:gd name="connsiteY54" fmla="*/ 214 h 10005"/>
                      <a:gd name="connsiteX55" fmla="*/ 5000 w 10029"/>
                      <a:gd name="connsiteY55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9394 w 10029"/>
                      <a:gd name="connsiteY22" fmla="*/ 6929 h 10005"/>
                      <a:gd name="connsiteX23" fmla="*/ 10000 w 10029"/>
                      <a:gd name="connsiteY23" fmla="*/ 7857 h 10005"/>
                      <a:gd name="connsiteX24" fmla="*/ 9773 w 10029"/>
                      <a:gd name="connsiteY24" fmla="*/ 9000 h 10005"/>
                      <a:gd name="connsiteX25" fmla="*/ 9167 w 10029"/>
                      <a:gd name="connsiteY25" fmla="*/ 9643 h 10005"/>
                      <a:gd name="connsiteX26" fmla="*/ 5000 w 10029"/>
                      <a:gd name="connsiteY26" fmla="*/ 10000 h 10005"/>
                      <a:gd name="connsiteX27" fmla="*/ 758 w 10029"/>
                      <a:gd name="connsiteY27" fmla="*/ 9643 h 10005"/>
                      <a:gd name="connsiteX28" fmla="*/ 152 w 10029"/>
                      <a:gd name="connsiteY28" fmla="*/ 9000 h 10005"/>
                      <a:gd name="connsiteX29" fmla="*/ 0 w 10029"/>
                      <a:gd name="connsiteY29" fmla="*/ 7857 h 10005"/>
                      <a:gd name="connsiteX30" fmla="*/ 76 w 10029"/>
                      <a:gd name="connsiteY30" fmla="*/ 7571 h 10005"/>
                      <a:gd name="connsiteX31" fmla="*/ 152 w 10029"/>
                      <a:gd name="connsiteY31" fmla="*/ 7286 h 10005"/>
                      <a:gd name="connsiteX32" fmla="*/ 303 w 10029"/>
                      <a:gd name="connsiteY32" fmla="*/ 7143 h 10005"/>
                      <a:gd name="connsiteX33" fmla="*/ 530 w 10029"/>
                      <a:gd name="connsiteY33" fmla="*/ 6929 h 10005"/>
                      <a:gd name="connsiteX34" fmla="*/ 3712 w 10029"/>
                      <a:gd name="connsiteY34" fmla="*/ 6071 h 10005"/>
                      <a:gd name="connsiteX35" fmla="*/ 3636 w 10029"/>
                      <a:gd name="connsiteY35" fmla="*/ 5357 h 10005"/>
                      <a:gd name="connsiteX36" fmla="*/ 3409 w 10029"/>
                      <a:gd name="connsiteY36" fmla="*/ 5143 h 10005"/>
                      <a:gd name="connsiteX37" fmla="*/ 3258 w 10029"/>
                      <a:gd name="connsiteY37" fmla="*/ 4929 h 10005"/>
                      <a:gd name="connsiteX38" fmla="*/ 3182 w 10029"/>
                      <a:gd name="connsiteY38" fmla="*/ 4786 h 10005"/>
                      <a:gd name="connsiteX39" fmla="*/ 3182 w 10029"/>
                      <a:gd name="connsiteY39" fmla="*/ 4143 h 10005"/>
                      <a:gd name="connsiteX40" fmla="*/ 2955 w 10029"/>
                      <a:gd name="connsiteY40" fmla="*/ 4143 h 10005"/>
                      <a:gd name="connsiteX41" fmla="*/ 2879 w 10029"/>
                      <a:gd name="connsiteY41" fmla="*/ 4143 h 10005"/>
                      <a:gd name="connsiteX42" fmla="*/ 2727 w 10029"/>
                      <a:gd name="connsiteY42" fmla="*/ 3929 h 10005"/>
                      <a:gd name="connsiteX43" fmla="*/ 2652 w 10029"/>
                      <a:gd name="connsiteY43" fmla="*/ 2929 h 10005"/>
                      <a:gd name="connsiteX44" fmla="*/ 2652 w 10029"/>
                      <a:gd name="connsiteY44" fmla="*/ 2714 h 10005"/>
                      <a:gd name="connsiteX45" fmla="*/ 2879 w 10029"/>
                      <a:gd name="connsiteY45" fmla="*/ 2714 h 10005"/>
                      <a:gd name="connsiteX46" fmla="*/ 2955 w 10029"/>
                      <a:gd name="connsiteY46" fmla="*/ 2714 h 10005"/>
                      <a:gd name="connsiteX47" fmla="*/ 2879 w 10029"/>
                      <a:gd name="connsiteY47" fmla="*/ 2071 h 10005"/>
                      <a:gd name="connsiteX48" fmla="*/ 2879 w 10029"/>
                      <a:gd name="connsiteY48" fmla="*/ 1857 h 10005"/>
                      <a:gd name="connsiteX49" fmla="*/ 2879 w 10029"/>
                      <a:gd name="connsiteY49" fmla="*/ 1714 h 10005"/>
                      <a:gd name="connsiteX50" fmla="*/ 2879 w 10029"/>
                      <a:gd name="connsiteY50" fmla="*/ 1429 h 10005"/>
                      <a:gd name="connsiteX51" fmla="*/ 2955 w 10029"/>
                      <a:gd name="connsiteY51" fmla="*/ 1143 h 10005"/>
                      <a:gd name="connsiteX52" fmla="*/ 3030 w 10029"/>
                      <a:gd name="connsiteY52" fmla="*/ 857 h 10005"/>
                      <a:gd name="connsiteX53" fmla="*/ 3258 w 10029"/>
                      <a:gd name="connsiteY53" fmla="*/ 571 h 10005"/>
                      <a:gd name="connsiteX54" fmla="*/ 4015 w 10029"/>
                      <a:gd name="connsiteY54" fmla="*/ 214 h 10005"/>
                      <a:gd name="connsiteX55" fmla="*/ 5000 w 10029"/>
                      <a:gd name="connsiteY55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9394 w 10029"/>
                      <a:gd name="connsiteY22" fmla="*/ 6929 h 10005"/>
                      <a:gd name="connsiteX23" fmla="*/ 10000 w 10029"/>
                      <a:gd name="connsiteY23" fmla="*/ 7857 h 10005"/>
                      <a:gd name="connsiteX24" fmla="*/ 9773 w 10029"/>
                      <a:gd name="connsiteY24" fmla="*/ 9000 h 10005"/>
                      <a:gd name="connsiteX25" fmla="*/ 9167 w 10029"/>
                      <a:gd name="connsiteY25" fmla="*/ 9643 h 10005"/>
                      <a:gd name="connsiteX26" fmla="*/ 5000 w 10029"/>
                      <a:gd name="connsiteY26" fmla="*/ 10000 h 10005"/>
                      <a:gd name="connsiteX27" fmla="*/ 758 w 10029"/>
                      <a:gd name="connsiteY27" fmla="*/ 9643 h 10005"/>
                      <a:gd name="connsiteX28" fmla="*/ 152 w 10029"/>
                      <a:gd name="connsiteY28" fmla="*/ 9000 h 10005"/>
                      <a:gd name="connsiteX29" fmla="*/ 0 w 10029"/>
                      <a:gd name="connsiteY29" fmla="*/ 7857 h 10005"/>
                      <a:gd name="connsiteX30" fmla="*/ 76 w 10029"/>
                      <a:gd name="connsiteY30" fmla="*/ 7571 h 10005"/>
                      <a:gd name="connsiteX31" fmla="*/ 152 w 10029"/>
                      <a:gd name="connsiteY31" fmla="*/ 7286 h 10005"/>
                      <a:gd name="connsiteX32" fmla="*/ 303 w 10029"/>
                      <a:gd name="connsiteY32" fmla="*/ 7143 h 10005"/>
                      <a:gd name="connsiteX33" fmla="*/ 530 w 10029"/>
                      <a:gd name="connsiteY33" fmla="*/ 6929 h 10005"/>
                      <a:gd name="connsiteX34" fmla="*/ 3712 w 10029"/>
                      <a:gd name="connsiteY34" fmla="*/ 6071 h 10005"/>
                      <a:gd name="connsiteX35" fmla="*/ 3636 w 10029"/>
                      <a:gd name="connsiteY35" fmla="*/ 5357 h 10005"/>
                      <a:gd name="connsiteX36" fmla="*/ 3409 w 10029"/>
                      <a:gd name="connsiteY36" fmla="*/ 5143 h 10005"/>
                      <a:gd name="connsiteX37" fmla="*/ 3258 w 10029"/>
                      <a:gd name="connsiteY37" fmla="*/ 4929 h 10005"/>
                      <a:gd name="connsiteX38" fmla="*/ 3182 w 10029"/>
                      <a:gd name="connsiteY38" fmla="*/ 4786 h 10005"/>
                      <a:gd name="connsiteX39" fmla="*/ 3182 w 10029"/>
                      <a:gd name="connsiteY39" fmla="*/ 4143 h 10005"/>
                      <a:gd name="connsiteX40" fmla="*/ 2955 w 10029"/>
                      <a:gd name="connsiteY40" fmla="*/ 4143 h 10005"/>
                      <a:gd name="connsiteX41" fmla="*/ 2879 w 10029"/>
                      <a:gd name="connsiteY41" fmla="*/ 4143 h 10005"/>
                      <a:gd name="connsiteX42" fmla="*/ 2727 w 10029"/>
                      <a:gd name="connsiteY42" fmla="*/ 3929 h 10005"/>
                      <a:gd name="connsiteX43" fmla="*/ 2652 w 10029"/>
                      <a:gd name="connsiteY43" fmla="*/ 2929 h 10005"/>
                      <a:gd name="connsiteX44" fmla="*/ 2652 w 10029"/>
                      <a:gd name="connsiteY44" fmla="*/ 2714 h 10005"/>
                      <a:gd name="connsiteX45" fmla="*/ 2879 w 10029"/>
                      <a:gd name="connsiteY45" fmla="*/ 2714 h 10005"/>
                      <a:gd name="connsiteX46" fmla="*/ 2955 w 10029"/>
                      <a:gd name="connsiteY46" fmla="*/ 2714 h 10005"/>
                      <a:gd name="connsiteX47" fmla="*/ 2879 w 10029"/>
                      <a:gd name="connsiteY47" fmla="*/ 2071 h 10005"/>
                      <a:gd name="connsiteX48" fmla="*/ 2879 w 10029"/>
                      <a:gd name="connsiteY48" fmla="*/ 1857 h 10005"/>
                      <a:gd name="connsiteX49" fmla="*/ 2879 w 10029"/>
                      <a:gd name="connsiteY49" fmla="*/ 1714 h 10005"/>
                      <a:gd name="connsiteX50" fmla="*/ 2879 w 10029"/>
                      <a:gd name="connsiteY50" fmla="*/ 1429 h 10005"/>
                      <a:gd name="connsiteX51" fmla="*/ 2955 w 10029"/>
                      <a:gd name="connsiteY51" fmla="*/ 1143 h 10005"/>
                      <a:gd name="connsiteX52" fmla="*/ 3030 w 10029"/>
                      <a:gd name="connsiteY52" fmla="*/ 857 h 10005"/>
                      <a:gd name="connsiteX53" fmla="*/ 3258 w 10029"/>
                      <a:gd name="connsiteY53" fmla="*/ 571 h 10005"/>
                      <a:gd name="connsiteX54" fmla="*/ 4015 w 10029"/>
                      <a:gd name="connsiteY54" fmla="*/ 214 h 10005"/>
                      <a:gd name="connsiteX55" fmla="*/ 5000 w 10029"/>
                      <a:gd name="connsiteY55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9394 w 10029"/>
                      <a:gd name="connsiteY22" fmla="*/ 6929 h 10005"/>
                      <a:gd name="connsiteX23" fmla="*/ 10000 w 10029"/>
                      <a:gd name="connsiteY23" fmla="*/ 7857 h 10005"/>
                      <a:gd name="connsiteX24" fmla="*/ 9773 w 10029"/>
                      <a:gd name="connsiteY24" fmla="*/ 9000 h 10005"/>
                      <a:gd name="connsiteX25" fmla="*/ 9167 w 10029"/>
                      <a:gd name="connsiteY25" fmla="*/ 9643 h 10005"/>
                      <a:gd name="connsiteX26" fmla="*/ 5000 w 10029"/>
                      <a:gd name="connsiteY26" fmla="*/ 10000 h 10005"/>
                      <a:gd name="connsiteX27" fmla="*/ 758 w 10029"/>
                      <a:gd name="connsiteY27" fmla="*/ 9643 h 10005"/>
                      <a:gd name="connsiteX28" fmla="*/ 152 w 10029"/>
                      <a:gd name="connsiteY28" fmla="*/ 9000 h 10005"/>
                      <a:gd name="connsiteX29" fmla="*/ 0 w 10029"/>
                      <a:gd name="connsiteY29" fmla="*/ 7857 h 10005"/>
                      <a:gd name="connsiteX30" fmla="*/ 152 w 10029"/>
                      <a:gd name="connsiteY30" fmla="*/ 7286 h 10005"/>
                      <a:gd name="connsiteX31" fmla="*/ 303 w 10029"/>
                      <a:gd name="connsiteY31" fmla="*/ 7143 h 10005"/>
                      <a:gd name="connsiteX32" fmla="*/ 530 w 10029"/>
                      <a:gd name="connsiteY32" fmla="*/ 6929 h 10005"/>
                      <a:gd name="connsiteX33" fmla="*/ 3712 w 10029"/>
                      <a:gd name="connsiteY33" fmla="*/ 6071 h 10005"/>
                      <a:gd name="connsiteX34" fmla="*/ 3636 w 10029"/>
                      <a:gd name="connsiteY34" fmla="*/ 5357 h 10005"/>
                      <a:gd name="connsiteX35" fmla="*/ 3409 w 10029"/>
                      <a:gd name="connsiteY35" fmla="*/ 5143 h 10005"/>
                      <a:gd name="connsiteX36" fmla="*/ 3258 w 10029"/>
                      <a:gd name="connsiteY36" fmla="*/ 4929 h 10005"/>
                      <a:gd name="connsiteX37" fmla="*/ 3182 w 10029"/>
                      <a:gd name="connsiteY37" fmla="*/ 4786 h 10005"/>
                      <a:gd name="connsiteX38" fmla="*/ 3182 w 10029"/>
                      <a:gd name="connsiteY38" fmla="*/ 4143 h 10005"/>
                      <a:gd name="connsiteX39" fmla="*/ 2955 w 10029"/>
                      <a:gd name="connsiteY39" fmla="*/ 4143 h 10005"/>
                      <a:gd name="connsiteX40" fmla="*/ 2879 w 10029"/>
                      <a:gd name="connsiteY40" fmla="*/ 4143 h 10005"/>
                      <a:gd name="connsiteX41" fmla="*/ 2727 w 10029"/>
                      <a:gd name="connsiteY41" fmla="*/ 3929 h 10005"/>
                      <a:gd name="connsiteX42" fmla="*/ 2652 w 10029"/>
                      <a:gd name="connsiteY42" fmla="*/ 2929 h 10005"/>
                      <a:gd name="connsiteX43" fmla="*/ 2652 w 10029"/>
                      <a:gd name="connsiteY43" fmla="*/ 2714 h 10005"/>
                      <a:gd name="connsiteX44" fmla="*/ 2879 w 10029"/>
                      <a:gd name="connsiteY44" fmla="*/ 2714 h 10005"/>
                      <a:gd name="connsiteX45" fmla="*/ 2955 w 10029"/>
                      <a:gd name="connsiteY45" fmla="*/ 2714 h 10005"/>
                      <a:gd name="connsiteX46" fmla="*/ 2879 w 10029"/>
                      <a:gd name="connsiteY46" fmla="*/ 2071 h 10005"/>
                      <a:gd name="connsiteX47" fmla="*/ 2879 w 10029"/>
                      <a:gd name="connsiteY47" fmla="*/ 1857 h 10005"/>
                      <a:gd name="connsiteX48" fmla="*/ 2879 w 10029"/>
                      <a:gd name="connsiteY48" fmla="*/ 1714 h 10005"/>
                      <a:gd name="connsiteX49" fmla="*/ 2879 w 10029"/>
                      <a:gd name="connsiteY49" fmla="*/ 1429 h 10005"/>
                      <a:gd name="connsiteX50" fmla="*/ 2955 w 10029"/>
                      <a:gd name="connsiteY50" fmla="*/ 1143 h 10005"/>
                      <a:gd name="connsiteX51" fmla="*/ 3030 w 10029"/>
                      <a:gd name="connsiteY51" fmla="*/ 857 h 10005"/>
                      <a:gd name="connsiteX52" fmla="*/ 3258 w 10029"/>
                      <a:gd name="connsiteY52" fmla="*/ 571 h 10005"/>
                      <a:gd name="connsiteX53" fmla="*/ 4015 w 10029"/>
                      <a:gd name="connsiteY53" fmla="*/ 214 h 10005"/>
                      <a:gd name="connsiteX54" fmla="*/ 5000 w 10029"/>
                      <a:gd name="connsiteY54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9394 w 10029"/>
                      <a:gd name="connsiteY22" fmla="*/ 6929 h 10005"/>
                      <a:gd name="connsiteX23" fmla="*/ 10000 w 10029"/>
                      <a:gd name="connsiteY23" fmla="*/ 7857 h 10005"/>
                      <a:gd name="connsiteX24" fmla="*/ 9773 w 10029"/>
                      <a:gd name="connsiteY24" fmla="*/ 9000 h 10005"/>
                      <a:gd name="connsiteX25" fmla="*/ 9167 w 10029"/>
                      <a:gd name="connsiteY25" fmla="*/ 9643 h 10005"/>
                      <a:gd name="connsiteX26" fmla="*/ 5000 w 10029"/>
                      <a:gd name="connsiteY26" fmla="*/ 10000 h 10005"/>
                      <a:gd name="connsiteX27" fmla="*/ 758 w 10029"/>
                      <a:gd name="connsiteY27" fmla="*/ 9643 h 10005"/>
                      <a:gd name="connsiteX28" fmla="*/ 152 w 10029"/>
                      <a:gd name="connsiteY28" fmla="*/ 9000 h 10005"/>
                      <a:gd name="connsiteX29" fmla="*/ 0 w 10029"/>
                      <a:gd name="connsiteY29" fmla="*/ 7857 h 10005"/>
                      <a:gd name="connsiteX30" fmla="*/ 303 w 10029"/>
                      <a:gd name="connsiteY30" fmla="*/ 7143 h 10005"/>
                      <a:gd name="connsiteX31" fmla="*/ 530 w 10029"/>
                      <a:gd name="connsiteY31" fmla="*/ 6929 h 10005"/>
                      <a:gd name="connsiteX32" fmla="*/ 3712 w 10029"/>
                      <a:gd name="connsiteY32" fmla="*/ 6071 h 10005"/>
                      <a:gd name="connsiteX33" fmla="*/ 3636 w 10029"/>
                      <a:gd name="connsiteY33" fmla="*/ 5357 h 10005"/>
                      <a:gd name="connsiteX34" fmla="*/ 3409 w 10029"/>
                      <a:gd name="connsiteY34" fmla="*/ 5143 h 10005"/>
                      <a:gd name="connsiteX35" fmla="*/ 3258 w 10029"/>
                      <a:gd name="connsiteY35" fmla="*/ 4929 h 10005"/>
                      <a:gd name="connsiteX36" fmla="*/ 3182 w 10029"/>
                      <a:gd name="connsiteY36" fmla="*/ 4786 h 10005"/>
                      <a:gd name="connsiteX37" fmla="*/ 3182 w 10029"/>
                      <a:gd name="connsiteY37" fmla="*/ 4143 h 10005"/>
                      <a:gd name="connsiteX38" fmla="*/ 2955 w 10029"/>
                      <a:gd name="connsiteY38" fmla="*/ 4143 h 10005"/>
                      <a:gd name="connsiteX39" fmla="*/ 2879 w 10029"/>
                      <a:gd name="connsiteY39" fmla="*/ 4143 h 10005"/>
                      <a:gd name="connsiteX40" fmla="*/ 2727 w 10029"/>
                      <a:gd name="connsiteY40" fmla="*/ 3929 h 10005"/>
                      <a:gd name="connsiteX41" fmla="*/ 2652 w 10029"/>
                      <a:gd name="connsiteY41" fmla="*/ 2929 h 10005"/>
                      <a:gd name="connsiteX42" fmla="*/ 2652 w 10029"/>
                      <a:gd name="connsiteY42" fmla="*/ 2714 h 10005"/>
                      <a:gd name="connsiteX43" fmla="*/ 2879 w 10029"/>
                      <a:gd name="connsiteY43" fmla="*/ 2714 h 10005"/>
                      <a:gd name="connsiteX44" fmla="*/ 2955 w 10029"/>
                      <a:gd name="connsiteY44" fmla="*/ 2714 h 10005"/>
                      <a:gd name="connsiteX45" fmla="*/ 2879 w 10029"/>
                      <a:gd name="connsiteY45" fmla="*/ 2071 h 10005"/>
                      <a:gd name="connsiteX46" fmla="*/ 2879 w 10029"/>
                      <a:gd name="connsiteY46" fmla="*/ 1857 h 10005"/>
                      <a:gd name="connsiteX47" fmla="*/ 2879 w 10029"/>
                      <a:gd name="connsiteY47" fmla="*/ 1714 h 10005"/>
                      <a:gd name="connsiteX48" fmla="*/ 2879 w 10029"/>
                      <a:gd name="connsiteY48" fmla="*/ 1429 h 10005"/>
                      <a:gd name="connsiteX49" fmla="*/ 2955 w 10029"/>
                      <a:gd name="connsiteY49" fmla="*/ 1143 h 10005"/>
                      <a:gd name="connsiteX50" fmla="*/ 3030 w 10029"/>
                      <a:gd name="connsiteY50" fmla="*/ 857 h 10005"/>
                      <a:gd name="connsiteX51" fmla="*/ 3258 w 10029"/>
                      <a:gd name="connsiteY51" fmla="*/ 571 h 10005"/>
                      <a:gd name="connsiteX52" fmla="*/ 4015 w 10029"/>
                      <a:gd name="connsiteY52" fmla="*/ 214 h 10005"/>
                      <a:gd name="connsiteX53" fmla="*/ 5000 w 10029"/>
                      <a:gd name="connsiteY53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9394 w 10029"/>
                      <a:gd name="connsiteY22" fmla="*/ 6929 h 10005"/>
                      <a:gd name="connsiteX23" fmla="*/ 10000 w 10029"/>
                      <a:gd name="connsiteY23" fmla="*/ 7857 h 10005"/>
                      <a:gd name="connsiteX24" fmla="*/ 9773 w 10029"/>
                      <a:gd name="connsiteY24" fmla="*/ 9000 h 10005"/>
                      <a:gd name="connsiteX25" fmla="*/ 9167 w 10029"/>
                      <a:gd name="connsiteY25" fmla="*/ 9643 h 10005"/>
                      <a:gd name="connsiteX26" fmla="*/ 5000 w 10029"/>
                      <a:gd name="connsiteY26" fmla="*/ 10000 h 10005"/>
                      <a:gd name="connsiteX27" fmla="*/ 758 w 10029"/>
                      <a:gd name="connsiteY27" fmla="*/ 9643 h 10005"/>
                      <a:gd name="connsiteX28" fmla="*/ 152 w 10029"/>
                      <a:gd name="connsiteY28" fmla="*/ 9000 h 10005"/>
                      <a:gd name="connsiteX29" fmla="*/ 0 w 10029"/>
                      <a:gd name="connsiteY29" fmla="*/ 7857 h 10005"/>
                      <a:gd name="connsiteX30" fmla="*/ 530 w 10029"/>
                      <a:gd name="connsiteY30" fmla="*/ 6929 h 10005"/>
                      <a:gd name="connsiteX31" fmla="*/ 3712 w 10029"/>
                      <a:gd name="connsiteY31" fmla="*/ 6071 h 10005"/>
                      <a:gd name="connsiteX32" fmla="*/ 3636 w 10029"/>
                      <a:gd name="connsiteY32" fmla="*/ 5357 h 10005"/>
                      <a:gd name="connsiteX33" fmla="*/ 3409 w 10029"/>
                      <a:gd name="connsiteY33" fmla="*/ 5143 h 10005"/>
                      <a:gd name="connsiteX34" fmla="*/ 3258 w 10029"/>
                      <a:gd name="connsiteY34" fmla="*/ 4929 h 10005"/>
                      <a:gd name="connsiteX35" fmla="*/ 3182 w 10029"/>
                      <a:gd name="connsiteY35" fmla="*/ 4786 h 10005"/>
                      <a:gd name="connsiteX36" fmla="*/ 3182 w 10029"/>
                      <a:gd name="connsiteY36" fmla="*/ 4143 h 10005"/>
                      <a:gd name="connsiteX37" fmla="*/ 2955 w 10029"/>
                      <a:gd name="connsiteY37" fmla="*/ 4143 h 10005"/>
                      <a:gd name="connsiteX38" fmla="*/ 2879 w 10029"/>
                      <a:gd name="connsiteY38" fmla="*/ 4143 h 10005"/>
                      <a:gd name="connsiteX39" fmla="*/ 2727 w 10029"/>
                      <a:gd name="connsiteY39" fmla="*/ 3929 h 10005"/>
                      <a:gd name="connsiteX40" fmla="*/ 2652 w 10029"/>
                      <a:gd name="connsiteY40" fmla="*/ 2929 h 10005"/>
                      <a:gd name="connsiteX41" fmla="*/ 2652 w 10029"/>
                      <a:gd name="connsiteY41" fmla="*/ 2714 h 10005"/>
                      <a:gd name="connsiteX42" fmla="*/ 2879 w 10029"/>
                      <a:gd name="connsiteY42" fmla="*/ 2714 h 10005"/>
                      <a:gd name="connsiteX43" fmla="*/ 2955 w 10029"/>
                      <a:gd name="connsiteY43" fmla="*/ 2714 h 10005"/>
                      <a:gd name="connsiteX44" fmla="*/ 2879 w 10029"/>
                      <a:gd name="connsiteY44" fmla="*/ 2071 h 10005"/>
                      <a:gd name="connsiteX45" fmla="*/ 2879 w 10029"/>
                      <a:gd name="connsiteY45" fmla="*/ 1857 h 10005"/>
                      <a:gd name="connsiteX46" fmla="*/ 2879 w 10029"/>
                      <a:gd name="connsiteY46" fmla="*/ 1714 h 10005"/>
                      <a:gd name="connsiteX47" fmla="*/ 2879 w 10029"/>
                      <a:gd name="connsiteY47" fmla="*/ 1429 h 10005"/>
                      <a:gd name="connsiteX48" fmla="*/ 2955 w 10029"/>
                      <a:gd name="connsiteY48" fmla="*/ 1143 h 10005"/>
                      <a:gd name="connsiteX49" fmla="*/ 3030 w 10029"/>
                      <a:gd name="connsiteY49" fmla="*/ 857 h 10005"/>
                      <a:gd name="connsiteX50" fmla="*/ 3258 w 10029"/>
                      <a:gd name="connsiteY50" fmla="*/ 571 h 10005"/>
                      <a:gd name="connsiteX51" fmla="*/ 4015 w 10029"/>
                      <a:gd name="connsiteY51" fmla="*/ 214 h 10005"/>
                      <a:gd name="connsiteX52" fmla="*/ 5000 w 10029"/>
                      <a:gd name="connsiteY52" fmla="*/ 0 h 10005"/>
                      <a:gd name="connsiteX0" fmla="*/ 5001 w 10030"/>
                      <a:gd name="connsiteY0" fmla="*/ 0 h 10005"/>
                      <a:gd name="connsiteX1" fmla="*/ 5910 w 10030"/>
                      <a:gd name="connsiteY1" fmla="*/ 214 h 10005"/>
                      <a:gd name="connsiteX2" fmla="*/ 6743 w 10030"/>
                      <a:gd name="connsiteY2" fmla="*/ 571 h 10005"/>
                      <a:gd name="connsiteX3" fmla="*/ 6895 w 10030"/>
                      <a:gd name="connsiteY3" fmla="*/ 857 h 10005"/>
                      <a:gd name="connsiteX4" fmla="*/ 7046 w 10030"/>
                      <a:gd name="connsiteY4" fmla="*/ 1143 h 10005"/>
                      <a:gd name="connsiteX5" fmla="*/ 7122 w 10030"/>
                      <a:gd name="connsiteY5" fmla="*/ 1429 h 10005"/>
                      <a:gd name="connsiteX6" fmla="*/ 7122 w 10030"/>
                      <a:gd name="connsiteY6" fmla="*/ 1714 h 10005"/>
                      <a:gd name="connsiteX7" fmla="*/ 7122 w 10030"/>
                      <a:gd name="connsiteY7" fmla="*/ 1857 h 10005"/>
                      <a:gd name="connsiteX8" fmla="*/ 7122 w 10030"/>
                      <a:gd name="connsiteY8" fmla="*/ 2071 h 10005"/>
                      <a:gd name="connsiteX9" fmla="*/ 7046 w 10030"/>
                      <a:gd name="connsiteY9" fmla="*/ 2714 h 10005"/>
                      <a:gd name="connsiteX10" fmla="*/ 7122 w 10030"/>
                      <a:gd name="connsiteY10" fmla="*/ 2714 h 10005"/>
                      <a:gd name="connsiteX11" fmla="*/ 7349 w 10030"/>
                      <a:gd name="connsiteY11" fmla="*/ 2714 h 10005"/>
                      <a:gd name="connsiteX12" fmla="*/ 7349 w 10030"/>
                      <a:gd name="connsiteY12" fmla="*/ 2929 h 10005"/>
                      <a:gd name="connsiteX13" fmla="*/ 7198 w 10030"/>
                      <a:gd name="connsiteY13" fmla="*/ 3929 h 10005"/>
                      <a:gd name="connsiteX14" fmla="*/ 7122 w 10030"/>
                      <a:gd name="connsiteY14" fmla="*/ 4143 h 10005"/>
                      <a:gd name="connsiteX15" fmla="*/ 7046 w 10030"/>
                      <a:gd name="connsiteY15" fmla="*/ 4143 h 10005"/>
                      <a:gd name="connsiteX16" fmla="*/ 6819 w 10030"/>
                      <a:gd name="connsiteY16" fmla="*/ 4143 h 10005"/>
                      <a:gd name="connsiteX17" fmla="*/ 6819 w 10030"/>
                      <a:gd name="connsiteY17" fmla="*/ 4786 h 10005"/>
                      <a:gd name="connsiteX18" fmla="*/ 6743 w 10030"/>
                      <a:gd name="connsiteY18" fmla="*/ 4929 h 10005"/>
                      <a:gd name="connsiteX19" fmla="*/ 6516 w 10030"/>
                      <a:gd name="connsiteY19" fmla="*/ 5143 h 10005"/>
                      <a:gd name="connsiteX20" fmla="*/ 6289 w 10030"/>
                      <a:gd name="connsiteY20" fmla="*/ 5357 h 10005"/>
                      <a:gd name="connsiteX21" fmla="*/ 6213 w 10030"/>
                      <a:gd name="connsiteY21" fmla="*/ 6071 h 10005"/>
                      <a:gd name="connsiteX22" fmla="*/ 9395 w 10030"/>
                      <a:gd name="connsiteY22" fmla="*/ 6929 h 10005"/>
                      <a:gd name="connsiteX23" fmla="*/ 10001 w 10030"/>
                      <a:gd name="connsiteY23" fmla="*/ 7857 h 10005"/>
                      <a:gd name="connsiteX24" fmla="*/ 9774 w 10030"/>
                      <a:gd name="connsiteY24" fmla="*/ 9000 h 10005"/>
                      <a:gd name="connsiteX25" fmla="*/ 9168 w 10030"/>
                      <a:gd name="connsiteY25" fmla="*/ 9643 h 10005"/>
                      <a:gd name="connsiteX26" fmla="*/ 5001 w 10030"/>
                      <a:gd name="connsiteY26" fmla="*/ 10000 h 10005"/>
                      <a:gd name="connsiteX27" fmla="*/ 759 w 10030"/>
                      <a:gd name="connsiteY27" fmla="*/ 9643 h 10005"/>
                      <a:gd name="connsiteX28" fmla="*/ 153 w 10030"/>
                      <a:gd name="connsiteY28" fmla="*/ 9000 h 10005"/>
                      <a:gd name="connsiteX29" fmla="*/ 1 w 10030"/>
                      <a:gd name="connsiteY29" fmla="*/ 7857 h 10005"/>
                      <a:gd name="connsiteX30" fmla="*/ 531 w 10030"/>
                      <a:gd name="connsiteY30" fmla="*/ 6929 h 10005"/>
                      <a:gd name="connsiteX31" fmla="*/ 3713 w 10030"/>
                      <a:gd name="connsiteY31" fmla="*/ 6071 h 10005"/>
                      <a:gd name="connsiteX32" fmla="*/ 3637 w 10030"/>
                      <a:gd name="connsiteY32" fmla="*/ 5357 h 10005"/>
                      <a:gd name="connsiteX33" fmla="*/ 3410 w 10030"/>
                      <a:gd name="connsiteY33" fmla="*/ 5143 h 10005"/>
                      <a:gd name="connsiteX34" fmla="*/ 3259 w 10030"/>
                      <a:gd name="connsiteY34" fmla="*/ 4929 h 10005"/>
                      <a:gd name="connsiteX35" fmla="*/ 3183 w 10030"/>
                      <a:gd name="connsiteY35" fmla="*/ 4786 h 10005"/>
                      <a:gd name="connsiteX36" fmla="*/ 3183 w 10030"/>
                      <a:gd name="connsiteY36" fmla="*/ 4143 h 10005"/>
                      <a:gd name="connsiteX37" fmla="*/ 2956 w 10030"/>
                      <a:gd name="connsiteY37" fmla="*/ 4143 h 10005"/>
                      <a:gd name="connsiteX38" fmla="*/ 2880 w 10030"/>
                      <a:gd name="connsiteY38" fmla="*/ 4143 h 10005"/>
                      <a:gd name="connsiteX39" fmla="*/ 2728 w 10030"/>
                      <a:gd name="connsiteY39" fmla="*/ 3929 h 10005"/>
                      <a:gd name="connsiteX40" fmla="*/ 2653 w 10030"/>
                      <a:gd name="connsiteY40" fmla="*/ 2929 h 10005"/>
                      <a:gd name="connsiteX41" fmla="*/ 2653 w 10030"/>
                      <a:gd name="connsiteY41" fmla="*/ 2714 h 10005"/>
                      <a:gd name="connsiteX42" fmla="*/ 2880 w 10030"/>
                      <a:gd name="connsiteY42" fmla="*/ 2714 h 10005"/>
                      <a:gd name="connsiteX43" fmla="*/ 2956 w 10030"/>
                      <a:gd name="connsiteY43" fmla="*/ 2714 h 10005"/>
                      <a:gd name="connsiteX44" fmla="*/ 2880 w 10030"/>
                      <a:gd name="connsiteY44" fmla="*/ 2071 h 10005"/>
                      <a:gd name="connsiteX45" fmla="*/ 2880 w 10030"/>
                      <a:gd name="connsiteY45" fmla="*/ 1857 h 10005"/>
                      <a:gd name="connsiteX46" fmla="*/ 2880 w 10030"/>
                      <a:gd name="connsiteY46" fmla="*/ 1714 h 10005"/>
                      <a:gd name="connsiteX47" fmla="*/ 2880 w 10030"/>
                      <a:gd name="connsiteY47" fmla="*/ 1429 h 10005"/>
                      <a:gd name="connsiteX48" fmla="*/ 2956 w 10030"/>
                      <a:gd name="connsiteY48" fmla="*/ 1143 h 10005"/>
                      <a:gd name="connsiteX49" fmla="*/ 3031 w 10030"/>
                      <a:gd name="connsiteY49" fmla="*/ 857 h 10005"/>
                      <a:gd name="connsiteX50" fmla="*/ 3259 w 10030"/>
                      <a:gd name="connsiteY50" fmla="*/ 571 h 10005"/>
                      <a:gd name="connsiteX51" fmla="*/ 4016 w 10030"/>
                      <a:gd name="connsiteY51" fmla="*/ 214 h 10005"/>
                      <a:gd name="connsiteX52" fmla="*/ 5001 w 10030"/>
                      <a:gd name="connsiteY52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9394 w 10029"/>
                      <a:gd name="connsiteY22" fmla="*/ 6929 h 10005"/>
                      <a:gd name="connsiteX23" fmla="*/ 10000 w 10029"/>
                      <a:gd name="connsiteY23" fmla="*/ 7857 h 10005"/>
                      <a:gd name="connsiteX24" fmla="*/ 9773 w 10029"/>
                      <a:gd name="connsiteY24" fmla="*/ 9000 h 10005"/>
                      <a:gd name="connsiteX25" fmla="*/ 9167 w 10029"/>
                      <a:gd name="connsiteY25" fmla="*/ 9643 h 10005"/>
                      <a:gd name="connsiteX26" fmla="*/ 5000 w 10029"/>
                      <a:gd name="connsiteY26" fmla="*/ 10000 h 10005"/>
                      <a:gd name="connsiteX27" fmla="*/ 758 w 10029"/>
                      <a:gd name="connsiteY27" fmla="*/ 9643 h 10005"/>
                      <a:gd name="connsiteX28" fmla="*/ 152 w 10029"/>
                      <a:gd name="connsiteY28" fmla="*/ 9000 h 10005"/>
                      <a:gd name="connsiteX29" fmla="*/ 0 w 10029"/>
                      <a:gd name="connsiteY29" fmla="*/ 7857 h 10005"/>
                      <a:gd name="connsiteX30" fmla="*/ 530 w 10029"/>
                      <a:gd name="connsiteY30" fmla="*/ 6929 h 10005"/>
                      <a:gd name="connsiteX31" fmla="*/ 3712 w 10029"/>
                      <a:gd name="connsiteY31" fmla="*/ 6071 h 10005"/>
                      <a:gd name="connsiteX32" fmla="*/ 3636 w 10029"/>
                      <a:gd name="connsiteY32" fmla="*/ 5357 h 10005"/>
                      <a:gd name="connsiteX33" fmla="*/ 3409 w 10029"/>
                      <a:gd name="connsiteY33" fmla="*/ 5143 h 10005"/>
                      <a:gd name="connsiteX34" fmla="*/ 3258 w 10029"/>
                      <a:gd name="connsiteY34" fmla="*/ 4929 h 10005"/>
                      <a:gd name="connsiteX35" fmla="*/ 3182 w 10029"/>
                      <a:gd name="connsiteY35" fmla="*/ 4786 h 10005"/>
                      <a:gd name="connsiteX36" fmla="*/ 3182 w 10029"/>
                      <a:gd name="connsiteY36" fmla="*/ 4143 h 10005"/>
                      <a:gd name="connsiteX37" fmla="*/ 2955 w 10029"/>
                      <a:gd name="connsiteY37" fmla="*/ 4143 h 10005"/>
                      <a:gd name="connsiteX38" fmla="*/ 2879 w 10029"/>
                      <a:gd name="connsiteY38" fmla="*/ 4143 h 10005"/>
                      <a:gd name="connsiteX39" fmla="*/ 2727 w 10029"/>
                      <a:gd name="connsiteY39" fmla="*/ 3929 h 10005"/>
                      <a:gd name="connsiteX40" fmla="*/ 2652 w 10029"/>
                      <a:gd name="connsiteY40" fmla="*/ 2929 h 10005"/>
                      <a:gd name="connsiteX41" fmla="*/ 2652 w 10029"/>
                      <a:gd name="connsiteY41" fmla="*/ 2714 h 10005"/>
                      <a:gd name="connsiteX42" fmla="*/ 2879 w 10029"/>
                      <a:gd name="connsiteY42" fmla="*/ 2714 h 10005"/>
                      <a:gd name="connsiteX43" fmla="*/ 2955 w 10029"/>
                      <a:gd name="connsiteY43" fmla="*/ 2714 h 10005"/>
                      <a:gd name="connsiteX44" fmla="*/ 2879 w 10029"/>
                      <a:gd name="connsiteY44" fmla="*/ 2071 h 10005"/>
                      <a:gd name="connsiteX45" fmla="*/ 2879 w 10029"/>
                      <a:gd name="connsiteY45" fmla="*/ 1857 h 10005"/>
                      <a:gd name="connsiteX46" fmla="*/ 2879 w 10029"/>
                      <a:gd name="connsiteY46" fmla="*/ 1714 h 10005"/>
                      <a:gd name="connsiteX47" fmla="*/ 2879 w 10029"/>
                      <a:gd name="connsiteY47" fmla="*/ 1429 h 10005"/>
                      <a:gd name="connsiteX48" fmla="*/ 2955 w 10029"/>
                      <a:gd name="connsiteY48" fmla="*/ 1143 h 10005"/>
                      <a:gd name="connsiteX49" fmla="*/ 3030 w 10029"/>
                      <a:gd name="connsiteY49" fmla="*/ 857 h 10005"/>
                      <a:gd name="connsiteX50" fmla="*/ 3258 w 10029"/>
                      <a:gd name="connsiteY50" fmla="*/ 571 h 10005"/>
                      <a:gd name="connsiteX51" fmla="*/ 4015 w 10029"/>
                      <a:gd name="connsiteY51" fmla="*/ 214 h 10005"/>
                      <a:gd name="connsiteX52" fmla="*/ 5000 w 10029"/>
                      <a:gd name="connsiteY52" fmla="*/ 0 h 10005"/>
                      <a:gd name="connsiteX0" fmla="*/ 5000 w 10029"/>
                      <a:gd name="connsiteY0" fmla="*/ 0 h 10005"/>
                      <a:gd name="connsiteX1" fmla="*/ 5909 w 10029"/>
                      <a:gd name="connsiteY1" fmla="*/ 214 h 10005"/>
                      <a:gd name="connsiteX2" fmla="*/ 6742 w 10029"/>
                      <a:gd name="connsiteY2" fmla="*/ 571 h 10005"/>
                      <a:gd name="connsiteX3" fmla="*/ 6894 w 10029"/>
                      <a:gd name="connsiteY3" fmla="*/ 857 h 10005"/>
                      <a:gd name="connsiteX4" fmla="*/ 7045 w 10029"/>
                      <a:gd name="connsiteY4" fmla="*/ 1143 h 10005"/>
                      <a:gd name="connsiteX5" fmla="*/ 7121 w 10029"/>
                      <a:gd name="connsiteY5" fmla="*/ 1429 h 10005"/>
                      <a:gd name="connsiteX6" fmla="*/ 7121 w 10029"/>
                      <a:gd name="connsiteY6" fmla="*/ 1714 h 10005"/>
                      <a:gd name="connsiteX7" fmla="*/ 7121 w 10029"/>
                      <a:gd name="connsiteY7" fmla="*/ 1857 h 10005"/>
                      <a:gd name="connsiteX8" fmla="*/ 7121 w 10029"/>
                      <a:gd name="connsiteY8" fmla="*/ 2071 h 10005"/>
                      <a:gd name="connsiteX9" fmla="*/ 7045 w 10029"/>
                      <a:gd name="connsiteY9" fmla="*/ 2714 h 10005"/>
                      <a:gd name="connsiteX10" fmla="*/ 7121 w 10029"/>
                      <a:gd name="connsiteY10" fmla="*/ 2714 h 10005"/>
                      <a:gd name="connsiteX11" fmla="*/ 7348 w 10029"/>
                      <a:gd name="connsiteY11" fmla="*/ 2714 h 10005"/>
                      <a:gd name="connsiteX12" fmla="*/ 7348 w 10029"/>
                      <a:gd name="connsiteY12" fmla="*/ 2929 h 10005"/>
                      <a:gd name="connsiteX13" fmla="*/ 7197 w 10029"/>
                      <a:gd name="connsiteY13" fmla="*/ 3929 h 10005"/>
                      <a:gd name="connsiteX14" fmla="*/ 7121 w 10029"/>
                      <a:gd name="connsiteY14" fmla="*/ 4143 h 10005"/>
                      <a:gd name="connsiteX15" fmla="*/ 7045 w 10029"/>
                      <a:gd name="connsiteY15" fmla="*/ 4143 h 10005"/>
                      <a:gd name="connsiteX16" fmla="*/ 6818 w 10029"/>
                      <a:gd name="connsiteY16" fmla="*/ 4143 h 10005"/>
                      <a:gd name="connsiteX17" fmla="*/ 6818 w 10029"/>
                      <a:gd name="connsiteY17" fmla="*/ 4786 h 10005"/>
                      <a:gd name="connsiteX18" fmla="*/ 6742 w 10029"/>
                      <a:gd name="connsiteY18" fmla="*/ 4929 h 10005"/>
                      <a:gd name="connsiteX19" fmla="*/ 6515 w 10029"/>
                      <a:gd name="connsiteY19" fmla="*/ 5143 h 10005"/>
                      <a:gd name="connsiteX20" fmla="*/ 6288 w 10029"/>
                      <a:gd name="connsiteY20" fmla="*/ 5357 h 10005"/>
                      <a:gd name="connsiteX21" fmla="*/ 6212 w 10029"/>
                      <a:gd name="connsiteY21" fmla="*/ 6071 h 10005"/>
                      <a:gd name="connsiteX22" fmla="*/ 9394 w 10029"/>
                      <a:gd name="connsiteY22" fmla="*/ 6929 h 10005"/>
                      <a:gd name="connsiteX23" fmla="*/ 10000 w 10029"/>
                      <a:gd name="connsiteY23" fmla="*/ 7857 h 10005"/>
                      <a:gd name="connsiteX24" fmla="*/ 9773 w 10029"/>
                      <a:gd name="connsiteY24" fmla="*/ 9000 h 10005"/>
                      <a:gd name="connsiteX25" fmla="*/ 9167 w 10029"/>
                      <a:gd name="connsiteY25" fmla="*/ 9643 h 10005"/>
                      <a:gd name="connsiteX26" fmla="*/ 5000 w 10029"/>
                      <a:gd name="connsiteY26" fmla="*/ 10000 h 10005"/>
                      <a:gd name="connsiteX27" fmla="*/ 758 w 10029"/>
                      <a:gd name="connsiteY27" fmla="*/ 9643 h 10005"/>
                      <a:gd name="connsiteX28" fmla="*/ 152 w 10029"/>
                      <a:gd name="connsiteY28" fmla="*/ 9000 h 10005"/>
                      <a:gd name="connsiteX29" fmla="*/ 0 w 10029"/>
                      <a:gd name="connsiteY29" fmla="*/ 7857 h 10005"/>
                      <a:gd name="connsiteX30" fmla="*/ 530 w 10029"/>
                      <a:gd name="connsiteY30" fmla="*/ 6929 h 10005"/>
                      <a:gd name="connsiteX31" fmla="*/ 3712 w 10029"/>
                      <a:gd name="connsiteY31" fmla="*/ 6071 h 10005"/>
                      <a:gd name="connsiteX32" fmla="*/ 3636 w 10029"/>
                      <a:gd name="connsiteY32" fmla="*/ 5357 h 10005"/>
                      <a:gd name="connsiteX33" fmla="*/ 3409 w 10029"/>
                      <a:gd name="connsiteY33" fmla="*/ 5143 h 10005"/>
                      <a:gd name="connsiteX34" fmla="*/ 3258 w 10029"/>
                      <a:gd name="connsiteY34" fmla="*/ 4929 h 10005"/>
                      <a:gd name="connsiteX35" fmla="*/ 3182 w 10029"/>
                      <a:gd name="connsiteY35" fmla="*/ 4786 h 10005"/>
                      <a:gd name="connsiteX36" fmla="*/ 3182 w 10029"/>
                      <a:gd name="connsiteY36" fmla="*/ 4143 h 10005"/>
                      <a:gd name="connsiteX37" fmla="*/ 2955 w 10029"/>
                      <a:gd name="connsiteY37" fmla="*/ 4143 h 10005"/>
                      <a:gd name="connsiteX38" fmla="*/ 2879 w 10029"/>
                      <a:gd name="connsiteY38" fmla="*/ 4143 h 10005"/>
                      <a:gd name="connsiteX39" fmla="*/ 2727 w 10029"/>
                      <a:gd name="connsiteY39" fmla="*/ 3929 h 10005"/>
                      <a:gd name="connsiteX40" fmla="*/ 2652 w 10029"/>
                      <a:gd name="connsiteY40" fmla="*/ 2929 h 10005"/>
                      <a:gd name="connsiteX41" fmla="*/ 2652 w 10029"/>
                      <a:gd name="connsiteY41" fmla="*/ 2714 h 10005"/>
                      <a:gd name="connsiteX42" fmla="*/ 2879 w 10029"/>
                      <a:gd name="connsiteY42" fmla="*/ 2714 h 10005"/>
                      <a:gd name="connsiteX43" fmla="*/ 2955 w 10029"/>
                      <a:gd name="connsiteY43" fmla="*/ 2714 h 10005"/>
                      <a:gd name="connsiteX44" fmla="*/ 2879 w 10029"/>
                      <a:gd name="connsiteY44" fmla="*/ 2071 h 10005"/>
                      <a:gd name="connsiteX45" fmla="*/ 2879 w 10029"/>
                      <a:gd name="connsiteY45" fmla="*/ 1857 h 10005"/>
                      <a:gd name="connsiteX46" fmla="*/ 2879 w 10029"/>
                      <a:gd name="connsiteY46" fmla="*/ 1714 h 10005"/>
                      <a:gd name="connsiteX47" fmla="*/ 2879 w 10029"/>
                      <a:gd name="connsiteY47" fmla="*/ 1429 h 10005"/>
                      <a:gd name="connsiteX48" fmla="*/ 2955 w 10029"/>
                      <a:gd name="connsiteY48" fmla="*/ 1143 h 10005"/>
                      <a:gd name="connsiteX49" fmla="*/ 3030 w 10029"/>
                      <a:gd name="connsiteY49" fmla="*/ 857 h 10005"/>
                      <a:gd name="connsiteX50" fmla="*/ 3258 w 10029"/>
                      <a:gd name="connsiteY50" fmla="*/ 571 h 10005"/>
                      <a:gd name="connsiteX51" fmla="*/ 4015 w 10029"/>
                      <a:gd name="connsiteY51" fmla="*/ 214 h 10005"/>
                      <a:gd name="connsiteX52" fmla="*/ 5000 w 10029"/>
                      <a:gd name="connsiteY52" fmla="*/ 0 h 10005"/>
                      <a:gd name="connsiteX0" fmla="*/ 4015 w 10029"/>
                      <a:gd name="connsiteY0" fmla="*/ 0 h 9791"/>
                      <a:gd name="connsiteX1" fmla="*/ 5909 w 10029"/>
                      <a:gd name="connsiteY1" fmla="*/ 0 h 9791"/>
                      <a:gd name="connsiteX2" fmla="*/ 6742 w 10029"/>
                      <a:gd name="connsiteY2" fmla="*/ 357 h 9791"/>
                      <a:gd name="connsiteX3" fmla="*/ 6894 w 10029"/>
                      <a:gd name="connsiteY3" fmla="*/ 643 h 9791"/>
                      <a:gd name="connsiteX4" fmla="*/ 7045 w 10029"/>
                      <a:gd name="connsiteY4" fmla="*/ 929 h 9791"/>
                      <a:gd name="connsiteX5" fmla="*/ 7121 w 10029"/>
                      <a:gd name="connsiteY5" fmla="*/ 1215 h 9791"/>
                      <a:gd name="connsiteX6" fmla="*/ 7121 w 10029"/>
                      <a:gd name="connsiteY6" fmla="*/ 1500 h 9791"/>
                      <a:gd name="connsiteX7" fmla="*/ 7121 w 10029"/>
                      <a:gd name="connsiteY7" fmla="*/ 1643 h 9791"/>
                      <a:gd name="connsiteX8" fmla="*/ 7121 w 10029"/>
                      <a:gd name="connsiteY8" fmla="*/ 1857 h 9791"/>
                      <a:gd name="connsiteX9" fmla="*/ 7045 w 10029"/>
                      <a:gd name="connsiteY9" fmla="*/ 2500 h 9791"/>
                      <a:gd name="connsiteX10" fmla="*/ 7121 w 10029"/>
                      <a:gd name="connsiteY10" fmla="*/ 2500 h 9791"/>
                      <a:gd name="connsiteX11" fmla="*/ 7348 w 10029"/>
                      <a:gd name="connsiteY11" fmla="*/ 2500 h 9791"/>
                      <a:gd name="connsiteX12" fmla="*/ 7348 w 10029"/>
                      <a:gd name="connsiteY12" fmla="*/ 2715 h 9791"/>
                      <a:gd name="connsiteX13" fmla="*/ 7197 w 10029"/>
                      <a:gd name="connsiteY13" fmla="*/ 3715 h 9791"/>
                      <a:gd name="connsiteX14" fmla="*/ 7121 w 10029"/>
                      <a:gd name="connsiteY14" fmla="*/ 3929 h 9791"/>
                      <a:gd name="connsiteX15" fmla="*/ 7045 w 10029"/>
                      <a:gd name="connsiteY15" fmla="*/ 3929 h 9791"/>
                      <a:gd name="connsiteX16" fmla="*/ 6818 w 10029"/>
                      <a:gd name="connsiteY16" fmla="*/ 3929 h 9791"/>
                      <a:gd name="connsiteX17" fmla="*/ 6818 w 10029"/>
                      <a:gd name="connsiteY17" fmla="*/ 4572 h 9791"/>
                      <a:gd name="connsiteX18" fmla="*/ 6742 w 10029"/>
                      <a:gd name="connsiteY18" fmla="*/ 4715 h 9791"/>
                      <a:gd name="connsiteX19" fmla="*/ 6515 w 10029"/>
                      <a:gd name="connsiteY19" fmla="*/ 4929 h 9791"/>
                      <a:gd name="connsiteX20" fmla="*/ 6288 w 10029"/>
                      <a:gd name="connsiteY20" fmla="*/ 5143 h 9791"/>
                      <a:gd name="connsiteX21" fmla="*/ 6212 w 10029"/>
                      <a:gd name="connsiteY21" fmla="*/ 5857 h 9791"/>
                      <a:gd name="connsiteX22" fmla="*/ 9394 w 10029"/>
                      <a:gd name="connsiteY22" fmla="*/ 6715 h 9791"/>
                      <a:gd name="connsiteX23" fmla="*/ 10000 w 10029"/>
                      <a:gd name="connsiteY23" fmla="*/ 7643 h 9791"/>
                      <a:gd name="connsiteX24" fmla="*/ 9773 w 10029"/>
                      <a:gd name="connsiteY24" fmla="*/ 8786 h 9791"/>
                      <a:gd name="connsiteX25" fmla="*/ 9167 w 10029"/>
                      <a:gd name="connsiteY25" fmla="*/ 9429 h 9791"/>
                      <a:gd name="connsiteX26" fmla="*/ 5000 w 10029"/>
                      <a:gd name="connsiteY26" fmla="*/ 9786 h 9791"/>
                      <a:gd name="connsiteX27" fmla="*/ 758 w 10029"/>
                      <a:gd name="connsiteY27" fmla="*/ 9429 h 9791"/>
                      <a:gd name="connsiteX28" fmla="*/ 152 w 10029"/>
                      <a:gd name="connsiteY28" fmla="*/ 8786 h 9791"/>
                      <a:gd name="connsiteX29" fmla="*/ 0 w 10029"/>
                      <a:gd name="connsiteY29" fmla="*/ 7643 h 9791"/>
                      <a:gd name="connsiteX30" fmla="*/ 530 w 10029"/>
                      <a:gd name="connsiteY30" fmla="*/ 6715 h 9791"/>
                      <a:gd name="connsiteX31" fmla="*/ 3712 w 10029"/>
                      <a:gd name="connsiteY31" fmla="*/ 5857 h 9791"/>
                      <a:gd name="connsiteX32" fmla="*/ 3636 w 10029"/>
                      <a:gd name="connsiteY32" fmla="*/ 5143 h 9791"/>
                      <a:gd name="connsiteX33" fmla="*/ 3409 w 10029"/>
                      <a:gd name="connsiteY33" fmla="*/ 4929 h 9791"/>
                      <a:gd name="connsiteX34" fmla="*/ 3258 w 10029"/>
                      <a:gd name="connsiteY34" fmla="*/ 4715 h 9791"/>
                      <a:gd name="connsiteX35" fmla="*/ 3182 w 10029"/>
                      <a:gd name="connsiteY35" fmla="*/ 4572 h 9791"/>
                      <a:gd name="connsiteX36" fmla="*/ 3182 w 10029"/>
                      <a:gd name="connsiteY36" fmla="*/ 3929 h 9791"/>
                      <a:gd name="connsiteX37" fmla="*/ 2955 w 10029"/>
                      <a:gd name="connsiteY37" fmla="*/ 3929 h 9791"/>
                      <a:gd name="connsiteX38" fmla="*/ 2879 w 10029"/>
                      <a:gd name="connsiteY38" fmla="*/ 3929 h 9791"/>
                      <a:gd name="connsiteX39" fmla="*/ 2727 w 10029"/>
                      <a:gd name="connsiteY39" fmla="*/ 3715 h 9791"/>
                      <a:gd name="connsiteX40" fmla="*/ 2652 w 10029"/>
                      <a:gd name="connsiteY40" fmla="*/ 2715 h 9791"/>
                      <a:gd name="connsiteX41" fmla="*/ 2652 w 10029"/>
                      <a:gd name="connsiteY41" fmla="*/ 2500 h 9791"/>
                      <a:gd name="connsiteX42" fmla="*/ 2879 w 10029"/>
                      <a:gd name="connsiteY42" fmla="*/ 2500 h 9791"/>
                      <a:gd name="connsiteX43" fmla="*/ 2955 w 10029"/>
                      <a:gd name="connsiteY43" fmla="*/ 2500 h 9791"/>
                      <a:gd name="connsiteX44" fmla="*/ 2879 w 10029"/>
                      <a:gd name="connsiteY44" fmla="*/ 1857 h 9791"/>
                      <a:gd name="connsiteX45" fmla="*/ 2879 w 10029"/>
                      <a:gd name="connsiteY45" fmla="*/ 1643 h 9791"/>
                      <a:gd name="connsiteX46" fmla="*/ 2879 w 10029"/>
                      <a:gd name="connsiteY46" fmla="*/ 1500 h 9791"/>
                      <a:gd name="connsiteX47" fmla="*/ 2879 w 10029"/>
                      <a:gd name="connsiteY47" fmla="*/ 1215 h 9791"/>
                      <a:gd name="connsiteX48" fmla="*/ 2955 w 10029"/>
                      <a:gd name="connsiteY48" fmla="*/ 929 h 9791"/>
                      <a:gd name="connsiteX49" fmla="*/ 3030 w 10029"/>
                      <a:gd name="connsiteY49" fmla="*/ 643 h 9791"/>
                      <a:gd name="connsiteX50" fmla="*/ 3258 w 10029"/>
                      <a:gd name="connsiteY50" fmla="*/ 357 h 9791"/>
                      <a:gd name="connsiteX51" fmla="*/ 4015 w 10029"/>
                      <a:gd name="connsiteY51" fmla="*/ 0 h 9791"/>
                      <a:gd name="connsiteX0" fmla="*/ 3249 w 10000"/>
                      <a:gd name="connsiteY0" fmla="*/ 365 h 10000"/>
                      <a:gd name="connsiteX1" fmla="*/ 5892 w 10000"/>
                      <a:gd name="connsiteY1" fmla="*/ 0 h 10000"/>
                      <a:gd name="connsiteX2" fmla="*/ 6723 w 10000"/>
                      <a:gd name="connsiteY2" fmla="*/ 365 h 10000"/>
                      <a:gd name="connsiteX3" fmla="*/ 6874 w 10000"/>
                      <a:gd name="connsiteY3" fmla="*/ 657 h 10000"/>
                      <a:gd name="connsiteX4" fmla="*/ 7025 w 10000"/>
                      <a:gd name="connsiteY4" fmla="*/ 949 h 10000"/>
                      <a:gd name="connsiteX5" fmla="*/ 7100 w 10000"/>
                      <a:gd name="connsiteY5" fmla="*/ 1241 h 10000"/>
                      <a:gd name="connsiteX6" fmla="*/ 7100 w 10000"/>
                      <a:gd name="connsiteY6" fmla="*/ 1532 h 10000"/>
                      <a:gd name="connsiteX7" fmla="*/ 7100 w 10000"/>
                      <a:gd name="connsiteY7" fmla="*/ 1678 h 10000"/>
                      <a:gd name="connsiteX8" fmla="*/ 7100 w 10000"/>
                      <a:gd name="connsiteY8" fmla="*/ 1897 h 10000"/>
                      <a:gd name="connsiteX9" fmla="*/ 7025 w 10000"/>
                      <a:gd name="connsiteY9" fmla="*/ 2553 h 10000"/>
                      <a:gd name="connsiteX10" fmla="*/ 7100 w 10000"/>
                      <a:gd name="connsiteY10" fmla="*/ 2553 h 10000"/>
                      <a:gd name="connsiteX11" fmla="*/ 7327 w 10000"/>
                      <a:gd name="connsiteY11" fmla="*/ 2553 h 10000"/>
                      <a:gd name="connsiteX12" fmla="*/ 7327 w 10000"/>
                      <a:gd name="connsiteY12" fmla="*/ 2773 h 10000"/>
                      <a:gd name="connsiteX13" fmla="*/ 7176 w 10000"/>
                      <a:gd name="connsiteY13" fmla="*/ 3794 h 10000"/>
                      <a:gd name="connsiteX14" fmla="*/ 7100 w 10000"/>
                      <a:gd name="connsiteY14" fmla="*/ 4013 h 10000"/>
                      <a:gd name="connsiteX15" fmla="*/ 7025 w 10000"/>
                      <a:gd name="connsiteY15" fmla="*/ 4013 h 10000"/>
                      <a:gd name="connsiteX16" fmla="*/ 6798 w 10000"/>
                      <a:gd name="connsiteY16" fmla="*/ 4013 h 10000"/>
                      <a:gd name="connsiteX17" fmla="*/ 6798 w 10000"/>
                      <a:gd name="connsiteY17" fmla="*/ 4670 h 10000"/>
                      <a:gd name="connsiteX18" fmla="*/ 6723 w 10000"/>
                      <a:gd name="connsiteY18" fmla="*/ 4816 h 10000"/>
                      <a:gd name="connsiteX19" fmla="*/ 6496 w 10000"/>
                      <a:gd name="connsiteY19" fmla="*/ 5034 h 10000"/>
                      <a:gd name="connsiteX20" fmla="*/ 6270 w 10000"/>
                      <a:gd name="connsiteY20" fmla="*/ 5253 h 10000"/>
                      <a:gd name="connsiteX21" fmla="*/ 6194 w 10000"/>
                      <a:gd name="connsiteY21" fmla="*/ 5982 h 10000"/>
                      <a:gd name="connsiteX22" fmla="*/ 9367 w 10000"/>
                      <a:gd name="connsiteY22" fmla="*/ 6858 h 10000"/>
                      <a:gd name="connsiteX23" fmla="*/ 9971 w 10000"/>
                      <a:gd name="connsiteY23" fmla="*/ 7806 h 10000"/>
                      <a:gd name="connsiteX24" fmla="*/ 9745 w 10000"/>
                      <a:gd name="connsiteY24" fmla="*/ 8974 h 10000"/>
                      <a:gd name="connsiteX25" fmla="*/ 9140 w 10000"/>
                      <a:gd name="connsiteY25" fmla="*/ 9630 h 10000"/>
                      <a:gd name="connsiteX26" fmla="*/ 4986 w 10000"/>
                      <a:gd name="connsiteY26" fmla="*/ 9995 h 10000"/>
                      <a:gd name="connsiteX27" fmla="*/ 756 w 10000"/>
                      <a:gd name="connsiteY27" fmla="*/ 9630 h 10000"/>
                      <a:gd name="connsiteX28" fmla="*/ 152 w 10000"/>
                      <a:gd name="connsiteY28" fmla="*/ 8974 h 10000"/>
                      <a:gd name="connsiteX29" fmla="*/ 0 w 10000"/>
                      <a:gd name="connsiteY29" fmla="*/ 7806 h 10000"/>
                      <a:gd name="connsiteX30" fmla="*/ 528 w 10000"/>
                      <a:gd name="connsiteY30" fmla="*/ 6858 h 10000"/>
                      <a:gd name="connsiteX31" fmla="*/ 3701 w 10000"/>
                      <a:gd name="connsiteY31" fmla="*/ 5982 h 10000"/>
                      <a:gd name="connsiteX32" fmla="*/ 3625 w 10000"/>
                      <a:gd name="connsiteY32" fmla="*/ 5253 h 10000"/>
                      <a:gd name="connsiteX33" fmla="*/ 3399 w 10000"/>
                      <a:gd name="connsiteY33" fmla="*/ 5034 h 10000"/>
                      <a:gd name="connsiteX34" fmla="*/ 3249 w 10000"/>
                      <a:gd name="connsiteY34" fmla="*/ 4816 h 10000"/>
                      <a:gd name="connsiteX35" fmla="*/ 3173 w 10000"/>
                      <a:gd name="connsiteY35" fmla="*/ 4670 h 10000"/>
                      <a:gd name="connsiteX36" fmla="*/ 3173 w 10000"/>
                      <a:gd name="connsiteY36" fmla="*/ 4013 h 10000"/>
                      <a:gd name="connsiteX37" fmla="*/ 2946 w 10000"/>
                      <a:gd name="connsiteY37" fmla="*/ 4013 h 10000"/>
                      <a:gd name="connsiteX38" fmla="*/ 2871 w 10000"/>
                      <a:gd name="connsiteY38" fmla="*/ 4013 h 10000"/>
                      <a:gd name="connsiteX39" fmla="*/ 2719 w 10000"/>
                      <a:gd name="connsiteY39" fmla="*/ 3794 h 10000"/>
                      <a:gd name="connsiteX40" fmla="*/ 2644 w 10000"/>
                      <a:gd name="connsiteY40" fmla="*/ 2773 h 10000"/>
                      <a:gd name="connsiteX41" fmla="*/ 2644 w 10000"/>
                      <a:gd name="connsiteY41" fmla="*/ 2553 h 10000"/>
                      <a:gd name="connsiteX42" fmla="*/ 2871 w 10000"/>
                      <a:gd name="connsiteY42" fmla="*/ 2553 h 10000"/>
                      <a:gd name="connsiteX43" fmla="*/ 2946 w 10000"/>
                      <a:gd name="connsiteY43" fmla="*/ 2553 h 10000"/>
                      <a:gd name="connsiteX44" fmla="*/ 2871 w 10000"/>
                      <a:gd name="connsiteY44" fmla="*/ 1897 h 10000"/>
                      <a:gd name="connsiteX45" fmla="*/ 2871 w 10000"/>
                      <a:gd name="connsiteY45" fmla="*/ 1678 h 10000"/>
                      <a:gd name="connsiteX46" fmla="*/ 2871 w 10000"/>
                      <a:gd name="connsiteY46" fmla="*/ 1532 h 10000"/>
                      <a:gd name="connsiteX47" fmla="*/ 2871 w 10000"/>
                      <a:gd name="connsiteY47" fmla="*/ 1241 h 10000"/>
                      <a:gd name="connsiteX48" fmla="*/ 2946 w 10000"/>
                      <a:gd name="connsiteY48" fmla="*/ 949 h 10000"/>
                      <a:gd name="connsiteX49" fmla="*/ 3021 w 10000"/>
                      <a:gd name="connsiteY49" fmla="*/ 657 h 10000"/>
                      <a:gd name="connsiteX50" fmla="*/ 3249 w 10000"/>
                      <a:gd name="connsiteY50" fmla="*/ 365 h 10000"/>
                      <a:gd name="connsiteX0" fmla="*/ 3249 w 10000"/>
                      <a:gd name="connsiteY0" fmla="*/ 0 h 9635"/>
                      <a:gd name="connsiteX1" fmla="*/ 6723 w 10000"/>
                      <a:gd name="connsiteY1" fmla="*/ 0 h 9635"/>
                      <a:gd name="connsiteX2" fmla="*/ 6874 w 10000"/>
                      <a:gd name="connsiteY2" fmla="*/ 292 h 9635"/>
                      <a:gd name="connsiteX3" fmla="*/ 7025 w 10000"/>
                      <a:gd name="connsiteY3" fmla="*/ 584 h 9635"/>
                      <a:gd name="connsiteX4" fmla="*/ 7100 w 10000"/>
                      <a:gd name="connsiteY4" fmla="*/ 876 h 9635"/>
                      <a:gd name="connsiteX5" fmla="*/ 7100 w 10000"/>
                      <a:gd name="connsiteY5" fmla="*/ 1167 h 9635"/>
                      <a:gd name="connsiteX6" fmla="*/ 7100 w 10000"/>
                      <a:gd name="connsiteY6" fmla="*/ 1313 h 9635"/>
                      <a:gd name="connsiteX7" fmla="*/ 7100 w 10000"/>
                      <a:gd name="connsiteY7" fmla="*/ 1532 h 9635"/>
                      <a:gd name="connsiteX8" fmla="*/ 7025 w 10000"/>
                      <a:gd name="connsiteY8" fmla="*/ 2188 h 9635"/>
                      <a:gd name="connsiteX9" fmla="*/ 7100 w 10000"/>
                      <a:gd name="connsiteY9" fmla="*/ 2188 h 9635"/>
                      <a:gd name="connsiteX10" fmla="*/ 7327 w 10000"/>
                      <a:gd name="connsiteY10" fmla="*/ 2188 h 9635"/>
                      <a:gd name="connsiteX11" fmla="*/ 7327 w 10000"/>
                      <a:gd name="connsiteY11" fmla="*/ 2408 h 9635"/>
                      <a:gd name="connsiteX12" fmla="*/ 7176 w 10000"/>
                      <a:gd name="connsiteY12" fmla="*/ 3429 h 9635"/>
                      <a:gd name="connsiteX13" fmla="*/ 7100 w 10000"/>
                      <a:gd name="connsiteY13" fmla="*/ 3648 h 9635"/>
                      <a:gd name="connsiteX14" fmla="*/ 7025 w 10000"/>
                      <a:gd name="connsiteY14" fmla="*/ 3648 h 9635"/>
                      <a:gd name="connsiteX15" fmla="*/ 6798 w 10000"/>
                      <a:gd name="connsiteY15" fmla="*/ 3648 h 9635"/>
                      <a:gd name="connsiteX16" fmla="*/ 6798 w 10000"/>
                      <a:gd name="connsiteY16" fmla="*/ 4305 h 9635"/>
                      <a:gd name="connsiteX17" fmla="*/ 6723 w 10000"/>
                      <a:gd name="connsiteY17" fmla="*/ 4451 h 9635"/>
                      <a:gd name="connsiteX18" fmla="*/ 6496 w 10000"/>
                      <a:gd name="connsiteY18" fmla="*/ 4669 h 9635"/>
                      <a:gd name="connsiteX19" fmla="*/ 6270 w 10000"/>
                      <a:gd name="connsiteY19" fmla="*/ 4888 h 9635"/>
                      <a:gd name="connsiteX20" fmla="*/ 6194 w 10000"/>
                      <a:gd name="connsiteY20" fmla="*/ 5617 h 9635"/>
                      <a:gd name="connsiteX21" fmla="*/ 9367 w 10000"/>
                      <a:gd name="connsiteY21" fmla="*/ 6493 h 9635"/>
                      <a:gd name="connsiteX22" fmla="*/ 9971 w 10000"/>
                      <a:gd name="connsiteY22" fmla="*/ 7441 h 9635"/>
                      <a:gd name="connsiteX23" fmla="*/ 9745 w 10000"/>
                      <a:gd name="connsiteY23" fmla="*/ 8609 h 9635"/>
                      <a:gd name="connsiteX24" fmla="*/ 9140 w 10000"/>
                      <a:gd name="connsiteY24" fmla="*/ 9265 h 9635"/>
                      <a:gd name="connsiteX25" fmla="*/ 4986 w 10000"/>
                      <a:gd name="connsiteY25" fmla="*/ 9630 h 9635"/>
                      <a:gd name="connsiteX26" fmla="*/ 756 w 10000"/>
                      <a:gd name="connsiteY26" fmla="*/ 9265 h 9635"/>
                      <a:gd name="connsiteX27" fmla="*/ 152 w 10000"/>
                      <a:gd name="connsiteY27" fmla="*/ 8609 h 9635"/>
                      <a:gd name="connsiteX28" fmla="*/ 0 w 10000"/>
                      <a:gd name="connsiteY28" fmla="*/ 7441 h 9635"/>
                      <a:gd name="connsiteX29" fmla="*/ 528 w 10000"/>
                      <a:gd name="connsiteY29" fmla="*/ 6493 h 9635"/>
                      <a:gd name="connsiteX30" fmla="*/ 3701 w 10000"/>
                      <a:gd name="connsiteY30" fmla="*/ 5617 h 9635"/>
                      <a:gd name="connsiteX31" fmla="*/ 3625 w 10000"/>
                      <a:gd name="connsiteY31" fmla="*/ 4888 h 9635"/>
                      <a:gd name="connsiteX32" fmla="*/ 3399 w 10000"/>
                      <a:gd name="connsiteY32" fmla="*/ 4669 h 9635"/>
                      <a:gd name="connsiteX33" fmla="*/ 3249 w 10000"/>
                      <a:gd name="connsiteY33" fmla="*/ 4451 h 9635"/>
                      <a:gd name="connsiteX34" fmla="*/ 3173 w 10000"/>
                      <a:gd name="connsiteY34" fmla="*/ 4305 h 9635"/>
                      <a:gd name="connsiteX35" fmla="*/ 3173 w 10000"/>
                      <a:gd name="connsiteY35" fmla="*/ 3648 h 9635"/>
                      <a:gd name="connsiteX36" fmla="*/ 2946 w 10000"/>
                      <a:gd name="connsiteY36" fmla="*/ 3648 h 9635"/>
                      <a:gd name="connsiteX37" fmla="*/ 2871 w 10000"/>
                      <a:gd name="connsiteY37" fmla="*/ 3648 h 9635"/>
                      <a:gd name="connsiteX38" fmla="*/ 2719 w 10000"/>
                      <a:gd name="connsiteY38" fmla="*/ 3429 h 9635"/>
                      <a:gd name="connsiteX39" fmla="*/ 2644 w 10000"/>
                      <a:gd name="connsiteY39" fmla="*/ 2408 h 9635"/>
                      <a:gd name="connsiteX40" fmla="*/ 2644 w 10000"/>
                      <a:gd name="connsiteY40" fmla="*/ 2188 h 9635"/>
                      <a:gd name="connsiteX41" fmla="*/ 2871 w 10000"/>
                      <a:gd name="connsiteY41" fmla="*/ 2188 h 9635"/>
                      <a:gd name="connsiteX42" fmla="*/ 2946 w 10000"/>
                      <a:gd name="connsiteY42" fmla="*/ 2188 h 9635"/>
                      <a:gd name="connsiteX43" fmla="*/ 2871 w 10000"/>
                      <a:gd name="connsiteY43" fmla="*/ 1532 h 9635"/>
                      <a:gd name="connsiteX44" fmla="*/ 2871 w 10000"/>
                      <a:gd name="connsiteY44" fmla="*/ 1313 h 9635"/>
                      <a:gd name="connsiteX45" fmla="*/ 2871 w 10000"/>
                      <a:gd name="connsiteY45" fmla="*/ 1167 h 9635"/>
                      <a:gd name="connsiteX46" fmla="*/ 2871 w 10000"/>
                      <a:gd name="connsiteY46" fmla="*/ 876 h 9635"/>
                      <a:gd name="connsiteX47" fmla="*/ 2946 w 10000"/>
                      <a:gd name="connsiteY47" fmla="*/ 584 h 9635"/>
                      <a:gd name="connsiteX48" fmla="*/ 3021 w 10000"/>
                      <a:gd name="connsiteY48" fmla="*/ 292 h 9635"/>
                      <a:gd name="connsiteX49" fmla="*/ 3249 w 10000"/>
                      <a:gd name="connsiteY49" fmla="*/ 0 h 9635"/>
                      <a:gd name="connsiteX0" fmla="*/ 3249 w 10000"/>
                      <a:gd name="connsiteY0" fmla="*/ 388 h 10388"/>
                      <a:gd name="connsiteX1" fmla="*/ 6723 w 10000"/>
                      <a:gd name="connsiteY1" fmla="*/ 388 h 10388"/>
                      <a:gd name="connsiteX2" fmla="*/ 6874 w 10000"/>
                      <a:gd name="connsiteY2" fmla="*/ 691 h 10388"/>
                      <a:gd name="connsiteX3" fmla="*/ 7025 w 10000"/>
                      <a:gd name="connsiteY3" fmla="*/ 994 h 10388"/>
                      <a:gd name="connsiteX4" fmla="*/ 7100 w 10000"/>
                      <a:gd name="connsiteY4" fmla="*/ 1297 h 10388"/>
                      <a:gd name="connsiteX5" fmla="*/ 7100 w 10000"/>
                      <a:gd name="connsiteY5" fmla="*/ 1599 h 10388"/>
                      <a:gd name="connsiteX6" fmla="*/ 7100 w 10000"/>
                      <a:gd name="connsiteY6" fmla="*/ 1751 h 10388"/>
                      <a:gd name="connsiteX7" fmla="*/ 7100 w 10000"/>
                      <a:gd name="connsiteY7" fmla="*/ 1978 h 10388"/>
                      <a:gd name="connsiteX8" fmla="*/ 7025 w 10000"/>
                      <a:gd name="connsiteY8" fmla="*/ 2659 h 10388"/>
                      <a:gd name="connsiteX9" fmla="*/ 7100 w 10000"/>
                      <a:gd name="connsiteY9" fmla="*/ 2659 h 10388"/>
                      <a:gd name="connsiteX10" fmla="*/ 7327 w 10000"/>
                      <a:gd name="connsiteY10" fmla="*/ 2659 h 10388"/>
                      <a:gd name="connsiteX11" fmla="*/ 7327 w 10000"/>
                      <a:gd name="connsiteY11" fmla="*/ 2887 h 10388"/>
                      <a:gd name="connsiteX12" fmla="*/ 7176 w 10000"/>
                      <a:gd name="connsiteY12" fmla="*/ 3947 h 10388"/>
                      <a:gd name="connsiteX13" fmla="*/ 7100 w 10000"/>
                      <a:gd name="connsiteY13" fmla="*/ 4174 h 10388"/>
                      <a:gd name="connsiteX14" fmla="*/ 7025 w 10000"/>
                      <a:gd name="connsiteY14" fmla="*/ 4174 h 10388"/>
                      <a:gd name="connsiteX15" fmla="*/ 6798 w 10000"/>
                      <a:gd name="connsiteY15" fmla="*/ 4174 h 10388"/>
                      <a:gd name="connsiteX16" fmla="*/ 6798 w 10000"/>
                      <a:gd name="connsiteY16" fmla="*/ 4856 h 10388"/>
                      <a:gd name="connsiteX17" fmla="*/ 6723 w 10000"/>
                      <a:gd name="connsiteY17" fmla="*/ 5008 h 10388"/>
                      <a:gd name="connsiteX18" fmla="*/ 6496 w 10000"/>
                      <a:gd name="connsiteY18" fmla="*/ 5234 h 10388"/>
                      <a:gd name="connsiteX19" fmla="*/ 6270 w 10000"/>
                      <a:gd name="connsiteY19" fmla="*/ 5461 h 10388"/>
                      <a:gd name="connsiteX20" fmla="*/ 6194 w 10000"/>
                      <a:gd name="connsiteY20" fmla="*/ 6218 h 10388"/>
                      <a:gd name="connsiteX21" fmla="*/ 9367 w 10000"/>
                      <a:gd name="connsiteY21" fmla="*/ 7127 h 10388"/>
                      <a:gd name="connsiteX22" fmla="*/ 9971 w 10000"/>
                      <a:gd name="connsiteY22" fmla="*/ 8111 h 10388"/>
                      <a:gd name="connsiteX23" fmla="*/ 9745 w 10000"/>
                      <a:gd name="connsiteY23" fmla="*/ 9323 h 10388"/>
                      <a:gd name="connsiteX24" fmla="*/ 9140 w 10000"/>
                      <a:gd name="connsiteY24" fmla="*/ 10004 h 10388"/>
                      <a:gd name="connsiteX25" fmla="*/ 4986 w 10000"/>
                      <a:gd name="connsiteY25" fmla="*/ 10383 h 10388"/>
                      <a:gd name="connsiteX26" fmla="*/ 756 w 10000"/>
                      <a:gd name="connsiteY26" fmla="*/ 10004 h 10388"/>
                      <a:gd name="connsiteX27" fmla="*/ 152 w 10000"/>
                      <a:gd name="connsiteY27" fmla="*/ 9323 h 10388"/>
                      <a:gd name="connsiteX28" fmla="*/ 0 w 10000"/>
                      <a:gd name="connsiteY28" fmla="*/ 8111 h 10388"/>
                      <a:gd name="connsiteX29" fmla="*/ 528 w 10000"/>
                      <a:gd name="connsiteY29" fmla="*/ 7127 h 10388"/>
                      <a:gd name="connsiteX30" fmla="*/ 3701 w 10000"/>
                      <a:gd name="connsiteY30" fmla="*/ 6218 h 10388"/>
                      <a:gd name="connsiteX31" fmla="*/ 3625 w 10000"/>
                      <a:gd name="connsiteY31" fmla="*/ 5461 h 10388"/>
                      <a:gd name="connsiteX32" fmla="*/ 3399 w 10000"/>
                      <a:gd name="connsiteY32" fmla="*/ 5234 h 10388"/>
                      <a:gd name="connsiteX33" fmla="*/ 3249 w 10000"/>
                      <a:gd name="connsiteY33" fmla="*/ 5008 h 10388"/>
                      <a:gd name="connsiteX34" fmla="*/ 3173 w 10000"/>
                      <a:gd name="connsiteY34" fmla="*/ 4856 h 10388"/>
                      <a:gd name="connsiteX35" fmla="*/ 3173 w 10000"/>
                      <a:gd name="connsiteY35" fmla="*/ 4174 h 10388"/>
                      <a:gd name="connsiteX36" fmla="*/ 2946 w 10000"/>
                      <a:gd name="connsiteY36" fmla="*/ 4174 h 10388"/>
                      <a:gd name="connsiteX37" fmla="*/ 2871 w 10000"/>
                      <a:gd name="connsiteY37" fmla="*/ 4174 h 10388"/>
                      <a:gd name="connsiteX38" fmla="*/ 2719 w 10000"/>
                      <a:gd name="connsiteY38" fmla="*/ 3947 h 10388"/>
                      <a:gd name="connsiteX39" fmla="*/ 2644 w 10000"/>
                      <a:gd name="connsiteY39" fmla="*/ 2887 h 10388"/>
                      <a:gd name="connsiteX40" fmla="*/ 2644 w 10000"/>
                      <a:gd name="connsiteY40" fmla="*/ 2659 h 10388"/>
                      <a:gd name="connsiteX41" fmla="*/ 2871 w 10000"/>
                      <a:gd name="connsiteY41" fmla="*/ 2659 h 10388"/>
                      <a:gd name="connsiteX42" fmla="*/ 2946 w 10000"/>
                      <a:gd name="connsiteY42" fmla="*/ 2659 h 10388"/>
                      <a:gd name="connsiteX43" fmla="*/ 2871 w 10000"/>
                      <a:gd name="connsiteY43" fmla="*/ 1978 h 10388"/>
                      <a:gd name="connsiteX44" fmla="*/ 2871 w 10000"/>
                      <a:gd name="connsiteY44" fmla="*/ 1751 h 10388"/>
                      <a:gd name="connsiteX45" fmla="*/ 2871 w 10000"/>
                      <a:gd name="connsiteY45" fmla="*/ 1599 h 10388"/>
                      <a:gd name="connsiteX46" fmla="*/ 2871 w 10000"/>
                      <a:gd name="connsiteY46" fmla="*/ 1297 h 10388"/>
                      <a:gd name="connsiteX47" fmla="*/ 2946 w 10000"/>
                      <a:gd name="connsiteY47" fmla="*/ 994 h 10388"/>
                      <a:gd name="connsiteX48" fmla="*/ 3021 w 10000"/>
                      <a:gd name="connsiteY48" fmla="*/ 691 h 10388"/>
                      <a:gd name="connsiteX49" fmla="*/ 3249 w 10000"/>
                      <a:gd name="connsiteY49" fmla="*/ 388 h 10388"/>
                      <a:gd name="connsiteX0" fmla="*/ 3249 w 10000"/>
                      <a:gd name="connsiteY0" fmla="*/ 526 h 10526"/>
                      <a:gd name="connsiteX1" fmla="*/ 6723 w 10000"/>
                      <a:gd name="connsiteY1" fmla="*/ 526 h 10526"/>
                      <a:gd name="connsiteX2" fmla="*/ 6874 w 10000"/>
                      <a:gd name="connsiteY2" fmla="*/ 829 h 10526"/>
                      <a:gd name="connsiteX3" fmla="*/ 7025 w 10000"/>
                      <a:gd name="connsiteY3" fmla="*/ 1132 h 10526"/>
                      <a:gd name="connsiteX4" fmla="*/ 7100 w 10000"/>
                      <a:gd name="connsiteY4" fmla="*/ 1435 h 10526"/>
                      <a:gd name="connsiteX5" fmla="*/ 7100 w 10000"/>
                      <a:gd name="connsiteY5" fmla="*/ 1737 h 10526"/>
                      <a:gd name="connsiteX6" fmla="*/ 7100 w 10000"/>
                      <a:gd name="connsiteY6" fmla="*/ 1889 h 10526"/>
                      <a:gd name="connsiteX7" fmla="*/ 7100 w 10000"/>
                      <a:gd name="connsiteY7" fmla="*/ 2116 h 10526"/>
                      <a:gd name="connsiteX8" fmla="*/ 7025 w 10000"/>
                      <a:gd name="connsiteY8" fmla="*/ 2797 h 10526"/>
                      <a:gd name="connsiteX9" fmla="*/ 7100 w 10000"/>
                      <a:gd name="connsiteY9" fmla="*/ 2797 h 10526"/>
                      <a:gd name="connsiteX10" fmla="*/ 7327 w 10000"/>
                      <a:gd name="connsiteY10" fmla="*/ 2797 h 10526"/>
                      <a:gd name="connsiteX11" fmla="*/ 7327 w 10000"/>
                      <a:gd name="connsiteY11" fmla="*/ 3025 h 10526"/>
                      <a:gd name="connsiteX12" fmla="*/ 7176 w 10000"/>
                      <a:gd name="connsiteY12" fmla="*/ 4085 h 10526"/>
                      <a:gd name="connsiteX13" fmla="*/ 7100 w 10000"/>
                      <a:gd name="connsiteY13" fmla="*/ 4312 h 10526"/>
                      <a:gd name="connsiteX14" fmla="*/ 7025 w 10000"/>
                      <a:gd name="connsiteY14" fmla="*/ 4312 h 10526"/>
                      <a:gd name="connsiteX15" fmla="*/ 6798 w 10000"/>
                      <a:gd name="connsiteY15" fmla="*/ 4312 h 10526"/>
                      <a:gd name="connsiteX16" fmla="*/ 6798 w 10000"/>
                      <a:gd name="connsiteY16" fmla="*/ 4994 h 10526"/>
                      <a:gd name="connsiteX17" fmla="*/ 6723 w 10000"/>
                      <a:gd name="connsiteY17" fmla="*/ 5146 h 10526"/>
                      <a:gd name="connsiteX18" fmla="*/ 6496 w 10000"/>
                      <a:gd name="connsiteY18" fmla="*/ 5372 h 10526"/>
                      <a:gd name="connsiteX19" fmla="*/ 6270 w 10000"/>
                      <a:gd name="connsiteY19" fmla="*/ 5599 h 10526"/>
                      <a:gd name="connsiteX20" fmla="*/ 6194 w 10000"/>
                      <a:gd name="connsiteY20" fmla="*/ 6356 h 10526"/>
                      <a:gd name="connsiteX21" fmla="*/ 9367 w 10000"/>
                      <a:gd name="connsiteY21" fmla="*/ 7265 h 10526"/>
                      <a:gd name="connsiteX22" fmla="*/ 9971 w 10000"/>
                      <a:gd name="connsiteY22" fmla="*/ 8249 h 10526"/>
                      <a:gd name="connsiteX23" fmla="*/ 9745 w 10000"/>
                      <a:gd name="connsiteY23" fmla="*/ 9461 h 10526"/>
                      <a:gd name="connsiteX24" fmla="*/ 9140 w 10000"/>
                      <a:gd name="connsiteY24" fmla="*/ 10142 h 10526"/>
                      <a:gd name="connsiteX25" fmla="*/ 4986 w 10000"/>
                      <a:gd name="connsiteY25" fmla="*/ 10521 h 10526"/>
                      <a:gd name="connsiteX26" fmla="*/ 756 w 10000"/>
                      <a:gd name="connsiteY26" fmla="*/ 10142 h 10526"/>
                      <a:gd name="connsiteX27" fmla="*/ 152 w 10000"/>
                      <a:gd name="connsiteY27" fmla="*/ 9461 h 10526"/>
                      <a:gd name="connsiteX28" fmla="*/ 0 w 10000"/>
                      <a:gd name="connsiteY28" fmla="*/ 8249 h 10526"/>
                      <a:gd name="connsiteX29" fmla="*/ 528 w 10000"/>
                      <a:gd name="connsiteY29" fmla="*/ 7265 h 10526"/>
                      <a:gd name="connsiteX30" fmla="*/ 3701 w 10000"/>
                      <a:gd name="connsiteY30" fmla="*/ 6356 h 10526"/>
                      <a:gd name="connsiteX31" fmla="*/ 3625 w 10000"/>
                      <a:gd name="connsiteY31" fmla="*/ 5599 h 10526"/>
                      <a:gd name="connsiteX32" fmla="*/ 3399 w 10000"/>
                      <a:gd name="connsiteY32" fmla="*/ 5372 h 10526"/>
                      <a:gd name="connsiteX33" fmla="*/ 3249 w 10000"/>
                      <a:gd name="connsiteY33" fmla="*/ 5146 h 10526"/>
                      <a:gd name="connsiteX34" fmla="*/ 3173 w 10000"/>
                      <a:gd name="connsiteY34" fmla="*/ 4994 h 10526"/>
                      <a:gd name="connsiteX35" fmla="*/ 3173 w 10000"/>
                      <a:gd name="connsiteY35" fmla="*/ 4312 h 10526"/>
                      <a:gd name="connsiteX36" fmla="*/ 2946 w 10000"/>
                      <a:gd name="connsiteY36" fmla="*/ 4312 h 10526"/>
                      <a:gd name="connsiteX37" fmla="*/ 2871 w 10000"/>
                      <a:gd name="connsiteY37" fmla="*/ 4312 h 10526"/>
                      <a:gd name="connsiteX38" fmla="*/ 2719 w 10000"/>
                      <a:gd name="connsiteY38" fmla="*/ 4085 h 10526"/>
                      <a:gd name="connsiteX39" fmla="*/ 2644 w 10000"/>
                      <a:gd name="connsiteY39" fmla="*/ 3025 h 10526"/>
                      <a:gd name="connsiteX40" fmla="*/ 2644 w 10000"/>
                      <a:gd name="connsiteY40" fmla="*/ 2797 h 10526"/>
                      <a:gd name="connsiteX41" fmla="*/ 2871 w 10000"/>
                      <a:gd name="connsiteY41" fmla="*/ 2797 h 10526"/>
                      <a:gd name="connsiteX42" fmla="*/ 2946 w 10000"/>
                      <a:gd name="connsiteY42" fmla="*/ 2797 h 10526"/>
                      <a:gd name="connsiteX43" fmla="*/ 2871 w 10000"/>
                      <a:gd name="connsiteY43" fmla="*/ 2116 h 10526"/>
                      <a:gd name="connsiteX44" fmla="*/ 2871 w 10000"/>
                      <a:gd name="connsiteY44" fmla="*/ 1889 h 10526"/>
                      <a:gd name="connsiteX45" fmla="*/ 2871 w 10000"/>
                      <a:gd name="connsiteY45" fmla="*/ 1737 h 10526"/>
                      <a:gd name="connsiteX46" fmla="*/ 2871 w 10000"/>
                      <a:gd name="connsiteY46" fmla="*/ 1435 h 10526"/>
                      <a:gd name="connsiteX47" fmla="*/ 2946 w 10000"/>
                      <a:gd name="connsiteY47" fmla="*/ 1132 h 10526"/>
                      <a:gd name="connsiteX48" fmla="*/ 3021 w 10000"/>
                      <a:gd name="connsiteY48" fmla="*/ 829 h 10526"/>
                      <a:gd name="connsiteX49" fmla="*/ 3249 w 10000"/>
                      <a:gd name="connsiteY49" fmla="*/ 526 h 10526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6874 w 10000"/>
                      <a:gd name="connsiteY2" fmla="*/ 867 h 10564"/>
                      <a:gd name="connsiteX3" fmla="*/ 7025 w 10000"/>
                      <a:gd name="connsiteY3" fmla="*/ 1170 h 10564"/>
                      <a:gd name="connsiteX4" fmla="*/ 7100 w 10000"/>
                      <a:gd name="connsiteY4" fmla="*/ 1473 h 10564"/>
                      <a:gd name="connsiteX5" fmla="*/ 7100 w 10000"/>
                      <a:gd name="connsiteY5" fmla="*/ 1775 h 10564"/>
                      <a:gd name="connsiteX6" fmla="*/ 7100 w 10000"/>
                      <a:gd name="connsiteY6" fmla="*/ 1927 h 10564"/>
                      <a:gd name="connsiteX7" fmla="*/ 7100 w 10000"/>
                      <a:gd name="connsiteY7" fmla="*/ 2154 h 10564"/>
                      <a:gd name="connsiteX8" fmla="*/ 7025 w 10000"/>
                      <a:gd name="connsiteY8" fmla="*/ 2835 h 10564"/>
                      <a:gd name="connsiteX9" fmla="*/ 7100 w 10000"/>
                      <a:gd name="connsiteY9" fmla="*/ 2835 h 10564"/>
                      <a:gd name="connsiteX10" fmla="*/ 7327 w 10000"/>
                      <a:gd name="connsiteY10" fmla="*/ 2835 h 10564"/>
                      <a:gd name="connsiteX11" fmla="*/ 7327 w 10000"/>
                      <a:gd name="connsiteY11" fmla="*/ 3063 h 10564"/>
                      <a:gd name="connsiteX12" fmla="*/ 7176 w 10000"/>
                      <a:gd name="connsiteY12" fmla="*/ 4123 h 10564"/>
                      <a:gd name="connsiteX13" fmla="*/ 7100 w 10000"/>
                      <a:gd name="connsiteY13" fmla="*/ 4350 h 10564"/>
                      <a:gd name="connsiteX14" fmla="*/ 7025 w 10000"/>
                      <a:gd name="connsiteY14" fmla="*/ 4350 h 10564"/>
                      <a:gd name="connsiteX15" fmla="*/ 6798 w 10000"/>
                      <a:gd name="connsiteY15" fmla="*/ 4350 h 10564"/>
                      <a:gd name="connsiteX16" fmla="*/ 6798 w 10000"/>
                      <a:gd name="connsiteY16" fmla="*/ 5032 h 10564"/>
                      <a:gd name="connsiteX17" fmla="*/ 6723 w 10000"/>
                      <a:gd name="connsiteY17" fmla="*/ 5184 h 10564"/>
                      <a:gd name="connsiteX18" fmla="*/ 6496 w 10000"/>
                      <a:gd name="connsiteY18" fmla="*/ 5410 h 10564"/>
                      <a:gd name="connsiteX19" fmla="*/ 6270 w 10000"/>
                      <a:gd name="connsiteY19" fmla="*/ 5637 h 10564"/>
                      <a:gd name="connsiteX20" fmla="*/ 6194 w 10000"/>
                      <a:gd name="connsiteY20" fmla="*/ 6394 h 10564"/>
                      <a:gd name="connsiteX21" fmla="*/ 9367 w 10000"/>
                      <a:gd name="connsiteY21" fmla="*/ 7303 h 10564"/>
                      <a:gd name="connsiteX22" fmla="*/ 9971 w 10000"/>
                      <a:gd name="connsiteY22" fmla="*/ 8287 h 10564"/>
                      <a:gd name="connsiteX23" fmla="*/ 9745 w 10000"/>
                      <a:gd name="connsiteY23" fmla="*/ 9499 h 10564"/>
                      <a:gd name="connsiteX24" fmla="*/ 9140 w 10000"/>
                      <a:gd name="connsiteY24" fmla="*/ 10180 h 10564"/>
                      <a:gd name="connsiteX25" fmla="*/ 4986 w 10000"/>
                      <a:gd name="connsiteY25" fmla="*/ 10559 h 10564"/>
                      <a:gd name="connsiteX26" fmla="*/ 756 w 10000"/>
                      <a:gd name="connsiteY26" fmla="*/ 10180 h 10564"/>
                      <a:gd name="connsiteX27" fmla="*/ 152 w 10000"/>
                      <a:gd name="connsiteY27" fmla="*/ 9499 h 10564"/>
                      <a:gd name="connsiteX28" fmla="*/ 0 w 10000"/>
                      <a:gd name="connsiteY28" fmla="*/ 8287 h 10564"/>
                      <a:gd name="connsiteX29" fmla="*/ 528 w 10000"/>
                      <a:gd name="connsiteY29" fmla="*/ 7303 h 10564"/>
                      <a:gd name="connsiteX30" fmla="*/ 3701 w 10000"/>
                      <a:gd name="connsiteY30" fmla="*/ 6394 h 10564"/>
                      <a:gd name="connsiteX31" fmla="*/ 3625 w 10000"/>
                      <a:gd name="connsiteY31" fmla="*/ 5637 h 10564"/>
                      <a:gd name="connsiteX32" fmla="*/ 3399 w 10000"/>
                      <a:gd name="connsiteY32" fmla="*/ 5410 h 10564"/>
                      <a:gd name="connsiteX33" fmla="*/ 3249 w 10000"/>
                      <a:gd name="connsiteY33" fmla="*/ 5184 h 10564"/>
                      <a:gd name="connsiteX34" fmla="*/ 3173 w 10000"/>
                      <a:gd name="connsiteY34" fmla="*/ 5032 h 10564"/>
                      <a:gd name="connsiteX35" fmla="*/ 3173 w 10000"/>
                      <a:gd name="connsiteY35" fmla="*/ 4350 h 10564"/>
                      <a:gd name="connsiteX36" fmla="*/ 2946 w 10000"/>
                      <a:gd name="connsiteY36" fmla="*/ 4350 h 10564"/>
                      <a:gd name="connsiteX37" fmla="*/ 2871 w 10000"/>
                      <a:gd name="connsiteY37" fmla="*/ 4350 h 10564"/>
                      <a:gd name="connsiteX38" fmla="*/ 2719 w 10000"/>
                      <a:gd name="connsiteY38" fmla="*/ 4123 h 10564"/>
                      <a:gd name="connsiteX39" fmla="*/ 2644 w 10000"/>
                      <a:gd name="connsiteY39" fmla="*/ 3063 h 10564"/>
                      <a:gd name="connsiteX40" fmla="*/ 2644 w 10000"/>
                      <a:gd name="connsiteY40" fmla="*/ 2835 h 10564"/>
                      <a:gd name="connsiteX41" fmla="*/ 2871 w 10000"/>
                      <a:gd name="connsiteY41" fmla="*/ 2835 h 10564"/>
                      <a:gd name="connsiteX42" fmla="*/ 2946 w 10000"/>
                      <a:gd name="connsiteY42" fmla="*/ 2835 h 10564"/>
                      <a:gd name="connsiteX43" fmla="*/ 2871 w 10000"/>
                      <a:gd name="connsiteY43" fmla="*/ 2154 h 10564"/>
                      <a:gd name="connsiteX44" fmla="*/ 2871 w 10000"/>
                      <a:gd name="connsiteY44" fmla="*/ 1927 h 10564"/>
                      <a:gd name="connsiteX45" fmla="*/ 2871 w 10000"/>
                      <a:gd name="connsiteY45" fmla="*/ 1775 h 10564"/>
                      <a:gd name="connsiteX46" fmla="*/ 2871 w 10000"/>
                      <a:gd name="connsiteY46" fmla="*/ 1473 h 10564"/>
                      <a:gd name="connsiteX47" fmla="*/ 2946 w 10000"/>
                      <a:gd name="connsiteY47" fmla="*/ 1170 h 10564"/>
                      <a:gd name="connsiteX48" fmla="*/ 3021 w 10000"/>
                      <a:gd name="connsiteY48" fmla="*/ 867 h 10564"/>
                      <a:gd name="connsiteX49" fmla="*/ 3249 w 10000"/>
                      <a:gd name="connsiteY49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1170 h 10564"/>
                      <a:gd name="connsiteX3" fmla="*/ 7100 w 10000"/>
                      <a:gd name="connsiteY3" fmla="*/ 1473 h 10564"/>
                      <a:gd name="connsiteX4" fmla="*/ 7100 w 10000"/>
                      <a:gd name="connsiteY4" fmla="*/ 1775 h 10564"/>
                      <a:gd name="connsiteX5" fmla="*/ 7100 w 10000"/>
                      <a:gd name="connsiteY5" fmla="*/ 1927 h 10564"/>
                      <a:gd name="connsiteX6" fmla="*/ 7100 w 10000"/>
                      <a:gd name="connsiteY6" fmla="*/ 2154 h 10564"/>
                      <a:gd name="connsiteX7" fmla="*/ 7025 w 10000"/>
                      <a:gd name="connsiteY7" fmla="*/ 2835 h 10564"/>
                      <a:gd name="connsiteX8" fmla="*/ 7100 w 10000"/>
                      <a:gd name="connsiteY8" fmla="*/ 2835 h 10564"/>
                      <a:gd name="connsiteX9" fmla="*/ 7327 w 10000"/>
                      <a:gd name="connsiteY9" fmla="*/ 2835 h 10564"/>
                      <a:gd name="connsiteX10" fmla="*/ 7327 w 10000"/>
                      <a:gd name="connsiteY10" fmla="*/ 3063 h 10564"/>
                      <a:gd name="connsiteX11" fmla="*/ 7176 w 10000"/>
                      <a:gd name="connsiteY11" fmla="*/ 4123 h 10564"/>
                      <a:gd name="connsiteX12" fmla="*/ 7100 w 10000"/>
                      <a:gd name="connsiteY12" fmla="*/ 4350 h 10564"/>
                      <a:gd name="connsiteX13" fmla="*/ 7025 w 10000"/>
                      <a:gd name="connsiteY13" fmla="*/ 4350 h 10564"/>
                      <a:gd name="connsiteX14" fmla="*/ 6798 w 10000"/>
                      <a:gd name="connsiteY14" fmla="*/ 4350 h 10564"/>
                      <a:gd name="connsiteX15" fmla="*/ 6798 w 10000"/>
                      <a:gd name="connsiteY15" fmla="*/ 5032 h 10564"/>
                      <a:gd name="connsiteX16" fmla="*/ 6723 w 10000"/>
                      <a:gd name="connsiteY16" fmla="*/ 5184 h 10564"/>
                      <a:gd name="connsiteX17" fmla="*/ 6496 w 10000"/>
                      <a:gd name="connsiteY17" fmla="*/ 5410 h 10564"/>
                      <a:gd name="connsiteX18" fmla="*/ 6270 w 10000"/>
                      <a:gd name="connsiteY18" fmla="*/ 5637 h 10564"/>
                      <a:gd name="connsiteX19" fmla="*/ 6194 w 10000"/>
                      <a:gd name="connsiteY19" fmla="*/ 6394 h 10564"/>
                      <a:gd name="connsiteX20" fmla="*/ 9367 w 10000"/>
                      <a:gd name="connsiteY20" fmla="*/ 7303 h 10564"/>
                      <a:gd name="connsiteX21" fmla="*/ 9971 w 10000"/>
                      <a:gd name="connsiteY21" fmla="*/ 8287 h 10564"/>
                      <a:gd name="connsiteX22" fmla="*/ 9745 w 10000"/>
                      <a:gd name="connsiteY22" fmla="*/ 9499 h 10564"/>
                      <a:gd name="connsiteX23" fmla="*/ 9140 w 10000"/>
                      <a:gd name="connsiteY23" fmla="*/ 10180 h 10564"/>
                      <a:gd name="connsiteX24" fmla="*/ 4986 w 10000"/>
                      <a:gd name="connsiteY24" fmla="*/ 10559 h 10564"/>
                      <a:gd name="connsiteX25" fmla="*/ 756 w 10000"/>
                      <a:gd name="connsiteY25" fmla="*/ 10180 h 10564"/>
                      <a:gd name="connsiteX26" fmla="*/ 152 w 10000"/>
                      <a:gd name="connsiteY26" fmla="*/ 9499 h 10564"/>
                      <a:gd name="connsiteX27" fmla="*/ 0 w 10000"/>
                      <a:gd name="connsiteY27" fmla="*/ 8287 h 10564"/>
                      <a:gd name="connsiteX28" fmla="*/ 528 w 10000"/>
                      <a:gd name="connsiteY28" fmla="*/ 7303 h 10564"/>
                      <a:gd name="connsiteX29" fmla="*/ 3701 w 10000"/>
                      <a:gd name="connsiteY29" fmla="*/ 6394 h 10564"/>
                      <a:gd name="connsiteX30" fmla="*/ 3625 w 10000"/>
                      <a:gd name="connsiteY30" fmla="*/ 5637 h 10564"/>
                      <a:gd name="connsiteX31" fmla="*/ 3399 w 10000"/>
                      <a:gd name="connsiteY31" fmla="*/ 5410 h 10564"/>
                      <a:gd name="connsiteX32" fmla="*/ 3249 w 10000"/>
                      <a:gd name="connsiteY32" fmla="*/ 5184 h 10564"/>
                      <a:gd name="connsiteX33" fmla="*/ 3173 w 10000"/>
                      <a:gd name="connsiteY33" fmla="*/ 5032 h 10564"/>
                      <a:gd name="connsiteX34" fmla="*/ 3173 w 10000"/>
                      <a:gd name="connsiteY34" fmla="*/ 4350 h 10564"/>
                      <a:gd name="connsiteX35" fmla="*/ 2946 w 10000"/>
                      <a:gd name="connsiteY35" fmla="*/ 4350 h 10564"/>
                      <a:gd name="connsiteX36" fmla="*/ 2871 w 10000"/>
                      <a:gd name="connsiteY36" fmla="*/ 4350 h 10564"/>
                      <a:gd name="connsiteX37" fmla="*/ 2719 w 10000"/>
                      <a:gd name="connsiteY37" fmla="*/ 4123 h 10564"/>
                      <a:gd name="connsiteX38" fmla="*/ 2644 w 10000"/>
                      <a:gd name="connsiteY38" fmla="*/ 3063 h 10564"/>
                      <a:gd name="connsiteX39" fmla="*/ 2644 w 10000"/>
                      <a:gd name="connsiteY39" fmla="*/ 2835 h 10564"/>
                      <a:gd name="connsiteX40" fmla="*/ 2871 w 10000"/>
                      <a:gd name="connsiteY40" fmla="*/ 2835 h 10564"/>
                      <a:gd name="connsiteX41" fmla="*/ 2946 w 10000"/>
                      <a:gd name="connsiteY41" fmla="*/ 2835 h 10564"/>
                      <a:gd name="connsiteX42" fmla="*/ 2871 w 10000"/>
                      <a:gd name="connsiteY42" fmla="*/ 2154 h 10564"/>
                      <a:gd name="connsiteX43" fmla="*/ 2871 w 10000"/>
                      <a:gd name="connsiteY43" fmla="*/ 1927 h 10564"/>
                      <a:gd name="connsiteX44" fmla="*/ 2871 w 10000"/>
                      <a:gd name="connsiteY44" fmla="*/ 1775 h 10564"/>
                      <a:gd name="connsiteX45" fmla="*/ 2871 w 10000"/>
                      <a:gd name="connsiteY45" fmla="*/ 1473 h 10564"/>
                      <a:gd name="connsiteX46" fmla="*/ 2946 w 10000"/>
                      <a:gd name="connsiteY46" fmla="*/ 1170 h 10564"/>
                      <a:gd name="connsiteX47" fmla="*/ 3021 w 10000"/>
                      <a:gd name="connsiteY47" fmla="*/ 867 h 10564"/>
                      <a:gd name="connsiteX48" fmla="*/ 3249 w 10000"/>
                      <a:gd name="connsiteY48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100 w 10000"/>
                      <a:gd name="connsiteY2" fmla="*/ 1473 h 10564"/>
                      <a:gd name="connsiteX3" fmla="*/ 7100 w 10000"/>
                      <a:gd name="connsiteY3" fmla="*/ 1775 h 10564"/>
                      <a:gd name="connsiteX4" fmla="*/ 7100 w 10000"/>
                      <a:gd name="connsiteY4" fmla="*/ 1927 h 10564"/>
                      <a:gd name="connsiteX5" fmla="*/ 7100 w 10000"/>
                      <a:gd name="connsiteY5" fmla="*/ 2154 h 10564"/>
                      <a:gd name="connsiteX6" fmla="*/ 7025 w 10000"/>
                      <a:gd name="connsiteY6" fmla="*/ 2835 h 10564"/>
                      <a:gd name="connsiteX7" fmla="*/ 7100 w 10000"/>
                      <a:gd name="connsiteY7" fmla="*/ 2835 h 10564"/>
                      <a:gd name="connsiteX8" fmla="*/ 7327 w 10000"/>
                      <a:gd name="connsiteY8" fmla="*/ 2835 h 10564"/>
                      <a:gd name="connsiteX9" fmla="*/ 7327 w 10000"/>
                      <a:gd name="connsiteY9" fmla="*/ 3063 h 10564"/>
                      <a:gd name="connsiteX10" fmla="*/ 7176 w 10000"/>
                      <a:gd name="connsiteY10" fmla="*/ 4123 h 10564"/>
                      <a:gd name="connsiteX11" fmla="*/ 7100 w 10000"/>
                      <a:gd name="connsiteY11" fmla="*/ 4350 h 10564"/>
                      <a:gd name="connsiteX12" fmla="*/ 7025 w 10000"/>
                      <a:gd name="connsiteY12" fmla="*/ 4350 h 10564"/>
                      <a:gd name="connsiteX13" fmla="*/ 6798 w 10000"/>
                      <a:gd name="connsiteY13" fmla="*/ 4350 h 10564"/>
                      <a:gd name="connsiteX14" fmla="*/ 6798 w 10000"/>
                      <a:gd name="connsiteY14" fmla="*/ 5032 h 10564"/>
                      <a:gd name="connsiteX15" fmla="*/ 6723 w 10000"/>
                      <a:gd name="connsiteY15" fmla="*/ 5184 h 10564"/>
                      <a:gd name="connsiteX16" fmla="*/ 6496 w 10000"/>
                      <a:gd name="connsiteY16" fmla="*/ 5410 h 10564"/>
                      <a:gd name="connsiteX17" fmla="*/ 6270 w 10000"/>
                      <a:gd name="connsiteY17" fmla="*/ 5637 h 10564"/>
                      <a:gd name="connsiteX18" fmla="*/ 6194 w 10000"/>
                      <a:gd name="connsiteY18" fmla="*/ 6394 h 10564"/>
                      <a:gd name="connsiteX19" fmla="*/ 9367 w 10000"/>
                      <a:gd name="connsiteY19" fmla="*/ 7303 h 10564"/>
                      <a:gd name="connsiteX20" fmla="*/ 9971 w 10000"/>
                      <a:gd name="connsiteY20" fmla="*/ 8287 h 10564"/>
                      <a:gd name="connsiteX21" fmla="*/ 9745 w 10000"/>
                      <a:gd name="connsiteY21" fmla="*/ 9499 h 10564"/>
                      <a:gd name="connsiteX22" fmla="*/ 9140 w 10000"/>
                      <a:gd name="connsiteY22" fmla="*/ 10180 h 10564"/>
                      <a:gd name="connsiteX23" fmla="*/ 4986 w 10000"/>
                      <a:gd name="connsiteY23" fmla="*/ 10559 h 10564"/>
                      <a:gd name="connsiteX24" fmla="*/ 756 w 10000"/>
                      <a:gd name="connsiteY24" fmla="*/ 10180 h 10564"/>
                      <a:gd name="connsiteX25" fmla="*/ 152 w 10000"/>
                      <a:gd name="connsiteY25" fmla="*/ 9499 h 10564"/>
                      <a:gd name="connsiteX26" fmla="*/ 0 w 10000"/>
                      <a:gd name="connsiteY26" fmla="*/ 8287 h 10564"/>
                      <a:gd name="connsiteX27" fmla="*/ 528 w 10000"/>
                      <a:gd name="connsiteY27" fmla="*/ 7303 h 10564"/>
                      <a:gd name="connsiteX28" fmla="*/ 3701 w 10000"/>
                      <a:gd name="connsiteY28" fmla="*/ 6394 h 10564"/>
                      <a:gd name="connsiteX29" fmla="*/ 3625 w 10000"/>
                      <a:gd name="connsiteY29" fmla="*/ 5637 h 10564"/>
                      <a:gd name="connsiteX30" fmla="*/ 3399 w 10000"/>
                      <a:gd name="connsiteY30" fmla="*/ 5410 h 10564"/>
                      <a:gd name="connsiteX31" fmla="*/ 3249 w 10000"/>
                      <a:gd name="connsiteY31" fmla="*/ 5184 h 10564"/>
                      <a:gd name="connsiteX32" fmla="*/ 3173 w 10000"/>
                      <a:gd name="connsiteY32" fmla="*/ 5032 h 10564"/>
                      <a:gd name="connsiteX33" fmla="*/ 3173 w 10000"/>
                      <a:gd name="connsiteY33" fmla="*/ 4350 h 10564"/>
                      <a:gd name="connsiteX34" fmla="*/ 2946 w 10000"/>
                      <a:gd name="connsiteY34" fmla="*/ 4350 h 10564"/>
                      <a:gd name="connsiteX35" fmla="*/ 2871 w 10000"/>
                      <a:gd name="connsiteY35" fmla="*/ 4350 h 10564"/>
                      <a:gd name="connsiteX36" fmla="*/ 2719 w 10000"/>
                      <a:gd name="connsiteY36" fmla="*/ 4123 h 10564"/>
                      <a:gd name="connsiteX37" fmla="*/ 2644 w 10000"/>
                      <a:gd name="connsiteY37" fmla="*/ 3063 h 10564"/>
                      <a:gd name="connsiteX38" fmla="*/ 2644 w 10000"/>
                      <a:gd name="connsiteY38" fmla="*/ 2835 h 10564"/>
                      <a:gd name="connsiteX39" fmla="*/ 2871 w 10000"/>
                      <a:gd name="connsiteY39" fmla="*/ 2835 h 10564"/>
                      <a:gd name="connsiteX40" fmla="*/ 2946 w 10000"/>
                      <a:gd name="connsiteY40" fmla="*/ 2835 h 10564"/>
                      <a:gd name="connsiteX41" fmla="*/ 2871 w 10000"/>
                      <a:gd name="connsiteY41" fmla="*/ 2154 h 10564"/>
                      <a:gd name="connsiteX42" fmla="*/ 2871 w 10000"/>
                      <a:gd name="connsiteY42" fmla="*/ 1927 h 10564"/>
                      <a:gd name="connsiteX43" fmla="*/ 2871 w 10000"/>
                      <a:gd name="connsiteY43" fmla="*/ 1775 h 10564"/>
                      <a:gd name="connsiteX44" fmla="*/ 2871 w 10000"/>
                      <a:gd name="connsiteY44" fmla="*/ 1473 h 10564"/>
                      <a:gd name="connsiteX45" fmla="*/ 2946 w 10000"/>
                      <a:gd name="connsiteY45" fmla="*/ 1170 h 10564"/>
                      <a:gd name="connsiteX46" fmla="*/ 3021 w 10000"/>
                      <a:gd name="connsiteY46" fmla="*/ 867 h 10564"/>
                      <a:gd name="connsiteX47" fmla="*/ 3249 w 10000"/>
                      <a:gd name="connsiteY47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100 w 10000"/>
                      <a:gd name="connsiteY2" fmla="*/ 1775 h 10564"/>
                      <a:gd name="connsiteX3" fmla="*/ 7100 w 10000"/>
                      <a:gd name="connsiteY3" fmla="*/ 1927 h 10564"/>
                      <a:gd name="connsiteX4" fmla="*/ 7100 w 10000"/>
                      <a:gd name="connsiteY4" fmla="*/ 2154 h 10564"/>
                      <a:gd name="connsiteX5" fmla="*/ 7025 w 10000"/>
                      <a:gd name="connsiteY5" fmla="*/ 2835 h 10564"/>
                      <a:gd name="connsiteX6" fmla="*/ 7100 w 10000"/>
                      <a:gd name="connsiteY6" fmla="*/ 2835 h 10564"/>
                      <a:gd name="connsiteX7" fmla="*/ 7327 w 10000"/>
                      <a:gd name="connsiteY7" fmla="*/ 2835 h 10564"/>
                      <a:gd name="connsiteX8" fmla="*/ 7327 w 10000"/>
                      <a:gd name="connsiteY8" fmla="*/ 3063 h 10564"/>
                      <a:gd name="connsiteX9" fmla="*/ 7176 w 10000"/>
                      <a:gd name="connsiteY9" fmla="*/ 4123 h 10564"/>
                      <a:gd name="connsiteX10" fmla="*/ 7100 w 10000"/>
                      <a:gd name="connsiteY10" fmla="*/ 4350 h 10564"/>
                      <a:gd name="connsiteX11" fmla="*/ 7025 w 10000"/>
                      <a:gd name="connsiteY11" fmla="*/ 4350 h 10564"/>
                      <a:gd name="connsiteX12" fmla="*/ 6798 w 10000"/>
                      <a:gd name="connsiteY12" fmla="*/ 4350 h 10564"/>
                      <a:gd name="connsiteX13" fmla="*/ 6798 w 10000"/>
                      <a:gd name="connsiteY13" fmla="*/ 5032 h 10564"/>
                      <a:gd name="connsiteX14" fmla="*/ 6723 w 10000"/>
                      <a:gd name="connsiteY14" fmla="*/ 5184 h 10564"/>
                      <a:gd name="connsiteX15" fmla="*/ 6496 w 10000"/>
                      <a:gd name="connsiteY15" fmla="*/ 5410 h 10564"/>
                      <a:gd name="connsiteX16" fmla="*/ 6270 w 10000"/>
                      <a:gd name="connsiteY16" fmla="*/ 5637 h 10564"/>
                      <a:gd name="connsiteX17" fmla="*/ 6194 w 10000"/>
                      <a:gd name="connsiteY17" fmla="*/ 6394 h 10564"/>
                      <a:gd name="connsiteX18" fmla="*/ 9367 w 10000"/>
                      <a:gd name="connsiteY18" fmla="*/ 7303 h 10564"/>
                      <a:gd name="connsiteX19" fmla="*/ 9971 w 10000"/>
                      <a:gd name="connsiteY19" fmla="*/ 8287 h 10564"/>
                      <a:gd name="connsiteX20" fmla="*/ 9745 w 10000"/>
                      <a:gd name="connsiteY20" fmla="*/ 9499 h 10564"/>
                      <a:gd name="connsiteX21" fmla="*/ 9140 w 10000"/>
                      <a:gd name="connsiteY21" fmla="*/ 10180 h 10564"/>
                      <a:gd name="connsiteX22" fmla="*/ 4986 w 10000"/>
                      <a:gd name="connsiteY22" fmla="*/ 10559 h 10564"/>
                      <a:gd name="connsiteX23" fmla="*/ 756 w 10000"/>
                      <a:gd name="connsiteY23" fmla="*/ 10180 h 10564"/>
                      <a:gd name="connsiteX24" fmla="*/ 152 w 10000"/>
                      <a:gd name="connsiteY24" fmla="*/ 9499 h 10564"/>
                      <a:gd name="connsiteX25" fmla="*/ 0 w 10000"/>
                      <a:gd name="connsiteY25" fmla="*/ 8287 h 10564"/>
                      <a:gd name="connsiteX26" fmla="*/ 528 w 10000"/>
                      <a:gd name="connsiteY26" fmla="*/ 7303 h 10564"/>
                      <a:gd name="connsiteX27" fmla="*/ 3701 w 10000"/>
                      <a:gd name="connsiteY27" fmla="*/ 6394 h 10564"/>
                      <a:gd name="connsiteX28" fmla="*/ 3625 w 10000"/>
                      <a:gd name="connsiteY28" fmla="*/ 5637 h 10564"/>
                      <a:gd name="connsiteX29" fmla="*/ 3399 w 10000"/>
                      <a:gd name="connsiteY29" fmla="*/ 5410 h 10564"/>
                      <a:gd name="connsiteX30" fmla="*/ 3249 w 10000"/>
                      <a:gd name="connsiteY30" fmla="*/ 5184 h 10564"/>
                      <a:gd name="connsiteX31" fmla="*/ 3173 w 10000"/>
                      <a:gd name="connsiteY31" fmla="*/ 5032 h 10564"/>
                      <a:gd name="connsiteX32" fmla="*/ 3173 w 10000"/>
                      <a:gd name="connsiteY32" fmla="*/ 4350 h 10564"/>
                      <a:gd name="connsiteX33" fmla="*/ 2946 w 10000"/>
                      <a:gd name="connsiteY33" fmla="*/ 4350 h 10564"/>
                      <a:gd name="connsiteX34" fmla="*/ 2871 w 10000"/>
                      <a:gd name="connsiteY34" fmla="*/ 4350 h 10564"/>
                      <a:gd name="connsiteX35" fmla="*/ 2719 w 10000"/>
                      <a:gd name="connsiteY35" fmla="*/ 4123 h 10564"/>
                      <a:gd name="connsiteX36" fmla="*/ 2644 w 10000"/>
                      <a:gd name="connsiteY36" fmla="*/ 3063 h 10564"/>
                      <a:gd name="connsiteX37" fmla="*/ 2644 w 10000"/>
                      <a:gd name="connsiteY37" fmla="*/ 2835 h 10564"/>
                      <a:gd name="connsiteX38" fmla="*/ 2871 w 10000"/>
                      <a:gd name="connsiteY38" fmla="*/ 2835 h 10564"/>
                      <a:gd name="connsiteX39" fmla="*/ 2946 w 10000"/>
                      <a:gd name="connsiteY39" fmla="*/ 2835 h 10564"/>
                      <a:gd name="connsiteX40" fmla="*/ 2871 w 10000"/>
                      <a:gd name="connsiteY40" fmla="*/ 2154 h 10564"/>
                      <a:gd name="connsiteX41" fmla="*/ 2871 w 10000"/>
                      <a:gd name="connsiteY41" fmla="*/ 1927 h 10564"/>
                      <a:gd name="connsiteX42" fmla="*/ 2871 w 10000"/>
                      <a:gd name="connsiteY42" fmla="*/ 1775 h 10564"/>
                      <a:gd name="connsiteX43" fmla="*/ 2871 w 10000"/>
                      <a:gd name="connsiteY43" fmla="*/ 1473 h 10564"/>
                      <a:gd name="connsiteX44" fmla="*/ 2946 w 10000"/>
                      <a:gd name="connsiteY44" fmla="*/ 1170 h 10564"/>
                      <a:gd name="connsiteX45" fmla="*/ 3021 w 10000"/>
                      <a:gd name="connsiteY45" fmla="*/ 867 h 10564"/>
                      <a:gd name="connsiteX46" fmla="*/ 3249 w 10000"/>
                      <a:gd name="connsiteY46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100 w 10000"/>
                      <a:gd name="connsiteY2" fmla="*/ 1927 h 10564"/>
                      <a:gd name="connsiteX3" fmla="*/ 7100 w 10000"/>
                      <a:gd name="connsiteY3" fmla="*/ 2154 h 10564"/>
                      <a:gd name="connsiteX4" fmla="*/ 7025 w 10000"/>
                      <a:gd name="connsiteY4" fmla="*/ 2835 h 10564"/>
                      <a:gd name="connsiteX5" fmla="*/ 7100 w 10000"/>
                      <a:gd name="connsiteY5" fmla="*/ 2835 h 10564"/>
                      <a:gd name="connsiteX6" fmla="*/ 7327 w 10000"/>
                      <a:gd name="connsiteY6" fmla="*/ 2835 h 10564"/>
                      <a:gd name="connsiteX7" fmla="*/ 7327 w 10000"/>
                      <a:gd name="connsiteY7" fmla="*/ 3063 h 10564"/>
                      <a:gd name="connsiteX8" fmla="*/ 7176 w 10000"/>
                      <a:gd name="connsiteY8" fmla="*/ 4123 h 10564"/>
                      <a:gd name="connsiteX9" fmla="*/ 7100 w 10000"/>
                      <a:gd name="connsiteY9" fmla="*/ 4350 h 10564"/>
                      <a:gd name="connsiteX10" fmla="*/ 7025 w 10000"/>
                      <a:gd name="connsiteY10" fmla="*/ 4350 h 10564"/>
                      <a:gd name="connsiteX11" fmla="*/ 6798 w 10000"/>
                      <a:gd name="connsiteY11" fmla="*/ 4350 h 10564"/>
                      <a:gd name="connsiteX12" fmla="*/ 6798 w 10000"/>
                      <a:gd name="connsiteY12" fmla="*/ 5032 h 10564"/>
                      <a:gd name="connsiteX13" fmla="*/ 6723 w 10000"/>
                      <a:gd name="connsiteY13" fmla="*/ 5184 h 10564"/>
                      <a:gd name="connsiteX14" fmla="*/ 6496 w 10000"/>
                      <a:gd name="connsiteY14" fmla="*/ 5410 h 10564"/>
                      <a:gd name="connsiteX15" fmla="*/ 6270 w 10000"/>
                      <a:gd name="connsiteY15" fmla="*/ 5637 h 10564"/>
                      <a:gd name="connsiteX16" fmla="*/ 6194 w 10000"/>
                      <a:gd name="connsiteY16" fmla="*/ 6394 h 10564"/>
                      <a:gd name="connsiteX17" fmla="*/ 9367 w 10000"/>
                      <a:gd name="connsiteY17" fmla="*/ 7303 h 10564"/>
                      <a:gd name="connsiteX18" fmla="*/ 9971 w 10000"/>
                      <a:gd name="connsiteY18" fmla="*/ 8287 h 10564"/>
                      <a:gd name="connsiteX19" fmla="*/ 9745 w 10000"/>
                      <a:gd name="connsiteY19" fmla="*/ 9499 h 10564"/>
                      <a:gd name="connsiteX20" fmla="*/ 9140 w 10000"/>
                      <a:gd name="connsiteY20" fmla="*/ 10180 h 10564"/>
                      <a:gd name="connsiteX21" fmla="*/ 4986 w 10000"/>
                      <a:gd name="connsiteY21" fmla="*/ 10559 h 10564"/>
                      <a:gd name="connsiteX22" fmla="*/ 756 w 10000"/>
                      <a:gd name="connsiteY22" fmla="*/ 10180 h 10564"/>
                      <a:gd name="connsiteX23" fmla="*/ 152 w 10000"/>
                      <a:gd name="connsiteY23" fmla="*/ 9499 h 10564"/>
                      <a:gd name="connsiteX24" fmla="*/ 0 w 10000"/>
                      <a:gd name="connsiteY24" fmla="*/ 8287 h 10564"/>
                      <a:gd name="connsiteX25" fmla="*/ 528 w 10000"/>
                      <a:gd name="connsiteY25" fmla="*/ 7303 h 10564"/>
                      <a:gd name="connsiteX26" fmla="*/ 3701 w 10000"/>
                      <a:gd name="connsiteY26" fmla="*/ 6394 h 10564"/>
                      <a:gd name="connsiteX27" fmla="*/ 3625 w 10000"/>
                      <a:gd name="connsiteY27" fmla="*/ 5637 h 10564"/>
                      <a:gd name="connsiteX28" fmla="*/ 3399 w 10000"/>
                      <a:gd name="connsiteY28" fmla="*/ 5410 h 10564"/>
                      <a:gd name="connsiteX29" fmla="*/ 3249 w 10000"/>
                      <a:gd name="connsiteY29" fmla="*/ 5184 h 10564"/>
                      <a:gd name="connsiteX30" fmla="*/ 3173 w 10000"/>
                      <a:gd name="connsiteY30" fmla="*/ 5032 h 10564"/>
                      <a:gd name="connsiteX31" fmla="*/ 3173 w 10000"/>
                      <a:gd name="connsiteY31" fmla="*/ 4350 h 10564"/>
                      <a:gd name="connsiteX32" fmla="*/ 2946 w 10000"/>
                      <a:gd name="connsiteY32" fmla="*/ 4350 h 10564"/>
                      <a:gd name="connsiteX33" fmla="*/ 2871 w 10000"/>
                      <a:gd name="connsiteY33" fmla="*/ 4350 h 10564"/>
                      <a:gd name="connsiteX34" fmla="*/ 2719 w 10000"/>
                      <a:gd name="connsiteY34" fmla="*/ 4123 h 10564"/>
                      <a:gd name="connsiteX35" fmla="*/ 2644 w 10000"/>
                      <a:gd name="connsiteY35" fmla="*/ 3063 h 10564"/>
                      <a:gd name="connsiteX36" fmla="*/ 2644 w 10000"/>
                      <a:gd name="connsiteY36" fmla="*/ 2835 h 10564"/>
                      <a:gd name="connsiteX37" fmla="*/ 2871 w 10000"/>
                      <a:gd name="connsiteY37" fmla="*/ 2835 h 10564"/>
                      <a:gd name="connsiteX38" fmla="*/ 2946 w 10000"/>
                      <a:gd name="connsiteY38" fmla="*/ 2835 h 10564"/>
                      <a:gd name="connsiteX39" fmla="*/ 2871 w 10000"/>
                      <a:gd name="connsiteY39" fmla="*/ 2154 h 10564"/>
                      <a:gd name="connsiteX40" fmla="*/ 2871 w 10000"/>
                      <a:gd name="connsiteY40" fmla="*/ 1927 h 10564"/>
                      <a:gd name="connsiteX41" fmla="*/ 2871 w 10000"/>
                      <a:gd name="connsiteY41" fmla="*/ 1775 h 10564"/>
                      <a:gd name="connsiteX42" fmla="*/ 2871 w 10000"/>
                      <a:gd name="connsiteY42" fmla="*/ 1473 h 10564"/>
                      <a:gd name="connsiteX43" fmla="*/ 2946 w 10000"/>
                      <a:gd name="connsiteY43" fmla="*/ 1170 h 10564"/>
                      <a:gd name="connsiteX44" fmla="*/ 3021 w 10000"/>
                      <a:gd name="connsiteY44" fmla="*/ 867 h 10564"/>
                      <a:gd name="connsiteX45" fmla="*/ 3249 w 10000"/>
                      <a:gd name="connsiteY45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100 w 10000"/>
                      <a:gd name="connsiteY2" fmla="*/ 2154 h 10564"/>
                      <a:gd name="connsiteX3" fmla="*/ 7025 w 10000"/>
                      <a:gd name="connsiteY3" fmla="*/ 2835 h 10564"/>
                      <a:gd name="connsiteX4" fmla="*/ 7100 w 10000"/>
                      <a:gd name="connsiteY4" fmla="*/ 2835 h 10564"/>
                      <a:gd name="connsiteX5" fmla="*/ 7327 w 10000"/>
                      <a:gd name="connsiteY5" fmla="*/ 2835 h 10564"/>
                      <a:gd name="connsiteX6" fmla="*/ 7327 w 10000"/>
                      <a:gd name="connsiteY6" fmla="*/ 3063 h 10564"/>
                      <a:gd name="connsiteX7" fmla="*/ 7176 w 10000"/>
                      <a:gd name="connsiteY7" fmla="*/ 4123 h 10564"/>
                      <a:gd name="connsiteX8" fmla="*/ 7100 w 10000"/>
                      <a:gd name="connsiteY8" fmla="*/ 4350 h 10564"/>
                      <a:gd name="connsiteX9" fmla="*/ 7025 w 10000"/>
                      <a:gd name="connsiteY9" fmla="*/ 4350 h 10564"/>
                      <a:gd name="connsiteX10" fmla="*/ 6798 w 10000"/>
                      <a:gd name="connsiteY10" fmla="*/ 4350 h 10564"/>
                      <a:gd name="connsiteX11" fmla="*/ 6798 w 10000"/>
                      <a:gd name="connsiteY11" fmla="*/ 5032 h 10564"/>
                      <a:gd name="connsiteX12" fmla="*/ 6723 w 10000"/>
                      <a:gd name="connsiteY12" fmla="*/ 5184 h 10564"/>
                      <a:gd name="connsiteX13" fmla="*/ 6496 w 10000"/>
                      <a:gd name="connsiteY13" fmla="*/ 5410 h 10564"/>
                      <a:gd name="connsiteX14" fmla="*/ 6270 w 10000"/>
                      <a:gd name="connsiteY14" fmla="*/ 5637 h 10564"/>
                      <a:gd name="connsiteX15" fmla="*/ 6194 w 10000"/>
                      <a:gd name="connsiteY15" fmla="*/ 6394 h 10564"/>
                      <a:gd name="connsiteX16" fmla="*/ 9367 w 10000"/>
                      <a:gd name="connsiteY16" fmla="*/ 7303 h 10564"/>
                      <a:gd name="connsiteX17" fmla="*/ 9971 w 10000"/>
                      <a:gd name="connsiteY17" fmla="*/ 8287 h 10564"/>
                      <a:gd name="connsiteX18" fmla="*/ 9745 w 10000"/>
                      <a:gd name="connsiteY18" fmla="*/ 9499 h 10564"/>
                      <a:gd name="connsiteX19" fmla="*/ 9140 w 10000"/>
                      <a:gd name="connsiteY19" fmla="*/ 10180 h 10564"/>
                      <a:gd name="connsiteX20" fmla="*/ 4986 w 10000"/>
                      <a:gd name="connsiteY20" fmla="*/ 10559 h 10564"/>
                      <a:gd name="connsiteX21" fmla="*/ 756 w 10000"/>
                      <a:gd name="connsiteY21" fmla="*/ 10180 h 10564"/>
                      <a:gd name="connsiteX22" fmla="*/ 152 w 10000"/>
                      <a:gd name="connsiteY22" fmla="*/ 9499 h 10564"/>
                      <a:gd name="connsiteX23" fmla="*/ 0 w 10000"/>
                      <a:gd name="connsiteY23" fmla="*/ 8287 h 10564"/>
                      <a:gd name="connsiteX24" fmla="*/ 528 w 10000"/>
                      <a:gd name="connsiteY24" fmla="*/ 7303 h 10564"/>
                      <a:gd name="connsiteX25" fmla="*/ 3701 w 10000"/>
                      <a:gd name="connsiteY25" fmla="*/ 6394 h 10564"/>
                      <a:gd name="connsiteX26" fmla="*/ 3625 w 10000"/>
                      <a:gd name="connsiteY26" fmla="*/ 5637 h 10564"/>
                      <a:gd name="connsiteX27" fmla="*/ 3399 w 10000"/>
                      <a:gd name="connsiteY27" fmla="*/ 5410 h 10564"/>
                      <a:gd name="connsiteX28" fmla="*/ 3249 w 10000"/>
                      <a:gd name="connsiteY28" fmla="*/ 5184 h 10564"/>
                      <a:gd name="connsiteX29" fmla="*/ 3173 w 10000"/>
                      <a:gd name="connsiteY29" fmla="*/ 5032 h 10564"/>
                      <a:gd name="connsiteX30" fmla="*/ 3173 w 10000"/>
                      <a:gd name="connsiteY30" fmla="*/ 4350 h 10564"/>
                      <a:gd name="connsiteX31" fmla="*/ 2946 w 10000"/>
                      <a:gd name="connsiteY31" fmla="*/ 4350 h 10564"/>
                      <a:gd name="connsiteX32" fmla="*/ 2871 w 10000"/>
                      <a:gd name="connsiteY32" fmla="*/ 4350 h 10564"/>
                      <a:gd name="connsiteX33" fmla="*/ 2719 w 10000"/>
                      <a:gd name="connsiteY33" fmla="*/ 4123 h 10564"/>
                      <a:gd name="connsiteX34" fmla="*/ 2644 w 10000"/>
                      <a:gd name="connsiteY34" fmla="*/ 3063 h 10564"/>
                      <a:gd name="connsiteX35" fmla="*/ 2644 w 10000"/>
                      <a:gd name="connsiteY35" fmla="*/ 2835 h 10564"/>
                      <a:gd name="connsiteX36" fmla="*/ 2871 w 10000"/>
                      <a:gd name="connsiteY36" fmla="*/ 2835 h 10564"/>
                      <a:gd name="connsiteX37" fmla="*/ 2946 w 10000"/>
                      <a:gd name="connsiteY37" fmla="*/ 2835 h 10564"/>
                      <a:gd name="connsiteX38" fmla="*/ 2871 w 10000"/>
                      <a:gd name="connsiteY38" fmla="*/ 2154 h 10564"/>
                      <a:gd name="connsiteX39" fmla="*/ 2871 w 10000"/>
                      <a:gd name="connsiteY39" fmla="*/ 1927 h 10564"/>
                      <a:gd name="connsiteX40" fmla="*/ 2871 w 10000"/>
                      <a:gd name="connsiteY40" fmla="*/ 1775 h 10564"/>
                      <a:gd name="connsiteX41" fmla="*/ 2871 w 10000"/>
                      <a:gd name="connsiteY41" fmla="*/ 1473 h 10564"/>
                      <a:gd name="connsiteX42" fmla="*/ 2946 w 10000"/>
                      <a:gd name="connsiteY42" fmla="*/ 1170 h 10564"/>
                      <a:gd name="connsiteX43" fmla="*/ 3021 w 10000"/>
                      <a:gd name="connsiteY43" fmla="*/ 867 h 10564"/>
                      <a:gd name="connsiteX44" fmla="*/ 3249 w 10000"/>
                      <a:gd name="connsiteY44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100 w 10000"/>
                      <a:gd name="connsiteY3" fmla="*/ 2835 h 10564"/>
                      <a:gd name="connsiteX4" fmla="*/ 7327 w 10000"/>
                      <a:gd name="connsiteY4" fmla="*/ 2835 h 10564"/>
                      <a:gd name="connsiteX5" fmla="*/ 7327 w 10000"/>
                      <a:gd name="connsiteY5" fmla="*/ 3063 h 10564"/>
                      <a:gd name="connsiteX6" fmla="*/ 7176 w 10000"/>
                      <a:gd name="connsiteY6" fmla="*/ 4123 h 10564"/>
                      <a:gd name="connsiteX7" fmla="*/ 7100 w 10000"/>
                      <a:gd name="connsiteY7" fmla="*/ 4350 h 10564"/>
                      <a:gd name="connsiteX8" fmla="*/ 7025 w 10000"/>
                      <a:gd name="connsiteY8" fmla="*/ 4350 h 10564"/>
                      <a:gd name="connsiteX9" fmla="*/ 6798 w 10000"/>
                      <a:gd name="connsiteY9" fmla="*/ 4350 h 10564"/>
                      <a:gd name="connsiteX10" fmla="*/ 6798 w 10000"/>
                      <a:gd name="connsiteY10" fmla="*/ 5032 h 10564"/>
                      <a:gd name="connsiteX11" fmla="*/ 6723 w 10000"/>
                      <a:gd name="connsiteY11" fmla="*/ 5184 h 10564"/>
                      <a:gd name="connsiteX12" fmla="*/ 6496 w 10000"/>
                      <a:gd name="connsiteY12" fmla="*/ 5410 h 10564"/>
                      <a:gd name="connsiteX13" fmla="*/ 6270 w 10000"/>
                      <a:gd name="connsiteY13" fmla="*/ 5637 h 10564"/>
                      <a:gd name="connsiteX14" fmla="*/ 6194 w 10000"/>
                      <a:gd name="connsiteY14" fmla="*/ 6394 h 10564"/>
                      <a:gd name="connsiteX15" fmla="*/ 9367 w 10000"/>
                      <a:gd name="connsiteY15" fmla="*/ 7303 h 10564"/>
                      <a:gd name="connsiteX16" fmla="*/ 9971 w 10000"/>
                      <a:gd name="connsiteY16" fmla="*/ 8287 h 10564"/>
                      <a:gd name="connsiteX17" fmla="*/ 9745 w 10000"/>
                      <a:gd name="connsiteY17" fmla="*/ 9499 h 10564"/>
                      <a:gd name="connsiteX18" fmla="*/ 9140 w 10000"/>
                      <a:gd name="connsiteY18" fmla="*/ 10180 h 10564"/>
                      <a:gd name="connsiteX19" fmla="*/ 4986 w 10000"/>
                      <a:gd name="connsiteY19" fmla="*/ 10559 h 10564"/>
                      <a:gd name="connsiteX20" fmla="*/ 756 w 10000"/>
                      <a:gd name="connsiteY20" fmla="*/ 10180 h 10564"/>
                      <a:gd name="connsiteX21" fmla="*/ 152 w 10000"/>
                      <a:gd name="connsiteY21" fmla="*/ 9499 h 10564"/>
                      <a:gd name="connsiteX22" fmla="*/ 0 w 10000"/>
                      <a:gd name="connsiteY22" fmla="*/ 8287 h 10564"/>
                      <a:gd name="connsiteX23" fmla="*/ 528 w 10000"/>
                      <a:gd name="connsiteY23" fmla="*/ 7303 h 10564"/>
                      <a:gd name="connsiteX24" fmla="*/ 3701 w 10000"/>
                      <a:gd name="connsiteY24" fmla="*/ 6394 h 10564"/>
                      <a:gd name="connsiteX25" fmla="*/ 3625 w 10000"/>
                      <a:gd name="connsiteY25" fmla="*/ 5637 h 10564"/>
                      <a:gd name="connsiteX26" fmla="*/ 3399 w 10000"/>
                      <a:gd name="connsiteY26" fmla="*/ 5410 h 10564"/>
                      <a:gd name="connsiteX27" fmla="*/ 3249 w 10000"/>
                      <a:gd name="connsiteY27" fmla="*/ 5184 h 10564"/>
                      <a:gd name="connsiteX28" fmla="*/ 3173 w 10000"/>
                      <a:gd name="connsiteY28" fmla="*/ 5032 h 10564"/>
                      <a:gd name="connsiteX29" fmla="*/ 3173 w 10000"/>
                      <a:gd name="connsiteY29" fmla="*/ 4350 h 10564"/>
                      <a:gd name="connsiteX30" fmla="*/ 2946 w 10000"/>
                      <a:gd name="connsiteY30" fmla="*/ 4350 h 10564"/>
                      <a:gd name="connsiteX31" fmla="*/ 2871 w 10000"/>
                      <a:gd name="connsiteY31" fmla="*/ 4350 h 10564"/>
                      <a:gd name="connsiteX32" fmla="*/ 2719 w 10000"/>
                      <a:gd name="connsiteY32" fmla="*/ 4123 h 10564"/>
                      <a:gd name="connsiteX33" fmla="*/ 2644 w 10000"/>
                      <a:gd name="connsiteY33" fmla="*/ 3063 h 10564"/>
                      <a:gd name="connsiteX34" fmla="*/ 2644 w 10000"/>
                      <a:gd name="connsiteY34" fmla="*/ 2835 h 10564"/>
                      <a:gd name="connsiteX35" fmla="*/ 2871 w 10000"/>
                      <a:gd name="connsiteY35" fmla="*/ 2835 h 10564"/>
                      <a:gd name="connsiteX36" fmla="*/ 2946 w 10000"/>
                      <a:gd name="connsiteY36" fmla="*/ 2835 h 10564"/>
                      <a:gd name="connsiteX37" fmla="*/ 2871 w 10000"/>
                      <a:gd name="connsiteY37" fmla="*/ 2154 h 10564"/>
                      <a:gd name="connsiteX38" fmla="*/ 2871 w 10000"/>
                      <a:gd name="connsiteY38" fmla="*/ 1927 h 10564"/>
                      <a:gd name="connsiteX39" fmla="*/ 2871 w 10000"/>
                      <a:gd name="connsiteY39" fmla="*/ 1775 h 10564"/>
                      <a:gd name="connsiteX40" fmla="*/ 2871 w 10000"/>
                      <a:gd name="connsiteY40" fmla="*/ 1473 h 10564"/>
                      <a:gd name="connsiteX41" fmla="*/ 2946 w 10000"/>
                      <a:gd name="connsiteY41" fmla="*/ 1170 h 10564"/>
                      <a:gd name="connsiteX42" fmla="*/ 3021 w 10000"/>
                      <a:gd name="connsiteY42" fmla="*/ 867 h 10564"/>
                      <a:gd name="connsiteX43" fmla="*/ 3249 w 10000"/>
                      <a:gd name="connsiteY43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100 w 10000"/>
                      <a:gd name="connsiteY3" fmla="*/ 2835 h 10564"/>
                      <a:gd name="connsiteX4" fmla="*/ 7327 w 10000"/>
                      <a:gd name="connsiteY4" fmla="*/ 2835 h 10564"/>
                      <a:gd name="connsiteX5" fmla="*/ 7327 w 10000"/>
                      <a:gd name="connsiteY5" fmla="*/ 3063 h 10564"/>
                      <a:gd name="connsiteX6" fmla="*/ 7176 w 10000"/>
                      <a:gd name="connsiteY6" fmla="*/ 4123 h 10564"/>
                      <a:gd name="connsiteX7" fmla="*/ 7100 w 10000"/>
                      <a:gd name="connsiteY7" fmla="*/ 4350 h 10564"/>
                      <a:gd name="connsiteX8" fmla="*/ 7025 w 10000"/>
                      <a:gd name="connsiteY8" fmla="*/ 4350 h 10564"/>
                      <a:gd name="connsiteX9" fmla="*/ 6798 w 10000"/>
                      <a:gd name="connsiteY9" fmla="*/ 4350 h 10564"/>
                      <a:gd name="connsiteX10" fmla="*/ 6798 w 10000"/>
                      <a:gd name="connsiteY10" fmla="*/ 5032 h 10564"/>
                      <a:gd name="connsiteX11" fmla="*/ 6723 w 10000"/>
                      <a:gd name="connsiteY11" fmla="*/ 5184 h 10564"/>
                      <a:gd name="connsiteX12" fmla="*/ 6496 w 10000"/>
                      <a:gd name="connsiteY12" fmla="*/ 5410 h 10564"/>
                      <a:gd name="connsiteX13" fmla="*/ 6270 w 10000"/>
                      <a:gd name="connsiteY13" fmla="*/ 5637 h 10564"/>
                      <a:gd name="connsiteX14" fmla="*/ 6194 w 10000"/>
                      <a:gd name="connsiteY14" fmla="*/ 6394 h 10564"/>
                      <a:gd name="connsiteX15" fmla="*/ 9367 w 10000"/>
                      <a:gd name="connsiteY15" fmla="*/ 7303 h 10564"/>
                      <a:gd name="connsiteX16" fmla="*/ 9971 w 10000"/>
                      <a:gd name="connsiteY16" fmla="*/ 8287 h 10564"/>
                      <a:gd name="connsiteX17" fmla="*/ 9745 w 10000"/>
                      <a:gd name="connsiteY17" fmla="*/ 9499 h 10564"/>
                      <a:gd name="connsiteX18" fmla="*/ 9140 w 10000"/>
                      <a:gd name="connsiteY18" fmla="*/ 10180 h 10564"/>
                      <a:gd name="connsiteX19" fmla="*/ 4986 w 10000"/>
                      <a:gd name="connsiteY19" fmla="*/ 10559 h 10564"/>
                      <a:gd name="connsiteX20" fmla="*/ 756 w 10000"/>
                      <a:gd name="connsiteY20" fmla="*/ 10180 h 10564"/>
                      <a:gd name="connsiteX21" fmla="*/ 152 w 10000"/>
                      <a:gd name="connsiteY21" fmla="*/ 9499 h 10564"/>
                      <a:gd name="connsiteX22" fmla="*/ 0 w 10000"/>
                      <a:gd name="connsiteY22" fmla="*/ 8287 h 10564"/>
                      <a:gd name="connsiteX23" fmla="*/ 528 w 10000"/>
                      <a:gd name="connsiteY23" fmla="*/ 7303 h 10564"/>
                      <a:gd name="connsiteX24" fmla="*/ 3701 w 10000"/>
                      <a:gd name="connsiteY24" fmla="*/ 6394 h 10564"/>
                      <a:gd name="connsiteX25" fmla="*/ 3625 w 10000"/>
                      <a:gd name="connsiteY25" fmla="*/ 5637 h 10564"/>
                      <a:gd name="connsiteX26" fmla="*/ 3399 w 10000"/>
                      <a:gd name="connsiteY26" fmla="*/ 5410 h 10564"/>
                      <a:gd name="connsiteX27" fmla="*/ 3249 w 10000"/>
                      <a:gd name="connsiteY27" fmla="*/ 5184 h 10564"/>
                      <a:gd name="connsiteX28" fmla="*/ 3173 w 10000"/>
                      <a:gd name="connsiteY28" fmla="*/ 5032 h 10564"/>
                      <a:gd name="connsiteX29" fmla="*/ 3173 w 10000"/>
                      <a:gd name="connsiteY29" fmla="*/ 4350 h 10564"/>
                      <a:gd name="connsiteX30" fmla="*/ 2946 w 10000"/>
                      <a:gd name="connsiteY30" fmla="*/ 4350 h 10564"/>
                      <a:gd name="connsiteX31" fmla="*/ 2871 w 10000"/>
                      <a:gd name="connsiteY31" fmla="*/ 4350 h 10564"/>
                      <a:gd name="connsiteX32" fmla="*/ 2719 w 10000"/>
                      <a:gd name="connsiteY32" fmla="*/ 4123 h 10564"/>
                      <a:gd name="connsiteX33" fmla="*/ 2644 w 10000"/>
                      <a:gd name="connsiteY33" fmla="*/ 3063 h 10564"/>
                      <a:gd name="connsiteX34" fmla="*/ 2644 w 10000"/>
                      <a:gd name="connsiteY34" fmla="*/ 2835 h 10564"/>
                      <a:gd name="connsiteX35" fmla="*/ 2871 w 10000"/>
                      <a:gd name="connsiteY35" fmla="*/ 2835 h 10564"/>
                      <a:gd name="connsiteX36" fmla="*/ 2946 w 10000"/>
                      <a:gd name="connsiteY36" fmla="*/ 2835 h 10564"/>
                      <a:gd name="connsiteX37" fmla="*/ 2871 w 10000"/>
                      <a:gd name="connsiteY37" fmla="*/ 2154 h 10564"/>
                      <a:gd name="connsiteX38" fmla="*/ 2871 w 10000"/>
                      <a:gd name="connsiteY38" fmla="*/ 1927 h 10564"/>
                      <a:gd name="connsiteX39" fmla="*/ 2871 w 10000"/>
                      <a:gd name="connsiteY39" fmla="*/ 1775 h 10564"/>
                      <a:gd name="connsiteX40" fmla="*/ 2871 w 10000"/>
                      <a:gd name="connsiteY40" fmla="*/ 1473 h 10564"/>
                      <a:gd name="connsiteX41" fmla="*/ 2946 w 10000"/>
                      <a:gd name="connsiteY41" fmla="*/ 1170 h 10564"/>
                      <a:gd name="connsiteX42" fmla="*/ 3021 w 10000"/>
                      <a:gd name="connsiteY42" fmla="*/ 867 h 10564"/>
                      <a:gd name="connsiteX43" fmla="*/ 3249 w 10000"/>
                      <a:gd name="connsiteY43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2835 h 10564"/>
                      <a:gd name="connsiteX4" fmla="*/ 7327 w 10000"/>
                      <a:gd name="connsiteY4" fmla="*/ 3063 h 10564"/>
                      <a:gd name="connsiteX5" fmla="*/ 7176 w 10000"/>
                      <a:gd name="connsiteY5" fmla="*/ 4123 h 10564"/>
                      <a:gd name="connsiteX6" fmla="*/ 7100 w 10000"/>
                      <a:gd name="connsiteY6" fmla="*/ 4350 h 10564"/>
                      <a:gd name="connsiteX7" fmla="*/ 7025 w 10000"/>
                      <a:gd name="connsiteY7" fmla="*/ 4350 h 10564"/>
                      <a:gd name="connsiteX8" fmla="*/ 6798 w 10000"/>
                      <a:gd name="connsiteY8" fmla="*/ 4350 h 10564"/>
                      <a:gd name="connsiteX9" fmla="*/ 6798 w 10000"/>
                      <a:gd name="connsiteY9" fmla="*/ 5032 h 10564"/>
                      <a:gd name="connsiteX10" fmla="*/ 6723 w 10000"/>
                      <a:gd name="connsiteY10" fmla="*/ 5184 h 10564"/>
                      <a:gd name="connsiteX11" fmla="*/ 6496 w 10000"/>
                      <a:gd name="connsiteY11" fmla="*/ 5410 h 10564"/>
                      <a:gd name="connsiteX12" fmla="*/ 6270 w 10000"/>
                      <a:gd name="connsiteY12" fmla="*/ 5637 h 10564"/>
                      <a:gd name="connsiteX13" fmla="*/ 6194 w 10000"/>
                      <a:gd name="connsiteY13" fmla="*/ 6394 h 10564"/>
                      <a:gd name="connsiteX14" fmla="*/ 9367 w 10000"/>
                      <a:gd name="connsiteY14" fmla="*/ 7303 h 10564"/>
                      <a:gd name="connsiteX15" fmla="*/ 9971 w 10000"/>
                      <a:gd name="connsiteY15" fmla="*/ 8287 h 10564"/>
                      <a:gd name="connsiteX16" fmla="*/ 9745 w 10000"/>
                      <a:gd name="connsiteY16" fmla="*/ 9499 h 10564"/>
                      <a:gd name="connsiteX17" fmla="*/ 9140 w 10000"/>
                      <a:gd name="connsiteY17" fmla="*/ 10180 h 10564"/>
                      <a:gd name="connsiteX18" fmla="*/ 4986 w 10000"/>
                      <a:gd name="connsiteY18" fmla="*/ 10559 h 10564"/>
                      <a:gd name="connsiteX19" fmla="*/ 756 w 10000"/>
                      <a:gd name="connsiteY19" fmla="*/ 10180 h 10564"/>
                      <a:gd name="connsiteX20" fmla="*/ 152 w 10000"/>
                      <a:gd name="connsiteY20" fmla="*/ 9499 h 10564"/>
                      <a:gd name="connsiteX21" fmla="*/ 0 w 10000"/>
                      <a:gd name="connsiteY21" fmla="*/ 8287 h 10564"/>
                      <a:gd name="connsiteX22" fmla="*/ 528 w 10000"/>
                      <a:gd name="connsiteY22" fmla="*/ 7303 h 10564"/>
                      <a:gd name="connsiteX23" fmla="*/ 3701 w 10000"/>
                      <a:gd name="connsiteY23" fmla="*/ 6394 h 10564"/>
                      <a:gd name="connsiteX24" fmla="*/ 3625 w 10000"/>
                      <a:gd name="connsiteY24" fmla="*/ 5637 h 10564"/>
                      <a:gd name="connsiteX25" fmla="*/ 3399 w 10000"/>
                      <a:gd name="connsiteY25" fmla="*/ 5410 h 10564"/>
                      <a:gd name="connsiteX26" fmla="*/ 3249 w 10000"/>
                      <a:gd name="connsiteY26" fmla="*/ 5184 h 10564"/>
                      <a:gd name="connsiteX27" fmla="*/ 3173 w 10000"/>
                      <a:gd name="connsiteY27" fmla="*/ 5032 h 10564"/>
                      <a:gd name="connsiteX28" fmla="*/ 3173 w 10000"/>
                      <a:gd name="connsiteY28" fmla="*/ 4350 h 10564"/>
                      <a:gd name="connsiteX29" fmla="*/ 2946 w 10000"/>
                      <a:gd name="connsiteY29" fmla="*/ 4350 h 10564"/>
                      <a:gd name="connsiteX30" fmla="*/ 2871 w 10000"/>
                      <a:gd name="connsiteY30" fmla="*/ 4350 h 10564"/>
                      <a:gd name="connsiteX31" fmla="*/ 2719 w 10000"/>
                      <a:gd name="connsiteY31" fmla="*/ 4123 h 10564"/>
                      <a:gd name="connsiteX32" fmla="*/ 2644 w 10000"/>
                      <a:gd name="connsiteY32" fmla="*/ 3063 h 10564"/>
                      <a:gd name="connsiteX33" fmla="*/ 2644 w 10000"/>
                      <a:gd name="connsiteY33" fmla="*/ 2835 h 10564"/>
                      <a:gd name="connsiteX34" fmla="*/ 2871 w 10000"/>
                      <a:gd name="connsiteY34" fmla="*/ 2835 h 10564"/>
                      <a:gd name="connsiteX35" fmla="*/ 2946 w 10000"/>
                      <a:gd name="connsiteY35" fmla="*/ 2835 h 10564"/>
                      <a:gd name="connsiteX36" fmla="*/ 2871 w 10000"/>
                      <a:gd name="connsiteY36" fmla="*/ 2154 h 10564"/>
                      <a:gd name="connsiteX37" fmla="*/ 2871 w 10000"/>
                      <a:gd name="connsiteY37" fmla="*/ 1927 h 10564"/>
                      <a:gd name="connsiteX38" fmla="*/ 2871 w 10000"/>
                      <a:gd name="connsiteY38" fmla="*/ 1775 h 10564"/>
                      <a:gd name="connsiteX39" fmla="*/ 2871 w 10000"/>
                      <a:gd name="connsiteY39" fmla="*/ 1473 h 10564"/>
                      <a:gd name="connsiteX40" fmla="*/ 2946 w 10000"/>
                      <a:gd name="connsiteY40" fmla="*/ 1170 h 10564"/>
                      <a:gd name="connsiteX41" fmla="*/ 3021 w 10000"/>
                      <a:gd name="connsiteY41" fmla="*/ 867 h 10564"/>
                      <a:gd name="connsiteX42" fmla="*/ 3249 w 10000"/>
                      <a:gd name="connsiteY42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7100 w 10000"/>
                      <a:gd name="connsiteY5" fmla="*/ 4350 h 10564"/>
                      <a:gd name="connsiteX6" fmla="*/ 7025 w 10000"/>
                      <a:gd name="connsiteY6" fmla="*/ 4350 h 10564"/>
                      <a:gd name="connsiteX7" fmla="*/ 6798 w 10000"/>
                      <a:gd name="connsiteY7" fmla="*/ 4350 h 10564"/>
                      <a:gd name="connsiteX8" fmla="*/ 6798 w 10000"/>
                      <a:gd name="connsiteY8" fmla="*/ 5032 h 10564"/>
                      <a:gd name="connsiteX9" fmla="*/ 6723 w 10000"/>
                      <a:gd name="connsiteY9" fmla="*/ 5184 h 10564"/>
                      <a:gd name="connsiteX10" fmla="*/ 6496 w 10000"/>
                      <a:gd name="connsiteY10" fmla="*/ 5410 h 10564"/>
                      <a:gd name="connsiteX11" fmla="*/ 6270 w 10000"/>
                      <a:gd name="connsiteY11" fmla="*/ 5637 h 10564"/>
                      <a:gd name="connsiteX12" fmla="*/ 6194 w 10000"/>
                      <a:gd name="connsiteY12" fmla="*/ 6394 h 10564"/>
                      <a:gd name="connsiteX13" fmla="*/ 9367 w 10000"/>
                      <a:gd name="connsiteY13" fmla="*/ 7303 h 10564"/>
                      <a:gd name="connsiteX14" fmla="*/ 9971 w 10000"/>
                      <a:gd name="connsiteY14" fmla="*/ 8287 h 10564"/>
                      <a:gd name="connsiteX15" fmla="*/ 9745 w 10000"/>
                      <a:gd name="connsiteY15" fmla="*/ 9499 h 10564"/>
                      <a:gd name="connsiteX16" fmla="*/ 9140 w 10000"/>
                      <a:gd name="connsiteY16" fmla="*/ 10180 h 10564"/>
                      <a:gd name="connsiteX17" fmla="*/ 4986 w 10000"/>
                      <a:gd name="connsiteY17" fmla="*/ 10559 h 10564"/>
                      <a:gd name="connsiteX18" fmla="*/ 756 w 10000"/>
                      <a:gd name="connsiteY18" fmla="*/ 10180 h 10564"/>
                      <a:gd name="connsiteX19" fmla="*/ 152 w 10000"/>
                      <a:gd name="connsiteY19" fmla="*/ 9499 h 10564"/>
                      <a:gd name="connsiteX20" fmla="*/ 0 w 10000"/>
                      <a:gd name="connsiteY20" fmla="*/ 8287 h 10564"/>
                      <a:gd name="connsiteX21" fmla="*/ 528 w 10000"/>
                      <a:gd name="connsiteY21" fmla="*/ 7303 h 10564"/>
                      <a:gd name="connsiteX22" fmla="*/ 3701 w 10000"/>
                      <a:gd name="connsiteY22" fmla="*/ 6394 h 10564"/>
                      <a:gd name="connsiteX23" fmla="*/ 3625 w 10000"/>
                      <a:gd name="connsiteY23" fmla="*/ 5637 h 10564"/>
                      <a:gd name="connsiteX24" fmla="*/ 3399 w 10000"/>
                      <a:gd name="connsiteY24" fmla="*/ 5410 h 10564"/>
                      <a:gd name="connsiteX25" fmla="*/ 3249 w 10000"/>
                      <a:gd name="connsiteY25" fmla="*/ 5184 h 10564"/>
                      <a:gd name="connsiteX26" fmla="*/ 3173 w 10000"/>
                      <a:gd name="connsiteY26" fmla="*/ 5032 h 10564"/>
                      <a:gd name="connsiteX27" fmla="*/ 3173 w 10000"/>
                      <a:gd name="connsiteY27" fmla="*/ 4350 h 10564"/>
                      <a:gd name="connsiteX28" fmla="*/ 2946 w 10000"/>
                      <a:gd name="connsiteY28" fmla="*/ 4350 h 10564"/>
                      <a:gd name="connsiteX29" fmla="*/ 2871 w 10000"/>
                      <a:gd name="connsiteY29" fmla="*/ 4350 h 10564"/>
                      <a:gd name="connsiteX30" fmla="*/ 2719 w 10000"/>
                      <a:gd name="connsiteY30" fmla="*/ 4123 h 10564"/>
                      <a:gd name="connsiteX31" fmla="*/ 2644 w 10000"/>
                      <a:gd name="connsiteY31" fmla="*/ 3063 h 10564"/>
                      <a:gd name="connsiteX32" fmla="*/ 2644 w 10000"/>
                      <a:gd name="connsiteY32" fmla="*/ 2835 h 10564"/>
                      <a:gd name="connsiteX33" fmla="*/ 2871 w 10000"/>
                      <a:gd name="connsiteY33" fmla="*/ 2835 h 10564"/>
                      <a:gd name="connsiteX34" fmla="*/ 2946 w 10000"/>
                      <a:gd name="connsiteY34" fmla="*/ 2835 h 10564"/>
                      <a:gd name="connsiteX35" fmla="*/ 2871 w 10000"/>
                      <a:gd name="connsiteY35" fmla="*/ 2154 h 10564"/>
                      <a:gd name="connsiteX36" fmla="*/ 2871 w 10000"/>
                      <a:gd name="connsiteY36" fmla="*/ 1927 h 10564"/>
                      <a:gd name="connsiteX37" fmla="*/ 2871 w 10000"/>
                      <a:gd name="connsiteY37" fmla="*/ 1775 h 10564"/>
                      <a:gd name="connsiteX38" fmla="*/ 2871 w 10000"/>
                      <a:gd name="connsiteY38" fmla="*/ 1473 h 10564"/>
                      <a:gd name="connsiteX39" fmla="*/ 2946 w 10000"/>
                      <a:gd name="connsiteY39" fmla="*/ 1170 h 10564"/>
                      <a:gd name="connsiteX40" fmla="*/ 3021 w 10000"/>
                      <a:gd name="connsiteY40" fmla="*/ 867 h 10564"/>
                      <a:gd name="connsiteX41" fmla="*/ 3249 w 10000"/>
                      <a:gd name="connsiteY41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7100 w 10000"/>
                      <a:gd name="connsiteY5" fmla="*/ 4350 h 10564"/>
                      <a:gd name="connsiteX6" fmla="*/ 7025 w 10000"/>
                      <a:gd name="connsiteY6" fmla="*/ 4350 h 10564"/>
                      <a:gd name="connsiteX7" fmla="*/ 6798 w 10000"/>
                      <a:gd name="connsiteY7" fmla="*/ 4350 h 10564"/>
                      <a:gd name="connsiteX8" fmla="*/ 6798 w 10000"/>
                      <a:gd name="connsiteY8" fmla="*/ 5032 h 10564"/>
                      <a:gd name="connsiteX9" fmla="*/ 6723 w 10000"/>
                      <a:gd name="connsiteY9" fmla="*/ 5184 h 10564"/>
                      <a:gd name="connsiteX10" fmla="*/ 6496 w 10000"/>
                      <a:gd name="connsiteY10" fmla="*/ 5410 h 10564"/>
                      <a:gd name="connsiteX11" fmla="*/ 6270 w 10000"/>
                      <a:gd name="connsiteY11" fmla="*/ 5637 h 10564"/>
                      <a:gd name="connsiteX12" fmla="*/ 6194 w 10000"/>
                      <a:gd name="connsiteY12" fmla="*/ 6394 h 10564"/>
                      <a:gd name="connsiteX13" fmla="*/ 9367 w 10000"/>
                      <a:gd name="connsiteY13" fmla="*/ 7303 h 10564"/>
                      <a:gd name="connsiteX14" fmla="*/ 9971 w 10000"/>
                      <a:gd name="connsiteY14" fmla="*/ 8287 h 10564"/>
                      <a:gd name="connsiteX15" fmla="*/ 9745 w 10000"/>
                      <a:gd name="connsiteY15" fmla="*/ 9499 h 10564"/>
                      <a:gd name="connsiteX16" fmla="*/ 9140 w 10000"/>
                      <a:gd name="connsiteY16" fmla="*/ 10180 h 10564"/>
                      <a:gd name="connsiteX17" fmla="*/ 4986 w 10000"/>
                      <a:gd name="connsiteY17" fmla="*/ 10559 h 10564"/>
                      <a:gd name="connsiteX18" fmla="*/ 756 w 10000"/>
                      <a:gd name="connsiteY18" fmla="*/ 10180 h 10564"/>
                      <a:gd name="connsiteX19" fmla="*/ 152 w 10000"/>
                      <a:gd name="connsiteY19" fmla="*/ 9499 h 10564"/>
                      <a:gd name="connsiteX20" fmla="*/ 0 w 10000"/>
                      <a:gd name="connsiteY20" fmla="*/ 8287 h 10564"/>
                      <a:gd name="connsiteX21" fmla="*/ 528 w 10000"/>
                      <a:gd name="connsiteY21" fmla="*/ 7303 h 10564"/>
                      <a:gd name="connsiteX22" fmla="*/ 3701 w 10000"/>
                      <a:gd name="connsiteY22" fmla="*/ 6394 h 10564"/>
                      <a:gd name="connsiteX23" fmla="*/ 3625 w 10000"/>
                      <a:gd name="connsiteY23" fmla="*/ 5637 h 10564"/>
                      <a:gd name="connsiteX24" fmla="*/ 3399 w 10000"/>
                      <a:gd name="connsiteY24" fmla="*/ 5410 h 10564"/>
                      <a:gd name="connsiteX25" fmla="*/ 3249 w 10000"/>
                      <a:gd name="connsiteY25" fmla="*/ 5184 h 10564"/>
                      <a:gd name="connsiteX26" fmla="*/ 3173 w 10000"/>
                      <a:gd name="connsiteY26" fmla="*/ 5032 h 10564"/>
                      <a:gd name="connsiteX27" fmla="*/ 3173 w 10000"/>
                      <a:gd name="connsiteY27" fmla="*/ 4350 h 10564"/>
                      <a:gd name="connsiteX28" fmla="*/ 2946 w 10000"/>
                      <a:gd name="connsiteY28" fmla="*/ 4350 h 10564"/>
                      <a:gd name="connsiteX29" fmla="*/ 2871 w 10000"/>
                      <a:gd name="connsiteY29" fmla="*/ 4350 h 10564"/>
                      <a:gd name="connsiteX30" fmla="*/ 2719 w 10000"/>
                      <a:gd name="connsiteY30" fmla="*/ 4123 h 10564"/>
                      <a:gd name="connsiteX31" fmla="*/ 2644 w 10000"/>
                      <a:gd name="connsiteY31" fmla="*/ 3063 h 10564"/>
                      <a:gd name="connsiteX32" fmla="*/ 2644 w 10000"/>
                      <a:gd name="connsiteY32" fmla="*/ 2835 h 10564"/>
                      <a:gd name="connsiteX33" fmla="*/ 2871 w 10000"/>
                      <a:gd name="connsiteY33" fmla="*/ 2835 h 10564"/>
                      <a:gd name="connsiteX34" fmla="*/ 2946 w 10000"/>
                      <a:gd name="connsiteY34" fmla="*/ 2835 h 10564"/>
                      <a:gd name="connsiteX35" fmla="*/ 2871 w 10000"/>
                      <a:gd name="connsiteY35" fmla="*/ 2154 h 10564"/>
                      <a:gd name="connsiteX36" fmla="*/ 2871 w 10000"/>
                      <a:gd name="connsiteY36" fmla="*/ 1927 h 10564"/>
                      <a:gd name="connsiteX37" fmla="*/ 2871 w 10000"/>
                      <a:gd name="connsiteY37" fmla="*/ 1775 h 10564"/>
                      <a:gd name="connsiteX38" fmla="*/ 2871 w 10000"/>
                      <a:gd name="connsiteY38" fmla="*/ 1473 h 10564"/>
                      <a:gd name="connsiteX39" fmla="*/ 2946 w 10000"/>
                      <a:gd name="connsiteY39" fmla="*/ 1170 h 10564"/>
                      <a:gd name="connsiteX40" fmla="*/ 3021 w 10000"/>
                      <a:gd name="connsiteY40" fmla="*/ 867 h 10564"/>
                      <a:gd name="connsiteX41" fmla="*/ 3249 w 10000"/>
                      <a:gd name="connsiteY41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7100 w 10000"/>
                      <a:gd name="connsiteY5" fmla="*/ 4350 h 10564"/>
                      <a:gd name="connsiteX6" fmla="*/ 7025 w 10000"/>
                      <a:gd name="connsiteY6" fmla="*/ 4350 h 10564"/>
                      <a:gd name="connsiteX7" fmla="*/ 6798 w 10000"/>
                      <a:gd name="connsiteY7" fmla="*/ 4350 h 10564"/>
                      <a:gd name="connsiteX8" fmla="*/ 6798 w 10000"/>
                      <a:gd name="connsiteY8" fmla="*/ 5032 h 10564"/>
                      <a:gd name="connsiteX9" fmla="*/ 6723 w 10000"/>
                      <a:gd name="connsiteY9" fmla="*/ 5184 h 10564"/>
                      <a:gd name="connsiteX10" fmla="*/ 6496 w 10000"/>
                      <a:gd name="connsiteY10" fmla="*/ 5410 h 10564"/>
                      <a:gd name="connsiteX11" fmla="*/ 6270 w 10000"/>
                      <a:gd name="connsiteY11" fmla="*/ 5637 h 10564"/>
                      <a:gd name="connsiteX12" fmla="*/ 6194 w 10000"/>
                      <a:gd name="connsiteY12" fmla="*/ 6394 h 10564"/>
                      <a:gd name="connsiteX13" fmla="*/ 9367 w 10000"/>
                      <a:gd name="connsiteY13" fmla="*/ 7303 h 10564"/>
                      <a:gd name="connsiteX14" fmla="*/ 9971 w 10000"/>
                      <a:gd name="connsiteY14" fmla="*/ 8287 h 10564"/>
                      <a:gd name="connsiteX15" fmla="*/ 9745 w 10000"/>
                      <a:gd name="connsiteY15" fmla="*/ 9499 h 10564"/>
                      <a:gd name="connsiteX16" fmla="*/ 9140 w 10000"/>
                      <a:gd name="connsiteY16" fmla="*/ 10180 h 10564"/>
                      <a:gd name="connsiteX17" fmla="*/ 4986 w 10000"/>
                      <a:gd name="connsiteY17" fmla="*/ 10559 h 10564"/>
                      <a:gd name="connsiteX18" fmla="*/ 756 w 10000"/>
                      <a:gd name="connsiteY18" fmla="*/ 10180 h 10564"/>
                      <a:gd name="connsiteX19" fmla="*/ 152 w 10000"/>
                      <a:gd name="connsiteY19" fmla="*/ 9499 h 10564"/>
                      <a:gd name="connsiteX20" fmla="*/ 0 w 10000"/>
                      <a:gd name="connsiteY20" fmla="*/ 8287 h 10564"/>
                      <a:gd name="connsiteX21" fmla="*/ 528 w 10000"/>
                      <a:gd name="connsiteY21" fmla="*/ 7303 h 10564"/>
                      <a:gd name="connsiteX22" fmla="*/ 3701 w 10000"/>
                      <a:gd name="connsiteY22" fmla="*/ 6394 h 10564"/>
                      <a:gd name="connsiteX23" fmla="*/ 3625 w 10000"/>
                      <a:gd name="connsiteY23" fmla="*/ 5637 h 10564"/>
                      <a:gd name="connsiteX24" fmla="*/ 3399 w 10000"/>
                      <a:gd name="connsiteY24" fmla="*/ 5410 h 10564"/>
                      <a:gd name="connsiteX25" fmla="*/ 3249 w 10000"/>
                      <a:gd name="connsiteY25" fmla="*/ 5184 h 10564"/>
                      <a:gd name="connsiteX26" fmla="*/ 3173 w 10000"/>
                      <a:gd name="connsiteY26" fmla="*/ 5032 h 10564"/>
                      <a:gd name="connsiteX27" fmla="*/ 3173 w 10000"/>
                      <a:gd name="connsiteY27" fmla="*/ 4350 h 10564"/>
                      <a:gd name="connsiteX28" fmla="*/ 2946 w 10000"/>
                      <a:gd name="connsiteY28" fmla="*/ 4350 h 10564"/>
                      <a:gd name="connsiteX29" fmla="*/ 2871 w 10000"/>
                      <a:gd name="connsiteY29" fmla="*/ 4350 h 10564"/>
                      <a:gd name="connsiteX30" fmla="*/ 2719 w 10000"/>
                      <a:gd name="connsiteY30" fmla="*/ 4123 h 10564"/>
                      <a:gd name="connsiteX31" fmla="*/ 2644 w 10000"/>
                      <a:gd name="connsiteY31" fmla="*/ 3063 h 10564"/>
                      <a:gd name="connsiteX32" fmla="*/ 2644 w 10000"/>
                      <a:gd name="connsiteY32" fmla="*/ 2835 h 10564"/>
                      <a:gd name="connsiteX33" fmla="*/ 2871 w 10000"/>
                      <a:gd name="connsiteY33" fmla="*/ 2835 h 10564"/>
                      <a:gd name="connsiteX34" fmla="*/ 2946 w 10000"/>
                      <a:gd name="connsiteY34" fmla="*/ 2835 h 10564"/>
                      <a:gd name="connsiteX35" fmla="*/ 2871 w 10000"/>
                      <a:gd name="connsiteY35" fmla="*/ 2154 h 10564"/>
                      <a:gd name="connsiteX36" fmla="*/ 2871 w 10000"/>
                      <a:gd name="connsiteY36" fmla="*/ 1927 h 10564"/>
                      <a:gd name="connsiteX37" fmla="*/ 2871 w 10000"/>
                      <a:gd name="connsiteY37" fmla="*/ 1775 h 10564"/>
                      <a:gd name="connsiteX38" fmla="*/ 2871 w 10000"/>
                      <a:gd name="connsiteY38" fmla="*/ 1473 h 10564"/>
                      <a:gd name="connsiteX39" fmla="*/ 2946 w 10000"/>
                      <a:gd name="connsiteY39" fmla="*/ 1170 h 10564"/>
                      <a:gd name="connsiteX40" fmla="*/ 3021 w 10000"/>
                      <a:gd name="connsiteY40" fmla="*/ 867 h 10564"/>
                      <a:gd name="connsiteX41" fmla="*/ 3249 w 10000"/>
                      <a:gd name="connsiteY41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7100 w 10000"/>
                      <a:gd name="connsiteY5" fmla="*/ 4350 h 10564"/>
                      <a:gd name="connsiteX6" fmla="*/ 6798 w 10000"/>
                      <a:gd name="connsiteY6" fmla="*/ 4350 h 10564"/>
                      <a:gd name="connsiteX7" fmla="*/ 6798 w 10000"/>
                      <a:gd name="connsiteY7" fmla="*/ 5032 h 10564"/>
                      <a:gd name="connsiteX8" fmla="*/ 6723 w 10000"/>
                      <a:gd name="connsiteY8" fmla="*/ 5184 h 10564"/>
                      <a:gd name="connsiteX9" fmla="*/ 6496 w 10000"/>
                      <a:gd name="connsiteY9" fmla="*/ 5410 h 10564"/>
                      <a:gd name="connsiteX10" fmla="*/ 6270 w 10000"/>
                      <a:gd name="connsiteY10" fmla="*/ 5637 h 10564"/>
                      <a:gd name="connsiteX11" fmla="*/ 6194 w 10000"/>
                      <a:gd name="connsiteY11" fmla="*/ 6394 h 10564"/>
                      <a:gd name="connsiteX12" fmla="*/ 9367 w 10000"/>
                      <a:gd name="connsiteY12" fmla="*/ 7303 h 10564"/>
                      <a:gd name="connsiteX13" fmla="*/ 9971 w 10000"/>
                      <a:gd name="connsiteY13" fmla="*/ 8287 h 10564"/>
                      <a:gd name="connsiteX14" fmla="*/ 9745 w 10000"/>
                      <a:gd name="connsiteY14" fmla="*/ 9499 h 10564"/>
                      <a:gd name="connsiteX15" fmla="*/ 9140 w 10000"/>
                      <a:gd name="connsiteY15" fmla="*/ 10180 h 10564"/>
                      <a:gd name="connsiteX16" fmla="*/ 4986 w 10000"/>
                      <a:gd name="connsiteY16" fmla="*/ 10559 h 10564"/>
                      <a:gd name="connsiteX17" fmla="*/ 756 w 10000"/>
                      <a:gd name="connsiteY17" fmla="*/ 10180 h 10564"/>
                      <a:gd name="connsiteX18" fmla="*/ 152 w 10000"/>
                      <a:gd name="connsiteY18" fmla="*/ 9499 h 10564"/>
                      <a:gd name="connsiteX19" fmla="*/ 0 w 10000"/>
                      <a:gd name="connsiteY19" fmla="*/ 8287 h 10564"/>
                      <a:gd name="connsiteX20" fmla="*/ 528 w 10000"/>
                      <a:gd name="connsiteY20" fmla="*/ 7303 h 10564"/>
                      <a:gd name="connsiteX21" fmla="*/ 3701 w 10000"/>
                      <a:gd name="connsiteY21" fmla="*/ 6394 h 10564"/>
                      <a:gd name="connsiteX22" fmla="*/ 3625 w 10000"/>
                      <a:gd name="connsiteY22" fmla="*/ 5637 h 10564"/>
                      <a:gd name="connsiteX23" fmla="*/ 3399 w 10000"/>
                      <a:gd name="connsiteY23" fmla="*/ 5410 h 10564"/>
                      <a:gd name="connsiteX24" fmla="*/ 3249 w 10000"/>
                      <a:gd name="connsiteY24" fmla="*/ 5184 h 10564"/>
                      <a:gd name="connsiteX25" fmla="*/ 3173 w 10000"/>
                      <a:gd name="connsiteY25" fmla="*/ 5032 h 10564"/>
                      <a:gd name="connsiteX26" fmla="*/ 3173 w 10000"/>
                      <a:gd name="connsiteY26" fmla="*/ 4350 h 10564"/>
                      <a:gd name="connsiteX27" fmla="*/ 2946 w 10000"/>
                      <a:gd name="connsiteY27" fmla="*/ 4350 h 10564"/>
                      <a:gd name="connsiteX28" fmla="*/ 2871 w 10000"/>
                      <a:gd name="connsiteY28" fmla="*/ 4350 h 10564"/>
                      <a:gd name="connsiteX29" fmla="*/ 2719 w 10000"/>
                      <a:gd name="connsiteY29" fmla="*/ 4123 h 10564"/>
                      <a:gd name="connsiteX30" fmla="*/ 2644 w 10000"/>
                      <a:gd name="connsiteY30" fmla="*/ 3063 h 10564"/>
                      <a:gd name="connsiteX31" fmla="*/ 2644 w 10000"/>
                      <a:gd name="connsiteY31" fmla="*/ 2835 h 10564"/>
                      <a:gd name="connsiteX32" fmla="*/ 2871 w 10000"/>
                      <a:gd name="connsiteY32" fmla="*/ 2835 h 10564"/>
                      <a:gd name="connsiteX33" fmla="*/ 2946 w 10000"/>
                      <a:gd name="connsiteY33" fmla="*/ 2835 h 10564"/>
                      <a:gd name="connsiteX34" fmla="*/ 2871 w 10000"/>
                      <a:gd name="connsiteY34" fmla="*/ 2154 h 10564"/>
                      <a:gd name="connsiteX35" fmla="*/ 2871 w 10000"/>
                      <a:gd name="connsiteY35" fmla="*/ 1927 h 10564"/>
                      <a:gd name="connsiteX36" fmla="*/ 2871 w 10000"/>
                      <a:gd name="connsiteY36" fmla="*/ 1775 h 10564"/>
                      <a:gd name="connsiteX37" fmla="*/ 2871 w 10000"/>
                      <a:gd name="connsiteY37" fmla="*/ 1473 h 10564"/>
                      <a:gd name="connsiteX38" fmla="*/ 2946 w 10000"/>
                      <a:gd name="connsiteY38" fmla="*/ 1170 h 10564"/>
                      <a:gd name="connsiteX39" fmla="*/ 3021 w 10000"/>
                      <a:gd name="connsiteY39" fmla="*/ 867 h 10564"/>
                      <a:gd name="connsiteX40" fmla="*/ 3249 w 10000"/>
                      <a:gd name="connsiteY40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644 w 10000"/>
                      <a:gd name="connsiteY30" fmla="*/ 2835 h 10564"/>
                      <a:gd name="connsiteX31" fmla="*/ 2871 w 10000"/>
                      <a:gd name="connsiteY31" fmla="*/ 2835 h 10564"/>
                      <a:gd name="connsiteX32" fmla="*/ 2946 w 10000"/>
                      <a:gd name="connsiteY32" fmla="*/ 2835 h 10564"/>
                      <a:gd name="connsiteX33" fmla="*/ 2871 w 10000"/>
                      <a:gd name="connsiteY33" fmla="*/ 2154 h 10564"/>
                      <a:gd name="connsiteX34" fmla="*/ 2871 w 10000"/>
                      <a:gd name="connsiteY34" fmla="*/ 1927 h 10564"/>
                      <a:gd name="connsiteX35" fmla="*/ 2871 w 10000"/>
                      <a:gd name="connsiteY35" fmla="*/ 1775 h 10564"/>
                      <a:gd name="connsiteX36" fmla="*/ 2871 w 10000"/>
                      <a:gd name="connsiteY36" fmla="*/ 1473 h 10564"/>
                      <a:gd name="connsiteX37" fmla="*/ 2946 w 10000"/>
                      <a:gd name="connsiteY37" fmla="*/ 1170 h 10564"/>
                      <a:gd name="connsiteX38" fmla="*/ 3021 w 10000"/>
                      <a:gd name="connsiteY38" fmla="*/ 867 h 10564"/>
                      <a:gd name="connsiteX39" fmla="*/ 3249 w 10000"/>
                      <a:gd name="connsiteY39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644 w 10000"/>
                      <a:gd name="connsiteY30" fmla="*/ 2835 h 10564"/>
                      <a:gd name="connsiteX31" fmla="*/ 2871 w 10000"/>
                      <a:gd name="connsiteY31" fmla="*/ 2835 h 10564"/>
                      <a:gd name="connsiteX32" fmla="*/ 2946 w 10000"/>
                      <a:gd name="connsiteY32" fmla="*/ 2835 h 10564"/>
                      <a:gd name="connsiteX33" fmla="*/ 2871 w 10000"/>
                      <a:gd name="connsiteY33" fmla="*/ 2154 h 10564"/>
                      <a:gd name="connsiteX34" fmla="*/ 2871 w 10000"/>
                      <a:gd name="connsiteY34" fmla="*/ 1927 h 10564"/>
                      <a:gd name="connsiteX35" fmla="*/ 2871 w 10000"/>
                      <a:gd name="connsiteY35" fmla="*/ 1775 h 10564"/>
                      <a:gd name="connsiteX36" fmla="*/ 2871 w 10000"/>
                      <a:gd name="connsiteY36" fmla="*/ 1473 h 10564"/>
                      <a:gd name="connsiteX37" fmla="*/ 2946 w 10000"/>
                      <a:gd name="connsiteY37" fmla="*/ 1170 h 10564"/>
                      <a:gd name="connsiteX38" fmla="*/ 3021 w 10000"/>
                      <a:gd name="connsiteY38" fmla="*/ 867 h 10564"/>
                      <a:gd name="connsiteX39" fmla="*/ 3249 w 10000"/>
                      <a:gd name="connsiteY39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644 w 10000"/>
                      <a:gd name="connsiteY30" fmla="*/ 2835 h 10564"/>
                      <a:gd name="connsiteX31" fmla="*/ 2871 w 10000"/>
                      <a:gd name="connsiteY31" fmla="*/ 2835 h 10564"/>
                      <a:gd name="connsiteX32" fmla="*/ 2946 w 10000"/>
                      <a:gd name="connsiteY32" fmla="*/ 2835 h 10564"/>
                      <a:gd name="connsiteX33" fmla="*/ 2871 w 10000"/>
                      <a:gd name="connsiteY33" fmla="*/ 2154 h 10564"/>
                      <a:gd name="connsiteX34" fmla="*/ 2871 w 10000"/>
                      <a:gd name="connsiteY34" fmla="*/ 1927 h 10564"/>
                      <a:gd name="connsiteX35" fmla="*/ 2871 w 10000"/>
                      <a:gd name="connsiteY35" fmla="*/ 1775 h 10564"/>
                      <a:gd name="connsiteX36" fmla="*/ 2871 w 10000"/>
                      <a:gd name="connsiteY36" fmla="*/ 1473 h 10564"/>
                      <a:gd name="connsiteX37" fmla="*/ 2946 w 10000"/>
                      <a:gd name="connsiteY37" fmla="*/ 1170 h 10564"/>
                      <a:gd name="connsiteX38" fmla="*/ 3021 w 10000"/>
                      <a:gd name="connsiteY38" fmla="*/ 867 h 10564"/>
                      <a:gd name="connsiteX39" fmla="*/ 3249 w 10000"/>
                      <a:gd name="connsiteY39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644 w 10000"/>
                      <a:gd name="connsiteY30" fmla="*/ 2835 h 10564"/>
                      <a:gd name="connsiteX31" fmla="*/ 2871 w 10000"/>
                      <a:gd name="connsiteY31" fmla="*/ 2835 h 10564"/>
                      <a:gd name="connsiteX32" fmla="*/ 2946 w 10000"/>
                      <a:gd name="connsiteY32" fmla="*/ 2835 h 10564"/>
                      <a:gd name="connsiteX33" fmla="*/ 2871 w 10000"/>
                      <a:gd name="connsiteY33" fmla="*/ 2154 h 10564"/>
                      <a:gd name="connsiteX34" fmla="*/ 2871 w 10000"/>
                      <a:gd name="connsiteY34" fmla="*/ 1927 h 10564"/>
                      <a:gd name="connsiteX35" fmla="*/ 2871 w 10000"/>
                      <a:gd name="connsiteY35" fmla="*/ 1775 h 10564"/>
                      <a:gd name="connsiteX36" fmla="*/ 2871 w 10000"/>
                      <a:gd name="connsiteY36" fmla="*/ 1473 h 10564"/>
                      <a:gd name="connsiteX37" fmla="*/ 2946 w 10000"/>
                      <a:gd name="connsiteY37" fmla="*/ 1170 h 10564"/>
                      <a:gd name="connsiteX38" fmla="*/ 3021 w 10000"/>
                      <a:gd name="connsiteY38" fmla="*/ 867 h 10564"/>
                      <a:gd name="connsiteX39" fmla="*/ 3249 w 10000"/>
                      <a:gd name="connsiteY39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644 w 10000"/>
                      <a:gd name="connsiteY30" fmla="*/ 2835 h 10564"/>
                      <a:gd name="connsiteX31" fmla="*/ 2871 w 10000"/>
                      <a:gd name="connsiteY31" fmla="*/ 2835 h 10564"/>
                      <a:gd name="connsiteX32" fmla="*/ 2946 w 10000"/>
                      <a:gd name="connsiteY32" fmla="*/ 2835 h 10564"/>
                      <a:gd name="connsiteX33" fmla="*/ 2871 w 10000"/>
                      <a:gd name="connsiteY33" fmla="*/ 2154 h 10564"/>
                      <a:gd name="connsiteX34" fmla="*/ 2871 w 10000"/>
                      <a:gd name="connsiteY34" fmla="*/ 1927 h 10564"/>
                      <a:gd name="connsiteX35" fmla="*/ 2871 w 10000"/>
                      <a:gd name="connsiteY35" fmla="*/ 1775 h 10564"/>
                      <a:gd name="connsiteX36" fmla="*/ 2871 w 10000"/>
                      <a:gd name="connsiteY36" fmla="*/ 1473 h 10564"/>
                      <a:gd name="connsiteX37" fmla="*/ 2946 w 10000"/>
                      <a:gd name="connsiteY37" fmla="*/ 1170 h 10564"/>
                      <a:gd name="connsiteX38" fmla="*/ 3249 w 10000"/>
                      <a:gd name="connsiteY38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644 w 10000"/>
                      <a:gd name="connsiteY30" fmla="*/ 2835 h 10564"/>
                      <a:gd name="connsiteX31" fmla="*/ 2871 w 10000"/>
                      <a:gd name="connsiteY31" fmla="*/ 2835 h 10564"/>
                      <a:gd name="connsiteX32" fmla="*/ 2946 w 10000"/>
                      <a:gd name="connsiteY32" fmla="*/ 2835 h 10564"/>
                      <a:gd name="connsiteX33" fmla="*/ 2871 w 10000"/>
                      <a:gd name="connsiteY33" fmla="*/ 2154 h 10564"/>
                      <a:gd name="connsiteX34" fmla="*/ 2871 w 10000"/>
                      <a:gd name="connsiteY34" fmla="*/ 1927 h 10564"/>
                      <a:gd name="connsiteX35" fmla="*/ 2871 w 10000"/>
                      <a:gd name="connsiteY35" fmla="*/ 1775 h 10564"/>
                      <a:gd name="connsiteX36" fmla="*/ 2871 w 10000"/>
                      <a:gd name="connsiteY36" fmla="*/ 1473 h 10564"/>
                      <a:gd name="connsiteX37" fmla="*/ 3249 w 10000"/>
                      <a:gd name="connsiteY37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644 w 10000"/>
                      <a:gd name="connsiteY30" fmla="*/ 2835 h 10564"/>
                      <a:gd name="connsiteX31" fmla="*/ 2871 w 10000"/>
                      <a:gd name="connsiteY31" fmla="*/ 2835 h 10564"/>
                      <a:gd name="connsiteX32" fmla="*/ 2946 w 10000"/>
                      <a:gd name="connsiteY32" fmla="*/ 2835 h 10564"/>
                      <a:gd name="connsiteX33" fmla="*/ 2871 w 10000"/>
                      <a:gd name="connsiteY33" fmla="*/ 2154 h 10564"/>
                      <a:gd name="connsiteX34" fmla="*/ 2871 w 10000"/>
                      <a:gd name="connsiteY34" fmla="*/ 1927 h 10564"/>
                      <a:gd name="connsiteX35" fmla="*/ 2871 w 10000"/>
                      <a:gd name="connsiteY35" fmla="*/ 1775 h 10564"/>
                      <a:gd name="connsiteX36" fmla="*/ 3249 w 10000"/>
                      <a:gd name="connsiteY36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644 w 10000"/>
                      <a:gd name="connsiteY30" fmla="*/ 2835 h 10564"/>
                      <a:gd name="connsiteX31" fmla="*/ 2871 w 10000"/>
                      <a:gd name="connsiteY31" fmla="*/ 2835 h 10564"/>
                      <a:gd name="connsiteX32" fmla="*/ 2946 w 10000"/>
                      <a:gd name="connsiteY32" fmla="*/ 2835 h 10564"/>
                      <a:gd name="connsiteX33" fmla="*/ 2871 w 10000"/>
                      <a:gd name="connsiteY33" fmla="*/ 2154 h 10564"/>
                      <a:gd name="connsiteX34" fmla="*/ 2871 w 10000"/>
                      <a:gd name="connsiteY34" fmla="*/ 1927 h 10564"/>
                      <a:gd name="connsiteX35" fmla="*/ 3249 w 10000"/>
                      <a:gd name="connsiteY35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644 w 10000"/>
                      <a:gd name="connsiteY30" fmla="*/ 2835 h 10564"/>
                      <a:gd name="connsiteX31" fmla="*/ 2871 w 10000"/>
                      <a:gd name="connsiteY31" fmla="*/ 2835 h 10564"/>
                      <a:gd name="connsiteX32" fmla="*/ 2946 w 10000"/>
                      <a:gd name="connsiteY32" fmla="*/ 2835 h 10564"/>
                      <a:gd name="connsiteX33" fmla="*/ 2871 w 10000"/>
                      <a:gd name="connsiteY33" fmla="*/ 2154 h 10564"/>
                      <a:gd name="connsiteX34" fmla="*/ 3249 w 10000"/>
                      <a:gd name="connsiteY34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644 w 10000"/>
                      <a:gd name="connsiteY30" fmla="*/ 2835 h 10564"/>
                      <a:gd name="connsiteX31" fmla="*/ 2871 w 10000"/>
                      <a:gd name="connsiteY31" fmla="*/ 2835 h 10564"/>
                      <a:gd name="connsiteX32" fmla="*/ 2946 w 10000"/>
                      <a:gd name="connsiteY32" fmla="*/ 2835 h 10564"/>
                      <a:gd name="connsiteX33" fmla="*/ 3249 w 10000"/>
                      <a:gd name="connsiteY33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644 w 10000"/>
                      <a:gd name="connsiteY30" fmla="*/ 2835 h 10564"/>
                      <a:gd name="connsiteX31" fmla="*/ 2871 w 10000"/>
                      <a:gd name="connsiteY31" fmla="*/ 2835 h 10564"/>
                      <a:gd name="connsiteX32" fmla="*/ 2946 w 10000"/>
                      <a:gd name="connsiteY32" fmla="*/ 2835 h 10564"/>
                      <a:gd name="connsiteX33" fmla="*/ 3249 w 10000"/>
                      <a:gd name="connsiteY33" fmla="*/ 564 h 10564"/>
                      <a:gd name="connsiteX0" fmla="*/ 3249 w 10000"/>
                      <a:gd name="connsiteY0" fmla="*/ 564 h 10564"/>
                      <a:gd name="connsiteX1" fmla="*/ 6723 w 10000"/>
                      <a:gd name="connsiteY1" fmla="*/ 564 h 10564"/>
                      <a:gd name="connsiteX2" fmla="*/ 7025 w 10000"/>
                      <a:gd name="connsiteY2" fmla="*/ 2835 h 10564"/>
                      <a:gd name="connsiteX3" fmla="*/ 7327 w 10000"/>
                      <a:gd name="connsiteY3" fmla="*/ 3063 h 10564"/>
                      <a:gd name="connsiteX4" fmla="*/ 7176 w 10000"/>
                      <a:gd name="connsiteY4" fmla="*/ 4123 h 10564"/>
                      <a:gd name="connsiteX5" fmla="*/ 6798 w 10000"/>
                      <a:gd name="connsiteY5" fmla="*/ 4350 h 10564"/>
                      <a:gd name="connsiteX6" fmla="*/ 6798 w 10000"/>
                      <a:gd name="connsiteY6" fmla="*/ 5032 h 10564"/>
                      <a:gd name="connsiteX7" fmla="*/ 6723 w 10000"/>
                      <a:gd name="connsiteY7" fmla="*/ 5184 h 10564"/>
                      <a:gd name="connsiteX8" fmla="*/ 6496 w 10000"/>
                      <a:gd name="connsiteY8" fmla="*/ 5410 h 10564"/>
                      <a:gd name="connsiteX9" fmla="*/ 6270 w 10000"/>
                      <a:gd name="connsiteY9" fmla="*/ 5637 h 10564"/>
                      <a:gd name="connsiteX10" fmla="*/ 6194 w 10000"/>
                      <a:gd name="connsiteY10" fmla="*/ 6394 h 10564"/>
                      <a:gd name="connsiteX11" fmla="*/ 9367 w 10000"/>
                      <a:gd name="connsiteY11" fmla="*/ 7303 h 10564"/>
                      <a:gd name="connsiteX12" fmla="*/ 9971 w 10000"/>
                      <a:gd name="connsiteY12" fmla="*/ 8287 h 10564"/>
                      <a:gd name="connsiteX13" fmla="*/ 9745 w 10000"/>
                      <a:gd name="connsiteY13" fmla="*/ 9499 h 10564"/>
                      <a:gd name="connsiteX14" fmla="*/ 9140 w 10000"/>
                      <a:gd name="connsiteY14" fmla="*/ 10180 h 10564"/>
                      <a:gd name="connsiteX15" fmla="*/ 4986 w 10000"/>
                      <a:gd name="connsiteY15" fmla="*/ 10559 h 10564"/>
                      <a:gd name="connsiteX16" fmla="*/ 756 w 10000"/>
                      <a:gd name="connsiteY16" fmla="*/ 10180 h 10564"/>
                      <a:gd name="connsiteX17" fmla="*/ 152 w 10000"/>
                      <a:gd name="connsiteY17" fmla="*/ 9499 h 10564"/>
                      <a:gd name="connsiteX18" fmla="*/ 0 w 10000"/>
                      <a:gd name="connsiteY18" fmla="*/ 8287 h 10564"/>
                      <a:gd name="connsiteX19" fmla="*/ 528 w 10000"/>
                      <a:gd name="connsiteY19" fmla="*/ 7303 h 10564"/>
                      <a:gd name="connsiteX20" fmla="*/ 3701 w 10000"/>
                      <a:gd name="connsiteY20" fmla="*/ 6394 h 10564"/>
                      <a:gd name="connsiteX21" fmla="*/ 3625 w 10000"/>
                      <a:gd name="connsiteY21" fmla="*/ 5637 h 10564"/>
                      <a:gd name="connsiteX22" fmla="*/ 3399 w 10000"/>
                      <a:gd name="connsiteY22" fmla="*/ 5410 h 10564"/>
                      <a:gd name="connsiteX23" fmla="*/ 3249 w 10000"/>
                      <a:gd name="connsiteY23" fmla="*/ 5184 h 10564"/>
                      <a:gd name="connsiteX24" fmla="*/ 3173 w 10000"/>
                      <a:gd name="connsiteY24" fmla="*/ 5032 h 10564"/>
                      <a:gd name="connsiteX25" fmla="*/ 3173 w 10000"/>
                      <a:gd name="connsiteY25" fmla="*/ 4350 h 10564"/>
                      <a:gd name="connsiteX26" fmla="*/ 2946 w 10000"/>
                      <a:gd name="connsiteY26" fmla="*/ 4350 h 10564"/>
                      <a:gd name="connsiteX27" fmla="*/ 2871 w 10000"/>
                      <a:gd name="connsiteY27" fmla="*/ 4350 h 10564"/>
                      <a:gd name="connsiteX28" fmla="*/ 2719 w 10000"/>
                      <a:gd name="connsiteY28" fmla="*/ 4123 h 10564"/>
                      <a:gd name="connsiteX29" fmla="*/ 2644 w 10000"/>
                      <a:gd name="connsiteY29" fmla="*/ 3063 h 10564"/>
                      <a:gd name="connsiteX30" fmla="*/ 2871 w 10000"/>
                      <a:gd name="connsiteY30" fmla="*/ 2835 h 10564"/>
                      <a:gd name="connsiteX31" fmla="*/ 2946 w 10000"/>
                      <a:gd name="connsiteY31" fmla="*/ 2835 h 10564"/>
                      <a:gd name="connsiteX32" fmla="*/ 3249 w 10000"/>
                      <a:gd name="connsiteY32" fmla="*/ 564 h 10564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399 w 10000"/>
                      <a:gd name="connsiteY22" fmla="*/ 5472 h 10626"/>
                      <a:gd name="connsiteX23" fmla="*/ 3249 w 10000"/>
                      <a:gd name="connsiteY23" fmla="*/ 5246 h 10626"/>
                      <a:gd name="connsiteX24" fmla="*/ 3173 w 10000"/>
                      <a:gd name="connsiteY24" fmla="*/ 5094 h 10626"/>
                      <a:gd name="connsiteX25" fmla="*/ 3173 w 10000"/>
                      <a:gd name="connsiteY25" fmla="*/ 4412 h 10626"/>
                      <a:gd name="connsiteX26" fmla="*/ 2946 w 10000"/>
                      <a:gd name="connsiteY26" fmla="*/ 4412 h 10626"/>
                      <a:gd name="connsiteX27" fmla="*/ 2871 w 10000"/>
                      <a:gd name="connsiteY27" fmla="*/ 4412 h 10626"/>
                      <a:gd name="connsiteX28" fmla="*/ 2719 w 10000"/>
                      <a:gd name="connsiteY28" fmla="*/ 4185 h 10626"/>
                      <a:gd name="connsiteX29" fmla="*/ 2644 w 10000"/>
                      <a:gd name="connsiteY29" fmla="*/ 3125 h 10626"/>
                      <a:gd name="connsiteX30" fmla="*/ 2871 w 10000"/>
                      <a:gd name="connsiteY30" fmla="*/ 2897 h 10626"/>
                      <a:gd name="connsiteX31" fmla="*/ 2946 w 10000"/>
                      <a:gd name="connsiteY31" fmla="*/ 2897 h 10626"/>
                      <a:gd name="connsiteX32" fmla="*/ 3249 w 10000"/>
                      <a:gd name="connsiteY32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399 w 10000"/>
                      <a:gd name="connsiteY22" fmla="*/ 5472 h 10626"/>
                      <a:gd name="connsiteX23" fmla="*/ 3249 w 10000"/>
                      <a:gd name="connsiteY23" fmla="*/ 5246 h 10626"/>
                      <a:gd name="connsiteX24" fmla="*/ 3173 w 10000"/>
                      <a:gd name="connsiteY24" fmla="*/ 5094 h 10626"/>
                      <a:gd name="connsiteX25" fmla="*/ 3173 w 10000"/>
                      <a:gd name="connsiteY25" fmla="*/ 4412 h 10626"/>
                      <a:gd name="connsiteX26" fmla="*/ 2946 w 10000"/>
                      <a:gd name="connsiteY26" fmla="*/ 4412 h 10626"/>
                      <a:gd name="connsiteX27" fmla="*/ 2871 w 10000"/>
                      <a:gd name="connsiteY27" fmla="*/ 4412 h 10626"/>
                      <a:gd name="connsiteX28" fmla="*/ 2719 w 10000"/>
                      <a:gd name="connsiteY28" fmla="*/ 4185 h 10626"/>
                      <a:gd name="connsiteX29" fmla="*/ 2644 w 10000"/>
                      <a:gd name="connsiteY29" fmla="*/ 3125 h 10626"/>
                      <a:gd name="connsiteX30" fmla="*/ 2946 w 10000"/>
                      <a:gd name="connsiteY30" fmla="*/ 2897 h 10626"/>
                      <a:gd name="connsiteX31" fmla="*/ 3249 w 10000"/>
                      <a:gd name="connsiteY31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399 w 10000"/>
                      <a:gd name="connsiteY22" fmla="*/ 5472 h 10626"/>
                      <a:gd name="connsiteX23" fmla="*/ 3249 w 10000"/>
                      <a:gd name="connsiteY23" fmla="*/ 5246 h 10626"/>
                      <a:gd name="connsiteX24" fmla="*/ 3173 w 10000"/>
                      <a:gd name="connsiteY24" fmla="*/ 5094 h 10626"/>
                      <a:gd name="connsiteX25" fmla="*/ 3173 w 10000"/>
                      <a:gd name="connsiteY25" fmla="*/ 4412 h 10626"/>
                      <a:gd name="connsiteX26" fmla="*/ 2946 w 10000"/>
                      <a:gd name="connsiteY26" fmla="*/ 4412 h 10626"/>
                      <a:gd name="connsiteX27" fmla="*/ 2871 w 10000"/>
                      <a:gd name="connsiteY27" fmla="*/ 4412 h 10626"/>
                      <a:gd name="connsiteX28" fmla="*/ 2719 w 10000"/>
                      <a:gd name="connsiteY28" fmla="*/ 4185 h 10626"/>
                      <a:gd name="connsiteX29" fmla="*/ 2644 w 10000"/>
                      <a:gd name="connsiteY29" fmla="*/ 3125 h 10626"/>
                      <a:gd name="connsiteX30" fmla="*/ 2946 w 10000"/>
                      <a:gd name="connsiteY30" fmla="*/ 2897 h 10626"/>
                      <a:gd name="connsiteX31" fmla="*/ 3249 w 10000"/>
                      <a:gd name="connsiteY31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399 w 10000"/>
                      <a:gd name="connsiteY22" fmla="*/ 5472 h 10626"/>
                      <a:gd name="connsiteX23" fmla="*/ 3249 w 10000"/>
                      <a:gd name="connsiteY23" fmla="*/ 5246 h 10626"/>
                      <a:gd name="connsiteX24" fmla="*/ 3173 w 10000"/>
                      <a:gd name="connsiteY24" fmla="*/ 5094 h 10626"/>
                      <a:gd name="connsiteX25" fmla="*/ 3173 w 10000"/>
                      <a:gd name="connsiteY25" fmla="*/ 4412 h 10626"/>
                      <a:gd name="connsiteX26" fmla="*/ 2946 w 10000"/>
                      <a:gd name="connsiteY26" fmla="*/ 4412 h 10626"/>
                      <a:gd name="connsiteX27" fmla="*/ 2871 w 10000"/>
                      <a:gd name="connsiteY27" fmla="*/ 4412 h 10626"/>
                      <a:gd name="connsiteX28" fmla="*/ 2719 w 10000"/>
                      <a:gd name="connsiteY28" fmla="*/ 4185 h 10626"/>
                      <a:gd name="connsiteX29" fmla="*/ 2644 w 10000"/>
                      <a:gd name="connsiteY29" fmla="*/ 3125 h 10626"/>
                      <a:gd name="connsiteX30" fmla="*/ 2946 w 10000"/>
                      <a:gd name="connsiteY30" fmla="*/ 2897 h 10626"/>
                      <a:gd name="connsiteX31" fmla="*/ 3249 w 10000"/>
                      <a:gd name="connsiteY31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399 w 10000"/>
                      <a:gd name="connsiteY22" fmla="*/ 5472 h 10626"/>
                      <a:gd name="connsiteX23" fmla="*/ 3249 w 10000"/>
                      <a:gd name="connsiteY23" fmla="*/ 5246 h 10626"/>
                      <a:gd name="connsiteX24" fmla="*/ 3173 w 10000"/>
                      <a:gd name="connsiteY24" fmla="*/ 5094 h 10626"/>
                      <a:gd name="connsiteX25" fmla="*/ 3173 w 10000"/>
                      <a:gd name="connsiteY25" fmla="*/ 4412 h 10626"/>
                      <a:gd name="connsiteX26" fmla="*/ 2946 w 10000"/>
                      <a:gd name="connsiteY26" fmla="*/ 4412 h 10626"/>
                      <a:gd name="connsiteX27" fmla="*/ 2871 w 10000"/>
                      <a:gd name="connsiteY27" fmla="*/ 4412 h 10626"/>
                      <a:gd name="connsiteX28" fmla="*/ 2719 w 10000"/>
                      <a:gd name="connsiteY28" fmla="*/ 4185 h 10626"/>
                      <a:gd name="connsiteX29" fmla="*/ 2644 w 10000"/>
                      <a:gd name="connsiteY29" fmla="*/ 3125 h 10626"/>
                      <a:gd name="connsiteX30" fmla="*/ 2946 w 10000"/>
                      <a:gd name="connsiteY30" fmla="*/ 2897 h 10626"/>
                      <a:gd name="connsiteX31" fmla="*/ 3249 w 10000"/>
                      <a:gd name="connsiteY31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399 w 10000"/>
                      <a:gd name="connsiteY22" fmla="*/ 5472 h 10626"/>
                      <a:gd name="connsiteX23" fmla="*/ 3249 w 10000"/>
                      <a:gd name="connsiteY23" fmla="*/ 5246 h 10626"/>
                      <a:gd name="connsiteX24" fmla="*/ 3173 w 10000"/>
                      <a:gd name="connsiteY24" fmla="*/ 5094 h 10626"/>
                      <a:gd name="connsiteX25" fmla="*/ 3173 w 10000"/>
                      <a:gd name="connsiteY25" fmla="*/ 4412 h 10626"/>
                      <a:gd name="connsiteX26" fmla="*/ 2946 w 10000"/>
                      <a:gd name="connsiteY26" fmla="*/ 4412 h 10626"/>
                      <a:gd name="connsiteX27" fmla="*/ 2719 w 10000"/>
                      <a:gd name="connsiteY27" fmla="*/ 4185 h 10626"/>
                      <a:gd name="connsiteX28" fmla="*/ 2644 w 10000"/>
                      <a:gd name="connsiteY28" fmla="*/ 3125 h 10626"/>
                      <a:gd name="connsiteX29" fmla="*/ 2946 w 10000"/>
                      <a:gd name="connsiteY29" fmla="*/ 2897 h 10626"/>
                      <a:gd name="connsiteX30" fmla="*/ 3249 w 10000"/>
                      <a:gd name="connsiteY30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399 w 10000"/>
                      <a:gd name="connsiteY22" fmla="*/ 5472 h 10626"/>
                      <a:gd name="connsiteX23" fmla="*/ 3249 w 10000"/>
                      <a:gd name="connsiteY23" fmla="*/ 5246 h 10626"/>
                      <a:gd name="connsiteX24" fmla="*/ 3173 w 10000"/>
                      <a:gd name="connsiteY24" fmla="*/ 5094 h 10626"/>
                      <a:gd name="connsiteX25" fmla="*/ 3173 w 10000"/>
                      <a:gd name="connsiteY25" fmla="*/ 4412 h 10626"/>
                      <a:gd name="connsiteX26" fmla="*/ 2719 w 10000"/>
                      <a:gd name="connsiteY26" fmla="*/ 4185 h 10626"/>
                      <a:gd name="connsiteX27" fmla="*/ 2644 w 10000"/>
                      <a:gd name="connsiteY27" fmla="*/ 3125 h 10626"/>
                      <a:gd name="connsiteX28" fmla="*/ 2946 w 10000"/>
                      <a:gd name="connsiteY28" fmla="*/ 2897 h 10626"/>
                      <a:gd name="connsiteX29" fmla="*/ 3249 w 10000"/>
                      <a:gd name="connsiteY29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399 w 10000"/>
                      <a:gd name="connsiteY22" fmla="*/ 5472 h 10626"/>
                      <a:gd name="connsiteX23" fmla="*/ 3249 w 10000"/>
                      <a:gd name="connsiteY23" fmla="*/ 5246 h 10626"/>
                      <a:gd name="connsiteX24" fmla="*/ 3173 w 10000"/>
                      <a:gd name="connsiteY24" fmla="*/ 5094 h 10626"/>
                      <a:gd name="connsiteX25" fmla="*/ 3173 w 10000"/>
                      <a:gd name="connsiteY25" fmla="*/ 4412 h 10626"/>
                      <a:gd name="connsiteX26" fmla="*/ 2719 w 10000"/>
                      <a:gd name="connsiteY26" fmla="*/ 4185 h 10626"/>
                      <a:gd name="connsiteX27" fmla="*/ 2644 w 10000"/>
                      <a:gd name="connsiteY27" fmla="*/ 3125 h 10626"/>
                      <a:gd name="connsiteX28" fmla="*/ 2946 w 10000"/>
                      <a:gd name="connsiteY28" fmla="*/ 2897 h 10626"/>
                      <a:gd name="connsiteX29" fmla="*/ 3249 w 10000"/>
                      <a:gd name="connsiteY29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399 w 10000"/>
                      <a:gd name="connsiteY22" fmla="*/ 5472 h 10626"/>
                      <a:gd name="connsiteX23" fmla="*/ 3249 w 10000"/>
                      <a:gd name="connsiteY23" fmla="*/ 5246 h 10626"/>
                      <a:gd name="connsiteX24" fmla="*/ 3173 w 10000"/>
                      <a:gd name="connsiteY24" fmla="*/ 5094 h 10626"/>
                      <a:gd name="connsiteX25" fmla="*/ 3173 w 10000"/>
                      <a:gd name="connsiteY25" fmla="*/ 4412 h 10626"/>
                      <a:gd name="connsiteX26" fmla="*/ 2719 w 10000"/>
                      <a:gd name="connsiteY26" fmla="*/ 4185 h 10626"/>
                      <a:gd name="connsiteX27" fmla="*/ 2644 w 10000"/>
                      <a:gd name="connsiteY27" fmla="*/ 3125 h 10626"/>
                      <a:gd name="connsiteX28" fmla="*/ 2946 w 10000"/>
                      <a:gd name="connsiteY28" fmla="*/ 2897 h 10626"/>
                      <a:gd name="connsiteX29" fmla="*/ 3249 w 10000"/>
                      <a:gd name="connsiteY29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399 w 10000"/>
                      <a:gd name="connsiteY22" fmla="*/ 5472 h 10626"/>
                      <a:gd name="connsiteX23" fmla="*/ 3249 w 10000"/>
                      <a:gd name="connsiteY23" fmla="*/ 5246 h 10626"/>
                      <a:gd name="connsiteX24" fmla="*/ 3173 w 10000"/>
                      <a:gd name="connsiteY24" fmla="*/ 4412 h 10626"/>
                      <a:gd name="connsiteX25" fmla="*/ 2719 w 10000"/>
                      <a:gd name="connsiteY25" fmla="*/ 4185 h 10626"/>
                      <a:gd name="connsiteX26" fmla="*/ 2644 w 10000"/>
                      <a:gd name="connsiteY26" fmla="*/ 3125 h 10626"/>
                      <a:gd name="connsiteX27" fmla="*/ 2946 w 10000"/>
                      <a:gd name="connsiteY27" fmla="*/ 2897 h 10626"/>
                      <a:gd name="connsiteX28" fmla="*/ 3249 w 10000"/>
                      <a:gd name="connsiteY28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399 w 10000"/>
                      <a:gd name="connsiteY22" fmla="*/ 5472 h 10626"/>
                      <a:gd name="connsiteX23" fmla="*/ 3173 w 10000"/>
                      <a:gd name="connsiteY23" fmla="*/ 4412 h 10626"/>
                      <a:gd name="connsiteX24" fmla="*/ 2719 w 10000"/>
                      <a:gd name="connsiteY24" fmla="*/ 4185 h 10626"/>
                      <a:gd name="connsiteX25" fmla="*/ 2644 w 10000"/>
                      <a:gd name="connsiteY25" fmla="*/ 3125 h 10626"/>
                      <a:gd name="connsiteX26" fmla="*/ 2946 w 10000"/>
                      <a:gd name="connsiteY26" fmla="*/ 2897 h 10626"/>
                      <a:gd name="connsiteX27" fmla="*/ 3249 w 10000"/>
                      <a:gd name="connsiteY27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173 w 10000"/>
                      <a:gd name="connsiteY22" fmla="*/ 4412 h 10626"/>
                      <a:gd name="connsiteX23" fmla="*/ 2719 w 10000"/>
                      <a:gd name="connsiteY23" fmla="*/ 4185 h 10626"/>
                      <a:gd name="connsiteX24" fmla="*/ 2644 w 10000"/>
                      <a:gd name="connsiteY24" fmla="*/ 3125 h 10626"/>
                      <a:gd name="connsiteX25" fmla="*/ 2946 w 10000"/>
                      <a:gd name="connsiteY25" fmla="*/ 2897 h 10626"/>
                      <a:gd name="connsiteX26" fmla="*/ 3249 w 10000"/>
                      <a:gd name="connsiteY26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173 w 10000"/>
                      <a:gd name="connsiteY22" fmla="*/ 4412 h 10626"/>
                      <a:gd name="connsiteX23" fmla="*/ 2719 w 10000"/>
                      <a:gd name="connsiteY23" fmla="*/ 4185 h 10626"/>
                      <a:gd name="connsiteX24" fmla="*/ 2644 w 10000"/>
                      <a:gd name="connsiteY24" fmla="*/ 3125 h 10626"/>
                      <a:gd name="connsiteX25" fmla="*/ 2946 w 10000"/>
                      <a:gd name="connsiteY25" fmla="*/ 2897 h 10626"/>
                      <a:gd name="connsiteX26" fmla="*/ 3249 w 10000"/>
                      <a:gd name="connsiteY26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496 w 10000"/>
                      <a:gd name="connsiteY8" fmla="*/ 5472 h 10626"/>
                      <a:gd name="connsiteX9" fmla="*/ 6270 w 10000"/>
                      <a:gd name="connsiteY9" fmla="*/ 5699 h 10626"/>
                      <a:gd name="connsiteX10" fmla="*/ 6194 w 10000"/>
                      <a:gd name="connsiteY10" fmla="*/ 6456 h 10626"/>
                      <a:gd name="connsiteX11" fmla="*/ 9367 w 10000"/>
                      <a:gd name="connsiteY11" fmla="*/ 7365 h 10626"/>
                      <a:gd name="connsiteX12" fmla="*/ 9971 w 10000"/>
                      <a:gd name="connsiteY12" fmla="*/ 8349 h 10626"/>
                      <a:gd name="connsiteX13" fmla="*/ 9745 w 10000"/>
                      <a:gd name="connsiteY13" fmla="*/ 9561 h 10626"/>
                      <a:gd name="connsiteX14" fmla="*/ 9140 w 10000"/>
                      <a:gd name="connsiteY14" fmla="*/ 10242 h 10626"/>
                      <a:gd name="connsiteX15" fmla="*/ 4986 w 10000"/>
                      <a:gd name="connsiteY15" fmla="*/ 10621 h 10626"/>
                      <a:gd name="connsiteX16" fmla="*/ 756 w 10000"/>
                      <a:gd name="connsiteY16" fmla="*/ 10242 h 10626"/>
                      <a:gd name="connsiteX17" fmla="*/ 152 w 10000"/>
                      <a:gd name="connsiteY17" fmla="*/ 9561 h 10626"/>
                      <a:gd name="connsiteX18" fmla="*/ 0 w 10000"/>
                      <a:gd name="connsiteY18" fmla="*/ 8349 h 10626"/>
                      <a:gd name="connsiteX19" fmla="*/ 528 w 10000"/>
                      <a:gd name="connsiteY19" fmla="*/ 7365 h 10626"/>
                      <a:gd name="connsiteX20" fmla="*/ 3701 w 10000"/>
                      <a:gd name="connsiteY20" fmla="*/ 6456 h 10626"/>
                      <a:gd name="connsiteX21" fmla="*/ 3625 w 10000"/>
                      <a:gd name="connsiteY21" fmla="*/ 5699 h 10626"/>
                      <a:gd name="connsiteX22" fmla="*/ 3173 w 10000"/>
                      <a:gd name="connsiteY22" fmla="*/ 4412 h 10626"/>
                      <a:gd name="connsiteX23" fmla="*/ 2719 w 10000"/>
                      <a:gd name="connsiteY23" fmla="*/ 4185 h 10626"/>
                      <a:gd name="connsiteX24" fmla="*/ 2644 w 10000"/>
                      <a:gd name="connsiteY24" fmla="*/ 3125 h 10626"/>
                      <a:gd name="connsiteX25" fmla="*/ 2946 w 10000"/>
                      <a:gd name="connsiteY25" fmla="*/ 2897 h 10626"/>
                      <a:gd name="connsiteX26" fmla="*/ 3249 w 10000"/>
                      <a:gd name="connsiteY26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723 w 10000"/>
                      <a:gd name="connsiteY7" fmla="*/ 5246 h 10626"/>
                      <a:gd name="connsiteX8" fmla="*/ 6270 w 10000"/>
                      <a:gd name="connsiteY8" fmla="*/ 5699 h 10626"/>
                      <a:gd name="connsiteX9" fmla="*/ 6194 w 10000"/>
                      <a:gd name="connsiteY9" fmla="*/ 6456 h 10626"/>
                      <a:gd name="connsiteX10" fmla="*/ 9367 w 10000"/>
                      <a:gd name="connsiteY10" fmla="*/ 7365 h 10626"/>
                      <a:gd name="connsiteX11" fmla="*/ 9971 w 10000"/>
                      <a:gd name="connsiteY11" fmla="*/ 8349 h 10626"/>
                      <a:gd name="connsiteX12" fmla="*/ 9745 w 10000"/>
                      <a:gd name="connsiteY12" fmla="*/ 9561 h 10626"/>
                      <a:gd name="connsiteX13" fmla="*/ 9140 w 10000"/>
                      <a:gd name="connsiteY13" fmla="*/ 10242 h 10626"/>
                      <a:gd name="connsiteX14" fmla="*/ 4986 w 10000"/>
                      <a:gd name="connsiteY14" fmla="*/ 10621 h 10626"/>
                      <a:gd name="connsiteX15" fmla="*/ 756 w 10000"/>
                      <a:gd name="connsiteY15" fmla="*/ 10242 h 10626"/>
                      <a:gd name="connsiteX16" fmla="*/ 152 w 10000"/>
                      <a:gd name="connsiteY16" fmla="*/ 9561 h 10626"/>
                      <a:gd name="connsiteX17" fmla="*/ 0 w 10000"/>
                      <a:gd name="connsiteY17" fmla="*/ 8349 h 10626"/>
                      <a:gd name="connsiteX18" fmla="*/ 528 w 10000"/>
                      <a:gd name="connsiteY18" fmla="*/ 7365 h 10626"/>
                      <a:gd name="connsiteX19" fmla="*/ 3701 w 10000"/>
                      <a:gd name="connsiteY19" fmla="*/ 6456 h 10626"/>
                      <a:gd name="connsiteX20" fmla="*/ 3625 w 10000"/>
                      <a:gd name="connsiteY20" fmla="*/ 5699 h 10626"/>
                      <a:gd name="connsiteX21" fmla="*/ 3173 w 10000"/>
                      <a:gd name="connsiteY21" fmla="*/ 4412 h 10626"/>
                      <a:gd name="connsiteX22" fmla="*/ 2719 w 10000"/>
                      <a:gd name="connsiteY22" fmla="*/ 4185 h 10626"/>
                      <a:gd name="connsiteX23" fmla="*/ 2644 w 10000"/>
                      <a:gd name="connsiteY23" fmla="*/ 3125 h 10626"/>
                      <a:gd name="connsiteX24" fmla="*/ 2946 w 10000"/>
                      <a:gd name="connsiteY24" fmla="*/ 2897 h 10626"/>
                      <a:gd name="connsiteX25" fmla="*/ 3249 w 10000"/>
                      <a:gd name="connsiteY25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798 w 10000"/>
                      <a:gd name="connsiteY6" fmla="*/ 5094 h 10626"/>
                      <a:gd name="connsiteX7" fmla="*/ 6270 w 10000"/>
                      <a:gd name="connsiteY7" fmla="*/ 5699 h 10626"/>
                      <a:gd name="connsiteX8" fmla="*/ 6194 w 10000"/>
                      <a:gd name="connsiteY8" fmla="*/ 6456 h 10626"/>
                      <a:gd name="connsiteX9" fmla="*/ 9367 w 10000"/>
                      <a:gd name="connsiteY9" fmla="*/ 7365 h 10626"/>
                      <a:gd name="connsiteX10" fmla="*/ 9971 w 10000"/>
                      <a:gd name="connsiteY10" fmla="*/ 8349 h 10626"/>
                      <a:gd name="connsiteX11" fmla="*/ 9745 w 10000"/>
                      <a:gd name="connsiteY11" fmla="*/ 9561 h 10626"/>
                      <a:gd name="connsiteX12" fmla="*/ 9140 w 10000"/>
                      <a:gd name="connsiteY12" fmla="*/ 10242 h 10626"/>
                      <a:gd name="connsiteX13" fmla="*/ 4986 w 10000"/>
                      <a:gd name="connsiteY13" fmla="*/ 10621 h 10626"/>
                      <a:gd name="connsiteX14" fmla="*/ 756 w 10000"/>
                      <a:gd name="connsiteY14" fmla="*/ 10242 h 10626"/>
                      <a:gd name="connsiteX15" fmla="*/ 152 w 10000"/>
                      <a:gd name="connsiteY15" fmla="*/ 9561 h 10626"/>
                      <a:gd name="connsiteX16" fmla="*/ 0 w 10000"/>
                      <a:gd name="connsiteY16" fmla="*/ 8349 h 10626"/>
                      <a:gd name="connsiteX17" fmla="*/ 528 w 10000"/>
                      <a:gd name="connsiteY17" fmla="*/ 7365 h 10626"/>
                      <a:gd name="connsiteX18" fmla="*/ 3701 w 10000"/>
                      <a:gd name="connsiteY18" fmla="*/ 6456 h 10626"/>
                      <a:gd name="connsiteX19" fmla="*/ 3625 w 10000"/>
                      <a:gd name="connsiteY19" fmla="*/ 5699 h 10626"/>
                      <a:gd name="connsiteX20" fmla="*/ 3173 w 10000"/>
                      <a:gd name="connsiteY20" fmla="*/ 4412 h 10626"/>
                      <a:gd name="connsiteX21" fmla="*/ 2719 w 10000"/>
                      <a:gd name="connsiteY21" fmla="*/ 4185 h 10626"/>
                      <a:gd name="connsiteX22" fmla="*/ 2644 w 10000"/>
                      <a:gd name="connsiteY22" fmla="*/ 3125 h 10626"/>
                      <a:gd name="connsiteX23" fmla="*/ 2946 w 10000"/>
                      <a:gd name="connsiteY23" fmla="*/ 2897 h 10626"/>
                      <a:gd name="connsiteX24" fmla="*/ 3249 w 10000"/>
                      <a:gd name="connsiteY24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270 w 10000"/>
                      <a:gd name="connsiteY6" fmla="*/ 5699 h 10626"/>
                      <a:gd name="connsiteX7" fmla="*/ 6194 w 10000"/>
                      <a:gd name="connsiteY7" fmla="*/ 6456 h 10626"/>
                      <a:gd name="connsiteX8" fmla="*/ 9367 w 10000"/>
                      <a:gd name="connsiteY8" fmla="*/ 7365 h 10626"/>
                      <a:gd name="connsiteX9" fmla="*/ 9971 w 10000"/>
                      <a:gd name="connsiteY9" fmla="*/ 8349 h 10626"/>
                      <a:gd name="connsiteX10" fmla="*/ 9745 w 10000"/>
                      <a:gd name="connsiteY10" fmla="*/ 9561 h 10626"/>
                      <a:gd name="connsiteX11" fmla="*/ 9140 w 10000"/>
                      <a:gd name="connsiteY11" fmla="*/ 10242 h 10626"/>
                      <a:gd name="connsiteX12" fmla="*/ 4986 w 10000"/>
                      <a:gd name="connsiteY12" fmla="*/ 10621 h 10626"/>
                      <a:gd name="connsiteX13" fmla="*/ 756 w 10000"/>
                      <a:gd name="connsiteY13" fmla="*/ 10242 h 10626"/>
                      <a:gd name="connsiteX14" fmla="*/ 152 w 10000"/>
                      <a:gd name="connsiteY14" fmla="*/ 9561 h 10626"/>
                      <a:gd name="connsiteX15" fmla="*/ 0 w 10000"/>
                      <a:gd name="connsiteY15" fmla="*/ 8349 h 10626"/>
                      <a:gd name="connsiteX16" fmla="*/ 528 w 10000"/>
                      <a:gd name="connsiteY16" fmla="*/ 7365 h 10626"/>
                      <a:gd name="connsiteX17" fmla="*/ 3701 w 10000"/>
                      <a:gd name="connsiteY17" fmla="*/ 6456 h 10626"/>
                      <a:gd name="connsiteX18" fmla="*/ 3625 w 10000"/>
                      <a:gd name="connsiteY18" fmla="*/ 5699 h 10626"/>
                      <a:gd name="connsiteX19" fmla="*/ 3173 w 10000"/>
                      <a:gd name="connsiteY19" fmla="*/ 4412 h 10626"/>
                      <a:gd name="connsiteX20" fmla="*/ 2719 w 10000"/>
                      <a:gd name="connsiteY20" fmla="*/ 4185 h 10626"/>
                      <a:gd name="connsiteX21" fmla="*/ 2644 w 10000"/>
                      <a:gd name="connsiteY21" fmla="*/ 3125 h 10626"/>
                      <a:gd name="connsiteX22" fmla="*/ 2946 w 10000"/>
                      <a:gd name="connsiteY22" fmla="*/ 2897 h 10626"/>
                      <a:gd name="connsiteX23" fmla="*/ 3249 w 10000"/>
                      <a:gd name="connsiteY23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270 w 10000"/>
                      <a:gd name="connsiteY6" fmla="*/ 5699 h 10626"/>
                      <a:gd name="connsiteX7" fmla="*/ 6194 w 10000"/>
                      <a:gd name="connsiteY7" fmla="*/ 6456 h 10626"/>
                      <a:gd name="connsiteX8" fmla="*/ 9367 w 10000"/>
                      <a:gd name="connsiteY8" fmla="*/ 7365 h 10626"/>
                      <a:gd name="connsiteX9" fmla="*/ 9971 w 10000"/>
                      <a:gd name="connsiteY9" fmla="*/ 8349 h 10626"/>
                      <a:gd name="connsiteX10" fmla="*/ 9745 w 10000"/>
                      <a:gd name="connsiteY10" fmla="*/ 9561 h 10626"/>
                      <a:gd name="connsiteX11" fmla="*/ 9140 w 10000"/>
                      <a:gd name="connsiteY11" fmla="*/ 10242 h 10626"/>
                      <a:gd name="connsiteX12" fmla="*/ 4986 w 10000"/>
                      <a:gd name="connsiteY12" fmla="*/ 10621 h 10626"/>
                      <a:gd name="connsiteX13" fmla="*/ 756 w 10000"/>
                      <a:gd name="connsiteY13" fmla="*/ 10242 h 10626"/>
                      <a:gd name="connsiteX14" fmla="*/ 152 w 10000"/>
                      <a:gd name="connsiteY14" fmla="*/ 9561 h 10626"/>
                      <a:gd name="connsiteX15" fmla="*/ 0 w 10000"/>
                      <a:gd name="connsiteY15" fmla="*/ 8349 h 10626"/>
                      <a:gd name="connsiteX16" fmla="*/ 528 w 10000"/>
                      <a:gd name="connsiteY16" fmla="*/ 7365 h 10626"/>
                      <a:gd name="connsiteX17" fmla="*/ 3701 w 10000"/>
                      <a:gd name="connsiteY17" fmla="*/ 6456 h 10626"/>
                      <a:gd name="connsiteX18" fmla="*/ 3625 w 10000"/>
                      <a:gd name="connsiteY18" fmla="*/ 5699 h 10626"/>
                      <a:gd name="connsiteX19" fmla="*/ 3173 w 10000"/>
                      <a:gd name="connsiteY19" fmla="*/ 4412 h 10626"/>
                      <a:gd name="connsiteX20" fmla="*/ 2719 w 10000"/>
                      <a:gd name="connsiteY20" fmla="*/ 4185 h 10626"/>
                      <a:gd name="connsiteX21" fmla="*/ 2644 w 10000"/>
                      <a:gd name="connsiteY21" fmla="*/ 3125 h 10626"/>
                      <a:gd name="connsiteX22" fmla="*/ 2946 w 10000"/>
                      <a:gd name="connsiteY22" fmla="*/ 2897 h 10626"/>
                      <a:gd name="connsiteX23" fmla="*/ 3249 w 10000"/>
                      <a:gd name="connsiteY23" fmla="*/ 626 h 10626"/>
                      <a:gd name="connsiteX0" fmla="*/ 3249 w 10000"/>
                      <a:gd name="connsiteY0" fmla="*/ 626 h 10626"/>
                      <a:gd name="connsiteX1" fmla="*/ 6723 w 10000"/>
                      <a:gd name="connsiteY1" fmla="*/ 626 h 10626"/>
                      <a:gd name="connsiteX2" fmla="*/ 7025 w 10000"/>
                      <a:gd name="connsiteY2" fmla="*/ 2897 h 10626"/>
                      <a:gd name="connsiteX3" fmla="*/ 7327 w 10000"/>
                      <a:gd name="connsiteY3" fmla="*/ 3125 h 10626"/>
                      <a:gd name="connsiteX4" fmla="*/ 7176 w 10000"/>
                      <a:gd name="connsiteY4" fmla="*/ 4185 h 10626"/>
                      <a:gd name="connsiteX5" fmla="*/ 6798 w 10000"/>
                      <a:gd name="connsiteY5" fmla="*/ 4412 h 10626"/>
                      <a:gd name="connsiteX6" fmla="*/ 6270 w 10000"/>
                      <a:gd name="connsiteY6" fmla="*/ 5699 h 10626"/>
                      <a:gd name="connsiteX7" fmla="*/ 6194 w 10000"/>
                      <a:gd name="connsiteY7" fmla="*/ 6456 h 10626"/>
                      <a:gd name="connsiteX8" fmla="*/ 9367 w 10000"/>
                      <a:gd name="connsiteY8" fmla="*/ 7365 h 10626"/>
                      <a:gd name="connsiteX9" fmla="*/ 9971 w 10000"/>
                      <a:gd name="connsiteY9" fmla="*/ 8349 h 10626"/>
                      <a:gd name="connsiteX10" fmla="*/ 9745 w 10000"/>
                      <a:gd name="connsiteY10" fmla="*/ 9561 h 10626"/>
                      <a:gd name="connsiteX11" fmla="*/ 9140 w 10000"/>
                      <a:gd name="connsiteY11" fmla="*/ 10242 h 10626"/>
                      <a:gd name="connsiteX12" fmla="*/ 4986 w 10000"/>
                      <a:gd name="connsiteY12" fmla="*/ 10621 h 10626"/>
                      <a:gd name="connsiteX13" fmla="*/ 756 w 10000"/>
                      <a:gd name="connsiteY13" fmla="*/ 10242 h 10626"/>
                      <a:gd name="connsiteX14" fmla="*/ 152 w 10000"/>
                      <a:gd name="connsiteY14" fmla="*/ 9561 h 10626"/>
                      <a:gd name="connsiteX15" fmla="*/ 0 w 10000"/>
                      <a:gd name="connsiteY15" fmla="*/ 8349 h 10626"/>
                      <a:gd name="connsiteX16" fmla="*/ 528 w 10000"/>
                      <a:gd name="connsiteY16" fmla="*/ 7365 h 10626"/>
                      <a:gd name="connsiteX17" fmla="*/ 3701 w 10000"/>
                      <a:gd name="connsiteY17" fmla="*/ 6456 h 10626"/>
                      <a:gd name="connsiteX18" fmla="*/ 3625 w 10000"/>
                      <a:gd name="connsiteY18" fmla="*/ 5699 h 10626"/>
                      <a:gd name="connsiteX19" fmla="*/ 3173 w 10000"/>
                      <a:gd name="connsiteY19" fmla="*/ 4412 h 10626"/>
                      <a:gd name="connsiteX20" fmla="*/ 2719 w 10000"/>
                      <a:gd name="connsiteY20" fmla="*/ 4185 h 10626"/>
                      <a:gd name="connsiteX21" fmla="*/ 2644 w 10000"/>
                      <a:gd name="connsiteY21" fmla="*/ 3125 h 10626"/>
                      <a:gd name="connsiteX22" fmla="*/ 2946 w 10000"/>
                      <a:gd name="connsiteY22" fmla="*/ 2897 h 10626"/>
                      <a:gd name="connsiteX23" fmla="*/ 3249 w 10000"/>
                      <a:gd name="connsiteY23" fmla="*/ 626 h 106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0000" h="10626">
                        <a:moveTo>
                          <a:pt x="3249" y="626"/>
                        </a:moveTo>
                        <a:cubicBezTo>
                          <a:pt x="4371" y="-484"/>
                          <a:pt x="6309" y="117"/>
                          <a:pt x="6723" y="626"/>
                        </a:cubicBezTo>
                        <a:cubicBezTo>
                          <a:pt x="7243" y="1132"/>
                          <a:pt x="6962" y="2519"/>
                          <a:pt x="7025" y="2897"/>
                        </a:cubicBezTo>
                        <a:cubicBezTo>
                          <a:pt x="7271" y="2918"/>
                          <a:pt x="7353" y="2922"/>
                          <a:pt x="7327" y="3125"/>
                        </a:cubicBezTo>
                        <a:cubicBezTo>
                          <a:pt x="7277" y="3478"/>
                          <a:pt x="7226" y="3832"/>
                          <a:pt x="7176" y="4185"/>
                        </a:cubicBezTo>
                        <a:cubicBezTo>
                          <a:pt x="7088" y="4455"/>
                          <a:pt x="6988" y="4460"/>
                          <a:pt x="6798" y="4412"/>
                        </a:cubicBezTo>
                        <a:cubicBezTo>
                          <a:pt x="6894" y="5114"/>
                          <a:pt x="6537" y="5670"/>
                          <a:pt x="6270" y="5699"/>
                        </a:cubicBezTo>
                        <a:cubicBezTo>
                          <a:pt x="6245" y="5951"/>
                          <a:pt x="6219" y="6204"/>
                          <a:pt x="6194" y="6456"/>
                        </a:cubicBezTo>
                        <a:cubicBezTo>
                          <a:pt x="7252" y="6759"/>
                          <a:pt x="8436" y="6899"/>
                          <a:pt x="9367" y="7365"/>
                        </a:cubicBezTo>
                        <a:cubicBezTo>
                          <a:pt x="9695" y="7510"/>
                          <a:pt x="10115" y="7858"/>
                          <a:pt x="9971" y="8349"/>
                        </a:cubicBezTo>
                        <a:cubicBezTo>
                          <a:pt x="9895" y="8753"/>
                          <a:pt x="9821" y="9156"/>
                          <a:pt x="9745" y="9561"/>
                        </a:cubicBezTo>
                        <a:cubicBezTo>
                          <a:pt x="9689" y="9933"/>
                          <a:pt x="9705" y="10034"/>
                          <a:pt x="9140" y="10242"/>
                        </a:cubicBezTo>
                        <a:cubicBezTo>
                          <a:pt x="7756" y="10514"/>
                          <a:pt x="6625" y="10658"/>
                          <a:pt x="4986" y="10621"/>
                        </a:cubicBezTo>
                        <a:cubicBezTo>
                          <a:pt x="3558" y="10622"/>
                          <a:pt x="2166" y="10550"/>
                          <a:pt x="756" y="10242"/>
                        </a:cubicBezTo>
                        <a:cubicBezTo>
                          <a:pt x="446" y="10142"/>
                          <a:pt x="262" y="10097"/>
                          <a:pt x="152" y="9561"/>
                        </a:cubicBezTo>
                        <a:cubicBezTo>
                          <a:pt x="101" y="9156"/>
                          <a:pt x="51" y="8753"/>
                          <a:pt x="0" y="8349"/>
                        </a:cubicBezTo>
                        <a:cubicBezTo>
                          <a:pt x="-10" y="8021"/>
                          <a:pt x="75" y="7608"/>
                          <a:pt x="528" y="7365"/>
                        </a:cubicBezTo>
                        <a:cubicBezTo>
                          <a:pt x="1532" y="6917"/>
                          <a:pt x="2789" y="6650"/>
                          <a:pt x="3701" y="6456"/>
                        </a:cubicBezTo>
                        <a:cubicBezTo>
                          <a:pt x="3676" y="6204"/>
                          <a:pt x="3650" y="5951"/>
                          <a:pt x="3625" y="5699"/>
                        </a:cubicBezTo>
                        <a:cubicBezTo>
                          <a:pt x="3383" y="5634"/>
                          <a:pt x="3106" y="5332"/>
                          <a:pt x="3173" y="4412"/>
                        </a:cubicBezTo>
                        <a:cubicBezTo>
                          <a:pt x="2986" y="4482"/>
                          <a:pt x="2779" y="4443"/>
                          <a:pt x="2719" y="4185"/>
                        </a:cubicBezTo>
                        <a:cubicBezTo>
                          <a:pt x="2694" y="3832"/>
                          <a:pt x="2669" y="3478"/>
                          <a:pt x="2644" y="3125"/>
                        </a:cubicBezTo>
                        <a:cubicBezTo>
                          <a:pt x="2637" y="2903"/>
                          <a:pt x="2754" y="2882"/>
                          <a:pt x="2946" y="2897"/>
                        </a:cubicBezTo>
                        <a:cubicBezTo>
                          <a:pt x="3009" y="2519"/>
                          <a:pt x="2620" y="1478"/>
                          <a:pt x="3249" y="626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9" name="Group 178">
                    <a:extLst>
                      <a:ext uri="{FF2B5EF4-FFF2-40B4-BE49-F238E27FC236}">
                        <a16:creationId xmlns:a16="http://schemas.microsoft.com/office/drawing/2014/main" id="{E1BAF84E-433A-4AAE-AE65-E11FB1BBC5ED}"/>
                      </a:ext>
                    </a:extLst>
                  </p:cNvPr>
                  <p:cNvGrpSpPr/>
                  <p:nvPr/>
                </p:nvGrpSpPr>
                <p:grpSpPr>
                  <a:xfrm>
                    <a:off x="11236446" y="19305225"/>
                    <a:ext cx="1832410" cy="1641279"/>
                    <a:chOff x="11236446" y="19305225"/>
                    <a:chExt cx="1832410" cy="1641279"/>
                  </a:xfrm>
                  <a:grpFill/>
                </p:grpSpPr>
                <p:sp>
                  <p:nvSpPr>
                    <p:cNvPr id="180" name="Rectangle 271">
                      <a:extLst>
                        <a:ext uri="{FF2B5EF4-FFF2-40B4-BE49-F238E27FC236}">
                          <a16:creationId xmlns:a16="http://schemas.microsoft.com/office/drawing/2014/main" id="{AA50E39C-5B5C-4511-9F41-5C5F03BBBF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730094" y="19779199"/>
                      <a:ext cx="872036" cy="79275"/>
                    </a:xfrm>
                    <a:prstGeom prst="rect">
                      <a:avLst/>
                    </a:prstGeom>
                    <a:grpFill/>
                    <a:ln w="0">
                      <a:noFill/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1" name="Rectangle 272">
                      <a:extLst>
                        <a:ext uri="{FF2B5EF4-FFF2-40B4-BE49-F238E27FC236}">
                          <a16:creationId xmlns:a16="http://schemas.microsoft.com/office/drawing/2014/main" id="{47F369F1-95B0-4D77-9FA6-EA8FD3C14A1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730110" y="20178089"/>
                      <a:ext cx="872036" cy="79275"/>
                    </a:xfrm>
                    <a:prstGeom prst="rect">
                      <a:avLst/>
                    </a:prstGeom>
                    <a:grpFill/>
                    <a:ln w="0">
                      <a:noFill/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2" name="Rectangle 273">
                      <a:extLst>
                        <a:ext uri="{FF2B5EF4-FFF2-40B4-BE49-F238E27FC236}">
                          <a16:creationId xmlns:a16="http://schemas.microsoft.com/office/drawing/2014/main" id="{DC1133EB-63CA-4666-B517-55D67A1E68B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730149" y="19952631"/>
                      <a:ext cx="872036" cy="89186"/>
                    </a:xfrm>
                    <a:prstGeom prst="rect">
                      <a:avLst/>
                    </a:prstGeom>
                    <a:grpFill/>
                    <a:ln w="0">
                      <a:noFill/>
                      <a:prstDash val="solid"/>
                      <a:miter lim="800000"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black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3" name="Freeform 194">
                      <a:extLst>
                        <a:ext uri="{FF2B5EF4-FFF2-40B4-BE49-F238E27FC236}">
                          <a16:creationId xmlns:a16="http://schemas.microsoft.com/office/drawing/2014/main" id="{041418E9-6447-459B-ABBE-B3F7BA7B0D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236446" y="19305225"/>
                      <a:ext cx="1832410" cy="1641279"/>
                    </a:xfrm>
                    <a:custGeom>
                      <a:avLst/>
                      <a:gdLst>
                        <a:gd name="connsiteX0" fmla="*/ 907408 w 1832399"/>
                        <a:gd name="connsiteY0" fmla="*/ 143782 h 1641281"/>
                        <a:gd name="connsiteX1" fmla="*/ 139206 w 1832399"/>
                        <a:gd name="connsiteY1" fmla="*/ 699495 h 1641281"/>
                        <a:gd name="connsiteX2" fmla="*/ 364208 w 1832399"/>
                        <a:gd name="connsiteY2" fmla="*/ 1092444 h 1641281"/>
                        <a:gd name="connsiteX3" fmla="*/ 426035 w 1832399"/>
                        <a:gd name="connsiteY3" fmla="*/ 1129346 h 1641281"/>
                        <a:gd name="connsiteX4" fmla="*/ 358749 w 1832399"/>
                        <a:gd name="connsiteY4" fmla="*/ 1317155 h 1641281"/>
                        <a:gd name="connsiteX5" fmla="*/ 590121 w 1832399"/>
                        <a:gd name="connsiteY5" fmla="*/ 1204364 h 1641281"/>
                        <a:gd name="connsiteX6" fmla="*/ 608389 w 1832399"/>
                        <a:gd name="connsiteY6" fmla="*/ 1211537 h 1641281"/>
                        <a:gd name="connsiteX7" fmla="*/ 907408 w 1832399"/>
                        <a:gd name="connsiteY7" fmla="*/ 1255208 h 1641281"/>
                        <a:gd name="connsiteX8" fmla="*/ 1675610 w 1832399"/>
                        <a:gd name="connsiteY8" fmla="*/ 699495 h 1641281"/>
                        <a:gd name="connsiteX9" fmla="*/ 907408 w 1832399"/>
                        <a:gd name="connsiteY9" fmla="*/ 143782 h 1641281"/>
                        <a:gd name="connsiteX10" fmla="*/ 902680 w 1832399"/>
                        <a:gd name="connsiteY10" fmla="*/ 76 h 1641281"/>
                        <a:gd name="connsiteX11" fmla="*/ 1424832 w 1832399"/>
                        <a:gd name="connsiteY11" fmla="*/ 117711 h 1641281"/>
                        <a:gd name="connsiteX12" fmla="*/ 1588103 w 1832399"/>
                        <a:gd name="connsiteY12" fmla="*/ 1175004 h 1641281"/>
                        <a:gd name="connsiteX13" fmla="*/ 553993 w 1832399"/>
                        <a:gd name="connsiteY13" fmla="*/ 1342005 h 1641281"/>
                        <a:gd name="connsiteX14" fmla="*/ 75156 w 1832399"/>
                        <a:gd name="connsiteY14" fmla="*/ 1641281 h 1641281"/>
                        <a:gd name="connsiteX15" fmla="*/ 265127 w 1832399"/>
                        <a:gd name="connsiteY15" fmla="*/ 1191627 h 1641281"/>
                        <a:gd name="connsiteX16" fmla="*/ 385297 w 1832399"/>
                        <a:gd name="connsiteY16" fmla="*/ 129414 h 1641281"/>
                        <a:gd name="connsiteX17" fmla="*/ 902680 w 1832399"/>
                        <a:gd name="connsiteY17" fmla="*/ 76 h 16412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1832399" h="1641281">
                          <a:moveTo>
                            <a:pt x="907408" y="143782"/>
                          </a:moveTo>
                          <a:cubicBezTo>
                            <a:pt x="483142" y="143782"/>
                            <a:pt x="139206" y="392583"/>
                            <a:pt x="139206" y="699495"/>
                          </a:cubicBezTo>
                          <a:cubicBezTo>
                            <a:pt x="139206" y="852951"/>
                            <a:pt x="225190" y="991879"/>
                            <a:pt x="364208" y="1092444"/>
                          </a:cubicBezTo>
                          <a:lnTo>
                            <a:pt x="426035" y="1129346"/>
                          </a:lnTo>
                          <a:lnTo>
                            <a:pt x="358749" y="1317155"/>
                          </a:lnTo>
                          <a:lnTo>
                            <a:pt x="590121" y="1204364"/>
                          </a:lnTo>
                          <a:lnTo>
                            <a:pt x="608389" y="1211537"/>
                          </a:lnTo>
                          <a:cubicBezTo>
                            <a:pt x="700296" y="1239658"/>
                            <a:pt x="801342" y="1255208"/>
                            <a:pt x="907408" y="1255208"/>
                          </a:cubicBezTo>
                          <a:cubicBezTo>
                            <a:pt x="1331674" y="1255208"/>
                            <a:pt x="1675610" y="1006407"/>
                            <a:pt x="1675610" y="699495"/>
                          </a:cubicBezTo>
                          <a:cubicBezTo>
                            <a:pt x="1675610" y="392583"/>
                            <a:pt x="1331674" y="143782"/>
                            <a:pt x="907408" y="143782"/>
                          </a:cubicBezTo>
                          <a:close/>
                          <a:moveTo>
                            <a:pt x="902680" y="76"/>
                          </a:moveTo>
                          <a:cubicBezTo>
                            <a:pt x="1084324" y="-1969"/>
                            <a:pt x="1266762" y="37149"/>
                            <a:pt x="1424832" y="117711"/>
                          </a:cubicBezTo>
                          <a:cubicBezTo>
                            <a:pt x="1893760" y="356706"/>
                            <a:pt x="1971371" y="859294"/>
                            <a:pt x="1588103" y="1175004"/>
                          </a:cubicBezTo>
                          <a:cubicBezTo>
                            <a:pt x="1324448" y="1392185"/>
                            <a:pt x="910245" y="1459076"/>
                            <a:pt x="553993" y="1342005"/>
                          </a:cubicBezTo>
                          <a:lnTo>
                            <a:pt x="75156" y="1641281"/>
                          </a:lnTo>
                          <a:lnTo>
                            <a:pt x="265127" y="1191627"/>
                          </a:lnTo>
                          <a:cubicBezTo>
                            <a:pt x="-132431" y="885028"/>
                            <a:pt x="-75231" y="379423"/>
                            <a:pt x="385297" y="129414"/>
                          </a:cubicBezTo>
                          <a:cubicBezTo>
                            <a:pt x="540188" y="45328"/>
                            <a:pt x="721037" y="2121"/>
                            <a:pt x="902680" y="76"/>
                          </a:cubicBezTo>
                          <a:close/>
                        </a:path>
                      </a:pathLst>
                    </a:custGeom>
                    <a:grpFill/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A0D26551-2BD6-47A5-9382-FA7D9C53EF32}"/>
                    </a:ext>
                  </a:extLst>
                </p:cNvPr>
                <p:cNvGrpSpPr/>
                <p:nvPr/>
              </p:nvGrpSpPr>
              <p:grpSpPr>
                <a:xfrm>
                  <a:off x="5113641" y="2226714"/>
                  <a:ext cx="463118" cy="473638"/>
                  <a:chOff x="4126276" y="2255588"/>
                  <a:chExt cx="508726" cy="520295"/>
                </a:xfrm>
                <a:solidFill>
                  <a:schemeClr val="bg1"/>
                </a:solidFill>
                <a:effectLst/>
              </p:grpSpPr>
              <p:sp>
                <p:nvSpPr>
                  <p:cNvPr id="176" name="Freeform 403">
                    <a:extLst>
                      <a:ext uri="{FF2B5EF4-FFF2-40B4-BE49-F238E27FC236}">
                        <a16:creationId xmlns:a16="http://schemas.microsoft.com/office/drawing/2014/main" id="{35C24561-FFED-4136-8359-33B82DFCB32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126276" y="2452713"/>
                    <a:ext cx="222331" cy="323170"/>
                  </a:xfrm>
                  <a:custGeom>
                    <a:avLst/>
                    <a:gdLst>
                      <a:gd name="T0" fmla="*/ 54 w 97"/>
                      <a:gd name="T1" fmla="*/ 14 h 141"/>
                      <a:gd name="T2" fmla="*/ 13 w 97"/>
                      <a:gd name="T3" fmla="*/ 26 h 141"/>
                      <a:gd name="T4" fmla="*/ 43 w 97"/>
                      <a:gd name="T5" fmla="*/ 128 h 141"/>
                      <a:gd name="T6" fmla="*/ 84 w 97"/>
                      <a:gd name="T7" fmla="*/ 117 h 141"/>
                      <a:gd name="T8" fmla="*/ 54 w 97"/>
                      <a:gd name="T9" fmla="*/ 14 h 141"/>
                      <a:gd name="T10" fmla="*/ 62 w 97"/>
                      <a:gd name="T11" fmla="*/ 0 h 141"/>
                      <a:gd name="T12" fmla="*/ 64 w 97"/>
                      <a:gd name="T13" fmla="*/ 10 h 141"/>
                      <a:gd name="T14" fmla="*/ 95 w 97"/>
                      <a:gd name="T15" fmla="*/ 113 h 141"/>
                      <a:gd name="T16" fmla="*/ 97 w 97"/>
                      <a:gd name="T17" fmla="*/ 123 h 141"/>
                      <a:gd name="T18" fmla="*/ 87 w 97"/>
                      <a:gd name="T19" fmla="*/ 127 h 141"/>
                      <a:gd name="T20" fmla="*/ 46 w 97"/>
                      <a:gd name="T21" fmla="*/ 139 h 141"/>
                      <a:gd name="T22" fmla="*/ 36 w 97"/>
                      <a:gd name="T23" fmla="*/ 141 h 141"/>
                      <a:gd name="T24" fmla="*/ 33 w 97"/>
                      <a:gd name="T25" fmla="*/ 131 h 141"/>
                      <a:gd name="T26" fmla="*/ 3 w 97"/>
                      <a:gd name="T27" fmla="*/ 29 h 141"/>
                      <a:gd name="T28" fmla="*/ 0 w 97"/>
                      <a:gd name="T29" fmla="*/ 18 h 141"/>
                      <a:gd name="T30" fmla="*/ 9 w 97"/>
                      <a:gd name="T31" fmla="*/ 16 h 141"/>
                      <a:gd name="T32" fmla="*/ 51 w 97"/>
                      <a:gd name="T33" fmla="*/ 4 h 141"/>
                      <a:gd name="T34" fmla="*/ 62 w 97"/>
                      <a:gd name="T35" fmla="*/ 0 h 1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97" h="141">
                        <a:moveTo>
                          <a:pt x="54" y="14"/>
                        </a:moveTo>
                        <a:lnTo>
                          <a:pt x="13" y="26"/>
                        </a:lnTo>
                        <a:lnTo>
                          <a:pt x="43" y="128"/>
                        </a:lnTo>
                        <a:lnTo>
                          <a:pt x="84" y="117"/>
                        </a:lnTo>
                        <a:lnTo>
                          <a:pt x="54" y="14"/>
                        </a:lnTo>
                        <a:close/>
                        <a:moveTo>
                          <a:pt x="62" y="0"/>
                        </a:moveTo>
                        <a:lnTo>
                          <a:pt x="64" y="10"/>
                        </a:lnTo>
                        <a:lnTo>
                          <a:pt x="95" y="113"/>
                        </a:lnTo>
                        <a:lnTo>
                          <a:pt x="97" y="123"/>
                        </a:lnTo>
                        <a:lnTo>
                          <a:pt x="87" y="127"/>
                        </a:lnTo>
                        <a:lnTo>
                          <a:pt x="46" y="139"/>
                        </a:lnTo>
                        <a:lnTo>
                          <a:pt x="36" y="141"/>
                        </a:lnTo>
                        <a:lnTo>
                          <a:pt x="33" y="131"/>
                        </a:lnTo>
                        <a:lnTo>
                          <a:pt x="3" y="29"/>
                        </a:lnTo>
                        <a:lnTo>
                          <a:pt x="0" y="18"/>
                        </a:lnTo>
                        <a:lnTo>
                          <a:pt x="9" y="16"/>
                        </a:lnTo>
                        <a:lnTo>
                          <a:pt x="51" y="4"/>
                        </a:lnTo>
                        <a:lnTo>
                          <a:pt x="62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7" name="Freeform 404">
                    <a:extLst>
                      <a:ext uri="{FF2B5EF4-FFF2-40B4-BE49-F238E27FC236}">
                        <a16:creationId xmlns:a16="http://schemas.microsoft.com/office/drawing/2014/main" id="{B4B2B1C6-7444-4CB6-99E8-F84733FF3E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72868" y="2255588"/>
                    <a:ext cx="362134" cy="410270"/>
                  </a:xfrm>
                  <a:custGeom>
                    <a:avLst/>
                    <a:gdLst>
                      <a:gd name="T0" fmla="*/ 72 w 158"/>
                      <a:gd name="T1" fmla="*/ 4 h 179"/>
                      <a:gd name="T2" fmla="*/ 82 w 158"/>
                      <a:gd name="T3" fmla="*/ 24 h 179"/>
                      <a:gd name="T4" fmla="*/ 82 w 158"/>
                      <a:gd name="T5" fmla="*/ 48 h 179"/>
                      <a:gd name="T6" fmla="*/ 80 w 158"/>
                      <a:gd name="T7" fmla="*/ 60 h 179"/>
                      <a:gd name="T8" fmla="*/ 83 w 158"/>
                      <a:gd name="T9" fmla="*/ 69 h 179"/>
                      <a:gd name="T10" fmla="*/ 100 w 158"/>
                      <a:gd name="T11" fmla="*/ 74 h 179"/>
                      <a:gd name="T12" fmla="*/ 121 w 158"/>
                      <a:gd name="T13" fmla="*/ 76 h 179"/>
                      <a:gd name="T14" fmla="*/ 133 w 158"/>
                      <a:gd name="T15" fmla="*/ 76 h 179"/>
                      <a:gd name="T16" fmla="*/ 146 w 158"/>
                      <a:gd name="T17" fmla="*/ 79 h 179"/>
                      <a:gd name="T18" fmla="*/ 158 w 158"/>
                      <a:gd name="T19" fmla="*/ 99 h 179"/>
                      <a:gd name="T20" fmla="*/ 154 w 158"/>
                      <a:gd name="T21" fmla="*/ 112 h 179"/>
                      <a:gd name="T22" fmla="*/ 151 w 158"/>
                      <a:gd name="T23" fmla="*/ 121 h 179"/>
                      <a:gd name="T24" fmla="*/ 150 w 158"/>
                      <a:gd name="T25" fmla="*/ 131 h 179"/>
                      <a:gd name="T26" fmla="*/ 146 w 158"/>
                      <a:gd name="T27" fmla="*/ 140 h 179"/>
                      <a:gd name="T28" fmla="*/ 142 w 158"/>
                      <a:gd name="T29" fmla="*/ 146 h 179"/>
                      <a:gd name="T30" fmla="*/ 138 w 158"/>
                      <a:gd name="T31" fmla="*/ 158 h 179"/>
                      <a:gd name="T32" fmla="*/ 129 w 158"/>
                      <a:gd name="T33" fmla="*/ 165 h 179"/>
                      <a:gd name="T34" fmla="*/ 127 w 158"/>
                      <a:gd name="T35" fmla="*/ 170 h 179"/>
                      <a:gd name="T36" fmla="*/ 122 w 158"/>
                      <a:gd name="T37" fmla="*/ 175 h 179"/>
                      <a:gd name="T38" fmla="*/ 116 w 158"/>
                      <a:gd name="T39" fmla="*/ 178 h 179"/>
                      <a:gd name="T40" fmla="*/ 108 w 158"/>
                      <a:gd name="T41" fmla="*/ 179 h 179"/>
                      <a:gd name="T42" fmla="*/ 89 w 158"/>
                      <a:gd name="T43" fmla="*/ 178 h 179"/>
                      <a:gd name="T44" fmla="*/ 58 w 158"/>
                      <a:gd name="T45" fmla="*/ 175 h 179"/>
                      <a:gd name="T46" fmla="*/ 42 w 158"/>
                      <a:gd name="T47" fmla="*/ 174 h 179"/>
                      <a:gd name="T48" fmla="*/ 31 w 158"/>
                      <a:gd name="T49" fmla="*/ 175 h 179"/>
                      <a:gd name="T50" fmla="*/ 23 w 158"/>
                      <a:gd name="T51" fmla="*/ 175 h 179"/>
                      <a:gd name="T52" fmla="*/ 11 w 158"/>
                      <a:gd name="T53" fmla="*/ 93 h 179"/>
                      <a:gd name="T54" fmla="*/ 32 w 158"/>
                      <a:gd name="T55" fmla="*/ 69 h 179"/>
                      <a:gd name="T56" fmla="*/ 48 w 158"/>
                      <a:gd name="T57" fmla="*/ 48 h 179"/>
                      <a:gd name="T58" fmla="*/ 51 w 158"/>
                      <a:gd name="T59" fmla="*/ 24 h 179"/>
                      <a:gd name="T60" fmla="*/ 50 w 158"/>
                      <a:gd name="T61" fmla="*/ 9 h 179"/>
                      <a:gd name="T62" fmla="*/ 53 w 158"/>
                      <a:gd name="T63" fmla="*/ 5 h 179"/>
                      <a:gd name="T64" fmla="*/ 58 w 158"/>
                      <a:gd name="T65" fmla="*/ 2 h 179"/>
                      <a:gd name="T66" fmla="*/ 63 w 158"/>
                      <a:gd name="T67" fmla="*/ 1 h 179"/>
                      <a:gd name="T68" fmla="*/ 66 w 158"/>
                      <a:gd name="T69" fmla="*/ 0 h 1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158" h="179">
                        <a:moveTo>
                          <a:pt x="66" y="0"/>
                        </a:moveTo>
                        <a:lnTo>
                          <a:pt x="72" y="4"/>
                        </a:lnTo>
                        <a:lnTo>
                          <a:pt x="78" y="11"/>
                        </a:lnTo>
                        <a:lnTo>
                          <a:pt x="82" y="24"/>
                        </a:lnTo>
                        <a:lnTo>
                          <a:pt x="82" y="42"/>
                        </a:lnTo>
                        <a:lnTo>
                          <a:pt x="82" y="48"/>
                        </a:lnTo>
                        <a:lnTo>
                          <a:pt x="80" y="55"/>
                        </a:lnTo>
                        <a:lnTo>
                          <a:pt x="80" y="60"/>
                        </a:lnTo>
                        <a:lnTo>
                          <a:pt x="79" y="65"/>
                        </a:lnTo>
                        <a:lnTo>
                          <a:pt x="83" y="69"/>
                        </a:lnTo>
                        <a:lnTo>
                          <a:pt x="89" y="73"/>
                        </a:lnTo>
                        <a:lnTo>
                          <a:pt x="100" y="74"/>
                        </a:lnTo>
                        <a:lnTo>
                          <a:pt x="110" y="76"/>
                        </a:lnTo>
                        <a:lnTo>
                          <a:pt x="121" y="76"/>
                        </a:lnTo>
                        <a:lnTo>
                          <a:pt x="129" y="76"/>
                        </a:lnTo>
                        <a:lnTo>
                          <a:pt x="133" y="76"/>
                        </a:lnTo>
                        <a:lnTo>
                          <a:pt x="134" y="76"/>
                        </a:lnTo>
                        <a:lnTo>
                          <a:pt x="146" y="79"/>
                        </a:lnTo>
                        <a:lnTo>
                          <a:pt x="154" y="87"/>
                        </a:lnTo>
                        <a:lnTo>
                          <a:pt x="158" y="99"/>
                        </a:lnTo>
                        <a:lnTo>
                          <a:pt x="156" y="107"/>
                        </a:lnTo>
                        <a:lnTo>
                          <a:pt x="154" y="112"/>
                        </a:lnTo>
                        <a:lnTo>
                          <a:pt x="150" y="117"/>
                        </a:lnTo>
                        <a:lnTo>
                          <a:pt x="151" y="121"/>
                        </a:lnTo>
                        <a:lnTo>
                          <a:pt x="151" y="127"/>
                        </a:lnTo>
                        <a:lnTo>
                          <a:pt x="150" y="131"/>
                        </a:lnTo>
                        <a:lnTo>
                          <a:pt x="148" y="136"/>
                        </a:lnTo>
                        <a:lnTo>
                          <a:pt x="146" y="140"/>
                        </a:lnTo>
                        <a:lnTo>
                          <a:pt x="142" y="142"/>
                        </a:lnTo>
                        <a:lnTo>
                          <a:pt x="142" y="146"/>
                        </a:lnTo>
                        <a:lnTo>
                          <a:pt x="140" y="153"/>
                        </a:lnTo>
                        <a:lnTo>
                          <a:pt x="138" y="158"/>
                        </a:lnTo>
                        <a:lnTo>
                          <a:pt x="134" y="162"/>
                        </a:lnTo>
                        <a:lnTo>
                          <a:pt x="129" y="165"/>
                        </a:lnTo>
                        <a:lnTo>
                          <a:pt x="127" y="167"/>
                        </a:lnTo>
                        <a:lnTo>
                          <a:pt x="127" y="170"/>
                        </a:lnTo>
                        <a:lnTo>
                          <a:pt x="125" y="174"/>
                        </a:lnTo>
                        <a:lnTo>
                          <a:pt x="122" y="175"/>
                        </a:lnTo>
                        <a:lnTo>
                          <a:pt x="120" y="178"/>
                        </a:lnTo>
                        <a:lnTo>
                          <a:pt x="116" y="178"/>
                        </a:lnTo>
                        <a:lnTo>
                          <a:pt x="112" y="179"/>
                        </a:lnTo>
                        <a:lnTo>
                          <a:pt x="108" y="179"/>
                        </a:lnTo>
                        <a:lnTo>
                          <a:pt x="100" y="179"/>
                        </a:lnTo>
                        <a:lnTo>
                          <a:pt x="89" y="178"/>
                        </a:lnTo>
                        <a:lnTo>
                          <a:pt x="74" y="176"/>
                        </a:lnTo>
                        <a:lnTo>
                          <a:pt x="58" y="175"/>
                        </a:lnTo>
                        <a:lnTo>
                          <a:pt x="49" y="174"/>
                        </a:lnTo>
                        <a:lnTo>
                          <a:pt x="42" y="174"/>
                        </a:lnTo>
                        <a:lnTo>
                          <a:pt x="36" y="174"/>
                        </a:lnTo>
                        <a:lnTo>
                          <a:pt x="31" y="175"/>
                        </a:lnTo>
                        <a:lnTo>
                          <a:pt x="27" y="175"/>
                        </a:lnTo>
                        <a:lnTo>
                          <a:pt x="23" y="175"/>
                        </a:lnTo>
                        <a:lnTo>
                          <a:pt x="0" y="100"/>
                        </a:lnTo>
                        <a:lnTo>
                          <a:pt x="11" y="93"/>
                        </a:lnTo>
                        <a:lnTo>
                          <a:pt x="21" y="81"/>
                        </a:lnTo>
                        <a:lnTo>
                          <a:pt x="32" y="69"/>
                        </a:lnTo>
                        <a:lnTo>
                          <a:pt x="41" y="59"/>
                        </a:lnTo>
                        <a:lnTo>
                          <a:pt x="48" y="48"/>
                        </a:lnTo>
                        <a:lnTo>
                          <a:pt x="50" y="36"/>
                        </a:lnTo>
                        <a:lnTo>
                          <a:pt x="51" y="24"/>
                        </a:lnTo>
                        <a:lnTo>
                          <a:pt x="51" y="14"/>
                        </a:lnTo>
                        <a:lnTo>
                          <a:pt x="50" y="9"/>
                        </a:lnTo>
                        <a:lnTo>
                          <a:pt x="51" y="6"/>
                        </a:lnTo>
                        <a:lnTo>
                          <a:pt x="53" y="5"/>
                        </a:lnTo>
                        <a:lnTo>
                          <a:pt x="54" y="2"/>
                        </a:lnTo>
                        <a:lnTo>
                          <a:pt x="58" y="2"/>
                        </a:lnTo>
                        <a:lnTo>
                          <a:pt x="61" y="1"/>
                        </a:lnTo>
                        <a:lnTo>
                          <a:pt x="63" y="1"/>
                        </a:lnTo>
                        <a:lnTo>
                          <a:pt x="65" y="1"/>
                        </a:lnTo>
                        <a:lnTo>
                          <a:pt x="66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58C2AD6B-A64E-48C7-BB8E-6AB7177A60F4}"/>
                    </a:ext>
                  </a:extLst>
                </p:cNvPr>
                <p:cNvGrpSpPr/>
                <p:nvPr/>
              </p:nvGrpSpPr>
              <p:grpSpPr>
                <a:xfrm>
                  <a:off x="3609391" y="2302224"/>
                  <a:ext cx="422656" cy="426890"/>
                  <a:chOff x="-2289092" y="2100103"/>
                  <a:chExt cx="2400102" cy="2424149"/>
                </a:xfrm>
                <a:solidFill>
                  <a:schemeClr val="bg1"/>
                </a:solidFill>
                <a:effectLst/>
              </p:grpSpPr>
              <p:sp>
                <p:nvSpPr>
                  <p:cNvPr id="172" name="Rectangle 312">
                    <a:extLst>
                      <a:ext uri="{FF2B5EF4-FFF2-40B4-BE49-F238E27FC236}">
                        <a16:creationId xmlns:a16="http://schemas.microsoft.com/office/drawing/2014/main" id="{8779E7EC-C4BB-4A5D-AC72-77CE3ED3BE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1527306" y="3458731"/>
                    <a:ext cx="218011" cy="267557"/>
                  </a:xfrm>
                  <a:prstGeom prst="rect">
                    <a:avLst/>
                  </a:prstGeom>
                  <a:grpFill/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3" name="Rectangle 313">
                    <a:extLst>
                      <a:ext uri="{FF2B5EF4-FFF2-40B4-BE49-F238E27FC236}">
                        <a16:creationId xmlns:a16="http://schemas.microsoft.com/office/drawing/2014/main" id="{5F06BC4C-426C-479D-B73A-8BDC5C56C8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1190384" y="3111897"/>
                    <a:ext cx="208101" cy="614390"/>
                  </a:xfrm>
                  <a:prstGeom prst="rect">
                    <a:avLst/>
                  </a:prstGeom>
                  <a:grpFill/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4" name="Rectangle 314">
                    <a:extLst>
                      <a:ext uri="{FF2B5EF4-FFF2-40B4-BE49-F238E27FC236}">
                        <a16:creationId xmlns:a16="http://schemas.microsoft.com/office/drawing/2014/main" id="{CA85FE0D-1B60-41E3-9F10-41DA447262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21449859">
                    <a:off x="-863367" y="2923617"/>
                    <a:ext cx="208101" cy="802668"/>
                  </a:xfrm>
                  <a:prstGeom prst="rect">
                    <a:avLst/>
                  </a:prstGeom>
                  <a:grpFill/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5" name="Freeform 202">
                    <a:extLst>
                      <a:ext uri="{FF2B5EF4-FFF2-40B4-BE49-F238E27FC236}">
                        <a16:creationId xmlns:a16="http://schemas.microsoft.com/office/drawing/2014/main" id="{6E734A8F-E3A7-49B8-9716-4161F5C99512}"/>
                      </a:ext>
                    </a:extLst>
                  </p:cNvPr>
                  <p:cNvSpPr/>
                  <p:nvPr/>
                </p:nvSpPr>
                <p:spPr>
                  <a:xfrm>
                    <a:off x="-2289092" y="2100103"/>
                    <a:ext cx="2400102" cy="2424149"/>
                  </a:xfrm>
                  <a:custGeom>
                    <a:avLst/>
                    <a:gdLst>
                      <a:gd name="connsiteX0" fmla="*/ 1937001 w 2400102"/>
                      <a:gd name="connsiteY0" fmla="*/ 1318225 h 2424149"/>
                      <a:gd name="connsiteX1" fmla="*/ 2395276 w 2400102"/>
                      <a:gd name="connsiteY1" fmla="*/ 1318225 h 2424149"/>
                      <a:gd name="connsiteX2" fmla="*/ 2394397 w 2400102"/>
                      <a:gd name="connsiteY2" fmla="*/ 1335800 h 2424149"/>
                      <a:gd name="connsiteX3" fmla="*/ 2350930 w 2400102"/>
                      <a:gd name="connsiteY3" fmla="*/ 1558078 h 2424149"/>
                      <a:gd name="connsiteX4" fmla="*/ 2339577 w 2400102"/>
                      <a:gd name="connsiteY4" fmla="*/ 1590971 h 2424149"/>
                      <a:gd name="connsiteX5" fmla="*/ 1916349 w 2400102"/>
                      <a:gd name="connsiteY5" fmla="*/ 1411321 h 2424149"/>
                      <a:gd name="connsiteX6" fmla="*/ 1930066 w 2400102"/>
                      <a:gd name="connsiteY6" fmla="*/ 1364392 h 2424149"/>
                      <a:gd name="connsiteX7" fmla="*/ 109565 w 2400102"/>
                      <a:gd name="connsiteY7" fmla="*/ 708062 h 2424149"/>
                      <a:gd name="connsiteX8" fmla="*/ 523735 w 2400102"/>
                      <a:gd name="connsiteY8" fmla="*/ 901193 h 2424149"/>
                      <a:gd name="connsiteX9" fmla="*/ 500593 w 2400102"/>
                      <a:gd name="connsiteY9" fmla="*/ 951599 h 2424149"/>
                      <a:gd name="connsiteX10" fmla="*/ 455392 w 2400102"/>
                      <a:gd name="connsiteY10" fmla="*/ 1211849 h 2424149"/>
                      <a:gd name="connsiteX11" fmla="*/ 1200296 w 2400102"/>
                      <a:gd name="connsiteY11" fmla="*/ 1968756 h 2424149"/>
                      <a:gd name="connsiteX12" fmla="*/ 1837358 w 2400102"/>
                      <a:gd name="connsiteY12" fmla="*/ 1604333 h 2424149"/>
                      <a:gd name="connsiteX13" fmla="*/ 1877943 w 2400102"/>
                      <a:gd name="connsiteY13" fmla="*/ 1521284 h 2424149"/>
                      <a:gd name="connsiteX14" fmla="*/ 2298194 w 2400102"/>
                      <a:gd name="connsiteY14" fmla="*/ 1699670 h 2424149"/>
                      <a:gd name="connsiteX15" fmla="*/ 2269282 w 2400102"/>
                      <a:gd name="connsiteY15" fmla="*/ 1763751 h 2424149"/>
                      <a:gd name="connsiteX16" fmla="*/ 1200297 w 2400102"/>
                      <a:gd name="connsiteY16" fmla="*/ 2424149 h 2424149"/>
                      <a:gd name="connsiteX17" fmla="*/ 0 w 2400102"/>
                      <a:gd name="connsiteY17" fmla="*/ 1211849 h 2424149"/>
                      <a:gd name="connsiteX18" fmla="*/ 83257 w 2400102"/>
                      <a:gd name="connsiteY18" fmla="*/ 767329 h 2424149"/>
                      <a:gd name="connsiteX19" fmla="*/ 1101315 w 2400102"/>
                      <a:gd name="connsiteY19" fmla="*/ 4597 h 2424149"/>
                      <a:gd name="connsiteX20" fmla="*/ 1101315 w 2400102"/>
                      <a:gd name="connsiteY20" fmla="*/ 462389 h 2424149"/>
                      <a:gd name="connsiteX21" fmla="*/ 1050172 w 2400102"/>
                      <a:gd name="connsiteY21" fmla="*/ 470320 h 2424149"/>
                      <a:gd name="connsiteX22" fmla="*/ 625492 w 2400102"/>
                      <a:gd name="connsiteY22" fmla="*/ 730386 h 2424149"/>
                      <a:gd name="connsiteX23" fmla="*/ 574452 w 2400102"/>
                      <a:gd name="connsiteY23" fmla="*/ 805227 h 2424149"/>
                      <a:gd name="connsiteX24" fmla="*/ 158736 w 2400102"/>
                      <a:gd name="connsiteY24" fmla="*/ 611376 h 2424149"/>
                      <a:gd name="connsiteX25" fmla="*/ 181362 w 2400102"/>
                      <a:gd name="connsiteY25" fmla="*/ 570780 h 2424149"/>
                      <a:gd name="connsiteX26" fmla="*/ 1077574 w 2400102"/>
                      <a:gd name="connsiteY26" fmla="*/ 5808 h 2424149"/>
                      <a:gd name="connsiteX27" fmla="*/ 1209723 w 2400102"/>
                      <a:gd name="connsiteY27" fmla="*/ 0 h 2424149"/>
                      <a:gd name="connsiteX28" fmla="*/ 1315448 w 2400102"/>
                      <a:gd name="connsiteY28" fmla="*/ 5056 h 2424149"/>
                      <a:gd name="connsiteX29" fmla="*/ 2394397 w 2400102"/>
                      <a:gd name="connsiteY29" fmla="*/ 1087898 h 2424149"/>
                      <a:gd name="connsiteX30" fmla="*/ 2400102 w 2400102"/>
                      <a:gd name="connsiteY30" fmla="*/ 1201997 h 2424149"/>
                      <a:gd name="connsiteX31" fmla="*/ 1944710 w 2400102"/>
                      <a:gd name="connsiteY31" fmla="*/ 1201997 h 2424149"/>
                      <a:gd name="connsiteX32" fmla="*/ 1941354 w 2400102"/>
                      <a:gd name="connsiteY32" fmla="*/ 1134460 h 2424149"/>
                      <a:gd name="connsiteX33" fmla="*/ 1341308 w 2400102"/>
                      <a:gd name="connsiteY33" fmla="*/ 468486 h 2424149"/>
                      <a:gd name="connsiteX34" fmla="*/ 1209723 w 2400102"/>
                      <a:gd name="connsiteY34" fmla="*/ 455848 h 24241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2400102" h="2424149">
                        <a:moveTo>
                          <a:pt x="1937001" y="1318225"/>
                        </a:moveTo>
                        <a:lnTo>
                          <a:pt x="2395276" y="1318225"/>
                        </a:lnTo>
                        <a:lnTo>
                          <a:pt x="2394397" y="1335800"/>
                        </a:lnTo>
                        <a:cubicBezTo>
                          <a:pt x="2386714" y="1412214"/>
                          <a:pt x="2372004" y="1486529"/>
                          <a:pt x="2350930" y="1558078"/>
                        </a:cubicBezTo>
                        <a:lnTo>
                          <a:pt x="2339577" y="1590971"/>
                        </a:lnTo>
                        <a:lnTo>
                          <a:pt x="1916349" y="1411321"/>
                        </a:lnTo>
                        <a:lnTo>
                          <a:pt x="1930066" y="1364392"/>
                        </a:lnTo>
                        <a:close/>
                        <a:moveTo>
                          <a:pt x="109565" y="708062"/>
                        </a:moveTo>
                        <a:lnTo>
                          <a:pt x="523735" y="901193"/>
                        </a:lnTo>
                        <a:lnTo>
                          <a:pt x="500593" y="951599"/>
                        </a:lnTo>
                        <a:cubicBezTo>
                          <a:pt x="471351" y="1032749"/>
                          <a:pt x="455392" y="1120406"/>
                          <a:pt x="455392" y="1211849"/>
                        </a:cubicBezTo>
                        <a:cubicBezTo>
                          <a:pt x="455392" y="1629877"/>
                          <a:pt x="788897" y="1968756"/>
                          <a:pt x="1200296" y="1968756"/>
                        </a:cubicBezTo>
                        <a:cubicBezTo>
                          <a:pt x="1470277" y="1968756"/>
                          <a:pt x="1706711" y="1822813"/>
                          <a:pt x="1837358" y="1604333"/>
                        </a:cubicBezTo>
                        <a:lnTo>
                          <a:pt x="1877943" y="1521284"/>
                        </a:lnTo>
                        <a:lnTo>
                          <a:pt x="2298194" y="1699670"/>
                        </a:lnTo>
                        <a:lnTo>
                          <a:pt x="2269282" y="1763751"/>
                        </a:lnTo>
                        <a:cubicBezTo>
                          <a:pt x="2070456" y="2155815"/>
                          <a:pt x="1666403" y="2424149"/>
                          <a:pt x="1200297" y="2424149"/>
                        </a:cubicBezTo>
                        <a:cubicBezTo>
                          <a:pt x="537391" y="2424149"/>
                          <a:pt x="0" y="1881384"/>
                          <a:pt x="0" y="1211849"/>
                        </a:cubicBezTo>
                        <a:cubicBezTo>
                          <a:pt x="0" y="1054927"/>
                          <a:pt x="29520" y="904968"/>
                          <a:pt x="83257" y="767329"/>
                        </a:cubicBezTo>
                        <a:close/>
                        <a:moveTo>
                          <a:pt x="1101315" y="4597"/>
                        </a:moveTo>
                        <a:lnTo>
                          <a:pt x="1101315" y="462389"/>
                        </a:lnTo>
                        <a:lnTo>
                          <a:pt x="1050172" y="470320"/>
                        </a:lnTo>
                        <a:cubicBezTo>
                          <a:pt x="880452" y="505609"/>
                          <a:pt x="731757" y="599548"/>
                          <a:pt x="625492" y="730386"/>
                        </a:cubicBezTo>
                        <a:lnTo>
                          <a:pt x="574452" y="805227"/>
                        </a:lnTo>
                        <a:lnTo>
                          <a:pt x="158736" y="611376"/>
                        </a:lnTo>
                        <a:lnTo>
                          <a:pt x="181362" y="570780"/>
                        </a:lnTo>
                        <a:cubicBezTo>
                          <a:pt x="372932" y="260828"/>
                          <a:pt x="699288" y="44609"/>
                          <a:pt x="1077574" y="5808"/>
                        </a:cubicBezTo>
                        <a:close/>
                        <a:moveTo>
                          <a:pt x="1209723" y="0"/>
                        </a:moveTo>
                        <a:lnTo>
                          <a:pt x="1315448" y="5056"/>
                        </a:lnTo>
                        <a:cubicBezTo>
                          <a:pt x="1883910" y="59704"/>
                          <a:pt x="2336772" y="514796"/>
                          <a:pt x="2394397" y="1087898"/>
                        </a:cubicBezTo>
                        <a:lnTo>
                          <a:pt x="2400102" y="1201997"/>
                        </a:lnTo>
                        <a:lnTo>
                          <a:pt x="1944710" y="1201997"/>
                        </a:lnTo>
                        <a:lnTo>
                          <a:pt x="1941354" y="1134460"/>
                        </a:lnTo>
                        <a:cubicBezTo>
                          <a:pt x="1907976" y="800494"/>
                          <a:pt x="1660928" y="530713"/>
                          <a:pt x="1341308" y="468486"/>
                        </a:cubicBezTo>
                        <a:lnTo>
                          <a:pt x="1209723" y="455848"/>
                        </a:ln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C919A5A4-BC2C-4F31-B660-070E0AE9E240}"/>
                    </a:ext>
                  </a:extLst>
                </p:cNvPr>
                <p:cNvGrpSpPr/>
                <p:nvPr/>
              </p:nvGrpSpPr>
              <p:grpSpPr>
                <a:xfrm>
                  <a:off x="7140412" y="4528258"/>
                  <a:ext cx="386970" cy="342992"/>
                  <a:chOff x="20351214" y="8675047"/>
                  <a:chExt cx="2292320" cy="2052132"/>
                </a:xfrm>
                <a:solidFill>
                  <a:schemeClr val="bg1"/>
                </a:solidFill>
                <a:effectLst/>
              </p:grpSpPr>
              <p:sp>
                <p:nvSpPr>
                  <p:cNvPr id="161" name="Rectangle 182">
                    <a:extLst>
                      <a:ext uri="{FF2B5EF4-FFF2-40B4-BE49-F238E27FC236}">
                        <a16:creationId xmlns:a16="http://schemas.microsoft.com/office/drawing/2014/main" id="{B0DFAC63-7ADA-48A5-A1F5-90A31817BD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967287" y="10395384"/>
                    <a:ext cx="158553" cy="227924"/>
                  </a:xfrm>
                  <a:prstGeom prst="rect">
                    <a:avLst/>
                  </a:prstGeom>
                  <a:grpFill/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2" name="Rectangle 183">
                    <a:extLst>
                      <a:ext uri="{FF2B5EF4-FFF2-40B4-BE49-F238E27FC236}">
                        <a16:creationId xmlns:a16="http://schemas.microsoft.com/office/drawing/2014/main" id="{ACE8E91C-1A30-4AEB-886F-48F45000A2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284390" y="10395384"/>
                    <a:ext cx="138733" cy="227924"/>
                  </a:xfrm>
                  <a:prstGeom prst="rect">
                    <a:avLst/>
                  </a:prstGeom>
                  <a:grpFill/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3" name="Rectangle 184">
                    <a:extLst>
                      <a:ext uri="{FF2B5EF4-FFF2-40B4-BE49-F238E27FC236}">
                        <a16:creationId xmlns:a16="http://schemas.microsoft.com/office/drawing/2014/main" id="{190940E8-7139-4A09-B4FA-7B25CC68D3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581677" y="10395384"/>
                    <a:ext cx="138733" cy="227924"/>
                  </a:xfrm>
                  <a:prstGeom prst="rect">
                    <a:avLst/>
                  </a:prstGeom>
                  <a:grpFill/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4" name="Rectangle 185">
                    <a:extLst>
                      <a:ext uri="{FF2B5EF4-FFF2-40B4-BE49-F238E27FC236}">
                        <a16:creationId xmlns:a16="http://schemas.microsoft.com/office/drawing/2014/main" id="{38C48EE0-DDBA-40A5-8D5C-9F78EF1A5E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878959" y="10395384"/>
                    <a:ext cx="148647" cy="227924"/>
                  </a:xfrm>
                  <a:prstGeom prst="rect">
                    <a:avLst/>
                  </a:prstGeom>
                  <a:grpFill/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5" name="Rectangle 186">
                    <a:extLst>
                      <a:ext uri="{FF2B5EF4-FFF2-40B4-BE49-F238E27FC236}">
                        <a16:creationId xmlns:a16="http://schemas.microsoft.com/office/drawing/2014/main" id="{8C9DAC54-2BE6-4162-9CF2-0CDFFEA058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186153" y="10395384"/>
                    <a:ext cx="148647" cy="227924"/>
                  </a:xfrm>
                  <a:prstGeom prst="rect">
                    <a:avLst/>
                  </a:prstGeom>
                  <a:grpFill/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6" name="Rectangle 187">
                    <a:extLst>
                      <a:ext uri="{FF2B5EF4-FFF2-40B4-BE49-F238E27FC236}">
                        <a16:creationId xmlns:a16="http://schemas.microsoft.com/office/drawing/2014/main" id="{EAA0F72C-B469-4801-9365-09A324F9DD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422260" y="9919728"/>
                    <a:ext cx="218011" cy="138733"/>
                  </a:xfrm>
                  <a:prstGeom prst="rect">
                    <a:avLst/>
                  </a:prstGeom>
                  <a:grpFill/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7" name="Rectangle 188">
                    <a:extLst>
                      <a:ext uri="{FF2B5EF4-FFF2-40B4-BE49-F238E27FC236}">
                        <a16:creationId xmlns:a16="http://schemas.microsoft.com/office/drawing/2014/main" id="{4CDADCAE-976F-4100-A6A7-5D51F4D55C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422260" y="9622444"/>
                    <a:ext cx="218011" cy="138733"/>
                  </a:xfrm>
                  <a:prstGeom prst="rect">
                    <a:avLst/>
                  </a:prstGeom>
                  <a:grpFill/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8" name="Rectangle 189">
                    <a:extLst>
                      <a:ext uri="{FF2B5EF4-FFF2-40B4-BE49-F238E27FC236}">
                        <a16:creationId xmlns:a16="http://schemas.microsoft.com/office/drawing/2014/main" id="{40B2DF7B-2E70-433C-A76F-CC95D9664B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422260" y="9305338"/>
                    <a:ext cx="218011" cy="148647"/>
                  </a:xfrm>
                  <a:prstGeom prst="rect">
                    <a:avLst/>
                  </a:prstGeom>
                  <a:grpFill/>
                  <a:ln w="0">
                    <a:noFill/>
                    <a:prstDash val="solid"/>
                    <a:miter lim="800000"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9" name="Freeform 190">
                    <a:extLst>
                      <a:ext uri="{FF2B5EF4-FFF2-40B4-BE49-F238E27FC236}">
                        <a16:creationId xmlns:a16="http://schemas.microsoft.com/office/drawing/2014/main" id="{F3E3B06C-113F-4830-88A5-A615FA7EB4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392536" y="9374701"/>
                    <a:ext cx="1872900" cy="1308054"/>
                  </a:xfrm>
                  <a:custGeom>
                    <a:avLst/>
                    <a:gdLst>
                      <a:gd name="T0" fmla="*/ 176 w 189"/>
                      <a:gd name="T1" fmla="*/ 0 h 132"/>
                      <a:gd name="T2" fmla="*/ 189 w 189"/>
                      <a:gd name="T3" fmla="*/ 12 h 132"/>
                      <a:gd name="T4" fmla="*/ 121 w 189"/>
                      <a:gd name="T5" fmla="*/ 91 h 132"/>
                      <a:gd name="T6" fmla="*/ 70 w 189"/>
                      <a:gd name="T7" fmla="*/ 60 h 132"/>
                      <a:gd name="T8" fmla="*/ 14 w 189"/>
                      <a:gd name="T9" fmla="*/ 132 h 132"/>
                      <a:gd name="T10" fmla="*/ 0 w 189"/>
                      <a:gd name="T11" fmla="*/ 122 h 132"/>
                      <a:gd name="T12" fmla="*/ 66 w 189"/>
                      <a:gd name="T13" fmla="*/ 38 h 132"/>
                      <a:gd name="T14" fmla="*/ 117 w 189"/>
                      <a:gd name="T15" fmla="*/ 69 h 132"/>
                      <a:gd name="T16" fmla="*/ 176 w 189"/>
                      <a:gd name="T17" fmla="*/ 0 h 1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89" h="132">
                        <a:moveTo>
                          <a:pt x="176" y="0"/>
                        </a:moveTo>
                        <a:lnTo>
                          <a:pt x="189" y="12"/>
                        </a:lnTo>
                        <a:lnTo>
                          <a:pt x="121" y="91"/>
                        </a:lnTo>
                        <a:lnTo>
                          <a:pt x="70" y="60"/>
                        </a:lnTo>
                        <a:lnTo>
                          <a:pt x="14" y="132"/>
                        </a:lnTo>
                        <a:lnTo>
                          <a:pt x="0" y="122"/>
                        </a:lnTo>
                        <a:lnTo>
                          <a:pt x="66" y="38"/>
                        </a:lnTo>
                        <a:lnTo>
                          <a:pt x="117" y="69"/>
                        </a:lnTo>
                        <a:lnTo>
                          <a:pt x="176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0" name="Freeform 191">
                    <a:extLst>
                      <a:ext uri="{FF2B5EF4-FFF2-40B4-BE49-F238E27FC236}">
                        <a16:creationId xmlns:a16="http://schemas.microsoft.com/office/drawing/2014/main" id="{F1BE2E2D-D640-44E1-AD39-FA379845E2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17694" y="9335064"/>
                    <a:ext cx="297287" cy="297287"/>
                  </a:xfrm>
                  <a:custGeom>
                    <a:avLst/>
                    <a:gdLst>
                      <a:gd name="T0" fmla="*/ 0 w 30"/>
                      <a:gd name="T1" fmla="*/ 0 h 30"/>
                      <a:gd name="T2" fmla="*/ 30 w 30"/>
                      <a:gd name="T3" fmla="*/ 0 h 30"/>
                      <a:gd name="T4" fmla="*/ 30 w 30"/>
                      <a:gd name="T5" fmla="*/ 30 h 30"/>
                      <a:gd name="T6" fmla="*/ 0 w 30"/>
                      <a:gd name="T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0" h="30">
                        <a:moveTo>
                          <a:pt x="0" y="0"/>
                        </a:moveTo>
                        <a:lnTo>
                          <a:pt x="30" y="0"/>
                        </a:lnTo>
                        <a:lnTo>
                          <a:pt x="30" y="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1" name="Freeform 214">
                    <a:extLst>
                      <a:ext uri="{FF2B5EF4-FFF2-40B4-BE49-F238E27FC236}">
                        <a16:creationId xmlns:a16="http://schemas.microsoft.com/office/drawing/2014/main" id="{DBB5BEC7-B45F-484D-B901-8AD8610A9B10}"/>
                      </a:ext>
                    </a:extLst>
                  </p:cNvPr>
                  <p:cNvSpPr/>
                  <p:nvPr/>
                </p:nvSpPr>
                <p:spPr>
                  <a:xfrm>
                    <a:off x="20351214" y="8675047"/>
                    <a:ext cx="2292320" cy="2052132"/>
                  </a:xfrm>
                  <a:custGeom>
                    <a:avLst/>
                    <a:gdLst>
                      <a:gd name="connsiteX0" fmla="*/ 147483 w 2292320"/>
                      <a:gd name="connsiteY0" fmla="*/ 505658 h 2052132"/>
                      <a:gd name="connsiteX1" fmla="*/ 147483 w 2292320"/>
                      <a:gd name="connsiteY1" fmla="*/ 1892006 h 2052132"/>
                      <a:gd name="connsiteX2" fmla="*/ 2144836 w 2292320"/>
                      <a:gd name="connsiteY2" fmla="*/ 1892006 h 2052132"/>
                      <a:gd name="connsiteX3" fmla="*/ 2144836 w 2292320"/>
                      <a:gd name="connsiteY3" fmla="*/ 505658 h 2052132"/>
                      <a:gd name="connsiteX4" fmla="*/ 2054240 w 2292320"/>
                      <a:gd name="connsiteY4" fmla="*/ 179444 h 2052132"/>
                      <a:gd name="connsiteX5" fmla="*/ 1970067 w 2292320"/>
                      <a:gd name="connsiteY5" fmla="*/ 261958 h 2052132"/>
                      <a:gd name="connsiteX6" fmla="*/ 2054240 w 2292320"/>
                      <a:gd name="connsiteY6" fmla="*/ 344472 h 2052132"/>
                      <a:gd name="connsiteX7" fmla="*/ 2138413 w 2292320"/>
                      <a:gd name="connsiteY7" fmla="*/ 261958 h 2052132"/>
                      <a:gd name="connsiteX8" fmla="*/ 2054240 w 2292320"/>
                      <a:gd name="connsiteY8" fmla="*/ 179444 h 2052132"/>
                      <a:gd name="connsiteX9" fmla="*/ 1769105 w 2292320"/>
                      <a:gd name="connsiteY9" fmla="*/ 179444 h 2052132"/>
                      <a:gd name="connsiteX10" fmla="*/ 1684932 w 2292320"/>
                      <a:gd name="connsiteY10" fmla="*/ 261958 h 2052132"/>
                      <a:gd name="connsiteX11" fmla="*/ 1769105 w 2292320"/>
                      <a:gd name="connsiteY11" fmla="*/ 344472 h 2052132"/>
                      <a:gd name="connsiteX12" fmla="*/ 1853278 w 2292320"/>
                      <a:gd name="connsiteY12" fmla="*/ 261958 h 2052132"/>
                      <a:gd name="connsiteX13" fmla="*/ 1769105 w 2292320"/>
                      <a:gd name="connsiteY13" fmla="*/ 179444 h 2052132"/>
                      <a:gd name="connsiteX14" fmla="*/ 1483969 w 2292320"/>
                      <a:gd name="connsiteY14" fmla="*/ 179444 h 2052132"/>
                      <a:gd name="connsiteX15" fmla="*/ 1399796 w 2292320"/>
                      <a:gd name="connsiteY15" fmla="*/ 261958 h 2052132"/>
                      <a:gd name="connsiteX16" fmla="*/ 1483969 w 2292320"/>
                      <a:gd name="connsiteY16" fmla="*/ 344472 h 2052132"/>
                      <a:gd name="connsiteX17" fmla="*/ 1568142 w 2292320"/>
                      <a:gd name="connsiteY17" fmla="*/ 261958 h 2052132"/>
                      <a:gd name="connsiteX18" fmla="*/ 1483969 w 2292320"/>
                      <a:gd name="connsiteY18" fmla="*/ 179444 h 2052132"/>
                      <a:gd name="connsiteX19" fmla="*/ 100349 w 2292320"/>
                      <a:gd name="connsiteY19" fmla="*/ 0 h 2052132"/>
                      <a:gd name="connsiteX20" fmla="*/ 2191971 w 2292320"/>
                      <a:gd name="connsiteY20" fmla="*/ 0 h 2052132"/>
                      <a:gd name="connsiteX21" fmla="*/ 2292320 w 2292320"/>
                      <a:gd name="connsiteY21" fmla="*/ 100349 h 2052132"/>
                      <a:gd name="connsiteX22" fmla="*/ 2292320 w 2292320"/>
                      <a:gd name="connsiteY22" fmla="*/ 1951783 h 2052132"/>
                      <a:gd name="connsiteX23" fmla="*/ 2191971 w 2292320"/>
                      <a:gd name="connsiteY23" fmla="*/ 2052132 h 2052132"/>
                      <a:gd name="connsiteX24" fmla="*/ 100349 w 2292320"/>
                      <a:gd name="connsiteY24" fmla="*/ 2052132 h 2052132"/>
                      <a:gd name="connsiteX25" fmla="*/ 0 w 2292320"/>
                      <a:gd name="connsiteY25" fmla="*/ 1951783 h 2052132"/>
                      <a:gd name="connsiteX26" fmla="*/ 0 w 2292320"/>
                      <a:gd name="connsiteY26" fmla="*/ 100349 h 2052132"/>
                      <a:gd name="connsiteX27" fmla="*/ 100349 w 2292320"/>
                      <a:gd name="connsiteY27" fmla="*/ 0 h 20521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2292320" h="2052132">
                        <a:moveTo>
                          <a:pt x="147483" y="505658"/>
                        </a:moveTo>
                        <a:lnTo>
                          <a:pt x="147483" y="1892006"/>
                        </a:lnTo>
                        <a:lnTo>
                          <a:pt x="2144836" y="1892006"/>
                        </a:lnTo>
                        <a:lnTo>
                          <a:pt x="2144836" y="505658"/>
                        </a:lnTo>
                        <a:close/>
                        <a:moveTo>
                          <a:pt x="2054240" y="179444"/>
                        </a:moveTo>
                        <a:cubicBezTo>
                          <a:pt x="2007753" y="179444"/>
                          <a:pt x="1970067" y="216387"/>
                          <a:pt x="1970067" y="261958"/>
                        </a:cubicBezTo>
                        <a:cubicBezTo>
                          <a:pt x="1970067" y="307529"/>
                          <a:pt x="2007753" y="344472"/>
                          <a:pt x="2054240" y="344472"/>
                        </a:cubicBezTo>
                        <a:cubicBezTo>
                          <a:pt x="2100727" y="344472"/>
                          <a:pt x="2138413" y="307529"/>
                          <a:pt x="2138413" y="261958"/>
                        </a:cubicBezTo>
                        <a:cubicBezTo>
                          <a:pt x="2138413" y="216387"/>
                          <a:pt x="2100727" y="179444"/>
                          <a:pt x="2054240" y="179444"/>
                        </a:cubicBezTo>
                        <a:close/>
                        <a:moveTo>
                          <a:pt x="1769105" y="179444"/>
                        </a:moveTo>
                        <a:cubicBezTo>
                          <a:pt x="1722618" y="179444"/>
                          <a:pt x="1684932" y="216387"/>
                          <a:pt x="1684932" y="261958"/>
                        </a:cubicBezTo>
                        <a:cubicBezTo>
                          <a:pt x="1684932" y="307529"/>
                          <a:pt x="1722618" y="344472"/>
                          <a:pt x="1769105" y="344472"/>
                        </a:cubicBezTo>
                        <a:cubicBezTo>
                          <a:pt x="1815592" y="344472"/>
                          <a:pt x="1853278" y="307529"/>
                          <a:pt x="1853278" y="261958"/>
                        </a:cubicBezTo>
                        <a:cubicBezTo>
                          <a:pt x="1853278" y="216387"/>
                          <a:pt x="1815592" y="179444"/>
                          <a:pt x="1769105" y="179444"/>
                        </a:cubicBezTo>
                        <a:close/>
                        <a:moveTo>
                          <a:pt x="1483969" y="179444"/>
                        </a:moveTo>
                        <a:cubicBezTo>
                          <a:pt x="1437482" y="179444"/>
                          <a:pt x="1399796" y="216387"/>
                          <a:pt x="1399796" y="261958"/>
                        </a:cubicBezTo>
                        <a:cubicBezTo>
                          <a:pt x="1399796" y="307529"/>
                          <a:pt x="1437482" y="344472"/>
                          <a:pt x="1483969" y="344472"/>
                        </a:cubicBezTo>
                        <a:cubicBezTo>
                          <a:pt x="1530456" y="344472"/>
                          <a:pt x="1568142" y="307529"/>
                          <a:pt x="1568142" y="261958"/>
                        </a:cubicBezTo>
                        <a:cubicBezTo>
                          <a:pt x="1568142" y="216387"/>
                          <a:pt x="1530456" y="179444"/>
                          <a:pt x="1483969" y="179444"/>
                        </a:cubicBezTo>
                        <a:close/>
                        <a:moveTo>
                          <a:pt x="100349" y="0"/>
                        </a:moveTo>
                        <a:lnTo>
                          <a:pt x="2191971" y="0"/>
                        </a:lnTo>
                        <a:cubicBezTo>
                          <a:pt x="2247392" y="0"/>
                          <a:pt x="2292320" y="44928"/>
                          <a:pt x="2292320" y="100349"/>
                        </a:cubicBezTo>
                        <a:lnTo>
                          <a:pt x="2292320" y="1951783"/>
                        </a:lnTo>
                        <a:cubicBezTo>
                          <a:pt x="2292320" y="2007204"/>
                          <a:pt x="2247392" y="2052132"/>
                          <a:pt x="2191971" y="2052132"/>
                        </a:cubicBezTo>
                        <a:lnTo>
                          <a:pt x="100349" y="2052132"/>
                        </a:lnTo>
                        <a:cubicBezTo>
                          <a:pt x="44928" y="2052132"/>
                          <a:pt x="0" y="2007204"/>
                          <a:pt x="0" y="1951783"/>
                        </a:cubicBezTo>
                        <a:lnTo>
                          <a:pt x="0" y="100349"/>
                        </a:lnTo>
                        <a:cubicBezTo>
                          <a:pt x="0" y="44928"/>
                          <a:pt x="44928" y="0"/>
                          <a:pt x="100349" y="0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685800">
                      <a:defRPr/>
                    </a:pPr>
                    <a:endParaRPr lang="en-US" sz="1350" kern="0" dirty="0">
                      <a:solidFill>
                        <a:prstClr val="white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140D17F5-7DA1-48A2-B346-568B2E2DB91F}"/>
                    </a:ext>
                  </a:extLst>
                </p:cNvPr>
                <p:cNvGrpSpPr/>
                <p:nvPr/>
              </p:nvGrpSpPr>
              <p:grpSpPr>
                <a:xfrm>
                  <a:off x="2346661" y="3104624"/>
                  <a:ext cx="419230" cy="311904"/>
                  <a:chOff x="3192363" y="-4190008"/>
                  <a:chExt cx="2781830" cy="2069684"/>
                </a:xfrm>
                <a:solidFill>
                  <a:schemeClr val="bg1"/>
                </a:solidFill>
                <a:effectLst/>
              </p:grpSpPr>
              <p:sp>
                <p:nvSpPr>
                  <p:cNvPr id="156" name="Freeform 307">
                    <a:extLst>
                      <a:ext uri="{FF2B5EF4-FFF2-40B4-BE49-F238E27FC236}">
                        <a16:creationId xmlns:a16="http://schemas.microsoft.com/office/drawing/2014/main" id="{DDD5572D-B8A5-494F-AC5B-89568F10185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041840" y="-3705843"/>
                    <a:ext cx="1932353" cy="1585519"/>
                  </a:xfrm>
                  <a:prstGeom prst="wedgeEllipseCallout">
                    <a:avLst>
                      <a:gd name="adj1" fmla="val 40905"/>
                      <a:gd name="adj2" fmla="val 67907"/>
                    </a:avLst>
                  </a:pr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US" sz="1350" kern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7" name="5-Point Star 217">
                    <a:extLst>
                      <a:ext uri="{FF2B5EF4-FFF2-40B4-BE49-F238E27FC236}">
                        <a16:creationId xmlns:a16="http://schemas.microsoft.com/office/drawing/2014/main" id="{2A783E09-9A46-4061-B29E-BAE384DEDEE1}"/>
                      </a:ext>
                    </a:extLst>
                  </p:cNvPr>
                  <p:cNvSpPr/>
                  <p:nvPr/>
                </p:nvSpPr>
                <p:spPr>
                  <a:xfrm>
                    <a:off x="4780777" y="-3277707"/>
                    <a:ext cx="448191" cy="443753"/>
                  </a:xfrm>
                  <a:prstGeom prst="star5">
                    <a:avLst>
                      <a:gd name="adj" fmla="val 23338"/>
                      <a:gd name="hf" fmla="val 105146"/>
                      <a:gd name="vf" fmla="val 110557"/>
                    </a:avLst>
                  </a:pr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685800">
                      <a:defRPr/>
                    </a:pPr>
                    <a:endParaRPr lang="en-US" sz="1350" kern="0">
                      <a:solidFill>
                        <a:prstClr val="white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8" name="5-Point Star 218">
                    <a:extLst>
                      <a:ext uri="{FF2B5EF4-FFF2-40B4-BE49-F238E27FC236}">
                        <a16:creationId xmlns:a16="http://schemas.microsoft.com/office/drawing/2014/main" id="{3E5ED8CB-8291-40AF-9E0E-7DC61DA2E7CB}"/>
                      </a:ext>
                    </a:extLst>
                  </p:cNvPr>
                  <p:cNvSpPr/>
                  <p:nvPr/>
                </p:nvSpPr>
                <p:spPr>
                  <a:xfrm>
                    <a:off x="5311295" y="-3167061"/>
                    <a:ext cx="292030" cy="289138"/>
                  </a:xfrm>
                  <a:prstGeom prst="star5">
                    <a:avLst>
                      <a:gd name="adj" fmla="val 23338"/>
                      <a:gd name="hf" fmla="val 105146"/>
                      <a:gd name="vf" fmla="val 110557"/>
                    </a:avLst>
                  </a:pr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685800">
                      <a:defRPr/>
                    </a:pPr>
                    <a:endParaRPr lang="en-US" sz="1350" kern="0">
                      <a:solidFill>
                        <a:prstClr val="white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9" name="5-Point Star 219">
                    <a:extLst>
                      <a:ext uri="{FF2B5EF4-FFF2-40B4-BE49-F238E27FC236}">
                        <a16:creationId xmlns:a16="http://schemas.microsoft.com/office/drawing/2014/main" id="{67C424B4-6B21-47B5-B132-F20F211C23FF}"/>
                      </a:ext>
                    </a:extLst>
                  </p:cNvPr>
                  <p:cNvSpPr/>
                  <p:nvPr/>
                </p:nvSpPr>
                <p:spPr>
                  <a:xfrm>
                    <a:off x="4401658" y="-3167061"/>
                    <a:ext cx="292030" cy="289138"/>
                  </a:xfrm>
                  <a:prstGeom prst="star5">
                    <a:avLst>
                      <a:gd name="adj" fmla="val 23338"/>
                      <a:gd name="hf" fmla="val 105146"/>
                      <a:gd name="vf" fmla="val 110557"/>
                    </a:avLst>
                  </a:pr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685800">
                      <a:defRPr/>
                    </a:pPr>
                    <a:endParaRPr lang="en-US" sz="1350" kern="0">
                      <a:solidFill>
                        <a:prstClr val="white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60" name="Freeform 220">
                    <a:extLst>
                      <a:ext uri="{FF2B5EF4-FFF2-40B4-BE49-F238E27FC236}">
                        <a16:creationId xmlns:a16="http://schemas.microsoft.com/office/drawing/2014/main" id="{D6740B28-FB7B-4241-B596-922F636A7C36}"/>
                      </a:ext>
                    </a:extLst>
                  </p:cNvPr>
                  <p:cNvSpPr/>
                  <p:nvPr/>
                </p:nvSpPr>
                <p:spPr>
                  <a:xfrm>
                    <a:off x="3192363" y="-4190008"/>
                    <a:ext cx="1977165" cy="1893433"/>
                  </a:xfrm>
                  <a:custGeom>
                    <a:avLst/>
                    <a:gdLst>
                      <a:gd name="connsiteX0" fmla="*/ 1029154 w 1977165"/>
                      <a:gd name="connsiteY0" fmla="*/ 78 h 1893433"/>
                      <a:gd name="connsiteX1" fmla="*/ 1630180 w 1977165"/>
                      <a:gd name="connsiteY1" fmla="*/ 139903 h 1893433"/>
                      <a:gd name="connsiteX2" fmla="*/ 1941237 w 1977165"/>
                      <a:gd name="connsiteY2" fmla="*/ 395716 h 1893433"/>
                      <a:gd name="connsiteX3" fmla="*/ 1977165 w 1977165"/>
                      <a:gd name="connsiteY3" fmla="*/ 448960 h 1893433"/>
                      <a:gd name="connsiteX4" fmla="*/ 1823362 w 1977165"/>
                      <a:gd name="connsiteY4" fmla="*/ 407836 h 1893433"/>
                      <a:gd name="connsiteX5" fmla="*/ 1789025 w 1977165"/>
                      <a:gd name="connsiteY5" fmla="*/ 403322 h 1893433"/>
                      <a:gd name="connsiteX6" fmla="*/ 1732453 w 1977165"/>
                      <a:gd name="connsiteY6" fmla="*/ 355463 h 1893433"/>
                      <a:gd name="connsiteX7" fmla="*/ 1079409 w 1977165"/>
                      <a:gd name="connsiteY7" fmla="*/ 166648 h 1893433"/>
                      <a:gd name="connsiteX8" fmla="*/ 155865 w 1977165"/>
                      <a:gd name="connsiteY8" fmla="*/ 811300 h 1893433"/>
                      <a:gd name="connsiteX9" fmla="*/ 395785 w 1977165"/>
                      <a:gd name="connsiteY9" fmla="*/ 1244749 h 1893433"/>
                      <a:gd name="connsiteX10" fmla="*/ 490915 w 1977165"/>
                      <a:gd name="connsiteY10" fmla="*/ 1308056 h 1893433"/>
                      <a:gd name="connsiteX11" fmla="*/ 427916 w 1977165"/>
                      <a:gd name="connsiteY11" fmla="*/ 1484130 h 1893433"/>
                      <a:gd name="connsiteX12" fmla="*/ 684068 w 1977165"/>
                      <a:gd name="connsiteY12" fmla="*/ 1392479 h 1893433"/>
                      <a:gd name="connsiteX13" fmla="*/ 719924 w 1977165"/>
                      <a:gd name="connsiteY13" fmla="*/ 1405292 h 1893433"/>
                      <a:gd name="connsiteX14" fmla="*/ 806547 w 1977165"/>
                      <a:gd name="connsiteY14" fmla="*/ 1424061 h 1893433"/>
                      <a:gd name="connsiteX15" fmla="*/ 820000 w 1977165"/>
                      <a:gd name="connsiteY15" fmla="*/ 1461391 h 1893433"/>
                      <a:gd name="connsiteX16" fmla="*/ 902381 w 1977165"/>
                      <a:gd name="connsiteY16" fmla="*/ 1592122 h 1893433"/>
                      <a:gd name="connsiteX17" fmla="*/ 920895 w 1977165"/>
                      <a:gd name="connsiteY17" fmla="*/ 1611450 h 1893433"/>
                      <a:gd name="connsiteX18" fmla="*/ 779775 w 1977165"/>
                      <a:gd name="connsiteY18" fmla="*/ 1591789 h 1893433"/>
                      <a:gd name="connsiteX19" fmla="*/ 623604 w 1977165"/>
                      <a:gd name="connsiteY19" fmla="*/ 1549616 h 1893433"/>
                      <a:gd name="connsiteX20" fmla="*/ 73856 w 1977165"/>
                      <a:gd name="connsiteY20" fmla="*/ 1893433 h 1893433"/>
                      <a:gd name="connsiteX21" fmla="*/ 296319 w 1977165"/>
                      <a:gd name="connsiteY21" fmla="*/ 1373718 h 1893433"/>
                      <a:gd name="connsiteX22" fmla="*/ 433348 w 1977165"/>
                      <a:gd name="connsiteY22" fmla="*/ 152745 h 1893433"/>
                      <a:gd name="connsiteX23" fmla="*/ 1029154 w 1977165"/>
                      <a:gd name="connsiteY23" fmla="*/ 78 h 18934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977165" h="1893433">
                        <a:moveTo>
                          <a:pt x="1029154" y="78"/>
                        </a:moveTo>
                        <a:cubicBezTo>
                          <a:pt x="1238537" y="-2169"/>
                          <a:pt x="1448791" y="44333"/>
                          <a:pt x="1630180" y="139903"/>
                        </a:cubicBezTo>
                        <a:cubicBezTo>
                          <a:pt x="1761761" y="209230"/>
                          <a:pt x="1865844" y="297150"/>
                          <a:pt x="1941237" y="395716"/>
                        </a:cubicBezTo>
                        <a:lnTo>
                          <a:pt x="1977165" y="448960"/>
                        </a:lnTo>
                        <a:lnTo>
                          <a:pt x="1823362" y="407836"/>
                        </a:lnTo>
                        <a:lnTo>
                          <a:pt x="1789025" y="403322"/>
                        </a:lnTo>
                        <a:lnTo>
                          <a:pt x="1732453" y="355463"/>
                        </a:lnTo>
                        <a:cubicBezTo>
                          <a:pt x="1565325" y="238803"/>
                          <a:pt x="1334439" y="166648"/>
                          <a:pt x="1079409" y="166648"/>
                        </a:cubicBezTo>
                        <a:cubicBezTo>
                          <a:pt x="569350" y="166648"/>
                          <a:pt x="155865" y="455269"/>
                          <a:pt x="155865" y="811300"/>
                        </a:cubicBezTo>
                        <a:cubicBezTo>
                          <a:pt x="155865" y="978190"/>
                          <a:pt x="246719" y="1130267"/>
                          <a:pt x="395785" y="1244749"/>
                        </a:cubicBezTo>
                        <a:lnTo>
                          <a:pt x="490915" y="1308056"/>
                        </a:lnTo>
                        <a:lnTo>
                          <a:pt x="427916" y="1484130"/>
                        </a:lnTo>
                        <a:lnTo>
                          <a:pt x="684068" y="1392479"/>
                        </a:lnTo>
                        <a:lnTo>
                          <a:pt x="719924" y="1405292"/>
                        </a:lnTo>
                        <a:lnTo>
                          <a:pt x="806547" y="1424061"/>
                        </a:lnTo>
                        <a:lnTo>
                          <a:pt x="820000" y="1461391"/>
                        </a:lnTo>
                        <a:cubicBezTo>
                          <a:pt x="842607" y="1507429"/>
                          <a:pt x="870267" y="1551178"/>
                          <a:pt x="902381" y="1592122"/>
                        </a:cubicBezTo>
                        <a:lnTo>
                          <a:pt x="920895" y="1611450"/>
                        </a:lnTo>
                        <a:lnTo>
                          <a:pt x="779775" y="1591789"/>
                        </a:lnTo>
                        <a:cubicBezTo>
                          <a:pt x="726958" y="1581077"/>
                          <a:pt x="674741" y="1567045"/>
                          <a:pt x="623604" y="1549616"/>
                        </a:cubicBezTo>
                        <a:lnTo>
                          <a:pt x="73856" y="1893433"/>
                        </a:lnTo>
                        <a:lnTo>
                          <a:pt x="296319" y="1373718"/>
                        </a:lnTo>
                        <a:cubicBezTo>
                          <a:pt x="-148759" y="1019743"/>
                          <a:pt x="-83898" y="441811"/>
                          <a:pt x="433348" y="152745"/>
                        </a:cubicBezTo>
                        <a:cubicBezTo>
                          <a:pt x="611257" y="53320"/>
                          <a:pt x="819770" y="2325"/>
                          <a:pt x="1029154" y="78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685800">
                      <a:defRPr/>
                    </a:pPr>
                    <a:endParaRPr lang="en-US" sz="1350" kern="0">
                      <a:solidFill>
                        <a:prstClr val="white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48" name="Group 147">
                  <a:extLst>
                    <a:ext uri="{FF2B5EF4-FFF2-40B4-BE49-F238E27FC236}">
                      <a16:creationId xmlns:a16="http://schemas.microsoft.com/office/drawing/2014/main" id="{1ED01BFB-D224-47A3-9885-A30939C1C9A1}"/>
                    </a:ext>
                  </a:extLst>
                </p:cNvPr>
                <p:cNvGrpSpPr/>
                <p:nvPr/>
              </p:nvGrpSpPr>
              <p:grpSpPr>
                <a:xfrm>
                  <a:off x="1701489" y="4435962"/>
                  <a:ext cx="386608" cy="387764"/>
                  <a:chOff x="12121022" y="7967372"/>
                  <a:chExt cx="3239141" cy="3182462"/>
                </a:xfrm>
                <a:solidFill>
                  <a:schemeClr val="bg1"/>
                </a:solidFill>
                <a:effectLst/>
              </p:grpSpPr>
              <p:sp>
                <p:nvSpPr>
                  <p:cNvPr id="149" name="Freeform 222">
                    <a:extLst>
                      <a:ext uri="{FF2B5EF4-FFF2-40B4-BE49-F238E27FC236}">
                        <a16:creationId xmlns:a16="http://schemas.microsoft.com/office/drawing/2014/main" id="{D56B076F-7A18-43AF-8B29-24503C2502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883511" y="8665340"/>
                    <a:ext cx="749271" cy="1167140"/>
                  </a:xfrm>
                  <a:custGeom>
                    <a:avLst/>
                    <a:gdLst>
                      <a:gd name="connsiteX0" fmla="*/ 230405 w 749271"/>
                      <a:gd name="connsiteY0" fmla="*/ 713 h 1167140"/>
                      <a:gd name="connsiteX1" fmla="*/ 362365 w 749271"/>
                      <a:gd name="connsiteY1" fmla="*/ 477908 h 1167140"/>
                      <a:gd name="connsiteX2" fmla="*/ 415105 w 749271"/>
                      <a:gd name="connsiteY2" fmla="*/ 626432 h 1167140"/>
                      <a:gd name="connsiteX3" fmla="*/ 749271 w 749271"/>
                      <a:gd name="connsiteY3" fmla="*/ 900209 h 1167140"/>
                      <a:gd name="connsiteX4" fmla="*/ 749271 w 749271"/>
                      <a:gd name="connsiteY4" fmla="*/ 1025463 h 1167140"/>
                      <a:gd name="connsiteX5" fmla="*/ 544483 w 749271"/>
                      <a:gd name="connsiteY5" fmla="*/ 1167140 h 1167140"/>
                      <a:gd name="connsiteX6" fmla="*/ 544483 w 749271"/>
                      <a:gd name="connsiteY6" fmla="*/ 1045646 h 1167140"/>
                      <a:gd name="connsiteX7" fmla="*/ 210317 w 749271"/>
                      <a:gd name="connsiteY7" fmla="*/ 763847 h 1167140"/>
                      <a:gd name="connsiteX8" fmla="*/ 157577 w 749271"/>
                      <a:gd name="connsiteY8" fmla="*/ 610971 h 1167140"/>
                      <a:gd name="connsiteX9" fmla="*/ 25617 w 749271"/>
                      <a:gd name="connsiteY9" fmla="*/ 119795 h 1167140"/>
                      <a:gd name="connsiteX10" fmla="*/ 0 w 749271"/>
                      <a:gd name="connsiteY10" fmla="*/ 122247 h 1167140"/>
                      <a:gd name="connsiteX11" fmla="*/ 12577 w 749271"/>
                      <a:gd name="connsiteY11" fmla="*/ 98400 h 1167140"/>
                      <a:gd name="connsiteX12" fmla="*/ 230405 w 749271"/>
                      <a:gd name="connsiteY12" fmla="*/ 713 h 11671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749271" h="1167140">
                        <a:moveTo>
                          <a:pt x="230405" y="713"/>
                        </a:moveTo>
                        <a:cubicBezTo>
                          <a:pt x="424744" y="12212"/>
                          <a:pt x="556815" y="277366"/>
                          <a:pt x="362365" y="477908"/>
                        </a:cubicBezTo>
                        <a:cubicBezTo>
                          <a:pt x="329347" y="516784"/>
                          <a:pt x="365024" y="605899"/>
                          <a:pt x="415105" y="626432"/>
                        </a:cubicBezTo>
                        <a:cubicBezTo>
                          <a:pt x="534212" y="666951"/>
                          <a:pt x="744174" y="698162"/>
                          <a:pt x="749271" y="900209"/>
                        </a:cubicBezTo>
                        <a:lnTo>
                          <a:pt x="749271" y="1025463"/>
                        </a:lnTo>
                        <a:lnTo>
                          <a:pt x="544483" y="1167140"/>
                        </a:lnTo>
                        <a:lnTo>
                          <a:pt x="544483" y="1045646"/>
                        </a:lnTo>
                        <a:cubicBezTo>
                          <a:pt x="539386" y="837679"/>
                          <a:pt x="329424" y="805554"/>
                          <a:pt x="210317" y="763847"/>
                        </a:cubicBezTo>
                        <a:cubicBezTo>
                          <a:pt x="160236" y="742712"/>
                          <a:pt x="124559" y="650987"/>
                          <a:pt x="157577" y="610971"/>
                        </a:cubicBezTo>
                        <a:cubicBezTo>
                          <a:pt x="352027" y="404554"/>
                          <a:pt x="219956" y="131631"/>
                          <a:pt x="25617" y="119795"/>
                        </a:cubicBezTo>
                        <a:lnTo>
                          <a:pt x="0" y="122247"/>
                        </a:lnTo>
                        <a:lnTo>
                          <a:pt x="12577" y="98400"/>
                        </a:lnTo>
                        <a:cubicBezTo>
                          <a:pt x="58594" y="35408"/>
                          <a:pt x="132681" y="-6011"/>
                          <a:pt x="230405" y="713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 sz="21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0" name="Freeform 223">
                    <a:extLst>
                      <a:ext uri="{FF2B5EF4-FFF2-40B4-BE49-F238E27FC236}">
                        <a16:creationId xmlns:a16="http://schemas.microsoft.com/office/drawing/2014/main" id="{3DFAB2C4-9DCA-4F95-A940-7AE8D81AC8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807073" y="9069082"/>
                    <a:ext cx="519110" cy="776509"/>
                  </a:xfrm>
                  <a:custGeom>
                    <a:avLst/>
                    <a:gdLst>
                      <a:gd name="connsiteX0" fmla="*/ 416789 w 613286"/>
                      <a:gd name="connsiteY0" fmla="*/ 567 h 1089291"/>
                      <a:gd name="connsiteX1" fmla="*/ 510149 w 613286"/>
                      <a:gd name="connsiteY1" fmla="*/ 380096 h 1089291"/>
                      <a:gd name="connsiteX2" fmla="*/ 523399 w 613286"/>
                      <a:gd name="connsiteY2" fmla="*/ 477224 h 1089291"/>
                      <a:gd name="connsiteX3" fmla="*/ 532500 w 613286"/>
                      <a:gd name="connsiteY3" fmla="*/ 485166 h 1089291"/>
                      <a:gd name="connsiteX4" fmla="*/ 470386 w 613286"/>
                      <a:gd name="connsiteY4" fmla="*/ 519570 h 1089291"/>
                      <a:gd name="connsiteX5" fmla="*/ 402492 w 613286"/>
                      <a:gd name="connsiteY5" fmla="*/ 664479 h 1089291"/>
                      <a:gd name="connsiteX6" fmla="*/ 402492 w 613286"/>
                      <a:gd name="connsiteY6" fmla="*/ 776509 h 1089291"/>
                      <a:gd name="connsiteX7" fmla="*/ 613286 w 613286"/>
                      <a:gd name="connsiteY7" fmla="*/ 948424 h 1089291"/>
                      <a:gd name="connsiteX8" fmla="*/ 460373 w 613286"/>
                      <a:gd name="connsiteY8" fmla="*/ 1076879 h 1089291"/>
                      <a:gd name="connsiteX9" fmla="*/ 416789 w 613286"/>
                      <a:gd name="connsiteY9" fmla="*/ 1089291 h 1089291"/>
                      <a:gd name="connsiteX10" fmla="*/ 367091 w 613286"/>
                      <a:gd name="connsiteY10" fmla="*/ 1089291 h 1089291"/>
                      <a:gd name="connsiteX11" fmla="*/ 323507 w 613286"/>
                      <a:gd name="connsiteY11" fmla="*/ 1076879 h 1089291"/>
                      <a:gd name="connsiteX12" fmla="*/ 236418 w 613286"/>
                      <a:gd name="connsiteY12" fmla="*/ 1008399 h 1089291"/>
                      <a:gd name="connsiteX13" fmla="*/ 0 w 613286"/>
                      <a:gd name="connsiteY13" fmla="*/ 815586 h 1089291"/>
                      <a:gd name="connsiteX14" fmla="*/ 0 w 613286"/>
                      <a:gd name="connsiteY14" fmla="*/ 703556 h 1089291"/>
                      <a:gd name="connsiteX15" fmla="*/ 199106 w 613286"/>
                      <a:gd name="connsiteY15" fmla="*/ 504538 h 1089291"/>
                      <a:gd name="connsiteX16" fmla="*/ 236418 w 613286"/>
                      <a:gd name="connsiteY16" fmla="*/ 492017 h 1089291"/>
                      <a:gd name="connsiteX17" fmla="*/ 279924 w 613286"/>
                      <a:gd name="connsiteY17" fmla="*/ 373891 h 1089291"/>
                      <a:gd name="connsiteX18" fmla="*/ 416789 w 613286"/>
                      <a:gd name="connsiteY18" fmla="*/ 567 h 1089291"/>
                      <a:gd name="connsiteX0" fmla="*/ 416789 w 613286"/>
                      <a:gd name="connsiteY0" fmla="*/ 567 h 1089291"/>
                      <a:gd name="connsiteX1" fmla="*/ 510149 w 613286"/>
                      <a:gd name="connsiteY1" fmla="*/ 380096 h 1089291"/>
                      <a:gd name="connsiteX2" fmla="*/ 523399 w 613286"/>
                      <a:gd name="connsiteY2" fmla="*/ 477224 h 1089291"/>
                      <a:gd name="connsiteX3" fmla="*/ 532500 w 613286"/>
                      <a:gd name="connsiteY3" fmla="*/ 485166 h 1089291"/>
                      <a:gd name="connsiteX4" fmla="*/ 470386 w 613286"/>
                      <a:gd name="connsiteY4" fmla="*/ 519570 h 1089291"/>
                      <a:gd name="connsiteX5" fmla="*/ 402492 w 613286"/>
                      <a:gd name="connsiteY5" fmla="*/ 664479 h 1089291"/>
                      <a:gd name="connsiteX6" fmla="*/ 402492 w 613286"/>
                      <a:gd name="connsiteY6" fmla="*/ 776509 h 1089291"/>
                      <a:gd name="connsiteX7" fmla="*/ 613286 w 613286"/>
                      <a:gd name="connsiteY7" fmla="*/ 948424 h 1089291"/>
                      <a:gd name="connsiteX8" fmla="*/ 460373 w 613286"/>
                      <a:gd name="connsiteY8" fmla="*/ 1076879 h 1089291"/>
                      <a:gd name="connsiteX9" fmla="*/ 416789 w 613286"/>
                      <a:gd name="connsiteY9" fmla="*/ 1089291 h 1089291"/>
                      <a:gd name="connsiteX10" fmla="*/ 367091 w 613286"/>
                      <a:gd name="connsiteY10" fmla="*/ 1089291 h 1089291"/>
                      <a:gd name="connsiteX11" fmla="*/ 323507 w 613286"/>
                      <a:gd name="connsiteY11" fmla="*/ 1076879 h 1089291"/>
                      <a:gd name="connsiteX12" fmla="*/ 236418 w 613286"/>
                      <a:gd name="connsiteY12" fmla="*/ 1008399 h 1089291"/>
                      <a:gd name="connsiteX13" fmla="*/ 240711 w 613286"/>
                      <a:gd name="connsiteY13" fmla="*/ 1001040 h 1089291"/>
                      <a:gd name="connsiteX14" fmla="*/ 0 w 613286"/>
                      <a:gd name="connsiteY14" fmla="*/ 815586 h 1089291"/>
                      <a:gd name="connsiteX15" fmla="*/ 0 w 613286"/>
                      <a:gd name="connsiteY15" fmla="*/ 703556 h 1089291"/>
                      <a:gd name="connsiteX16" fmla="*/ 199106 w 613286"/>
                      <a:gd name="connsiteY16" fmla="*/ 504538 h 1089291"/>
                      <a:gd name="connsiteX17" fmla="*/ 236418 w 613286"/>
                      <a:gd name="connsiteY17" fmla="*/ 492017 h 1089291"/>
                      <a:gd name="connsiteX18" fmla="*/ 279924 w 613286"/>
                      <a:gd name="connsiteY18" fmla="*/ 373891 h 1089291"/>
                      <a:gd name="connsiteX19" fmla="*/ 416789 w 613286"/>
                      <a:gd name="connsiteY19" fmla="*/ 567 h 1089291"/>
                      <a:gd name="connsiteX0" fmla="*/ 416789 w 613286"/>
                      <a:gd name="connsiteY0" fmla="*/ 567 h 1089291"/>
                      <a:gd name="connsiteX1" fmla="*/ 510149 w 613286"/>
                      <a:gd name="connsiteY1" fmla="*/ 380096 h 1089291"/>
                      <a:gd name="connsiteX2" fmla="*/ 523399 w 613286"/>
                      <a:gd name="connsiteY2" fmla="*/ 477224 h 1089291"/>
                      <a:gd name="connsiteX3" fmla="*/ 532500 w 613286"/>
                      <a:gd name="connsiteY3" fmla="*/ 485166 h 1089291"/>
                      <a:gd name="connsiteX4" fmla="*/ 470386 w 613286"/>
                      <a:gd name="connsiteY4" fmla="*/ 519570 h 1089291"/>
                      <a:gd name="connsiteX5" fmla="*/ 402492 w 613286"/>
                      <a:gd name="connsiteY5" fmla="*/ 664479 h 1089291"/>
                      <a:gd name="connsiteX6" fmla="*/ 402492 w 613286"/>
                      <a:gd name="connsiteY6" fmla="*/ 776509 h 1089291"/>
                      <a:gd name="connsiteX7" fmla="*/ 613286 w 613286"/>
                      <a:gd name="connsiteY7" fmla="*/ 948424 h 1089291"/>
                      <a:gd name="connsiteX8" fmla="*/ 460373 w 613286"/>
                      <a:gd name="connsiteY8" fmla="*/ 1076879 h 1089291"/>
                      <a:gd name="connsiteX9" fmla="*/ 416789 w 613286"/>
                      <a:gd name="connsiteY9" fmla="*/ 1089291 h 1089291"/>
                      <a:gd name="connsiteX10" fmla="*/ 367091 w 613286"/>
                      <a:gd name="connsiteY10" fmla="*/ 1089291 h 1089291"/>
                      <a:gd name="connsiteX11" fmla="*/ 323507 w 613286"/>
                      <a:gd name="connsiteY11" fmla="*/ 1076879 h 1089291"/>
                      <a:gd name="connsiteX12" fmla="*/ 236418 w 613286"/>
                      <a:gd name="connsiteY12" fmla="*/ 1008399 h 1089291"/>
                      <a:gd name="connsiteX13" fmla="*/ 0 w 613286"/>
                      <a:gd name="connsiteY13" fmla="*/ 815586 h 1089291"/>
                      <a:gd name="connsiteX14" fmla="*/ 0 w 613286"/>
                      <a:gd name="connsiteY14" fmla="*/ 703556 h 1089291"/>
                      <a:gd name="connsiteX15" fmla="*/ 199106 w 613286"/>
                      <a:gd name="connsiteY15" fmla="*/ 504538 h 1089291"/>
                      <a:gd name="connsiteX16" fmla="*/ 236418 w 613286"/>
                      <a:gd name="connsiteY16" fmla="*/ 492017 h 1089291"/>
                      <a:gd name="connsiteX17" fmla="*/ 279924 w 613286"/>
                      <a:gd name="connsiteY17" fmla="*/ 373891 h 1089291"/>
                      <a:gd name="connsiteX18" fmla="*/ 416789 w 613286"/>
                      <a:gd name="connsiteY18" fmla="*/ 567 h 1089291"/>
                      <a:gd name="connsiteX0" fmla="*/ 416789 w 613286"/>
                      <a:gd name="connsiteY0" fmla="*/ 567 h 1089291"/>
                      <a:gd name="connsiteX1" fmla="*/ 510149 w 613286"/>
                      <a:gd name="connsiteY1" fmla="*/ 380096 h 1089291"/>
                      <a:gd name="connsiteX2" fmla="*/ 523399 w 613286"/>
                      <a:gd name="connsiteY2" fmla="*/ 477224 h 1089291"/>
                      <a:gd name="connsiteX3" fmla="*/ 532500 w 613286"/>
                      <a:gd name="connsiteY3" fmla="*/ 485166 h 1089291"/>
                      <a:gd name="connsiteX4" fmla="*/ 470386 w 613286"/>
                      <a:gd name="connsiteY4" fmla="*/ 519570 h 1089291"/>
                      <a:gd name="connsiteX5" fmla="*/ 402492 w 613286"/>
                      <a:gd name="connsiteY5" fmla="*/ 664479 h 1089291"/>
                      <a:gd name="connsiteX6" fmla="*/ 402492 w 613286"/>
                      <a:gd name="connsiteY6" fmla="*/ 776509 h 1089291"/>
                      <a:gd name="connsiteX7" fmla="*/ 613286 w 613286"/>
                      <a:gd name="connsiteY7" fmla="*/ 948424 h 1089291"/>
                      <a:gd name="connsiteX8" fmla="*/ 460373 w 613286"/>
                      <a:gd name="connsiteY8" fmla="*/ 1076879 h 1089291"/>
                      <a:gd name="connsiteX9" fmla="*/ 416789 w 613286"/>
                      <a:gd name="connsiteY9" fmla="*/ 1089291 h 1089291"/>
                      <a:gd name="connsiteX10" fmla="*/ 367091 w 613286"/>
                      <a:gd name="connsiteY10" fmla="*/ 1089291 h 1089291"/>
                      <a:gd name="connsiteX11" fmla="*/ 323507 w 613286"/>
                      <a:gd name="connsiteY11" fmla="*/ 1076879 h 1089291"/>
                      <a:gd name="connsiteX12" fmla="*/ 0 w 613286"/>
                      <a:gd name="connsiteY12" fmla="*/ 815586 h 1089291"/>
                      <a:gd name="connsiteX13" fmla="*/ 0 w 613286"/>
                      <a:gd name="connsiteY13" fmla="*/ 703556 h 1089291"/>
                      <a:gd name="connsiteX14" fmla="*/ 199106 w 613286"/>
                      <a:gd name="connsiteY14" fmla="*/ 504538 h 1089291"/>
                      <a:gd name="connsiteX15" fmla="*/ 236418 w 613286"/>
                      <a:gd name="connsiteY15" fmla="*/ 492017 h 1089291"/>
                      <a:gd name="connsiteX16" fmla="*/ 279924 w 613286"/>
                      <a:gd name="connsiteY16" fmla="*/ 373891 h 1089291"/>
                      <a:gd name="connsiteX17" fmla="*/ 416789 w 613286"/>
                      <a:gd name="connsiteY17" fmla="*/ 567 h 1089291"/>
                      <a:gd name="connsiteX0" fmla="*/ 416789 w 613286"/>
                      <a:gd name="connsiteY0" fmla="*/ 567 h 1089291"/>
                      <a:gd name="connsiteX1" fmla="*/ 510149 w 613286"/>
                      <a:gd name="connsiteY1" fmla="*/ 380096 h 1089291"/>
                      <a:gd name="connsiteX2" fmla="*/ 523399 w 613286"/>
                      <a:gd name="connsiteY2" fmla="*/ 477224 h 1089291"/>
                      <a:gd name="connsiteX3" fmla="*/ 532500 w 613286"/>
                      <a:gd name="connsiteY3" fmla="*/ 485166 h 1089291"/>
                      <a:gd name="connsiteX4" fmla="*/ 470386 w 613286"/>
                      <a:gd name="connsiteY4" fmla="*/ 519570 h 1089291"/>
                      <a:gd name="connsiteX5" fmla="*/ 402492 w 613286"/>
                      <a:gd name="connsiteY5" fmla="*/ 664479 h 1089291"/>
                      <a:gd name="connsiteX6" fmla="*/ 402492 w 613286"/>
                      <a:gd name="connsiteY6" fmla="*/ 776509 h 1089291"/>
                      <a:gd name="connsiteX7" fmla="*/ 613286 w 613286"/>
                      <a:gd name="connsiteY7" fmla="*/ 948424 h 1089291"/>
                      <a:gd name="connsiteX8" fmla="*/ 460373 w 613286"/>
                      <a:gd name="connsiteY8" fmla="*/ 1076879 h 1089291"/>
                      <a:gd name="connsiteX9" fmla="*/ 416789 w 613286"/>
                      <a:gd name="connsiteY9" fmla="*/ 1089291 h 1089291"/>
                      <a:gd name="connsiteX10" fmla="*/ 367091 w 613286"/>
                      <a:gd name="connsiteY10" fmla="*/ 1089291 h 1089291"/>
                      <a:gd name="connsiteX11" fmla="*/ 0 w 613286"/>
                      <a:gd name="connsiteY11" fmla="*/ 815586 h 1089291"/>
                      <a:gd name="connsiteX12" fmla="*/ 0 w 613286"/>
                      <a:gd name="connsiteY12" fmla="*/ 703556 h 1089291"/>
                      <a:gd name="connsiteX13" fmla="*/ 199106 w 613286"/>
                      <a:gd name="connsiteY13" fmla="*/ 504538 h 1089291"/>
                      <a:gd name="connsiteX14" fmla="*/ 236418 w 613286"/>
                      <a:gd name="connsiteY14" fmla="*/ 492017 h 1089291"/>
                      <a:gd name="connsiteX15" fmla="*/ 279924 w 613286"/>
                      <a:gd name="connsiteY15" fmla="*/ 373891 h 1089291"/>
                      <a:gd name="connsiteX16" fmla="*/ 416789 w 613286"/>
                      <a:gd name="connsiteY16" fmla="*/ 567 h 1089291"/>
                      <a:gd name="connsiteX0" fmla="*/ 416789 w 613286"/>
                      <a:gd name="connsiteY0" fmla="*/ 567 h 1089291"/>
                      <a:gd name="connsiteX1" fmla="*/ 510149 w 613286"/>
                      <a:gd name="connsiteY1" fmla="*/ 380096 h 1089291"/>
                      <a:gd name="connsiteX2" fmla="*/ 523399 w 613286"/>
                      <a:gd name="connsiteY2" fmla="*/ 477224 h 1089291"/>
                      <a:gd name="connsiteX3" fmla="*/ 532500 w 613286"/>
                      <a:gd name="connsiteY3" fmla="*/ 485166 h 1089291"/>
                      <a:gd name="connsiteX4" fmla="*/ 470386 w 613286"/>
                      <a:gd name="connsiteY4" fmla="*/ 519570 h 1089291"/>
                      <a:gd name="connsiteX5" fmla="*/ 402492 w 613286"/>
                      <a:gd name="connsiteY5" fmla="*/ 664479 h 1089291"/>
                      <a:gd name="connsiteX6" fmla="*/ 402492 w 613286"/>
                      <a:gd name="connsiteY6" fmla="*/ 776509 h 1089291"/>
                      <a:gd name="connsiteX7" fmla="*/ 613286 w 613286"/>
                      <a:gd name="connsiteY7" fmla="*/ 948424 h 1089291"/>
                      <a:gd name="connsiteX8" fmla="*/ 460373 w 613286"/>
                      <a:gd name="connsiteY8" fmla="*/ 1076879 h 1089291"/>
                      <a:gd name="connsiteX9" fmla="*/ 416789 w 613286"/>
                      <a:gd name="connsiteY9" fmla="*/ 1089291 h 1089291"/>
                      <a:gd name="connsiteX10" fmla="*/ 0 w 613286"/>
                      <a:gd name="connsiteY10" fmla="*/ 815586 h 1089291"/>
                      <a:gd name="connsiteX11" fmla="*/ 0 w 613286"/>
                      <a:gd name="connsiteY11" fmla="*/ 703556 h 1089291"/>
                      <a:gd name="connsiteX12" fmla="*/ 199106 w 613286"/>
                      <a:gd name="connsiteY12" fmla="*/ 504538 h 1089291"/>
                      <a:gd name="connsiteX13" fmla="*/ 236418 w 613286"/>
                      <a:gd name="connsiteY13" fmla="*/ 492017 h 1089291"/>
                      <a:gd name="connsiteX14" fmla="*/ 279924 w 613286"/>
                      <a:gd name="connsiteY14" fmla="*/ 373891 h 1089291"/>
                      <a:gd name="connsiteX15" fmla="*/ 416789 w 613286"/>
                      <a:gd name="connsiteY15" fmla="*/ 567 h 1089291"/>
                      <a:gd name="connsiteX0" fmla="*/ 416789 w 577725"/>
                      <a:gd name="connsiteY0" fmla="*/ 567 h 1089291"/>
                      <a:gd name="connsiteX1" fmla="*/ 510149 w 577725"/>
                      <a:gd name="connsiteY1" fmla="*/ 380096 h 1089291"/>
                      <a:gd name="connsiteX2" fmla="*/ 523399 w 577725"/>
                      <a:gd name="connsiteY2" fmla="*/ 477224 h 1089291"/>
                      <a:gd name="connsiteX3" fmla="*/ 532500 w 577725"/>
                      <a:gd name="connsiteY3" fmla="*/ 485166 h 1089291"/>
                      <a:gd name="connsiteX4" fmla="*/ 470386 w 577725"/>
                      <a:gd name="connsiteY4" fmla="*/ 519570 h 1089291"/>
                      <a:gd name="connsiteX5" fmla="*/ 402492 w 577725"/>
                      <a:gd name="connsiteY5" fmla="*/ 664479 h 1089291"/>
                      <a:gd name="connsiteX6" fmla="*/ 402492 w 577725"/>
                      <a:gd name="connsiteY6" fmla="*/ 776509 h 1089291"/>
                      <a:gd name="connsiteX7" fmla="*/ 460373 w 577725"/>
                      <a:gd name="connsiteY7" fmla="*/ 1076879 h 1089291"/>
                      <a:gd name="connsiteX8" fmla="*/ 416789 w 577725"/>
                      <a:gd name="connsiteY8" fmla="*/ 1089291 h 1089291"/>
                      <a:gd name="connsiteX9" fmla="*/ 0 w 577725"/>
                      <a:gd name="connsiteY9" fmla="*/ 815586 h 1089291"/>
                      <a:gd name="connsiteX10" fmla="*/ 0 w 577725"/>
                      <a:gd name="connsiteY10" fmla="*/ 703556 h 1089291"/>
                      <a:gd name="connsiteX11" fmla="*/ 199106 w 577725"/>
                      <a:gd name="connsiteY11" fmla="*/ 504538 h 1089291"/>
                      <a:gd name="connsiteX12" fmla="*/ 236418 w 577725"/>
                      <a:gd name="connsiteY12" fmla="*/ 492017 h 1089291"/>
                      <a:gd name="connsiteX13" fmla="*/ 279924 w 577725"/>
                      <a:gd name="connsiteY13" fmla="*/ 373891 h 1089291"/>
                      <a:gd name="connsiteX14" fmla="*/ 416789 w 577725"/>
                      <a:gd name="connsiteY14" fmla="*/ 567 h 1089291"/>
                      <a:gd name="connsiteX0" fmla="*/ 416789 w 577725"/>
                      <a:gd name="connsiteY0" fmla="*/ 567 h 1089291"/>
                      <a:gd name="connsiteX1" fmla="*/ 510149 w 577725"/>
                      <a:gd name="connsiteY1" fmla="*/ 380096 h 1089291"/>
                      <a:gd name="connsiteX2" fmla="*/ 523399 w 577725"/>
                      <a:gd name="connsiteY2" fmla="*/ 477224 h 1089291"/>
                      <a:gd name="connsiteX3" fmla="*/ 532500 w 577725"/>
                      <a:gd name="connsiteY3" fmla="*/ 485166 h 1089291"/>
                      <a:gd name="connsiteX4" fmla="*/ 470386 w 577725"/>
                      <a:gd name="connsiteY4" fmla="*/ 519570 h 1089291"/>
                      <a:gd name="connsiteX5" fmla="*/ 402492 w 577725"/>
                      <a:gd name="connsiteY5" fmla="*/ 664479 h 1089291"/>
                      <a:gd name="connsiteX6" fmla="*/ 402492 w 577725"/>
                      <a:gd name="connsiteY6" fmla="*/ 776509 h 1089291"/>
                      <a:gd name="connsiteX7" fmla="*/ 416789 w 577725"/>
                      <a:gd name="connsiteY7" fmla="*/ 1089291 h 1089291"/>
                      <a:gd name="connsiteX8" fmla="*/ 0 w 577725"/>
                      <a:gd name="connsiteY8" fmla="*/ 815586 h 1089291"/>
                      <a:gd name="connsiteX9" fmla="*/ 0 w 577725"/>
                      <a:gd name="connsiteY9" fmla="*/ 703556 h 1089291"/>
                      <a:gd name="connsiteX10" fmla="*/ 199106 w 577725"/>
                      <a:gd name="connsiteY10" fmla="*/ 504538 h 1089291"/>
                      <a:gd name="connsiteX11" fmla="*/ 236418 w 577725"/>
                      <a:gd name="connsiteY11" fmla="*/ 492017 h 1089291"/>
                      <a:gd name="connsiteX12" fmla="*/ 279924 w 577725"/>
                      <a:gd name="connsiteY12" fmla="*/ 373891 h 1089291"/>
                      <a:gd name="connsiteX13" fmla="*/ 416789 w 577725"/>
                      <a:gd name="connsiteY13" fmla="*/ 567 h 1089291"/>
                      <a:gd name="connsiteX0" fmla="*/ 416789 w 577725"/>
                      <a:gd name="connsiteY0" fmla="*/ 567 h 815586"/>
                      <a:gd name="connsiteX1" fmla="*/ 510149 w 577725"/>
                      <a:gd name="connsiteY1" fmla="*/ 380096 h 815586"/>
                      <a:gd name="connsiteX2" fmla="*/ 523399 w 577725"/>
                      <a:gd name="connsiteY2" fmla="*/ 477224 h 815586"/>
                      <a:gd name="connsiteX3" fmla="*/ 532500 w 577725"/>
                      <a:gd name="connsiteY3" fmla="*/ 485166 h 815586"/>
                      <a:gd name="connsiteX4" fmla="*/ 470386 w 577725"/>
                      <a:gd name="connsiteY4" fmla="*/ 519570 h 815586"/>
                      <a:gd name="connsiteX5" fmla="*/ 402492 w 577725"/>
                      <a:gd name="connsiteY5" fmla="*/ 664479 h 815586"/>
                      <a:gd name="connsiteX6" fmla="*/ 402492 w 577725"/>
                      <a:gd name="connsiteY6" fmla="*/ 776509 h 815586"/>
                      <a:gd name="connsiteX7" fmla="*/ 0 w 577725"/>
                      <a:gd name="connsiteY7" fmla="*/ 815586 h 815586"/>
                      <a:gd name="connsiteX8" fmla="*/ 0 w 577725"/>
                      <a:gd name="connsiteY8" fmla="*/ 703556 h 815586"/>
                      <a:gd name="connsiteX9" fmla="*/ 199106 w 577725"/>
                      <a:gd name="connsiteY9" fmla="*/ 504538 h 815586"/>
                      <a:gd name="connsiteX10" fmla="*/ 236418 w 577725"/>
                      <a:gd name="connsiteY10" fmla="*/ 492017 h 815586"/>
                      <a:gd name="connsiteX11" fmla="*/ 279924 w 577725"/>
                      <a:gd name="connsiteY11" fmla="*/ 373891 h 815586"/>
                      <a:gd name="connsiteX12" fmla="*/ 416789 w 577725"/>
                      <a:gd name="connsiteY12" fmla="*/ 567 h 815586"/>
                      <a:gd name="connsiteX0" fmla="*/ 416789 w 577725"/>
                      <a:gd name="connsiteY0" fmla="*/ 567 h 776509"/>
                      <a:gd name="connsiteX1" fmla="*/ 510149 w 577725"/>
                      <a:gd name="connsiteY1" fmla="*/ 380096 h 776509"/>
                      <a:gd name="connsiteX2" fmla="*/ 523399 w 577725"/>
                      <a:gd name="connsiteY2" fmla="*/ 477224 h 776509"/>
                      <a:gd name="connsiteX3" fmla="*/ 532500 w 577725"/>
                      <a:gd name="connsiteY3" fmla="*/ 485166 h 776509"/>
                      <a:gd name="connsiteX4" fmla="*/ 470386 w 577725"/>
                      <a:gd name="connsiteY4" fmla="*/ 519570 h 776509"/>
                      <a:gd name="connsiteX5" fmla="*/ 402492 w 577725"/>
                      <a:gd name="connsiteY5" fmla="*/ 664479 h 776509"/>
                      <a:gd name="connsiteX6" fmla="*/ 402492 w 577725"/>
                      <a:gd name="connsiteY6" fmla="*/ 776509 h 776509"/>
                      <a:gd name="connsiteX7" fmla="*/ 0 w 577725"/>
                      <a:gd name="connsiteY7" fmla="*/ 703556 h 776509"/>
                      <a:gd name="connsiteX8" fmla="*/ 199106 w 577725"/>
                      <a:gd name="connsiteY8" fmla="*/ 504538 h 776509"/>
                      <a:gd name="connsiteX9" fmla="*/ 236418 w 577725"/>
                      <a:gd name="connsiteY9" fmla="*/ 492017 h 776509"/>
                      <a:gd name="connsiteX10" fmla="*/ 279924 w 577725"/>
                      <a:gd name="connsiteY10" fmla="*/ 373891 h 776509"/>
                      <a:gd name="connsiteX11" fmla="*/ 416789 w 577725"/>
                      <a:gd name="connsiteY11" fmla="*/ 567 h 776509"/>
                      <a:gd name="connsiteX0" fmla="*/ 358174 w 519110"/>
                      <a:gd name="connsiteY0" fmla="*/ 567 h 776509"/>
                      <a:gd name="connsiteX1" fmla="*/ 451534 w 519110"/>
                      <a:gd name="connsiteY1" fmla="*/ 380096 h 776509"/>
                      <a:gd name="connsiteX2" fmla="*/ 464784 w 519110"/>
                      <a:gd name="connsiteY2" fmla="*/ 477224 h 776509"/>
                      <a:gd name="connsiteX3" fmla="*/ 473885 w 519110"/>
                      <a:gd name="connsiteY3" fmla="*/ 485166 h 776509"/>
                      <a:gd name="connsiteX4" fmla="*/ 411771 w 519110"/>
                      <a:gd name="connsiteY4" fmla="*/ 519570 h 776509"/>
                      <a:gd name="connsiteX5" fmla="*/ 343877 w 519110"/>
                      <a:gd name="connsiteY5" fmla="*/ 664479 h 776509"/>
                      <a:gd name="connsiteX6" fmla="*/ 343877 w 519110"/>
                      <a:gd name="connsiteY6" fmla="*/ 776509 h 776509"/>
                      <a:gd name="connsiteX7" fmla="*/ 0 w 519110"/>
                      <a:gd name="connsiteY7" fmla="*/ 629310 h 776509"/>
                      <a:gd name="connsiteX8" fmla="*/ 140491 w 519110"/>
                      <a:gd name="connsiteY8" fmla="*/ 504538 h 776509"/>
                      <a:gd name="connsiteX9" fmla="*/ 177803 w 519110"/>
                      <a:gd name="connsiteY9" fmla="*/ 492017 h 776509"/>
                      <a:gd name="connsiteX10" fmla="*/ 221309 w 519110"/>
                      <a:gd name="connsiteY10" fmla="*/ 373891 h 776509"/>
                      <a:gd name="connsiteX11" fmla="*/ 358174 w 519110"/>
                      <a:gd name="connsiteY11" fmla="*/ 567 h 776509"/>
                      <a:gd name="connsiteX0" fmla="*/ 358174 w 519110"/>
                      <a:gd name="connsiteY0" fmla="*/ 567 h 776509"/>
                      <a:gd name="connsiteX1" fmla="*/ 451534 w 519110"/>
                      <a:gd name="connsiteY1" fmla="*/ 380096 h 776509"/>
                      <a:gd name="connsiteX2" fmla="*/ 464784 w 519110"/>
                      <a:gd name="connsiteY2" fmla="*/ 477224 h 776509"/>
                      <a:gd name="connsiteX3" fmla="*/ 473885 w 519110"/>
                      <a:gd name="connsiteY3" fmla="*/ 485166 h 776509"/>
                      <a:gd name="connsiteX4" fmla="*/ 411771 w 519110"/>
                      <a:gd name="connsiteY4" fmla="*/ 519570 h 776509"/>
                      <a:gd name="connsiteX5" fmla="*/ 343877 w 519110"/>
                      <a:gd name="connsiteY5" fmla="*/ 664479 h 776509"/>
                      <a:gd name="connsiteX6" fmla="*/ 343877 w 519110"/>
                      <a:gd name="connsiteY6" fmla="*/ 776509 h 776509"/>
                      <a:gd name="connsiteX7" fmla="*/ 0 w 519110"/>
                      <a:gd name="connsiteY7" fmla="*/ 629310 h 776509"/>
                      <a:gd name="connsiteX8" fmla="*/ 140491 w 519110"/>
                      <a:gd name="connsiteY8" fmla="*/ 504538 h 776509"/>
                      <a:gd name="connsiteX9" fmla="*/ 177803 w 519110"/>
                      <a:gd name="connsiteY9" fmla="*/ 492017 h 776509"/>
                      <a:gd name="connsiteX10" fmla="*/ 221309 w 519110"/>
                      <a:gd name="connsiteY10" fmla="*/ 373891 h 776509"/>
                      <a:gd name="connsiteX11" fmla="*/ 358174 w 519110"/>
                      <a:gd name="connsiteY11" fmla="*/ 567 h 7765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519110" h="776509">
                        <a:moveTo>
                          <a:pt x="358174" y="567"/>
                        </a:moveTo>
                        <a:cubicBezTo>
                          <a:pt x="495667" y="9713"/>
                          <a:pt x="589105" y="220598"/>
                          <a:pt x="451534" y="380096"/>
                        </a:cubicBezTo>
                        <a:cubicBezTo>
                          <a:pt x="434014" y="403286"/>
                          <a:pt x="443832" y="448951"/>
                          <a:pt x="464784" y="477224"/>
                        </a:cubicBezTo>
                        <a:lnTo>
                          <a:pt x="473885" y="485166"/>
                        </a:lnTo>
                        <a:lnTo>
                          <a:pt x="411771" y="519570"/>
                        </a:lnTo>
                        <a:cubicBezTo>
                          <a:pt x="374017" y="549537"/>
                          <a:pt x="346817" y="594638"/>
                          <a:pt x="343877" y="664479"/>
                        </a:cubicBezTo>
                        <a:lnTo>
                          <a:pt x="343877" y="776509"/>
                        </a:lnTo>
                        <a:lnTo>
                          <a:pt x="0" y="629310"/>
                        </a:lnTo>
                        <a:cubicBezTo>
                          <a:pt x="41048" y="552150"/>
                          <a:pt x="50188" y="523155"/>
                          <a:pt x="140491" y="504538"/>
                        </a:cubicBezTo>
                        <a:lnTo>
                          <a:pt x="177803" y="492017"/>
                        </a:lnTo>
                        <a:cubicBezTo>
                          <a:pt x="225306" y="470896"/>
                          <a:pt x="245295" y="417004"/>
                          <a:pt x="221309" y="373891"/>
                        </a:cubicBezTo>
                        <a:cubicBezTo>
                          <a:pt x="108351" y="244333"/>
                          <a:pt x="173805" y="-13695"/>
                          <a:pt x="358174" y="567"/>
                        </a:cubicBezTo>
                        <a:close/>
                      </a:path>
                    </a:pathLst>
                  </a:custGeom>
                  <a:grpFill/>
                  <a:ln w="0">
                    <a:noFill/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 sz="21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51" name="Group 150">
                    <a:extLst>
                      <a:ext uri="{FF2B5EF4-FFF2-40B4-BE49-F238E27FC236}">
                        <a16:creationId xmlns:a16="http://schemas.microsoft.com/office/drawing/2014/main" id="{B705A98F-DD60-484A-B684-551C95FA8084}"/>
                      </a:ext>
                    </a:extLst>
                  </p:cNvPr>
                  <p:cNvGrpSpPr/>
                  <p:nvPr/>
                </p:nvGrpSpPr>
                <p:grpSpPr>
                  <a:xfrm>
                    <a:off x="12121022" y="7967372"/>
                    <a:ext cx="3239141" cy="3182462"/>
                    <a:chOff x="12121022" y="7967372"/>
                    <a:chExt cx="3239141" cy="3182462"/>
                  </a:xfrm>
                  <a:grpFill/>
                </p:grpSpPr>
                <p:grpSp>
                  <p:nvGrpSpPr>
                    <p:cNvPr id="152" name="Group 151">
                      <a:extLst>
                        <a:ext uri="{FF2B5EF4-FFF2-40B4-BE49-F238E27FC236}">
                          <a16:creationId xmlns:a16="http://schemas.microsoft.com/office/drawing/2014/main" id="{0BEB8D1D-9D0F-4F52-990E-45F2276EF8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356931" y="7967372"/>
                      <a:ext cx="2762693" cy="2329419"/>
                      <a:chOff x="3871913" y="3542432"/>
                      <a:chExt cx="542925" cy="457778"/>
                    </a:xfrm>
                    <a:grpFill/>
                    <a:effectLst/>
                  </p:grpSpPr>
                  <p:sp>
                    <p:nvSpPr>
                      <p:cNvPr id="154" name="Freeform 203">
                        <a:extLst>
                          <a:ext uri="{FF2B5EF4-FFF2-40B4-BE49-F238E27FC236}">
                            <a16:creationId xmlns:a16="http://schemas.microsoft.com/office/drawing/2014/main" id="{57D70C91-1046-4B1F-8DCA-2A175E8EB4D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871913" y="3542432"/>
                        <a:ext cx="542925" cy="216768"/>
                      </a:xfrm>
                      <a:custGeom>
                        <a:avLst/>
                        <a:gdLst>
                          <a:gd name="T0" fmla="*/ 167 w 342"/>
                          <a:gd name="T1" fmla="*/ 0 h 133"/>
                          <a:gd name="T2" fmla="*/ 175 w 342"/>
                          <a:gd name="T3" fmla="*/ 0 h 133"/>
                          <a:gd name="T4" fmla="*/ 182 w 342"/>
                          <a:gd name="T5" fmla="*/ 2 h 133"/>
                          <a:gd name="T6" fmla="*/ 207 w 342"/>
                          <a:gd name="T7" fmla="*/ 23 h 133"/>
                          <a:gd name="T8" fmla="*/ 342 w 342"/>
                          <a:gd name="T9" fmla="*/ 133 h 133"/>
                          <a:gd name="T10" fmla="*/ 258 w 342"/>
                          <a:gd name="T11" fmla="*/ 133 h 133"/>
                          <a:gd name="T12" fmla="*/ 259 w 342"/>
                          <a:gd name="T13" fmla="*/ 117 h 133"/>
                          <a:gd name="T14" fmla="*/ 258 w 342"/>
                          <a:gd name="T15" fmla="*/ 103 h 133"/>
                          <a:gd name="T16" fmla="*/ 251 w 342"/>
                          <a:gd name="T17" fmla="*/ 89 h 133"/>
                          <a:gd name="T18" fmla="*/ 242 w 342"/>
                          <a:gd name="T19" fmla="*/ 77 h 133"/>
                          <a:gd name="T20" fmla="*/ 228 w 342"/>
                          <a:gd name="T21" fmla="*/ 70 h 133"/>
                          <a:gd name="T22" fmla="*/ 212 w 342"/>
                          <a:gd name="T23" fmla="*/ 68 h 133"/>
                          <a:gd name="T24" fmla="*/ 196 w 342"/>
                          <a:gd name="T25" fmla="*/ 70 h 133"/>
                          <a:gd name="T26" fmla="*/ 183 w 342"/>
                          <a:gd name="T27" fmla="*/ 78 h 133"/>
                          <a:gd name="T28" fmla="*/ 174 w 342"/>
                          <a:gd name="T29" fmla="*/ 91 h 133"/>
                          <a:gd name="T30" fmla="*/ 174 w 342"/>
                          <a:gd name="T31" fmla="*/ 93 h 133"/>
                          <a:gd name="T32" fmla="*/ 163 w 342"/>
                          <a:gd name="T33" fmla="*/ 94 h 133"/>
                          <a:gd name="T34" fmla="*/ 149 w 342"/>
                          <a:gd name="T35" fmla="*/ 99 h 133"/>
                          <a:gd name="T36" fmla="*/ 137 w 342"/>
                          <a:gd name="T37" fmla="*/ 112 h 133"/>
                          <a:gd name="T38" fmla="*/ 133 w 342"/>
                          <a:gd name="T39" fmla="*/ 123 h 133"/>
                          <a:gd name="T40" fmla="*/ 131 w 342"/>
                          <a:gd name="T41" fmla="*/ 133 h 133"/>
                          <a:gd name="T42" fmla="*/ 127 w 342"/>
                          <a:gd name="T43" fmla="*/ 129 h 133"/>
                          <a:gd name="T44" fmla="*/ 116 w 342"/>
                          <a:gd name="T45" fmla="*/ 121 h 133"/>
                          <a:gd name="T46" fmla="*/ 103 w 342"/>
                          <a:gd name="T47" fmla="*/ 117 h 133"/>
                          <a:gd name="T48" fmla="*/ 90 w 342"/>
                          <a:gd name="T49" fmla="*/ 117 h 133"/>
                          <a:gd name="T50" fmla="*/ 81 w 342"/>
                          <a:gd name="T51" fmla="*/ 120 h 133"/>
                          <a:gd name="T52" fmla="*/ 73 w 342"/>
                          <a:gd name="T53" fmla="*/ 127 h 133"/>
                          <a:gd name="T54" fmla="*/ 67 w 342"/>
                          <a:gd name="T55" fmla="*/ 133 h 133"/>
                          <a:gd name="T56" fmla="*/ 0 w 342"/>
                          <a:gd name="T57" fmla="*/ 133 h 133"/>
                          <a:gd name="T58" fmla="*/ 135 w 342"/>
                          <a:gd name="T59" fmla="*/ 23 h 133"/>
                          <a:gd name="T60" fmla="*/ 146 w 342"/>
                          <a:gd name="T61" fmla="*/ 13 h 133"/>
                          <a:gd name="T62" fmla="*/ 160 w 342"/>
                          <a:gd name="T63" fmla="*/ 2 h 133"/>
                          <a:gd name="T64" fmla="*/ 167 w 342"/>
                          <a:gd name="T65" fmla="*/ 0 h 133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4357 w 10000"/>
                          <a:gd name="connsiteY17" fmla="*/ 7444 h 10000"/>
                          <a:gd name="connsiteX18" fmla="*/ 4006 w 10000"/>
                          <a:gd name="connsiteY18" fmla="*/ 8421 h 10000"/>
                          <a:gd name="connsiteX19" fmla="*/ 3889 w 10000"/>
                          <a:gd name="connsiteY19" fmla="*/ 9248 h 10000"/>
                          <a:gd name="connsiteX20" fmla="*/ 3830 w 10000"/>
                          <a:gd name="connsiteY20" fmla="*/ 10000 h 10000"/>
                          <a:gd name="connsiteX21" fmla="*/ 3713 w 10000"/>
                          <a:gd name="connsiteY21" fmla="*/ 9699 h 10000"/>
                          <a:gd name="connsiteX22" fmla="*/ 3392 w 10000"/>
                          <a:gd name="connsiteY22" fmla="*/ 9098 h 10000"/>
                          <a:gd name="connsiteX23" fmla="*/ 3012 w 10000"/>
                          <a:gd name="connsiteY23" fmla="*/ 8797 h 10000"/>
                          <a:gd name="connsiteX24" fmla="*/ 2632 w 10000"/>
                          <a:gd name="connsiteY24" fmla="*/ 8797 h 10000"/>
                          <a:gd name="connsiteX25" fmla="*/ 2368 w 10000"/>
                          <a:gd name="connsiteY25" fmla="*/ 9023 h 10000"/>
                          <a:gd name="connsiteX26" fmla="*/ 1959 w 10000"/>
                          <a:gd name="connsiteY26" fmla="*/ 10000 h 10000"/>
                          <a:gd name="connsiteX27" fmla="*/ 0 w 10000"/>
                          <a:gd name="connsiteY27" fmla="*/ 10000 h 10000"/>
                          <a:gd name="connsiteX28" fmla="*/ 3947 w 10000"/>
                          <a:gd name="connsiteY28" fmla="*/ 1729 h 10000"/>
                          <a:gd name="connsiteX29" fmla="*/ 4269 w 10000"/>
                          <a:gd name="connsiteY29" fmla="*/ 977 h 10000"/>
                          <a:gd name="connsiteX30" fmla="*/ 4678 w 10000"/>
                          <a:gd name="connsiteY30" fmla="*/ 150 h 10000"/>
                          <a:gd name="connsiteX31" fmla="*/ 4883 w 10000"/>
                          <a:gd name="connsiteY31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4357 w 10000"/>
                          <a:gd name="connsiteY17" fmla="*/ 7444 h 10000"/>
                          <a:gd name="connsiteX18" fmla="*/ 4006 w 10000"/>
                          <a:gd name="connsiteY18" fmla="*/ 8421 h 10000"/>
                          <a:gd name="connsiteX19" fmla="*/ 3889 w 10000"/>
                          <a:gd name="connsiteY19" fmla="*/ 9248 h 10000"/>
                          <a:gd name="connsiteX20" fmla="*/ 3830 w 10000"/>
                          <a:gd name="connsiteY20" fmla="*/ 10000 h 10000"/>
                          <a:gd name="connsiteX21" fmla="*/ 3713 w 10000"/>
                          <a:gd name="connsiteY21" fmla="*/ 9699 h 10000"/>
                          <a:gd name="connsiteX22" fmla="*/ 3392 w 10000"/>
                          <a:gd name="connsiteY22" fmla="*/ 9098 h 10000"/>
                          <a:gd name="connsiteX23" fmla="*/ 3012 w 10000"/>
                          <a:gd name="connsiteY23" fmla="*/ 8797 h 10000"/>
                          <a:gd name="connsiteX24" fmla="*/ 2632 w 10000"/>
                          <a:gd name="connsiteY24" fmla="*/ 8797 h 10000"/>
                          <a:gd name="connsiteX25" fmla="*/ 1959 w 10000"/>
                          <a:gd name="connsiteY25" fmla="*/ 10000 h 10000"/>
                          <a:gd name="connsiteX26" fmla="*/ 0 w 10000"/>
                          <a:gd name="connsiteY26" fmla="*/ 10000 h 10000"/>
                          <a:gd name="connsiteX27" fmla="*/ 3947 w 10000"/>
                          <a:gd name="connsiteY27" fmla="*/ 1729 h 10000"/>
                          <a:gd name="connsiteX28" fmla="*/ 4269 w 10000"/>
                          <a:gd name="connsiteY28" fmla="*/ 977 h 10000"/>
                          <a:gd name="connsiteX29" fmla="*/ 4678 w 10000"/>
                          <a:gd name="connsiteY29" fmla="*/ 150 h 10000"/>
                          <a:gd name="connsiteX30" fmla="*/ 4883 w 10000"/>
                          <a:gd name="connsiteY30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4357 w 10000"/>
                          <a:gd name="connsiteY17" fmla="*/ 7444 h 10000"/>
                          <a:gd name="connsiteX18" fmla="*/ 4006 w 10000"/>
                          <a:gd name="connsiteY18" fmla="*/ 8421 h 10000"/>
                          <a:gd name="connsiteX19" fmla="*/ 3889 w 10000"/>
                          <a:gd name="connsiteY19" fmla="*/ 9248 h 10000"/>
                          <a:gd name="connsiteX20" fmla="*/ 3830 w 10000"/>
                          <a:gd name="connsiteY20" fmla="*/ 10000 h 10000"/>
                          <a:gd name="connsiteX21" fmla="*/ 3713 w 10000"/>
                          <a:gd name="connsiteY21" fmla="*/ 9699 h 10000"/>
                          <a:gd name="connsiteX22" fmla="*/ 3392 w 10000"/>
                          <a:gd name="connsiteY22" fmla="*/ 9098 h 10000"/>
                          <a:gd name="connsiteX23" fmla="*/ 3012 w 10000"/>
                          <a:gd name="connsiteY23" fmla="*/ 8797 h 10000"/>
                          <a:gd name="connsiteX24" fmla="*/ 1959 w 10000"/>
                          <a:gd name="connsiteY24" fmla="*/ 10000 h 10000"/>
                          <a:gd name="connsiteX25" fmla="*/ 0 w 10000"/>
                          <a:gd name="connsiteY25" fmla="*/ 10000 h 10000"/>
                          <a:gd name="connsiteX26" fmla="*/ 3947 w 10000"/>
                          <a:gd name="connsiteY26" fmla="*/ 1729 h 10000"/>
                          <a:gd name="connsiteX27" fmla="*/ 4269 w 10000"/>
                          <a:gd name="connsiteY27" fmla="*/ 977 h 10000"/>
                          <a:gd name="connsiteX28" fmla="*/ 4678 w 10000"/>
                          <a:gd name="connsiteY28" fmla="*/ 150 h 10000"/>
                          <a:gd name="connsiteX29" fmla="*/ 4883 w 10000"/>
                          <a:gd name="connsiteY29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4357 w 10000"/>
                          <a:gd name="connsiteY17" fmla="*/ 7444 h 10000"/>
                          <a:gd name="connsiteX18" fmla="*/ 4006 w 10000"/>
                          <a:gd name="connsiteY18" fmla="*/ 8421 h 10000"/>
                          <a:gd name="connsiteX19" fmla="*/ 3889 w 10000"/>
                          <a:gd name="connsiteY19" fmla="*/ 9248 h 10000"/>
                          <a:gd name="connsiteX20" fmla="*/ 3830 w 10000"/>
                          <a:gd name="connsiteY20" fmla="*/ 10000 h 10000"/>
                          <a:gd name="connsiteX21" fmla="*/ 3713 w 10000"/>
                          <a:gd name="connsiteY21" fmla="*/ 9699 h 10000"/>
                          <a:gd name="connsiteX22" fmla="*/ 3392 w 10000"/>
                          <a:gd name="connsiteY22" fmla="*/ 9098 h 10000"/>
                          <a:gd name="connsiteX23" fmla="*/ 1959 w 10000"/>
                          <a:gd name="connsiteY23" fmla="*/ 10000 h 10000"/>
                          <a:gd name="connsiteX24" fmla="*/ 0 w 10000"/>
                          <a:gd name="connsiteY24" fmla="*/ 10000 h 10000"/>
                          <a:gd name="connsiteX25" fmla="*/ 3947 w 10000"/>
                          <a:gd name="connsiteY25" fmla="*/ 1729 h 10000"/>
                          <a:gd name="connsiteX26" fmla="*/ 4269 w 10000"/>
                          <a:gd name="connsiteY26" fmla="*/ 977 h 10000"/>
                          <a:gd name="connsiteX27" fmla="*/ 4678 w 10000"/>
                          <a:gd name="connsiteY27" fmla="*/ 150 h 10000"/>
                          <a:gd name="connsiteX28" fmla="*/ 4883 w 10000"/>
                          <a:gd name="connsiteY28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4357 w 10000"/>
                          <a:gd name="connsiteY17" fmla="*/ 7444 h 10000"/>
                          <a:gd name="connsiteX18" fmla="*/ 4006 w 10000"/>
                          <a:gd name="connsiteY18" fmla="*/ 8421 h 10000"/>
                          <a:gd name="connsiteX19" fmla="*/ 3889 w 10000"/>
                          <a:gd name="connsiteY19" fmla="*/ 9248 h 10000"/>
                          <a:gd name="connsiteX20" fmla="*/ 3830 w 10000"/>
                          <a:gd name="connsiteY20" fmla="*/ 10000 h 10000"/>
                          <a:gd name="connsiteX21" fmla="*/ 3713 w 10000"/>
                          <a:gd name="connsiteY21" fmla="*/ 9699 h 10000"/>
                          <a:gd name="connsiteX22" fmla="*/ 1959 w 10000"/>
                          <a:gd name="connsiteY22" fmla="*/ 10000 h 10000"/>
                          <a:gd name="connsiteX23" fmla="*/ 0 w 10000"/>
                          <a:gd name="connsiteY23" fmla="*/ 10000 h 10000"/>
                          <a:gd name="connsiteX24" fmla="*/ 3947 w 10000"/>
                          <a:gd name="connsiteY24" fmla="*/ 1729 h 10000"/>
                          <a:gd name="connsiteX25" fmla="*/ 4269 w 10000"/>
                          <a:gd name="connsiteY25" fmla="*/ 977 h 10000"/>
                          <a:gd name="connsiteX26" fmla="*/ 4678 w 10000"/>
                          <a:gd name="connsiteY26" fmla="*/ 150 h 10000"/>
                          <a:gd name="connsiteX27" fmla="*/ 4883 w 10000"/>
                          <a:gd name="connsiteY27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4357 w 10000"/>
                          <a:gd name="connsiteY17" fmla="*/ 7444 h 10000"/>
                          <a:gd name="connsiteX18" fmla="*/ 4006 w 10000"/>
                          <a:gd name="connsiteY18" fmla="*/ 8421 h 10000"/>
                          <a:gd name="connsiteX19" fmla="*/ 3889 w 10000"/>
                          <a:gd name="connsiteY19" fmla="*/ 9248 h 10000"/>
                          <a:gd name="connsiteX20" fmla="*/ 3830 w 10000"/>
                          <a:gd name="connsiteY20" fmla="*/ 10000 h 10000"/>
                          <a:gd name="connsiteX21" fmla="*/ 1959 w 10000"/>
                          <a:gd name="connsiteY21" fmla="*/ 10000 h 10000"/>
                          <a:gd name="connsiteX22" fmla="*/ 0 w 10000"/>
                          <a:gd name="connsiteY22" fmla="*/ 10000 h 10000"/>
                          <a:gd name="connsiteX23" fmla="*/ 3947 w 10000"/>
                          <a:gd name="connsiteY23" fmla="*/ 1729 h 10000"/>
                          <a:gd name="connsiteX24" fmla="*/ 4269 w 10000"/>
                          <a:gd name="connsiteY24" fmla="*/ 977 h 10000"/>
                          <a:gd name="connsiteX25" fmla="*/ 4678 w 10000"/>
                          <a:gd name="connsiteY25" fmla="*/ 150 h 10000"/>
                          <a:gd name="connsiteX26" fmla="*/ 4883 w 10000"/>
                          <a:gd name="connsiteY26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4357 w 10000"/>
                          <a:gd name="connsiteY17" fmla="*/ 7444 h 10000"/>
                          <a:gd name="connsiteX18" fmla="*/ 4006 w 10000"/>
                          <a:gd name="connsiteY18" fmla="*/ 8421 h 10000"/>
                          <a:gd name="connsiteX19" fmla="*/ 3889 w 10000"/>
                          <a:gd name="connsiteY19" fmla="*/ 9248 h 10000"/>
                          <a:gd name="connsiteX20" fmla="*/ 3830 w 10000"/>
                          <a:gd name="connsiteY20" fmla="*/ 10000 h 10000"/>
                          <a:gd name="connsiteX21" fmla="*/ 1959 w 10000"/>
                          <a:gd name="connsiteY21" fmla="*/ 10000 h 10000"/>
                          <a:gd name="connsiteX22" fmla="*/ 0 w 10000"/>
                          <a:gd name="connsiteY22" fmla="*/ 10000 h 10000"/>
                          <a:gd name="connsiteX23" fmla="*/ 3947 w 10000"/>
                          <a:gd name="connsiteY23" fmla="*/ 1729 h 10000"/>
                          <a:gd name="connsiteX24" fmla="*/ 4269 w 10000"/>
                          <a:gd name="connsiteY24" fmla="*/ 977 h 10000"/>
                          <a:gd name="connsiteX25" fmla="*/ 4678 w 10000"/>
                          <a:gd name="connsiteY25" fmla="*/ 150 h 10000"/>
                          <a:gd name="connsiteX26" fmla="*/ 4883 w 10000"/>
                          <a:gd name="connsiteY26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4357 w 10000"/>
                          <a:gd name="connsiteY17" fmla="*/ 7444 h 10000"/>
                          <a:gd name="connsiteX18" fmla="*/ 4006 w 10000"/>
                          <a:gd name="connsiteY18" fmla="*/ 8421 h 10000"/>
                          <a:gd name="connsiteX19" fmla="*/ 3889 w 10000"/>
                          <a:gd name="connsiteY19" fmla="*/ 9248 h 10000"/>
                          <a:gd name="connsiteX20" fmla="*/ 3830 w 10000"/>
                          <a:gd name="connsiteY20" fmla="*/ 10000 h 10000"/>
                          <a:gd name="connsiteX21" fmla="*/ 1959 w 10000"/>
                          <a:gd name="connsiteY21" fmla="*/ 10000 h 10000"/>
                          <a:gd name="connsiteX22" fmla="*/ 0 w 10000"/>
                          <a:gd name="connsiteY22" fmla="*/ 10000 h 10000"/>
                          <a:gd name="connsiteX23" fmla="*/ 3947 w 10000"/>
                          <a:gd name="connsiteY23" fmla="*/ 1729 h 10000"/>
                          <a:gd name="connsiteX24" fmla="*/ 4269 w 10000"/>
                          <a:gd name="connsiteY24" fmla="*/ 977 h 10000"/>
                          <a:gd name="connsiteX25" fmla="*/ 4678 w 10000"/>
                          <a:gd name="connsiteY25" fmla="*/ 150 h 10000"/>
                          <a:gd name="connsiteX26" fmla="*/ 4883 w 10000"/>
                          <a:gd name="connsiteY26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4357 w 10000"/>
                          <a:gd name="connsiteY17" fmla="*/ 7444 h 10000"/>
                          <a:gd name="connsiteX18" fmla="*/ 4006 w 10000"/>
                          <a:gd name="connsiteY18" fmla="*/ 8421 h 10000"/>
                          <a:gd name="connsiteX19" fmla="*/ 3889 w 10000"/>
                          <a:gd name="connsiteY19" fmla="*/ 9248 h 10000"/>
                          <a:gd name="connsiteX20" fmla="*/ 3830 w 10000"/>
                          <a:gd name="connsiteY20" fmla="*/ 10000 h 10000"/>
                          <a:gd name="connsiteX21" fmla="*/ 1959 w 10000"/>
                          <a:gd name="connsiteY21" fmla="*/ 10000 h 10000"/>
                          <a:gd name="connsiteX22" fmla="*/ 0 w 10000"/>
                          <a:gd name="connsiteY22" fmla="*/ 10000 h 10000"/>
                          <a:gd name="connsiteX23" fmla="*/ 3947 w 10000"/>
                          <a:gd name="connsiteY23" fmla="*/ 1729 h 10000"/>
                          <a:gd name="connsiteX24" fmla="*/ 4269 w 10000"/>
                          <a:gd name="connsiteY24" fmla="*/ 977 h 10000"/>
                          <a:gd name="connsiteX25" fmla="*/ 4678 w 10000"/>
                          <a:gd name="connsiteY25" fmla="*/ 150 h 10000"/>
                          <a:gd name="connsiteX26" fmla="*/ 4883 w 10000"/>
                          <a:gd name="connsiteY26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4357 w 10000"/>
                          <a:gd name="connsiteY17" fmla="*/ 7444 h 10000"/>
                          <a:gd name="connsiteX18" fmla="*/ 4006 w 10000"/>
                          <a:gd name="connsiteY18" fmla="*/ 8421 h 10000"/>
                          <a:gd name="connsiteX19" fmla="*/ 3830 w 10000"/>
                          <a:gd name="connsiteY19" fmla="*/ 10000 h 10000"/>
                          <a:gd name="connsiteX20" fmla="*/ 1959 w 10000"/>
                          <a:gd name="connsiteY20" fmla="*/ 10000 h 10000"/>
                          <a:gd name="connsiteX21" fmla="*/ 0 w 10000"/>
                          <a:gd name="connsiteY21" fmla="*/ 10000 h 10000"/>
                          <a:gd name="connsiteX22" fmla="*/ 3947 w 10000"/>
                          <a:gd name="connsiteY22" fmla="*/ 1729 h 10000"/>
                          <a:gd name="connsiteX23" fmla="*/ 4269 w 10000"/>
                          <a:gd name="connsiteY23" fmla="*/ 977 h 10000"/>
                          <a:gd name="connsiteX24" fmla="*/ 4678 w 10000"/>
                          <a:gd name="connsiteY24" fmla="*/ 150 h 10000"/>
                          <a:gd name="connsiteX25" fmla="*/ 4883 w 10000"/>
                          <a:gd name="connsiteY25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4357 w 10000"/>
                          <a:gd name="connsiteY17" fmla="*/ 7444 h 10000"/>
                          <a:gd name="connsiteX18" fmla="*/ 3830 w 10000"/>
                          <a:gd name="connsiteY18" fmla="*/ 10000 h 10000"/>
                          <a:gd name="connsiteX19" fmla="*/ 1959 w 10000"/>
                          <a:gd name="connsiteY19" fmla="*/ 10000 h 10000"/>
                          <a:gd name="connsiteX20" fmla="*/ 0 w 10000"/>
                          <a:gd name="connsiteY20" fmla="*/ 10000 h 10000"/>
                          <a:gd name="connsiteX21" fmla="*/ 3947 w 10000"/>
                          <a:gd name="connsiteY21" fmla="*/ 1729 h 10000"/>
                          <a:gd name="connsiteX22" fmla="*/ 4269 w 10000"/>
                          <a:gd name="connsiteY22" fmla="*/ 977 h 10000"/>
                          <a:gd name="connsiteX23" fmla="*/ 4678 w 10000"/>
                          <a:gd name="connsiteY23" fmla="*/ 150 h 10000"/>
                          <a:gd name="connsiteX24" fmla="*/ 4883 w 10000"/>
                          <a:gd name="connsiteY24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4766 w 10000"/>
                          <a:gd name="connsiteY16" fmla="*/ 7068 h 10000"/>
                          <a:gd name="connsiteX17" fmla="*/ 3830 w 10000"/>
                          <a:gd name="connsiteY17" fmla="*/ 10000 h 10000"/>
                          <a:gd name="connsiteX18" fmla="*/ 1959 w 10000"/>
                          <a:gd name="connsiteY18" fmla="*/ 10000 h 10000"/>
                          <a:gd name="connsiteX19" fmla="*/ 0 w 10000"/>
                          <a:gd name="connsiteY19" fmla="*/ 10000 h 10000"/>
                          <a:gd name="connsiteX20" fmla="*/ 3947 w 10000"/>
                          <a:gd name="connsiteY20" fmla="*/ 1729 h 10000"/>
                          <a:gd name="connsiteX21" fmla="*/ 4269 w 10000"/>
                          <a:gd name="connsiteY21" fmla="*/ 977 h 10000"/>
                          <a:gd name="connsiteX22" fmla="*/ 4678 w 10000"/>
                          <a:gd name="connsiteY22" fmla="*/ 150 h 10000"/>
                          <a:gd name="connsiteX23" fmla="*/ 4883 w 10000"/>
                          <a:gd name="connsiteY23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5088 w 10000"/>
                          <a:gd name="connsiteY15" fmla="*/ 6992 h 10000"/>
                          <a:gd name="connsiteX16" fmla="*/ 3830 w 10000"/>
                          <a:gd name="connsiteY16" fmla="*/ 10000 h 10000"/>
                          <a:gd name="connsiteX17" fmla="*/ 1959 w 10000"/>
                          <a:gd name="connsiteY17" fmla="*/ 10000 h 10000"/>
                          <a:gd name="connsiteX18" fmla="*/ 0 w 10000"/>
                          <a:gd name="connsiteY18" fmla="*/ 10000 h 10000"/>
                          <a:gd name="connsiteX19" fmla="*/ 3947 w 10000"/>
                          <a:gd name="connsiteY19" fmla="*/ 1729 h 10000"/>
                          <a:gd name="connsiteX20" fmla="*/ 4269 w 10000"/>
                          <a:gd name="connsiteY20" fmla="*/ 977 h 10000"/>
                          <a:gd name="connsiteX21" fmla="*/ 4678 w 10000"/>
                          <a:gd name="connsiteY21" fmla="*/ 150 h 10000"/>
                          <a:gd name="connsiteX22" fmla="*/ 4883 w 10000"/>
                          <a:gd name="connsiteY22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3830 w 10000"/>
                          <a:gd name="connsiteY15" fmla="*/ 10000 h 10000"/>
                          <a:gd name="connsiteX16" fmla="*/ 1959 w 10000"/>
                          <a:gd name="connsiteY16" fmla="*/ 10000 h 10000"/>
                          <a:gd name="connsiteX17" fmla="*/ 0 w 10000"/>
                          <a:gd name="connsiteY17" fmla="*/ 10000 h 10000"/>
                          <a:gd name="connsiteX18" fmla="*/ 3947 w 10000"/>
                          <a:gd name="connsiteY18" fmla="*/ 1729 h 10000"/>
                          <a:gd name="connsiteX19" fmla="*/ 4269 w 10000"/>
                          <a:gd name="connsiteY19" fmla="*/ 977 h 10000"/>
                          <a:gd name="connsiteX20" fmla="*/ 4678 w 10000"/>
                          <a:gd name="connsiteY20" fmla="*/ 150 h 10000"/>
                          <a:gd name="connsiteX21" fmla="*/ 4883 w 10000"/>
                          <a:gd name="connsiteY21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3830 w 10000"/>
                          <a:gd name="connsiteY15" fmla="*/ 10000 h 10000"/>
                          <a:gd name="connsiteX16" fmla="*/ 1959 w 10000"/>
                          <a:gd name="connsiteY16" fmla="*/ 10000 h 10000"/>
                          <a:gd name="connsiteX17" fmla="*/ 0 w 10000"/>
                          <a:gd name="connsiteY17" fmla="*/ 10000 h 10000"/>
                          <a:gd name="connsiteX18" fmla="*/ 3947 w 10000"/>
                          <a:gd name="connsiteY18" fmla="*/ 1729 h 10000"/>
                          <a:gd name="connsiteX19" fmla="*/ 4269 w 10000"/>
                          <a:gd name="connsiteY19" fmla="*/ 977 h 10000"/>
                          <a:gd name="connsiteX20" fmla="*/ 4678 w 10000"/>
                          <a:gd name="connsiteY20" fmla="*/ 150 h 10000"/>
                          <a:gd name="connsiteX21" fmla="*/ 4883 w 10000"/>
                          <a:gd name="connsiteY21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3830 w 10000"/>
                          <a:gd name="connsiteY15" fmla="*/ 10000 h 10000"/>
                          <a:gd name="connsiteX16" fmla="*/ 1959 w 10000"/>
                          <a:gd name="connsiteY16" fmla="*/ 10000 h 10000"/>
                          <a:gd name="connsiteX17" fmla="*/ 0 w 10000"/>
                          <a:gd name="connsiteY17" fmla="*/ 10000 h 10000"/>
                          <a:gd name="connsiteX18" fmla="*/ 3947 w 10000"/>
                          <a:gd name="connsiteY18" fmla="*/ 1729 h 10000"/>
                          <a:gd name="connsiteX19" fmla="*/ 4269 w 10000"/>
                          <a:gd name="connsiteY19" fmla="*/ 977 h 10000"/>
                          <a:gd name="connsiteX20" fmla="*/ 4678 w 10000"/>
                          <a:gd name="connsiteY20" fmla="*/ 150 h 10000"/>
                          <a:gd name="connsiteX21" fmla="*/ 4883 w 10000"/>
                          <a:gd name="connsiteY21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351 w 10000"/>
                          <a:gd name="connsiteY13" fmla="*/ 5865 h 10000"/>
                          <a:gd name="connsiteX14" fmla="*/ 5088 w 10000"/>
                          <a:gd name="connsiteY14" fmla="*/ 6842 h 10000"/>
                          <a:gd name="connsiteX15" fmla="*/ 3830 w 10000"/>
                          <a:gd name="connsiteY15" fmla="*/ 10000 h 10000"/>
                          <a:gd name="connsiteX16" fmla="*/ 1959 w 10000"/>
                          <a:gd name="connsiteY16" fmla="*/ 10000 h 10000"/>
                          <a:gd name="connsiteX17" fmla="*/ 0 w 10000"/>
                          <a:gd name="connsiteY17" fmla="*/ 10000 h 10000"/>
                          <a:gd name="connsiteX18" fmla="*/ 3947 w 10000"/>
                          <a:gd name="connsiteY18" fmla="*/ 1729 h 10000"/>
                          <a:gd name="connsiteX19" fmla="*/ 4269 w 10000"/>
                          <a:gd name="connsiteY19" fmla="*/ 977 h 10000"/>
                          <a:gd name="connsiteX20" fmla="*/ 4678 w 10000"/>
                          <a:gd name="connsiteY20" fmla="*/ 150 h 10000"/>
                          <a:gd name="connsiteX21" fmla="*/ 4883 w 10000"/>
                          <a:gd name="connsiteY21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731 w 10000"/>
                          <a:gd name="connsiteY12" fmla="*/ 5263 h 10000"/>
                          <a:gd name="connsiteX13" fmla="*/ 5088 w 10000"/>
                          <a:gd name="connsiteY13" fmla="*/ 6842 h 10000"/>
                          <a:gd name="connsiteX14" fmla="*/ 3830 w 10000"/>
                          <a:gd name="connsiteY14" fmla="*/ 10000 h 10000"/>
                          <a:gd name="connsiteX15" fmla="*/ 1959 w 10000"/>
                          <a:gd name="connsiteY15" fmla="*/ 10000 h 10000"/>
                          <a:gd name="connsiteX16" fmla="*/ 0 w 10000"/>
                          <a:gd name="connsiteY16" fmla="*/ 10000 h 10000"/>
                          <a:gd name="connsiteX17" fmla="*/ 3947 w 10000"/>
                          <a:gd name="connsiteY17" fmla="*/ 1729 h 10000"/>
                          <a:gd name="connsiteX18" fmla="*/ 4269 w 10000"/>
                          <a:gd name="connsiteY18" fmla="*/ 977 h 10000"/>
                          <a:gd name="connsiteX19" fmla="*/ 4678 w 10000"/>
                          <a:gd name="connsiteY19" fmla="*/ 150 h 10000"/>
                          <a:gd name="connsiteX20" fmla="*/ 4883 w 10000"/>
                          <a:gd name="connsiteY20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6199 w 10000"/>
                          <a:gd name="connsiteY11" fmla="*/ 5113 h 10000"/>
                          <a:gd name="connsiteX12" fmla="*/ 5088 w 10000"/>
                          <a:gd name="connsiteY12" fmla="*/ 6842 h 10000"/>
                          <a:gd name="connsiteX13" fmla="*/ 3830 w 10000"/>
                          <a:gd name="connsiteY13" fmla="*/ 10000 h 10000"/>
                          <a:gd name="connsiteX14" fmla="*/ 1959 w 10000"/>
                          <a:gd name="connsiteY14" fmla="*/ 10000 h 10000"/>
                          <a:gd name="connsiteX15" fmla="*/ 0 w 10000"/>
                          <a:gd name="connsiteY15" fmla="*/ 10000 h 10000"/>
                          <a:gd name="connsiteX16" fmla="*/ 3947 w 10000"/>
                          <a:gd name="connsiteY16" fmla="*/ 1729 h 10000"/>
                          <a:gd name="connsiteX17" fmla="*/ 4269 w 10000"/>
                          <a:gd name="connsiteY17" fmla="*/ 977 h 10000"/>
                          <a:gd name="connsiteX18" fmla="*/ 4678 w 10000"/>
                          <a:gd name="connsiteY18" fmla="*/ 150 h 10000"/>
                          <a:gd name="connsiteX19" fmla="*/ 4883 w 10000"/>
                          <a:gd name="connsiteY19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6667 w 10000"/>
                          <a:gd name="connsiteY10" fmla="*/ 5263 h 10000"/>
                          <a:gd name="connsiteX11" fmla="*/ 5088 w 10000"/>
                          <a:gd name="connsiteY11" fmla="*/ 6842 h 10000"/>
                          <a:gd name="connsiteX12" fmla="*/ 3830 w 10000"/>
                          <a:gd name="connsiteY12" fmla="*/ 10000 h 10000"/>
                          <a:gd name="connsiteX13" fmla="*/ 1959 w 10000"/>
                          <a:gd name="connsiteY13" fmla="*/ 10000 h 10000"/>
                          <a:gd name="connsiteX14" fmla="*/ 0 w 10000"/>
                          <a:gd name="connsiteY14" fmla="*/ 10000 h 10000"/>
                          <a:gd name="connsiteX15" fmla="*/ 3947 w 10000"/>
                          <a:gd name="connsiteY15" fmla="*/ 1729 h 10000"/>
                          <a:gd name="connsiteX16" fmla="*/ 4269 w 10000"/>
                          <a:gd name="connsiteY16" fmla="*/ 977 h 10000"/>
                          <a:gd name="connsiteX17" fmla="*/ 4678 w 10000"/>
                          <a:gd name="connsiteY17" fmla="*/ 150 h 10000"/>
                          <a:gd name="connsiteX18" fmla="*/ 4883 w 10000"/>
                          <a:gd name="connsiteY18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7076 w 10000"/>
                          <a:gd name="connsiteY9" fmla="*/ 5789 h 10000"/>
                          <a:gd name="connsiteX10" fmla="*/ 5088 w 10000"/>
                          <a:gd name="connsiteY10" fmla="*/ 6842 h 10000"/>
                          <a:gd name="connsiteX11" fmla="*/ 3830 w 10000"/>
                          <a:gd name="connsiteY11" fmla="*/ 10000 h 10000"/>
                          <a:gd name="connsiteX12" fmla="*/ 1959 w 10000"/>
                          <a:gd name="connsiteY12" fmla="*/ 10000 h 10000"/>
                          <a:gd name="connsiteX13" fmla="*/ 0 w 10000"/>
                          <a:gd name="connsiteY13" fmla="*/ 10000 h 10000"/>
                          <a:gd name="connsiteX14" fmla="*/ 3947 w 10000"/>
                          <a:gd name="connsiteY14" fmla="*/ 1729 h 10000"/>
                          <a:gd name="connsiteX15" fmla="*/ 4269 w 10000"/>
                          <a:gd name="connsiteY15" fmla="*/ 977 h 10000"/>
                          <a:gd name="connsiteX16" fmla="*/ 4678 w 10000"/>
                          <a:gd name="connsiteY16" fmla="*/ 150 h 10000"/>
                          <a:gd name="connsiteX17" fmla="*/ 4883 w 10000"/>
                          <a:gd name="connsiteY17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7339 w 10000"/>
                          <a:gd name="connsiteY8" fmla="*/ 6692 h 10000"/>
                          <a:gd name="connsiteX9" fmla="*/ 5088 w 10000"/>
                          <a:gd name="connsiteY9" fmla="*/ 6842 h 10000"/>
                          <a:gd name="connsiteX10" fmla="*/ 3830 w 10000"/>
                          <a:gd name="connsiteY10" fmla="*/ 10000 h 10000"/>
                          <a:gd name="connsiteX11" fmla="*/ 1959 w 10000"/>
                          <a:gd name="connsiteY11" fmla="*/ 10000 h 10000"/>
                          <a:gd name="connsiteX12" fmla="*/ 0 w 10000"/>
                          <a:gd name="connsiteY12" fmla="*/ 10000 h 10000"/>
                          <a:gd name="connsiteX13" fmla="*/ 3947 w 10000"/>
                          <a:gd name="connsiteY13" fmla="*/ 1729 h 10000"/>
                          <a:gd name="connsiteX14" fmla="*/ 4269 w 10000"/>
                          <a:gd name="connsiteY14" fmla="*/ 977 h 10000"/>
                          <a:gd name="connsiteX15" fmla="*/ 4678 w 10000"/>
                          <a:gd name="connsiteY15" fmla="*/ 150 h 10000"/>
                          <a:gd name="connsiteX16" fmla="*/ 4883 w 10000"/>
                          <a:gd name="connsiteY16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7544 w 10000"/>
                          <a:gd name="connsiteY7" fmla="*/ 7744 h 10000"/>
                          <a:gd name="connsiteX8" fmla="*/ 5088 w 10000"/>
                          <a:gd name="connsiteY8" fmla="*/ 6842 h 10000"/>
                          <a:gd name="connsiteX9" fmla="*/ 3830 w 10000"/>
                          <a:gd name="connsiteY9" fmla="*/ 10000 h 10000"/>
                          <a:gd name="connsiteX10" fmla="*/ 1959 w 10000"/>
                          <a:gd name="connsiteY10" fmla="*/ 10000 h 10000"/>
                          <a:gd name="connsiteX11" fmla="*/ 0 w 10000"/>
                          <a:gd name="connsiteY11" fmla="*/ 10000 h 10000"/>
                          <a:gd name="connsiteX12" fmla="*/ 3947 w 10000"/>
                          <a:gd name="connsiteY12" fmla="*/ 1729 h 10000"/>
                          <a:gd name="connsiteX13" fmla="*/ 4269 w 10000"/>
                          <a:gd name="connsiteY13" fmla="*/ 977 h 10000"/>
                          <a:gd name="connsiteX14" fmla="*/ 4678 w 10000"/>
                          <a:gd name="connsiteY14" fmla="*/ 150 h 10000"/>
                          <a:gd name="connsiteX15" fmla="*/ 4883 w 10000"/>
                          <a:gd name="connsiteY15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7573 w 10000"/>
                          <a:gd name="connsiteY6" fmla="*/ 8797 h 10000"/>
                          <a:gd name="connsiteX7" fmla="*/ 5088 w 10000"/>
                          <a:gd name="connsiteY7" fmla="*/ 6842 h 10000"/>
                          <a:gd name="connsiteX8" fmla="*/ 3830 w 10000"/>
                          <a:gd name="connsiteY8" fmla="*/ 10000 h 10000"/>
                          <a:gd name="connsiteX9" fmla="*/ 1959 w 10000"/>
                          <a:gd name="connsiteY9" fmla="*/ 10000 h 10000"/>
                          <a:gd name="connsiteX10" fmla="*/ 0 w 10000"/>
                          <a:gd name="connsiteY10" fmla="*/ 10000 h 10000"/>
                          <a:gd name="connsiteX11" fmla="*/ 3947 w 10000"/>
                          <a:gd name="connsiteY11" fmla="*/ 1729 h 10000"/>
                          <a:gd name="connsiteX12" fmla="*/ 4269 w 10000"/>
                          <a:gd name="connsiteY12" fmla="*/ 977 h 10000"/>
                          <a:gd name="connsiteX13" fmla="*/ 4678 w 10000"/>
                          <a:gd name="connsiteY13" fmla="*/ 150 h 10000"/>
                          <a:gd name="connsiteX14" fmla="*/ 4883 w 10000"/>
                          <a:gd name="connsiteY14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5088 w 10000"/>
                          <a:gd name="connsiteY6" fmla="*/ 6842 h 10000"/>
                          <a:gd name="connsiteX7" fmla="*/ 3830 w 10000"/>
                          <a:gd name="connsiteY7" fmla="*/ 10000 h 10000"/>
                          <a:gd name="connsiteX8" fmla="*/ 1959 w 10000"/>
                          <a:gd name="connsiteY8" fmla="*/ 10000 h 10000"/>
                          <a:gd name="connsiteX9" fmla="*/ 0 w 10000"/>
                          <a:gd name="connsiteY9" fmla="*/ 10000 h 10000"/>
                          <a:gd name="connsiteX10" fmla="*/ 3947 w 10000"/>
                          <a:gd name="connsiteY10" fmla="*/ 1729 h 10000"/>
                          <a:gd name="connsiteX11" fmla="*/ 4269 w 10000"/>
                          <a:gd name="connsiteY11" fmla="*/ 977 h 10000"/>
                          <a:gd name="connsiteX12" fmla="*/ 4678 w 10000"/>
                          <a:gd name="connsiteY12" fmla="*/ 150 h 10000"/>
                          <a:gd name="connsiteX13" fmla="*/ 4883 w 10000"/>
                          <a:gd name="connsiteY13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5088 w 10000"/>
                          <a:gd name="connsiteY6" fmla="*/ 6842 h 10000"/>
                          <a:gd name="connsiteX7" fmla="*/ 3830 w 10000"/>
                          <a:gd name="connsiteY7" fmla="*/ 10000 h 10000"/>
                          <a:gd name="connsiteX8" fmla="*/ 1959 w 10000"/>
                          <a:gd name="connsiteY8" fmla="*/ 10000 h 10000"/>
                          <a:gd name="connsiteX9" fmla="*/ 0 w 10000"/>
                          <a:gd name="connsiteY9" fmla="*/ 10000 h 10000"/>
                          <a:gd name="connsiteX10" fmla="*/ 3947 w 10000"/>
                          <a:gd name="connsiteY10" fmla="*/ 1729 h 10000"/>
                          <a:gd name="connsiteX11" fmla="*/ 4269 w 10000"/>
                          <a:gd name="connsiteY11" fmla="*/ 977 h 10000"/>
                          <a:gd name="connsiteX12" fmla="*/ 4678 w 10000"/>
                          <a:gd name="connsiteY12" fmla="*/ 150 h 10000"/>
                          <a:gd name="connsiteX13" fmla="*/ 4883 w 10000"/>
                          <a:gd name="connsiteY13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5088 w 10000"/>
                          <a:gd name="connsiteY6" fmla="*/ 6842 h 10000"/>
                          <a:gd name="connsiteX7" fmla="*/ 3830 w 10000"/>
                          <a:gd name="connsiteY7" fmla="*/ 10000 h 10000"/>
                          <a:gd name="connsiteX8" fmla="*/ 1959 w 10000"/>
                          <a:gd name="connsiteY8" fmla="*/ 10000 h 10000"/>
                          <a:gd name="connsiteX9" fmla="*/ 0 w 10000"/>
                          <a:gd name="connsiteY9" fmla="*/ 10000 h 10000"/>
                          <a:gd name="connsiteX10" fmla="*/ 3947 w 10000"/>
                          <a:gd name="connsiteY10" fmla="*/ 1729 h 10000"/>
                          <a:gd name="connsiteX11" fmla="*/ 4269 w 10000"/>
                          <a:gd name="connsiteY11" fmla="*/ 977 h 10000"/>
                          <a:gd name="connsiteX12" fmla="*/ 4678 w 10000"/>
                          <a:gd name="connsiteY12" fmla="*/ 150 h 10000"/>
                          <a:gd name="connsiteX13" fmla="*/ 4883 w 10000"/>
                          <a:gd name="connsiteY13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5088 w 10000"/>
                          <a:gd name="connsiteY6" fmla="*/ 6842 h 10000"/>
                          <a:gd name="connsiteX7" fmla="*/ 3830 w 10000"/>
                          <a:gd name="connsiteY7" fmla="*/ 10000 h 10000"/>
                          <a:gd name="connsiteX8" fmla="*/ 1959 w 10000"/>
                          <a:gd name="connsiteY8" fmla="*/ 10000 h 10000"/>
                          <a:gd name="connsiteX9" fmla="*/ 0 w 10000"/>
                          <a:gd name="connsiteY9" fmla="*/ 10000 h 10000"/>
                          <a:gd name="connsiteX10" fmla="*/ 3947 w 10000"/>
                          <a:gd name="connsiteY10" fmla="*/ 1729 h 10000"/>
                          <a:gd name="connsiteX11" fmla="*/ 4269 w 10000"/>
                          <a:gd name="connsiteY11" fmla="*/ 977 h 10000"/>
                          <a:gd name="connsiteX12" fmla="*/ 4678 w 10000"/>
                          <a:gd name="connsiteY12" fmla="*/ 150 h 10000"/>
                          <a:gd name="connsiteX13" fmla="*/ 4883 w 10000"/>
                          <a:gd name="connsiteY13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5088 w 10000"/>
                          <a:gd name="connsiteY6" fmla="*/ 6842 h 10000"/>
                          <a:gd name="connsiteX7" fmla="*/ 3830 w 10000"/>
                          <a:gd name="connsiteY7" fmla="*/ 10000 h 10000"/>
                          <a:gd name="connsiteX8" fmla="*/ 1959 w 10000"/>
                          <a:gd name="connsiteY8" fmla="*/ 10000 h 10000"/>
                          <a:gd name="connsiteX9" fmla="*/ 0 w 10000"/>
                          <a:gd name="connsiteY9" fmla="*/ 10000 h 10000"/>
                          <a:gd name="connsiteX10" fmla="*/ 3947 w 10000"/>
                          <a:gd name="connsiteY10" fmla="*/ 1729 h 10000"/>
                          <a:gd name="connsiteX11" fmla="*/ 4269 w 10000"/>
                          <a:gd name="connsiteY11" fmla="*/ 977 h 10000"/>
                          <a:gd name="connsiteX12" fmla="*/ 4678 w 10000"/>
                          <a:gd name="connsiteY12" fmla="*/ 150 h 10000"/>
                          <a:gd name="connsiteX13" fmla="*/ 4883 w 10000"/>
                          <a:gd name="connsiteY13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5088 w 10000"/>
                          <a:gd name="connsiteY6" fmla="*/ 6842 h 10000"/>
                          <a:gd name="connsiteX7" fmla="*/ 3830 w 10000"/>
                          <a:gd name="connsiteY7" fmla="*/ 10000 h 10000"/>
                          <a:gd name="connsiteX8" fmla="*/ 1959 w 10000"/>
                          <a:gd name="connsiteY8" fmla="*/ 10000 h 10000"/>
                          <a:gd name="connsiteX9" fmla="*/ 0 w 10000"/>
                          <a:gd name="connsiteY9" fmla="*/ 10000 h 10000"/>
                          <a:gd name="connsiteX10" fmla="*/ 4269 w 10000"/>
                          <a:gd name="connsiteY10" fmla="*/ 977 h 10000"/>
                          <a:gd name="connsiteX11" fmla="*/ 4678 w 10000"/>
                          <a:gd name="connsiteY11" fmla="*/ 150 h 10000"/>
                          <a:gd name="connsiteX12" fmla="*/ 4883 w 10000"/>
                          <a:gd name="connsiteY12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6053 w 10000"/>
                          <a:gd name="connsiteY3" fmla="*/ 1729 h 10000"/>
                          <a:gd name="connsiteX4" fmla="*/ 10000 w 10000"/>
                          <a:gd name="connsiteY4" fmla="*/ 10000 h 10000"/>
                          <a:gd name="connsiteX5" fmla="*/ 7544 w 10000"/>
                          <a:gd name="connsiteY5" fmla="*/ 10000 h 10000"/>
                          <a:gd name="connsiteX6" fmla="*/ 5088 w 10000"/>
                          <a:gd name="connsiteY6" fmla="*/ 6842 h 10000"/>
                          <a:gd name="connsiteX7" fmla="*/ 3830 w 10000"/>
                          <a:gd name="connsiteY7" fmla="*/ 10000 h 10000"/>
                          <a:gd name="connsiteX8" fmla="*/ 1959 w 10000"/>
                          <a:gd name="connsiteY8" fmla="*/ 10000 h 10000"/>
                          <a:gd name="connsiteX9" fmla="*/ 0 w 10000"/>
                          <a:gd name="connsiteY9" fmla="*/ 10000 h 10000"/>
                          <a:gd name="connsiteX10" fmla="*/ 4678 w 10000"/>
                          <a:gd name="connsiteY10" fmla="*/ 150 h 10000"/>
                          <a:gd name="connsiteX11" fmla="*/ 4883 w 10000"/>
                          <a:gd name="connsiteY11" fmla="*/ 0 h 10000"/>
                          <a:gd name="connsiteX0" fmla="*/ 4883 w 10000"/>
                          <a:gd name="connsiteY0" fmla="*/ 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10000 w 10000"/>
                          <a:gd name="connsiteY3" fmla="*/ 10000 h 10000"/>
                          <a:gd name="connsiteX4" fmla="*/ 7544 w 10000"/>
                          <a:gd name="connsiteY4" fmla="*/ 10000 h 10000"/>
                          <a:gd name="connsiteX5" fmla="*/ 5088 w 10000"/>
                          <a:gd name="connsiteY5" fmla="*/ 6842 h 10000"/>
                          <a:gd name="connsiteX6" fmla="*/ 3830 w 10000"/>
                          <a:gd name="connsiteY6" fmla="*/ 10000 h 10000"/>
                          <a:gd name="connsiteX7" fmla="*/ 1959 w 10000"/>
                          <a:gd name="connsiteY7" fmla="*/ 10000 h 10000"/>
                          <a:gd name="connsiteX8" fmla="*/ 0 w 10000"/>
                          <a:gd name="connsiteY8" fmla="*/ 10000 h 10000"/>
                          <a:gd name="connsiteX9" fmla="*/ 4678 w 10000"/>
                          <a:gd name="connsiteY9" fmla="*/ 150 h 10000"/>
                          <a:gd name="connsiteX10" fmla="*/ 4883 w 10000"/>
                          <a:gd name="connsiteY10" fmla="*/ 0 h 10000"/>
                          <a:gd name="connsiteX0" fmla="*/ 4678 w 10000"/>
                          <a:gd name="connsiteY0" fmla="*/ 150 h 10000"/>
                          <a:gd name="connsiteX1" fmla="*/ 5117 w 10000"/>
                          <a:gd name="connsiteY1" fmla="*/ 0 h 10000"/>
                          <a:gd name="connsiteX2" fmla="*/ 5322 w 10000"/>
                          <a:gd name="connsiteY2" fmla="*/ 150 h 10000"/>
                          <a:gd name="connsiteX3" fmla="*/ 10000 w 10000"/>
                          <a:gd name="connsiteY3" fmla="*/ 10000 h 10000"/>
                          <a:gd name="connsiteX4" fmla="*/ 7544 w 10000"/>
                          <a:gd name="connsiteY4" fmla="*/ 10000 h 10000"/>
                          <a:gd name="connsiteX5" fmla="*/ 5088 w 10000"/>
                          <a:gd name="connsiteY5" fmla="*/ 6842 h 10000"/>
                          <a:gd name="connsiteX6" fmla="*/ 3830 w 10000"/>
                          <a:gd name="connsiteY6" fmla="*/ 10000 h 10000"/>
                          <a:gd name="connsiteX7" fmla="*/ 1959 w 10000"/>
                          <a:gd name="connsiteY7" fmla="*/ 10000 h 10000"/>
                          <a:gd name="connsiteX8" fmla="*/ 0 w 10000"/>
                          <a:gd name="connsiteY8" fmla="*/ 10000 h 10000"/>
                          <a:gd name="connsiteX9" fmla="*/ 4678 w 10000"/>
                          <a:gd name="connsiteY9" fmla="*/ 150 h 10000"/>
                          <a:gd name="connsiteX0" fmla="*/ 4678 w 10000"/>
                          <a:gd name="connsiteY0" fmla="*/ 0 h 9850"/>
                          <a:gd name="connsiteX1" fmla="*/ 5322 w 10000"/>
                          <a:gd name="connsiteY1" fmla="*/ 0 h 9850"/>
                          <a:gd name="connsiteX2" fmla="*/ 10000 w 10000"/>
                          <a:gd name="connsiteY2" fmla="*/ 9850 h 9850"/>
                          <a:gd name="connsiteX3" fmla="*/ 7544 w 10000"/>
                          <a:gd name="connsiteY3" fmla="*/ 9850 h 9850"/>
                          <a:gd name="connsiteX4" fmla="*/ 5088 w 10000"/>
                          <a:gd name="connsiteY4" fmla="*/ 6692 h 9850"/>
                          <a:gd name="connsiteX5" fmla="*/ 3830 w 10000"/>
                          <a:gd name="connsiteY5" fmla="*/ 9850 h 9850"/>
                          <a:gd name="connsiteX6" fmla="*/ 1959 w 10000"/>
                          <a:gd name="connsiteY6" fmla="*/ 9850 h 9850"/>
                          <a:gd name="connsiteX7" fmla="*/ 0 w 10000"/>
                          <a:gd name="connsiteY7" fmla="*/ 9850 h 9850"/>
                          <a:gd name="connsiteX8" fmla="*/ 4678 w 10000"/>
                          <a:gd name="connsiteY8" fmla="*/ 0 h 9850"/>
                          <a:gd name="connsiteX0" fmla="*/ 4678 w 10000"/>
                          <a:gd name="connsiteY0" fmla="*/ 328 h 10328"/>
                          <a:gd name="connsiteX1" fmla="*/ 5322 w 10000"/>
                          <a:gd name="connsiteY1" fmla="*/ 328 h 10328"/>
                          <a:gd name="connsiteX2" fmla="*/ 10000 w 10000"/>
                          <a:gd name="connsiteY2" fmla="*/ 10328 h 10328"/>
                          <a:gd name="connsiteX3" fmla="*/ 7544 w 10000"/>
                          <a:gd name="connsiteY3" fmla="*/ 10328 h 10328"/>
                          <a:gd name="connsiteX4" fmla="*/ 5088 w 10000"/>
                          <a:gd name="connsiteY4" fmla="*/ 7122 h 10328"/>
                          <a:gd name="connsiteX5" fmla="*/ 3830 w 10000"/>
                          <a:gd name="connsiteY5" fmla="*/ 10328 h 10328"/>
                          <a:gd name="connsiteX6" fmla="*/ 1959 w 10000"/>
                          <a:gd name="connsiteY6" fmla="*/ 10328 h 10328"/>
                          <a:gd name="connsiteX7" fmla="*/ 0 w 10000"/>
                          <a:gd name="connsiteY7" fmla="*/ 10328 h 10328"/>
                          <a:gd name="connsiteX8" fmla="*/ 4678 w 10000"/>
                          <a:gd name="connsiteY8" fmla="*/ 328 h 10328"/>
                          <a:gd name="connsiteX0" fmla="*/ 4678 w 10000"/>
                          <a:gd name="connsiteY0" fmla="*/ 438 h 10438"/>
                          <a:gd name="connsiteX1" fmla="*/ 5322 w 10000"/>
                          <a:gd name="connsiteY1" fmla="*/ 438 h 10438"/>
                          <a:gd name="connsiteX2" fmla="*/ 10000 w 10000"/>
                          <a:gd name="connsiteY2" fmla="*/ 10438 h 10438"/>
                          <a:gd name="connsiteX3" fmla="*/ 7544 w 10000"/>
                          <a:gd name="connsiteY3" fmla="*/ 10438 h 10438"/>
                          <a:gd name="connsiteX4" fmla="*/ 5088 w 10000"/>
                          <a:gd name="connsiteY4" fmla="*/ 7232 h 10438"/>
                          <a:gd name="connsiteX5" fmla="*/ 3830 w 10000"/>
                          <a:gd name="connsiteY5" fmla="*/ 10438 h 10438"/>
                          <a:gd name="connsiteX6" fmla="*/ 1959 w 10000"/>
                          <a:gd name="connsiteY6" fmla="*/ 10438 h 10438"/>
                          <a:gd name="connsiteX7" fmla="*/ 0 w 10000"/>
                          <a:gd name="connsiteY7" fmla="*/ 10438 h 10438"/>
                          <a:gd name="connsiteX8" fmla="*/ 4678 w 10000"/>
                          <a:gd name="connsiteY8" fmla="*/ 438 h 10438"/>
                          <a:gd name="connsiteX0" fmla="*/ 4678 w 10000"/>
                          <a:gd name="connsiteY0" fmla="*/ 423 h 10423"/>
                          <a:gd name="connsiteX1" fmla="*/ 5322 w 10000"/>
                          <a:gd name="connsiteY1" fmla="*/ 423 h 10423"/>
                          <a:gd name="connsiteX2" fmla="*/ 10000 w 10000"/>
                          <a:gd name="connsiteY2" fmla="*/ 10423 h 10423"/>
                          <a:gd name="connsiteX3" fmla="*/ 7544 w 10000"/>
                          <a:gd name="connsiteY3" fmla="*/ 10423 h 10423"/>
                          <a:gd name="connsiteX4" fmla="*/ 5088 w 10000"/>
                          <a:gd name="connsiteY4" fmla="*/ 7217 h 10423"/>
                          <a:gd name="connsiteX5" fmla="*/ 3830 w 10000"/>
                          <a:gd name="connsiteY5" fmla="*/ 10423 h 10423"/>
                          <a:gd name="connsiteX6" fmla="*/ 1959 w 10000"/>
                          <a:gd name="connsiteY6" fmla="*/ 10423 h 10423"/>
                          <a:gd name="connsiteX7" fmla="*/ 0 w 10000"/>
                          <a:gd name="connsiteY7" fmla="*/ 10423 h 10423"/>
                          <a:gd name="connsiteX8" fmla="*/ 4678 w 10000"/>
                          <a:gd name="connsiteY8" fmla="*/ 423 h 104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10000" h="10423">
                            <a:moveTo>
                              <a:pt x="4678" y="423"/>
                            </a:moveTo>
                            <a:cubicBezTo>
                              <a:pt x="4893" y="17"/>
                              <a:pt x="4980" y="-279"/>
                              <a:pt x="5322" y="423"/>
                            </a:cubicBezTo>
                            <a:lnTo>
                              <a:pt x="10000" y="10423"/>
                            </a:lnTo>
                            <a:lnTo>
                              <a:pt x="7544" y="10423"/>
                            </a:lnTo>
                            <a:cubicBezTo>
                              <a:pt x="7998" y="5051"/>
                              <a:pt x="5622" y="3894"/>
                              <a:pt x="5088" y="7217"/>
                            </a:cubicBezTo>
                            <a:cubicBezTo>
                              <a:pt x="4542" y="7030"/>
                              <a:pt x="3938" y="8172"/>
                              <a:pt x="3830" y="10423"/>
                            </a:cubicBezTo>
                            <a:cubicBezTo>
                              <a:pt x="3362" y="8355"/>
                              <a:pt x="2427" y="8688"/>
                              <a:pt x="1959" y="10423"/>
                            </a:cubicBezTo>
                            <a:lnTo>
                              <a:pt x="0" y="10423"/>
                            </a:lnTo>
                            <a:lnTo>
                              <a:pt x="4678" y="423"/>
                            </a:lnTo>
                            <a:close/>
                          </a:path>
                        </a:pathLst>
                      </a:custGeom>
                      <a:grpFill/>
                      <a:ln w="0">
                        <a:noFill/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 sz="210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55" name="Freeform 206">
                        <a:extLst>
                          <a:ext uri="{FF2B5EF4-FFF2-40B4-BE49-F238E27FC236}">
                            <a16:creationId xmlns:a16="http://schemas.microsoft.com/office/drawing/2014/main" id="{C982F126-D6E6-4DCA-ADC9-27692D2BD5F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043363" y="3717786"/>
                        <a:ext cx="200025" cy="282424"/>
                      </a:xfrm>
                      <a:custGeom>
                        <a:avLst/>
                        <a:gdLst>
                          <a:gd name="T0" fmla="*/ 67 w 126"/>
                          <a:gd name="T1" fmla="*/ 0 h 175"/>
                          <a:gd name="T2" fmla="*/ 76 w 126"/>
                          <a:gd name="T3" fmla="*/ 3 h 175"/>
                          <a:gd name="T4" fmla="*/ 84 w 126"/>
                          <a:gd name="T5" fmla="*/ 9 h 175"/>
                          <a:gd name="T6" fmla="*/ 91 w 126"/>
                          <a:gd name="T7" fmla="*/ 17 h 175"/>
                          <a:gd name="T8" fmla="*/ 93 w 126"/>
                          <a:gd name="T9" fmla="*/ 29 h 175"/>
                          <a:gd name="T10" fmla="*/ 92 w 126"/>
                          <a:gd name="T11" fmla="*/ 43 h 175"/>
                          <a:gd name="T12" fmla="*/ 90 w 126"/>
                          <a:gd name="T13" fmla="*/ 51 h 175"/>
                          <a:gd name="T14" fmla="*/ 87 w 126"/>
                          <a:gd name="T15" fmla="*/ 55 h 175"/>
                          <a:gd name="T16" fmla="*/ 84 w 126"/>
                          <a:gd name="T17" fmla="*/ 59 h 175"/>
                          <a:gd name="T18" fmla="*/ 82 w 126"/>
                          <a:gd name="T19" fmla="*/ 61 h 175"/>
                          <a:gd name="T20" fmla="*/ 82 w 126"/>
                          <a:gd name="T21" fmla="*/ 69 h 175"/>
                          <a:gd name="T22" fmla="*/ 83 w 126"/>
                          <a:gd name="T23" fmla="*/ 76 h 175"/>
                          <a:gd name="T24" fmla="*/ 88 w 126"/>
                          <a:gd name="T25" fmla="*/ 80 h 175"/>
                          <a:gd name="T26" fmla="*/ 95 w 126"/>
                          <a:gd name="T27" fmla="*/ 82 h 175"/>
                          <a:gd name="T28" fmla="*/ 103 w 126"/>
                          <a:gd name="T29" fmla="*/ 85 h 175"/>
                          <a:gd name="T30" fmla="*/ 112 w 126"/>
                          <a:gd name="T31" fmla="*/ 89 h 175"/>
                          <a:gd name="T32" fmla="*/ 118 w 126"/>
                          <a:gd name="T33" fmla="*/ 94 h 175"/>
                          <a:gd name="T34" fmla="*/ 124 w 126"/>
                          <a:gd name="T35" fmla="*/ 103 h 175"/>
                          <a:gd name="T36" fmla="*/ 126 w 126"/>
                          <a:gd name="T37" fmla="*/ 115 h 175"/>
                          <a:gd name="T38" fmla="*/ 126 w 126"/>
                          <a:gd name="T39" fmla="*/ 131 h 175"/>
                          <a:gd name="T40" fmla="*/ 99 w 126"/>
                          <a:gd name="T41" fmla="*/ 152 h 175"/>
                          <a:gd name="T42" fmla="*/ 74 w 126"/>
                          <a:gd name="T43" fmla="*/ 173 h 175"/>
                          <a:gd name="T44" fmla="*/ 67 w 126"/>
                          <a:gd name="T45" fmla="*/ 175 h 175"/>
                          <a:gd name="T46" fmla="*/ 59 w 126"/>
                          <a:gd name="T47" fmla="*/ 175 h 175"/>
                          <a:gd name="T48" fmla="*/ 52 w 126"/>
                          <a:gd name="T49" fmla="*/ 173 h 175"/>
                          <a:gd name="T50" fmla="*/ 38 w 126"/>
                          <a:gd name="T51" fmla="*/ 162 h 175"/>
                          <a:gd name="T52" fmla="*/ 0 w 126"/>
                          <a:gd name="T53" fmla="*/ 131 h 175"/>
                          <a:gd name="T54" fmla="*/ 0 w 126"/>
                          <a:gd name="T55" fmla="*/ 113 h 175"/>
                          <a:gd name="T56" fmla="*/ 2 w 126"/>
                          <a:gd name="T57" fmla="*/ 99 h 175"/>
                          <a:gd name="T58" fmla="*/ 7 w 126"/>
                          <a:gd name="T59" fmla="*/ 92 h 175"/>
                          <a:gd name="T60" fmla="*/ 15 w 126"/>
                          <a:gd name="T61" fmla="*/ 88 h 175"/>
                          <a:gd name="T62" fmla="*/ 23 w 126"/>
                          <a:gd name="T63" fmla="*/ 84 h 175"/>
                          <a:gd name="T64" fmla="*/ 32 w 126"/>
                          <a:gd name="T65" fmla="*/ 81 h 175"/>
                          <a:gd name="T66" fmla="*/ 38 w 126"/>
                          <a:gd name="T67" fmla="*/ 79 h 175"/>
                          <a:gd name="T68" fmla="*/ 44 w 126"/>
                          <a:gd name="T69" fmla="*/ 75 h 175"/>
                          <a:gd name="T70" fmla="*/ 46 w 126"/>
                          <a:gd name="T71" fmla="*/ 68 h 175"/>
                          <a:gd name="T72" fmla="*/ 45 w 126"/>
                          <a:gd name="T73" fmla="*/ 60 h 175"/>
                          <a:gd name="T74" fmla="*/ 44 w 126"/>
                          <a:gd name="T75" fmla="*/ 58 h 175"/>
                          <a:gd name="T76" fmla="*/ 41 w 126"/>
                          <a:gd name="T77" fmla="*/ 54 h 175"/>
                          <a:gd name="T78" fmla="*/ 40 w 126"/>
                          <a:gd name="T79" fmla="*/ 50 h 175"/>
                          <a:gd name="T80" fmla="*/ 37 w 126"/>
                          <a:gd name="T81" fmla="*/ 41 h 175"/>
                          <a:gd name="T82" fmla="*/ 37 w 126"/>
                          <a:gd name="T83" fmla="*/ 25 h 175"/>
                          <a:gd name="T84" fmla="*/ 41 w 126"/>
                          <a:gd name="T85" fmla="*/ 13 h 175"/>
                          <a:gd name="T86" fmla="*/ 49 w 126"/>
                          <a:gd name="T87" fmla="*/ 5 h 175"/>
                          <a:gd name="T88" fmla="*/ 57 w 126"/>
                          <a:gd name="T89" fmla="*/ 1 h 175"/>
                          <a:gd name="T90" fmla="*/ 67 w 126"/>
                          <a:gd name="T91" fmla="*/ 0 h 175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508 w 10000"/>
                          <a:gd name="connsiteY10" fmla="*/ 3943 h 10000"/>
                          <a:gd name="connsiteX11" fmla="*/ 6587 w 10000"/>
                          <a:gd name="connsiteY11" fmla="*/ 4343 h 10000"/>
                          <a:gd name="connsiteX12" fmla="*/ 6984 w 10000"/>
                          <a:gd name="connsiteY12" fmla="*/ 4571 h 10000"/>
                          <a:gd name="connsiteX13" fmla="*/ 7540 w 10000"/>
                          <a:gd name="connsiteY13" fmla="*/ 4686 h 10000"/>
                          <a:gd name="connsiteX14" fmla="*/ 8175 w 10000"/>
                          <a:gd name="connsiteY14" fmla="*/ 4857 h 10000"/>
                          <a:gd name="connsiteX15" fmla="*/ 8889 w 10000"/>
                          <a:gd name="connsiteY15" fmla="*/ 5086 h 10000"/>
                          <a:gd name="connsiteX16" fmla="*/ 9365 w 10000"/>
                          <a:gd name="connsiteY16" fmla="*/ 5371 h 10000"/>
                          <a:gd name="connsiteX17" fmla="*/ 9841 w 10000"/>
                          <a:gd name="connsiteY17" fmla="*/ 5886 h 10000"/>
                          <a:gd name="connsiteX18" fmla="*/ 10000 w 10000"/>
                          <a:gd name="connsiteY18" fmla="*/ 6571 h 10000"/>
                          <a:gd name="connsiteX19" fmla="*/ 10000 w 10000"/>
                          <a:gd name="connsiteY19" fmla="*/ 7486 h 10000"/>
                          <a:gd name="connsiteX20" fmla="*/ 7857 w 10000"/>
                          <a:gd name="connsiteY20" fmla="*/ 8686 h 10000"/>
                          <a:gd name="connsiteX21" fmla="*/ 5873 w 10000"/>
                          <a:gd name="connsiteY21" fmla="*/ 9886 h 10000"/>
                          <a:gd name="connsiteX22" fmla="*/ 5317 w 10000"/>
                          <a:gd name="connsiteY22" fmla="*/ 10000 h 10000"/>
                          <a:gd name="connsiteX23" fmla="*/ 4683 w 10000"/>
                          <a:gd name="connsiteY23" fmla="*/ 10000 h 10000"/>
                          <a:gd name="connsiteX24" fmla="*/ 4127 w 10000"/>
                          <a:gd name="connsiteY24" fmla="*/ 9886 h 10000"/>
                          <a:gd name="connsiteX25" fmla="*/ 3016 w 10000"/>
                          <a:gd name="connsiteY25" fmla="*/ 9257 h 10000"/>
                          <a:gd name="connsiteX26" fmla="*/ 0 w 10000"/>
                          <a:gd name="connsiteY26" fmla="*/ 7486 h 10000"/>
                          <a:gd name="connsiteX27" fmla="*/ 0 w 10000"/>
                          <a:gd name="connsiteY27" fmla="*/ 6457 h 10000"/>
                          <a:gd name="connsiteX28" fmla="*/ 159 w 10000"/>
                          <a:gd name="connsiteY28" fmla="*/ 5657 h 10000"/>
                          <a:gd name="connsiteX29" fmla="*/ 556 w 10000"/>
                          <a:gd name="connsiteY29" fmla="*/ 5257 h 10000"/>
                          <a:gd name="connsiteX30" fmla="*/ 1190 w 10000"/>
                          <a:gd name="connsiteY30" fmla="*/ 5029 h 10000"/>
                          <a:gd name="connsiteX31" fmla="*/ 1825 w 10000"/>
                          <a:gd name="connsiteY31" fmla="*/ 4800 h 10000"/>
                          <a:gd name="connsiteX32" fmla="*/ 2540 w 10000"/>
                          <a:gd name="connsiteY32" fmla="*/ 4629 h 10000"/>
                          <a:gd name="connsiteX33" fmla="*/ 3016 w 10000"/>
                          <a:gd name="connsiteY33" fmla="*/ 4514 h 10000"/>
                          <a:gd name="connsiteX34" fmla="*/ 3492 w 10000"/>
                          <a:gd name="connsiteY34" fmla="*/ 4286 h 10000"/>
                          <a:gd name="connsiteX35" fmla="*/ 3651 w 10000"/>
                          <a:gd name="connsiteY35" fmla="*/ 3886 h 10000"/>
                          <a:gd name="connsiteX36" fmla="*/ 3571 w 10000"/>
                          <a:gd name="connsiteY36" fmla="*/ 3429 h 10000"/>
                          <a:gd name="connsiteX37" fmla="*/ 3254 w 10000"/>
                          <a:gd name="connsiteY37" fmla="*/ 3086 h 10000"/>
                          <a:gd name="connsiteX38" fmla="*/ 3175 w 10000"/>
                          <a:gd name="connsiteY38" fmla="*/ 2857 h 10000"/>
                          <a:gd name="connsiteX39" fmla="*/ 2937 w 10000"/>
                          <a:gd name="connsiteY39" fmla="*/ 2343 h 10000"/>
                          <a:gd name="connsiteX40" fmla="*/ 2937 w 10000"/>
                          <a:gd name="connsiteY40" fmla="*/ 1429 h 10000"/>
                          <a:gd name="connsiteX41" fmla="*/ 3254 w 10000"/>
                          <a:gd name="connsiteY41" fmla="*/ 743 h 10000"/>
                          <a:gd name="connsiteX42" fmla="*/ 3889 w 10000"/>
                          <a:gd name="connsiteY42" fmla="*/ 286 h 10000"/>
                          <a:gd name="connsiteX43" fmla="*/ 4524 w 10000"/>
                          <a:gd name="connsiteY43" fmla="*/ 57 h 10000"/>
                          <a:gd name="connsiteX44" fmla="*/ 5317 w 10000"/>
                          <a:gd name="connsiteY44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508 w 10000"/>
                          <a:gd name="connsiteY10" fmla="*/ 3943 h 10000"/>
                          <a:gd name="connsiteX11" fmla="*/ 6587 w 10000"/>
                          <a:gd name="connsiteY11" fmla="*/ 4343 h 10000"/>
                          <a:gd name="connsiteX12" fmla="*/ 6984 w 10000"/>
                          <a:gd name="connsiteY12" fmla="*/ 4571 h 10000"/>
                          <a:gd name="connsiteX13" fmla="*/ 7540 w 10000"/>
                          <a:gd name="connsiteY13" fmla="*/ 4686 h 10000"/>
                          <a:gd name="connsiteX14" fmla="*/ 8175 w 10000"/>
                          <a:gd name="connsiteY14" fmla="*/ 4857 h 10000"/>
                          <a:gd name="connsiteX15" fmla="*/ 8889 w 10000"/>
                          <a:gd name="connsiteY15" fmla="*/ 5086 h 10000"/>
                          <a:gd name="connsiteX16" fmla="*/ 9365 w 10000"/>
                          <a:gd name="connsiteY16" fmla="*/ 5371 h 10000"/>
                          <a:gd name="connsiteX17" fmla="*/ 9841 w 10000"/>
                          <a:gd name="connsiteY17" fmla="*/ 5886 h 10000"/>
                          <a:gd name="connsiteX18" fmla="*/ 10000 w 10000"/>
                          <a:gd name="connsiteY18" fmla="*/ 6571 h 10000"/>
                          <a:gd name="connsiteX19" fmla="*/ 10000 w 10000"/>
                          <a:gd name="connsiteY19" fmla="*/ 7486 h 10000"/>
                          <a:gd name="connsiteX20" fmla="*/ 7857 w 10000"/>
                          <a:gd name="connsiteY20" fmla="*/ 8686 h 10000"/>
                          <a:gd name="connsiteX21" fmla="*/ 5873 w 10000"/>
                          <a:gd name="connsiteY21" fmla="*/ 9886 h 10000"/>
                          <a:gd name="connsiteX22" fmla="*/ 5317 w 10000"/>
                          <a:gd name="connsiteY22" fmla="*/ 10000 h 10000"/>
                          <a:gd name="connsiteX23" fmla="*/ 4683 w 10000"/>
                          <a:gd name="connsiteY23" fmla="*/ 10000 h 10000"/>
                          <a:gd name="connsiteX24" fmla="*/ 4127 w 10000"/>
                          <a:gd name="connsiteY24" fmla="*/ 9886 h 10000"/>
                          <a:gd name="connsiteX25" fmla="*/ 3016 w 10000"/>
                          <a:gd name="connsiteY25" fmla="*/ 9257 h 10000"/>
                          <a:gd name="connsiteX26" fmla="*/ 0 w 10000"/>
                          <a:gd name="connsiteY26" fmla="*/ 7486 h 10000"/>
                          <a:gd name="connsiteX27" fmla="*/ 0 w 10000"/>
                          <a:gd name="connsiteY27" fmla="*/ 6457 h 10000"/>
                          <a:gd name="connsiteX28" fmla="*/ 159 w 10000"/>
                          <a:gd name="connsiteY28" fmla="*/ 5657 h 10000"/>
                          <a:gd name="connsiteX29" fmla="*/ 556 w 10000"/>
                          <a:gd name="connsiteY29" fmla="*/ 5257 h 10000"/>
                          <a:gd name="connsiteX30" fmla="*/ 1190 w 10000"/>
                          <a:gd name="connsiteY30" fmla="*/ 5029 h 10000"/>
                          <a:gd name="connsiteX31" fmla="*/ 1825 w 10000"/>
                          <a:gd name="connsiteY31" fmla="*/ 4800 h 10000"/>
                          <a:gd name="connsiteX32" fmla="*/ 2540 w 10000"/>
                          <a:gd name="connsiteY32" fmla="*/ 4629 h 10000"/>
                          <a:gd name="connsiteX33" fmla="*/ 3016 w 10000"/>
                          <a:gd name="connsiteY33" fmla="*/ 4514 h 10000"/>
                          <a:gd name="connsiteX34" fmla="*/ 3492 w 10000"/>
                          <a:gd name="connsiteY34" fmla="*/ 4286 h 10000"/>
                          <a:gd name="connsiteX35" fmla="*/ 3651 w 10000"/>
                          <a:gd name="connsiteY35" fmla="*/ 3886 h 10000"/>
                          <a:gd name="connsiteX36" fmla="*/ 3571 w 10000"/>
                          <a:gd name="connsiteY36" fmla="*/ 3429 h 10000"/>
                          <a:gd name="connsiteX37" fmla="*/ 3175 w 10000"/>
                          <a:gd name="connsiteY37" fmla="*/ 2857 h 10000"/>
                          <a:gd name="connsiteX38" fmla="*/ 2937 w 10000"/>
                          <a:gd name="connsiteY38" fmla="*/ 2343 h 10000"/>
                          <a:gd name="connsiteX39" fmla="*/ 2937 w 10000"/>
                          <a:gd name="connsiteY39" fmla="*/ 1429 h 10000"/>
                          <a:gd name="connsiteX40" fmla="*/ 3254 w 10000"/>
                          <a:gd name="connsiteY40" fmla="*/ 743 h 10000"/>
                          <a:gd name="connsiteX41" fmla="*/ 3889 w 10000"/>
                          <a:gd name="connsiteY41" fmla="*/ 286 h 10000"/>
                          <a:gd name="connsiteX42" fmla="*/ 4524 w 10000"/>
                          <a:gd name="connsiteY42" fmla="*/ 57 h 10000"/>
                          <a:gd name="connsiteX43" fmla="*/ 5317 w 10000"/>
                          <a:gd name="connsiteY43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508 w 10000"/>
                          <a:gd name="connsiteY10" fmla="*/ 3943 h 10000"/>
                          <a:gd name="connsiteX11" fmla="*/ 6587 w 10000"/>
                          <a:gd name="connsiteY11" fmla="*/ 4343 h 10000"/>
                          <a:gd name="connsiteX12" fmla="*/ 6984 w 10000"/>
                          <a:gd name="connsiteY12" fmla="*/ 4571 h 10000"/>
                          <a:gd name="connsiteX13" fmla="*/ 7540 w 10000"/>
                          <a:gd name="connsiteY13" fmla="*/ 4686 h 10000"/>
                          <a:gd name="connsiteX14" fmla="*/ 8175 w 10000"/>
                          <a:gd name="connsiteY14" fmla="*/ 4857 h 10000"/>
                          <a:gd name="connsiteX15" fmla="*/ 8889 w 10000"/>
                          <a:gd name="connsiteY15" fmla="*/ 5086 h 10000"/>
                          <a:gd name="connsiteX16" fmla="*/ 9365 w 10000"/>
                          <a:gd name="connsiteY16" fmla="*/ 5371 h 10000"/>
                          <a:gd name="connsiteX17" fmla="*/ 9841 w 10000"/>
                          <a:gd name="connsiteY17" fmla="*/ 5886 h 10000"/>
                          <a:gd name="connsiteX18" fmla="*/ 10000 w 10000"/>
                          <a:gd name="connsiteY18" fmla="*/ 6571 h 10000"/>
                          <a:gd name="connsiteX19" fmla="*/ 10000 w 10000"/>
                          <a:gd name="connsiteY19" fmla="*/ 7486 h 10000"/>
                          <a:gd name="connsiteX20" fmla="*/ 7857 w 10000"/>
                          <a:gd name="connsiteY20" fmla="*/ 8686 h 10000"/>
                          <a:gd name="connsiteX21" fmla="*/ 5873 w 10000"/>
                          <a:gd name="connsiteY21" fmla="*/ 9886 h 10000"/>
                          <a:gd name="connsiteX22" fmla="*/ 5317 w 10000"/>
                          <a:gd name="connsiteY22" fmla="*/ 10000 h 10000"/>
                          <a:gd name="connsiteX23" fmla="*/ 4683 w 10000"/>
                          <a:gd name="connsiteY23" fmla="*/ 10000 h 10000"/>
                          <a:gd name="connsiteX24" fmla="*/ 4127 w 10000"/>
                          <a:gd name="connsiteY24" fmla="*/ 9886 h 10000"/>
                          <a:gd name="connsiteX25" fmla="*/ 3016 w 10000"/>
                          <a:gd name="connsiteY25" fmla="*/ 9257 h 10000"/>
                          <a:gd name="connsiteX26" fmla="*/ 0 w 10000"/>
                          <a:gd name="connsiteY26" fmla="*/ 7486 h 10000"/>
                          <a:gd name="connsiteX27" fmla="*/ 0 w 10000"/>
                          <a:gd name="connsiteY27" fmla="*/ 6457 h 10000"/>
                          <a:gd name="connsiteX28" fmla="*/ 159 w 10000"/>
                          <a:gd name="connsiteY28" fmla="*/ 5657 h 10000"/>
                          <a:gd name="connsiteX29" fmla="*/ 556 w 10000"/>
                          <a:gd name="connsiteY29" fmla="*/ 5257 h 10000"/>
                          <a:gd name="connsiteX30" fmla="*/ 1190 w 10000"/>
                          <a:gd name="connsiteY30" fmla="*/ 5029 h 10000"/>
                          <a:gd name="connsiteX31" fmla="*/ 1825 w 10000"/>
                          <a:gd name="connsiteY31" fmla="*/ 4800 h 10000"/>
                          <a:gd name="connsiteX32" fmla="*/ 2540 w 10000"/>
                          <a:gd name="connsiteY32" fmla="*/ 4629 h 10000"/>
                          <a:gd name="connsiteX33" fmla="*/ 3016 w 10000"/>
                          <a:gd name="connsiteY33" fmla="*/ 4514 h 10000"/>
                          <a:gd name="connsiteX34" fmla="*/ 3492 w 10000"/>
                          <a:gd name="connsiteY34" fmla="*/ 4286 h 10000"/>
                          <a:gd name="connsiteX35" fmla="*/ 3571 w 10000"/>
                          <a:gd name="connsiteY35" fmla="*/ 3429 h 10000"/>
                          <a:gd name="connsiteX36" fmla="*/ 3175 w 10000"/>
                          <a:gd name="connsiteY36" fmla="*/ 2857 h 10000"/>
                          <a:gd name="connsiteX37" fmla="*/ 2937 w 10000"/>
                          <a:gd name="connsiteY37" fmla="*/ 2343 h 10000"/>
                          <a:gd name="connsiteX38" fmla="*/ 2937 w 10000"/>
                          <a:gd name="connsiteY38" fmla="*/ 1429 h 10000"/>
                          <a:gd name="connsiteX39" fmla="*/ 3254 w 10000"/>
                          <a:gd name="connsiteY39" fmla="*/ 743 h 10000"/>
                          <a:gd name="connsiteX40" fmla="*/ 3889 w 10000"/>
                          <a:gd name="connsiteY40" fmla="*/ 286 h 10000"/>
                          <a:gd name="connsiteX41" fmla="*/ 4524 w 10000"/>
                          <a:gd name="connsiteY41" fmla="*/ 57 h 10000"/>
                          <a:gd name="connsiteX42" fmla="*/ 5317 w 10000"/>
                          <a:gd name="connsiteY42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508 w 10000"/>
                          <a:gd name="connsiteY10" fmla="*/ 3943 h 10000"/>
                          <a:gd name="connsiteX11" fmla="*/ 6587 w 10000"/>
                          <a:gd name="connsiteY11" fmla="*/ 4343 h 10000"/>
                          <a:gd name="connsiteX12" fmla="*/ 6984 w 10000"/>
                          <a:gd name="connsiteY12" fmla="*/ 4571 h 10000"/>
                          <a:gd name="connsiteX13" fmla="*/ 7540 w 10000"/>
                          <a:gd name="connsiteY13" fmla="*/ 4686 h 10000"/>
                          <a:gd name="connsiteX14" fmla="*/ 8175 w 10000"/>
                          <a:gd name="connsiteY14" fmla="*/ 4857 h 10000"/>
                          <a:gd name="connsiteX15" fmla="*/ 8889 w 10000"/>
                          <a:gd name="connsiteY15" fmla="*/ 5086 h 10000"/>
                          <a:gd name="connsiteX16" fmla="*/ 9365 w 10000"/>
                          <a:gd name="connsiteY16" fmla="*/ 5371 h 10000"/>
                          <a:gd name="connsiteX17" fmla="*/ 9841 w 10000"/>
                          <a:gd name="connsiteY17" fmla="*/ 5886 h 10000"/>
                          <a:gd name="connsiteX18" fmla="*/ 10000 w 10000"/>
                          <a:gd name="connsiteY18" fmla="*/ 6571 h 10000"/>
                          <a:gd name="connsiteX19" fmla="*/ 10000 w 10000"/>
                          <a:gd name="connsiteY19" fmla="*/ 7486 h 10000"/>
                          <a:gd name="connsiteX20" fmla="*/ 7857 w 10000"/>
                          <a:gd name="connsiteY20" fmla="*/ 8686 h 10000"/>
                          <a:gd name="connsiteX21" fmla="*/ 5873 w 10000"/>
                          <a:gd name="connsiteY21" fmla="*/ 9886 h 10000"/>
                          <a:gd name="connsiteX22" fmla="*/ 5317 w 10000"/>
                          <a:gd name="connsiteY22" fmla="*/ 10000 h 10000"/>
                          <a:gd name="connsiteX23" fmla="*/ 4683 w 10000"/>
                          <a:gd name="connsiteY23" fmla="*/ 10000 h 10000"/>
                          <a:gd name="connsiteX24" fmla="*/ 4127 w 10000"/>
                          <a:gd name="connsiteY24" fmla="*/ 9886 h 10000"/>
                          <a:gd name="connsiteX25" fmla="*/ 3016 w 10000"/>
                          <a:gd name="connsiteY25" fmla="*/ 9257 h 10000"/>
                          <a:gd name="connsiteX26" fmla="*/ 0 w 10000"/>
                          <a:gd name="connsiteY26" fmla="*/ 7486 h 10000"/>
                          <a:gd name="connsiteX27" fmla="*/ 0 w 10000"/>
                          <a:gd name="connsiteY27" fmla="*/ 6457 h 10000"/>
                          <a:gd name="connsiteX28" fmla="*/ 159 w 10000"/>
                          <a:gd name="connsiteY28" fmla="*/ 5657 h 10000"/>
                          <a:gd name="connsiteX29" fmla="*/ 556 w 10000"/>
                          <a:gd name="connsiteY29" fmla="*/ 5257 h 10000"/>
                          <a:gd name="connsiteX30" fmla="*/ 1190 w 10000"/>
                          <a:gd name="connsiteY30" fmla="*/ 5029 h 10000"/>
                          <a:gd name="connsiteX31" fmla="*/ 1825 w 10000"/>
                          <a:gd name="connsiteY31" fmla="*/ 4800 h 10000"/>
                          <a:gd name="connsiteX32" fmla="*/ 2540 w 10000"/>
                          <a:gd name="connsiteY32" fmla="*/ 4629 h 10000"/>
                          <a:gd name="connsiteX33" fmla="*/ 3016 w 10000"/>
                          <a:gd name="connsiteY33" fmla="*/ 4514 h 10000"/>
                          <a:gd name="connsiteX34" fmla="*/ 3571 w 10000"/>
                          <a:gd name="connsiteY34" fmla="*/ 3429 h 10000"/>
                          <a:gd name="connsiteX35" fmla="*/ 3175 w 10000"/>
                          <a:gd name="connsiteY35" fmla="*/ 2857 h 10000"/>
                          <a:gd name="connsiteX36" fmla="*/ 2937 w 10000"/>
                          <a:gd name="connsiteY36" fmla="*/ 2343 h 10000"/>
                          <a:gd name="connsiteX37" fmla="*/ 2937 w 10000"/>
                          <a:gd name="connsiteY37" fmla="*/ 1429 h 10000"/>
                          <a:gd name="connsiteX38" fmla="*/ 3254 w 10000"/>
                          <a:gd name="connsiteY38" fmla="*/ 743 h 10000"/>
                          <a:gd name="connsiteX39" fmla="*/ 3889 w 10000"/>
                          <a:gd name="connsiteY39" fmla="*/ 286 h 10000"/>
                          <a:gd name="connsiteX40" fmla="*/ 4524 w 10000"/>
                          <a:gd name="connsiteY40" fmla="*/ 57 h 10000"/>
                          <a:gd name="connsiteX41" fmla="*/ 5317 w 10000"/>
                          <a:gd name="connsiteY41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508 w 10000"/>
                          <a:gd name="connsiteY10" fmla="*/ 3943 h 10000"/>
                          <a:gd name="connsiteX11" fmla="*/ 6587 w 10000"/>
                          <a:gd name="connsiteY11" fmla="*/ 4343 h 10000"/>
                          <a:gd name="connsiteX12" fmla="*/ 6984 w 10000"/>
                          <a:gd name="connsiteY12" fmla="*/ 4571 h 10000"/>
                          <a:gd name="connsiteX13" fmla="*/ 7540 w 10000"/>
                          <a:gd name="connsiteY13" fmla="*/ 4686 h 10000"/>
                          <a:gd name="connsiteX14" fmla="*/ 8175 w 10000"/>
                          <a:gd name="connsiteY14" fmla="*/ 4857 h 10000"/>
                          <a:gd name="connsiteX15" fmla="*/ 8889 w 10000"/>
                          <a:gd name="connsiteY15" fmla="*/ 5086 h 10000"/>
                          <a:gd name="connsiteX16" fmla="*/ 9365 w 10000"/>
                          <a:gd name="connsiteY16" fmla="*/ 5371 h 10000"/>
                          <a:gd name="connsiteX17" fmla="*/ 9841 w 10000"/>
                          <a:gd name="connsiteY17" fmla="*/ 5886 h 10000"/>
                          <a:gd name="connsiteX18" fmla="*/ 10000 w 10000"/>
                          <a:gd name="connsiteY18" fmla="*/ 6571 h 10000"/>
                          <a:gd name="connsiteX19" fmla="*/ 10000 w 10000"/>
                          <a:gd name="connsiteY19" fmla="*/ 7486 h 10000"/>
                          <a:gd name="connsiteX20" fmla="*/ 7857 w 10000"/>
                          <a:gd name="connsiteY20" fmla="*/ 8686 h 10000"/>
                          <a:gd name="connsiteX21" fmla="*/ 5873 w 10000"/>
                          <a:gd name="connsiteY21" fmla="*/ 9886 h 10000"/>
                          <a:gd name="connsiteX22" fmla="*/ 5317 w 10000"/>
                          <a:gd name="connsiteY22" fmla="*/ 10000 h 10000"/>
                          <a:gd name="connsiteX23" fmla="*/ 4683 w 10000"/>
                          <a:gd name="connsiteY23" fmla="*/ 10000 h 10000"/>
                          <a:gd name="connsiteX24" fmla="*/ 4127 w 10000"/>
                          <a:gd name="connsiteY24" fmla="*/ 9886 h 10000"/>
                          <a:gd name="connsiteX25" fmla="*/ 3016 w 10000"/>
                          <a:gd name="connsiteY25" fmla="*/ 9257 h 10000"/>
                          <a:gd name="connsiteX26" fmla="*/ 0 w 10000"/>
                          <a:gd name="connsiteY26" fmla="*/ 7486 h 10000"/>
                          <a:gd name="connsiteX27" fmla="*/ 0 w 10000"/>
                          <a:gd name="connsiteY27" fmla="*/ 6457 h 10000"/>
                          <a:gd name="connsiteX28" fmla="*/ 159 w 10000"/>
                          <a:gd name="connsiteY28" fmla="*/ 5657 h 10000"/>
                          <a:gd name="connsiteX29" fmla="*/ 556 w 10000"/>
                          <a:gd name="connsiteY29" fmla="*/ 5257 h 10000"/>
                          <a:gd name="connsiteX30" fmla="*/ 1190 w 10000"/>
                          <a:gd name="connsiteY30" fmla="*/ 5029 h 10000"/>
                          <a:gd name="connsiteX31" fmla="*/ 1825 w 10000"/>
                          <a:gd name="connsiteY31" fmla="*/ 4800 h 10000"/>
                          <a:gd name="connsiteX32" fmla="*/ 2540 w 10000"/>
                          <a:gd name="connsiteY32" fmla="*/ 4629 h 10000"/>
                          <a:gd name="connsiteX33" fmla="*/ 3016 w 10000"/>
                          <a:gd name="connsiteY33" fmla="*/ 4514 h 10000"/>
                          <a:gd name="connsiteX34" fmla="*/ 3571 w 10000"/>
                          <a:gd name="connsiteY34" fmla="*/ 3429 h 10000"/>
                          <a:gd name="connsiteX35" fmla="*/ 3175 w 10000"/>
                          <a:gd name="connsiteY35" fmla="*/ 2857 h 10000"/>
                          <a:gd name="connsiteX36" fmla="*/ 2937 w 10000"/>
                          <a:gd name="connsiteY36" fmla="*/ 2343 h 10000"/>
                          <a:gd name="connsiteX37" fmla="*/ 2937 w 10000"/>
                          <a:gd name="connsiteY37" fmla="*/ 1429 h 10000"/>
                          <a:gd name="connsiteX38" fmla="*/ 3254 w 10000"/>
                          <a:gd name="connsiteY38" fmla="*/ 743 h 10000"/>
                          <a:gd name="connsiteX39" fmla="*/ 3889 w 10000"/>
                          <a:gd name="connsiteY39" fmla="*/ 286 h 10000"/>
                          <a:gd name="connsiteX40" fmla="*/ 4524 w 10000"/>
                          <a:gd name="connsiteY40" fmla="*/ 57 h 10000"/>
                          <a:gd name="connsiteX41" fmla="*/ 5317 w 10000"/>
                          <a:gd name="connsiteY41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508 w 10000"/>
                          <a:gd name="connsiteY10" fmla="*/ 3943 h 10000"/>
                          <a:gd name="connsiteX11" fmla="*/ 6587 w 10000"/>
                          <a:gd name="connsiteY11" fmla="*/ 4343 h 10000"/>
                          <a:gd name="connsiteX12" fmla="*/ 6984 w 10000"/>
                          <a:gd name="connsiteY12" fmla="*/ 4571 h 10000"/>
                          <a:gd name="connsiteX13" fmla="*/ 7540 w 10000"/>
                          <a:gd name="connsiteY13" fmla="*/ 4686 h 10000"/>
                          <a:gd name="connsiteX14" fmla="*/ 8175 w 10000"/>
                          <a:gd name="connsiteY14" fmla="*/ 4857 h 10000"/>
                          <a:gd name="connsiteX15" fmla="*/ 8889 w 10000"/>
                          <a:gd name="connsiteY15" fmla="*/ 5086 h 10000"/>
                          <a:gd name="connsiteX16" fmla="*/ 9365 w 10000"/>
                          <a:gd name="connsiteY16" fmla="*/ 5371 h 10000"/>
                          <a:gd name="connsiteX17" fmla="*/ 9841 w 10000"/>
                          <a:gd name="connsiteY17" fmla="*/ 5886 h 10000"/>
                          <a:gd name="connsiteX18" fmla="*/ 10000 w 10000"/>
                          <a:gd name="connsiteY18" fmla="*/ 6571 h 10000"/>
                          <a:gd name="connsiteX19" fmla="*/ 10000 w 10000"/>
                          <a:gd name="connsiteY19" fmla="*/ 7486 h 10000"/>
                          <a:gd name="connsiteX20" fmla="*/ 7857 w 10000"/>
                          <a:gd name="connsiteY20" fmla="*/ 8686 h 10000"/>
                          <a:gd name="connsiteX21" fmla="*/ 5873 w 10000"/>
                          <a:gd name="connsiteY21" fmla="*/ 9886 h 10000"/>
                          <a:gd name="connsiteX22" fmla="*/ 5317 w 10000"/>
                          <a:gd name="connsiteY22" fmla="*/ 10000 h 10000"/>
                          <a:gd name="connsiteX23" fmla="*/ 4683 w 10000"/>
                          <a:gd name="connsiteY23" fmla="*/ 10000 h 10000"/>
                          <a:gd name="connsiteX24" fmla="*/ 4127 w 10000"/>
                          <a:gd name="connsiteY24" fmla="*/ 9886 h 10000"/>
                          <a:gd name="connsiteX25" fmla="*/ 3016 w 10000"/>
                          <a:gd name="connsiteY25" fmla="*/ 9257 h 10000"/>
                          <a:gd name="connsiteX26" fmla="*/ 0 w 10000"/>
                          <a:gd name="connsiteY26" fmla="*/ 7486 h 10000"/>
                          <a:gd name="connsiteX27" fmla="*/ 0 w 10000"/>
                          <a:gd name="connsiteY27" fmla="*/ 6457 h 10000"/>
                          <a:gd name="connsiteX28" fmla="*/ 159 w 10000"/>
                          <a:gd name="connsiteY28" fmla="*/ 5657 h 10000"/>
                          <a:gd name="connsiteX29" fmla="*/ 556 w 10000"/>
                          <a:gd name="connsiteY29" fmla="*/ 5257 h 10000"/>
                          <a:gd name="connsiteX30" fmla="*/ 1190 w 10000"/>
                          <a:gd name="connsiteY30" fmla="*/ 5029 h 10000"/>
                          <a:gd name="connsiteX31" fmla="*/ 1825 w 10000"/>
                          <a:gd name="connsiteY31" fmla="*/ 4800 h 10000"/>
                          <a:gd name="connsiteX32" fmla="*/ 2540 w 10000"/>
                          <a:gd name="connsiteY32" fmla="*/ 4629 h 10000"/>
                          <a:gd name="connsiteX33" fmla="*/ 3016 w 10000"/>
                          <a:gd name="connsiteY33" fmla="*/ 4514 h 10000"/>
                          <a:gd name="connsiteX34" fmla="*/ 3571 w 10000"/>
                          <a:gd name="connsiteY34" fmla="*/ 3429 h 10000"/>
                          <a:gd name="connsiteX35" fmla="*/ 3175 w 10000"/>
                          <a:gd name="connsiteY35" fmla="*/ 2857 h 10000"/>
                          <a:gd name="connsiteX36" fmla="*/ 2937 w 10000"/>
                          <a:gd name="connsiteY36" fmla="*/ 2343 h 10000"/>
                          <a:gd name="connsiteX37" fmla="*/ 2937 w 10000"/>
                          <a:gd name="connsiteY37" fmla="*/ 1429 h 10000"/>
                          <a:gd name="connsiteX38" fmla="*/ 3254 w 10000"/>
                          <a:gd name="connsiteY38" fmla="*/ 743 h 10000"/>
                          <a:gd name="connsiteX39" fmla="*/ 3889 w 10000"/>
                          <a:gd name="connsiteY39" fmla="*/ 286 h 10000"/>
                          <a:gd name="connsiteX40" fmla="*/ 4524 w 10000"/>
                          <a:gd name="connsiteY40" fmla="*/ 57 h 10000"/>
                          <a:gd name="connsiteX41" fmla="*/ 5317 w 10000"/>
                          <a:gd name="connsiteY41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587 w 10000"/>
                          <a:gd name="connsiteY10" fmla="*/ 4343 h 10000"/>
                          <a:gd name="connsiteX11" fmla="*/ 6984 w 10000"/>
                          <a:gd name="connsiteY11" fmla="*/ 4571 h 10000"/>
                          <a:gd name="connsiteX12" fmla="*/ 7540 w 10000"/>
                          <a:gd name="connsiteY12" fmla="*/ 4686 h 10000"/>
                          <a:gd name="connsiteX13" fmla="*/ 8175 w 10000"/>
                          <a:gd name="connsiteY13" fmla="*/ 4857 h 10000"/>
                          <a:gd name="connsiteX14" fmla="*/ 8889 w 10000"/>
                          <a:gd name="connsiteY14" fmla="*/ 5086 h 10000"/>
                          <a:gd name="connsiteX15" fmla="*/ 9365 w 10000"/>
                          <a:gd name="connsiteY15" fmla="*/ 5371 h 10000"/>
                          <a:gd name="connsiteX16" fmla="*/ 9841 w 10000"/>
                          <a:gd name="connsiteY16" fmla="*/ 5886 h 10000"/>
                          <a:gd name="connsiteX17" fmla="*/ 10000 w 10000"/>
                          <a:gd name="connsiteY17" fmla="*/ 6571 h 10000"/>
                          <a:gd name="connsiteX18" fmla="*/ 10000 w 10000"/>
                          <a:gd name="connsiteY18" fmla="*/ 7486 h 10000"/>
                          <a:gd name="connsiteX19" fmla="*/ 7857 w 10000"/>
                          <a:gd name="connsiteY19" fmla="*/ 8686 h 10000"/>
                          <a:gd name="connsiteX20" fmla="*/ 5873 w 10000"/>
                          <a:gd name="connsiteY20" fmla="*/ 9886 h 10000"/>
                          <a:gd name="connsiteX21" fmla="*/ 5317 w 10000"/>
                          <a:gd name="connsiteY21" fmla="*/ 10000 h 10000"/>
                          <a:gd name="connsiteX22" fmla="*/ 4683 w 10000"/>
                          <a:gd name="connsiteY22" fmla="*/ 10000 h 10000"/>
                          <a:gd name="connsiteX23" fmla="*/ 4127 w 10000"/>
                          <a:gd name="connsiteY23" fmla="*/ 9886 h 10000"/>
                          <a:gd name="connsiteX24" fmla="*/ 3016 w 10000"/>
                          <a:gd name="connsiteY24" fmla="*/ 9257 h 10000"/>
                          <a:gd name="connsiteX25" fmla="*/ 0 w 10000"/>
                          <a:gd name="connsiteY25" fmla="*/ 7486 h 10000"/>
                          <a:gd name="connsiteX26" fmla="*/ 0 w 10000"/>
                          <a:gd name="connsiteY26" fmla="*/ 6457 h 10000"/>
                          <a:gd name="connsiteX27" fmla="*/ 159 w 10000"/>
                          <a:gd name="connsiteY27" fmla="*/ 5657 h 10000"/>
                          <a:gd name="connsiteX28" fmla="*/ 556 w 10000"/>
                          <a:gd name="connsiteY28" fmla="*/ 5257 h 10000"/>
                          <a:gd name="connsiteX29" fmla="*/ 1190 w 10000"/>
                          <a:gd name="connsiteY29" fmla="*/ 5029 h 10000"/>
                          <a:gd name="connsiteX30" fmla="*/ 1825 w 10000"/>
                          <a:gd name="connsiteY30" fmla="*/ 4800 h 10000"/>
                          <a:gd name="connsiteX31" fmla="*/ 2540 w 10000"/>
                          <a:gd name="connsiteY31" fmla="*/ 4629 h 10000"/>
                          <a:gd name="connsiteX32" fmla="*/ 3016 w 10000"/>
                          <a:gd name="connsiteY32" fmla="*/ 4514 h 10000"/>
                          <a:gd name="connsiteX33" fmla="*/ 3571 w 10000"/>
                          <a:gd name="connsiteY33" fmla="*/ 3429 h 10000"/>
                          <a:gd name="connsiteX34" fmla="*/ 3175 w 10000"/>
                          <a:gd name="connsiteY34" fmla="*/ 2857 h 10000"/>
                          <a:gd name="connsiteX35" fmla="*/ 2937 w 10000"/>
                          <a:gd name="connsiteY35" fmla="*/ 2343 h 10000"/>
                          <a:gd name="connsiteX36" fmla="*/ 2937 w 10000"/>
                          <a:gd name="connsiteY36" fmla="*/ 1429 h 10000"/>
                          <a:gd name="connsiteX37" fmla="*/ 3254 w 10000"/>
                          <a:gd name="connsiteY37" fmla="*/ 743 h 10000"/>
                          <a:gd name="connsiteX38" fmla="*/ 3889 w 10000"/>
                          <a:gd name="connsiteY38" fmla="*/ 286 h 10000"/>
                          <a:gd name="connsiteX39" fmla="*/ 4524 w 10000"/>
                          <a:gd name="connsiteY39" fmla="*/ 57 h 10000"/>
                          <a:gd name="connsiteX40" fmla="*/ 5317 w 10000"/>
                          <a:gd name="connsiteY40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7540 w 10000"/>
                          <a:gd name="connsiteY11" fmla="*/ 4686 h 10000"/>
                          <a:gd name="connsiteX12" fmla="*/ 8175 w 10000"/>
                          <a:gd name="connsiteY12" fmla="*/ 4857 h 10000"/>
                          <a:gd name="connsiteX13" fmla="*/ 8889 w 10000"/>
                          <a:gd name="connsiteY13" fmla="*/ 5086 h 10000"/>
                          <a:gd name="connsiteX14" fmla="*/ 9365 w 10000"/>
                          <a:gd name="connsiteY14" fmla="*/ 5371 h 10000"/>
                          <a:gd name="connsiteX15" fmla="*/ 9841 w 10000"/>
                          <a:gd name="connsiteY15" fmla="*/ 5886 h 10000"/>
                          <a:gd name="connsiteX16" fmla="*/ 10000 w 10000"/>
                          <a:gd name="connsiteY16" fmla="*/ 6571 h 10000"/>
                          <a:gd name="connsiteX17" fmla="*/ 10000 w 10000"/>
                          <a:gd name="connsiteY17" fmla="*/ 7486 h 10000"/>
                          <a:gd name="connsiteX18" fmla="*/ 7857 w 10000"/>
                          <a:gd name="connsiteY18" fmla="*/ 8686 h 10000"/>
                          <a:gd name="connsiteX19" fmla="*/ 5873 w 10000"/>
                          <a:gd name="connsiteY19" fmla="*/ 9886 h 10000"/>
                          <a:gd name="connsiteX20" fmla="*/ 5317 w 10000"/>
                          <a:gd name="connsiteY20" fmla="*/ 10000 h 10000"/>
                          <a:gd name="connsiteX21" fmla="*/ 4683 w 10000"/>
                          <a:gd name="connsiteY21" fmla="*/ 10000 h 10000"/>
                          <a:gd name="connsiteX22" fmla="*/ 4127 w 10000"/>
                          <a:gd name="connsiteY22" fmla="*/ 9886 h 10000"/>
                          <a:gd name="connsiteX23" fmla="*/ 3016 w 10000"/>
                          <a:gd name="connsiteY23" fmla="*/ 9257 h 10000"/>
                          <a:gd name="connsiteX24" fmla="*/ 0 w 10000"/>
                          <a:gd name="connsiteY24" fmla="*/ 7486 h 10000"/>
                          <a:gd name="connsiteX25" fmla="*/ 0 w 10000"/>
                          <a:gd name="connsiteY25" fmla="*/ 6457 h 10000"/>
                          <a:gd name="connsiteX26" fmla="*/ 159 w 10000"/>
                          <a:gd name="connsiteY26" fmla="*/ 5657 h 10000"/>
                          <a:gd name="connsiteX27" fmla="*/ 556 w 10000"/>
                          <a:gd name="connsiteY27" fmla="*/ 5257 h 10000"/>
                          <a:gd name="connsiteX28" fmla="*/ 1190 w 10000"/>
                          <a:gd name="connsiteY28" fmla="*/ 5029 h 10000"/>
                          <a:gd name="connsiteX29" fmla="*/ 1825 w 10000"/>
                          <a:gd name="connsiteY29" fmla="*/ 4800 h 10000"/>
                          <a:gd name="connsiteX30" fmla="*/ 2540 w 10000"/>
                          <a:gd name="connsiteY30" fmla="*/ 4629 h 10000"/>
                          <a:gd name="connsiteX31" fmla="*/ 3016 w 10000"/>
                          <a:gd name="connsiteY31" fmla="*/ 4514 h 10000"/>
                          <a:gd name="connsiteX32" fmla="*/ 3571 w 10000"/>
                          <a:gd name="connsiteY32" fmla="*/ 3429 h 10000"/>
                          <a:gd name="connsiteX33" fmla="*/ 3175 w 10000"/>
                          <a:gd name="connsiteY33" fmla="*/ 2857 h 10000"/>
                          <a:gd name="connsiteX34" fmla="*/ 2937 w 10000"/>
                          <a:gd name="connsiteY34" fmla="*/ 2343 h 10000"/>
                          <a:gd name="connsiteX35" fmla="*/ 2937 w 10000"/>
                          <a:gd name="connsiteY35" fmla="*/ 1429 h 10000"/>
                          <a:gd name="connsiteX36" fmla="*/ 3254 w 10000"/>
                          <a:gd name="connsiteY36" fmla="*/ 743 h 10000"/>
                          <a:gd name="connsiteX37" fmla="*/ 3889 w 10000"/>
                          <a:gd name="connsiteY37" fmla="*/ 286 h 10000"/>
                          <a:gd name="connsiteX38" fmla="*/ 4524 w 10000"/>
                          <a:gd name="connsiteY38" fmla="*/ 57 h 10000"/>
                          <a:gd name="connsiteX39" fmla="*/ 5317 w 10000"/>
                          <a:gd name="connsiteY39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7540 w 10000"/>
                          <a:gd name="connsiteY11" fmla="*/ 4686 h 10000"/>
                          <a:gd name="connsiteX12" fmla="*/ 8175 w 10000"/>
                          <a:gd name="connsiteY12" fmla="*/ 4857 h 10000"/>
                          <a:gd name="connsiteX13" fmla="*/ 8889 w 10000"/>
                          <a:gd name="connsiteY13" fmla="*/ 5086 h 10000"/>
                          <a:gd name="connsiteX14" fmla="*/ 9365 w 10000"/>
                          <a:gd name="connsiteY14" fmla="*/ 5371 h 10000"/>
                          <a:gd name="connsiteX15" fmla="*/ 9841 w 10000"/>
                          <a:gd name="connsiteY15" fmla="*/ 5886 h 10000"/>
                          <a:gd name="connsiteX16" fmla="*/ 10000 w 10000"/>
                          <a:gd name="connsiteY16" fmla="*/ 6571 h 10000"/>
                          <a:gd name="connsiteX17" fmla="*/ 10000 w 10000"/>
                          <a:gd name="connsiteY17" fmla="*/ 7486 h 10000"/>
                          <a:gd name="connsiteX18" fmla="*/ 7857 w 10000"/>
                          <a:gd name="connsiteY18" fmla="*/ 8686 h 10000"/>
                          <a:gd name="connsiteX19" fmla="*/ 5873 w 10000"/>
                          <a:gd name="connsiteY19" fmla="*/ 9886 h 10000"/>
                          <a:gd name="connsiteX20" fmla="*/ 5317 w 10000"/>
                          <a:gd name="connsiteY20" fmla="*/ 10000 h 10000"/>
                          <a:gd name="connsiteX21" fmla="*/ 4683 w 10000"/>
                          <a:gd name="connsiteY21" fmla="*/ 10000 h 10000"/>
                          <a:gd name="connsiteX22" fmla="*/ 4127 w 10000"/>
                          <a:gd name="connsiteY22" fmla="*/ 9886 h 10000"/>
                          <a:gd name="connsiteX23" fmla="*/ 3016 w 10000"/>
                          <a:gd name="connsiteY23" fmla="*/ 9257 h 10000"/>
                          <a:gd name="connsiteX24" fmla="*/ 0 w 10000"/>
                          <a:gd name="connsiteY24" fmla="*/ 7486 h 10000"/>
                          <a:gd name="connsiteX25" fmla="*/ 0 w 10000"/>
                          <a:gd name="connsiteY25" fmla="*/ 6457 h 10000"/>
                          <a:gd name="connsiteX26" fmla="*/ 159 w 10000"/>
                          <a:gd name="connsiteY26" fmla="*/ 5657 h 10000"/>
                          <a:gd name="connsiteX27" fmla="*/ 556 w 10000"/>
                          <a:gd name="connsiteY27" fmla="*/ 5257 h 10000"/>
                          <a:gd name="connsiteX28" fmla="*/ 1190 w 10000"/>
                          <a:gd name="connsiteY28" fmla="*/ 5029 h 10000"/>
                          <a:gd name="connsiteX29" fmla="*/ 1825 w 10000"/>
                          <a:gd name="connsiteY29" fmla="*/ 4800 h 10000"/>
                          <a:gd name="connsiteX30" fmla="*/ 2540 w 10000"/>
                          <a:gd name="connsiteY30" fmla="*/ 4629 h 10000"/>
                          <a:gd name="connsiteX31" fmla="*/ 3016 w 10000"/>
                          <a:gd name="connsiteY31" fmla="*/ 4514 h 10000"/>
                          <a:gd name="connsiteX32" fmla="*/ 3571 w 10000"/>
                          <a:gd name="connsiteY32" fmla="*/ 3429 h 10000"/>
                          <a:gd name="connsiteX33" fmla="*/ 3175 w 10000"/>
                          <a:gd name="connsiteY33" fmla="*/ 2857 h 10000"/>
                          <a:gd name="connsiteX34" fmla="*/ 2937 w 10000"/>
                          <a:gd name="connsiteY34" fmla="*/ 2343 h 10000"/>
                          <a:gd name="connsiteX35" fmla="*/ 2937 w 10000"/>
                          <a:gd name="connsiteY35" fmla="*/ 1429 h 10000"/>
                          <a:gd name="connsiteX36" fmla="*/ 3254 w 10000"/>
                          <a:gd name="connsiteY36" fmla="*/ 743 h 10000"/>
                          <a:gd name="connsiteX37" fmla="*/ 3889 w 10000"/>
                          <a:gd name="connsiteY37" fmla="*/ 286 h 10000"/>
                          <a:gd name="connsiteX38" fmla="*/ 4524 w 10000"/>
                          <a:gd name="connsiteY38" fmla="*/ 57 h 10000"/>
                          <a:gd name="connsiteX39" fmla="*/ 5317 w 10000"/>
                          <a:gd name="connsiteY39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7540 w 10000"/>
                          <a:gd name="connsiteY11" fmla="*/ 4686 h 10000"/>
                          <a:gd name="connsiteX12" fmla="*/ 8175 w 10000"/>
                          <a:gd name="connsiteY12" fmla="*/ 4857 h 10000"/>
                          <a:gd name="connsiteX13" fmla="*/ 8889 w 10000"/>
                          <a:gd name="connsiteY13" fmla="*/ 5086 h 10000"/>
                          <a:gd name="connsiteX14" fmla="*/ 9365 w 10000"/>
                          <a:gd name="connsiteY14" fmla="*/ 5371 h 10000"/>
                          <a:gd name="connsiteX15" fmla="*/ 9841 w 10000"/>
                          <a:gd name="connsiteY15" fmla="*/ 5886 h 10000"/>
                          <a:gd name="connsiteX16" fmla="*/ 10000 w 10000"/>
                          <a:gd name="connsiteY16" fmla="*/ 6571 h 10000"/>
                          <a:gd name="connsiteX17" fmla="*/ 10000 w 10000"/>
                          <a:gd name="connsiteY17" fmla="*/ 7486 h 10000"/>
                          <a:gd name="connsiteX18" fmla="*/ 7857 w 10000"/>
                          <a:gd name="connsiteY18" fmla="*/ 8686 h 10000"/>
                          <a:gd name="connsiteX19" fmla="*/ 5873 w 10000"/>
                          <a:gd name="connsiteY19" fmla="*/ 9886 h 10000"/>
                          <a:gd name="connsiteX20" fmla="*/ 5317 w 10000"/>
                          <a:gd name="connsiteY20" fmla="*/ 10000 h 10000"/>
                          <a:gd name="connsiteX21" fmla="*/ 4683 w 10000"/>
                          <a:gd name="connsiteY21" fmla="*/ 10000 h 10000"/>
                          <a:gd name="connsiteX22" fmla="*/ 4127 w 10000"/>
                          <a:gd name="connsiteY22" fmla="*/ 9886 h 10000"/>
                          <a:gd name="connsiteX23" fmla="*/ 3016 w 10000"/>
                          <a:gd name="connsiteY23" fmla="*/ 9257 h 10000"/>
                          <a:gd name="connsiteX24" fmla="*/ 0 w 10000"/>
                          <a:gd name="connsiteY24" fmla="*/ 7486 h 10000"/>
                          <a:gd name="connsiteX25" fmla="*/ 0 w 10000"/>
                          <a:gd name="connsiteY25" fmla="*/ 6457 h 10000"/>
                          <a:gd name="connsiteX26" fmla="*/ 159 w 10000"/>
                          <a:gd name="connsiteY26" fmla="*/ 5657 h 10000"/>
                          <a:gd name="connsiteX27" fmla="*/ 556 w 10000"/>
                          <a:gd name="connsiteY27" fmla="*/ 5257 h 10000"/>
                          <a:gd name="connsiteX28" fmla="*/ 1190 w 10000"/>
                          <a:gd name="connsiteY28" fmla="*/ 5029 h 10000"/>
                          <a:gd name="connsiteX29" fmla="*/ 1825 w 10000"/>
                          <a:gd name="connsiteY29" fmla="*/ 4800 h 10000"/>
                          <a:gd name="connsiteX30" fmla="*/ 2540 w 10000"/>
                          <a:gd name="connsiteY30" fmla="*/ 4629 h 10000"/>
                          <a:gd name="connsiteX31" fmla="*/ 3016 w 10000"/>
                          <a:gd name="connsiteY31" fmla="*/ 4514 h 10000"/>
                          <a:gd name="connsiteX32" fmla="*/ 3571 w 10000"/>
                          <a:gd name="connsiteY32" fmla="*/ 3429 h 10000"/>
                          <a:gd name="connsiteX33" fmla="*/ 3175 w 10000"/>
                          <a:gd name="connsiteY33" fmla="*/ 2857 h 10000"/>
                          <a:gd name="connsiteX34" fmla="*/ 2937 w 10000"/>
                          <a:gd name="connsiteY34" fmla="*/ 2343 h 10000"/>
                          <a:gd name="connsiteX35" fmla="*/ 2937 w 10000"/>
                          <a:gd name="connsiteY35" fmla="*/ 1429 h 10000"/>
                          <a:gd name="connsiteX36" fmla="*/ 3254 w 10000"/>
                          <a:gd name="connsiteY36" fmla="*/ 743 h 10000"/>
                          <a:gd name="connsiteX37" fmla="*/ 3889 w 10000"/>
                          <a:gd name="connsiteY37" fmla="*/ 286 h 10000"/>
                          <a:gd name="connsiteX38" fmla="*/ 4524 w 10000"/>
                          <a:gd name="connsiteY38" fmla="*/ 57 h 10000"/>
                          <a:gd name="connsiteX39" fmla="*/ 5317 w 10000"/>
                          <a:gd name="connsiteY39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8175 w 10000"/>
                          <a:gd name="connsiteY11" fmla="*/ 4857 h 10000"/>
                          <a:gd name="connsiteX12" fmla="*/ 8889 w 10000"/>
                          <a:gd name="connsiteY12" fmla="*/ 5086 h 10000"/>
                          <a:gd name="connsiteX13" fmla="*/ 9365 w 10000"/>
                          <a:gd name="connsiteY13" fmla="*/ 5371 h 10000"/>
                          <a:gd name="connsiteX14" fmla="*/ 9841 w 10000"/>
                          <a:gd name="connsiteY14" fmla="*/ 5886 h 10000"/>
                          <a:gd name="connsiteX15" fmla="*/ 10000 w 10000"/>
                          <a:gd name="connsiteY15" fmla="*/ 6571 h 10000"/>
                          <a:gd name="connsiteX16" fmla="*/ 10000 w 10000"/>
                          <a:gd name="connsiteY16" fmla="*/ 7486 h 10000"/>
                          <a:gd name="connsiteX17" fmla="*/ 7857 w 10000"/>
                          <a:gd name="connsiteY17" fmla="*/ 8686 h 10000"/>
                          <a:gd name="connsiteX18" fmla="*/ 5873 w 10000"/>
                          <a:gd name="connsiteY18" fmla="*/ 9886 h 10000"/>
                          <a:gd name="connsiteX19" fmla="*/ 5317 w 10000"/>
                          <a:gd name="connsiteY19" fmla="*/ 10000 h 10000"/>
                          <a:gd name="connsiteX20" fmla="*/ 4683 w 10000"/>
                          <a:gd name="connsiteY20" fmla="*/ 10000 h 10000"/>
                          <a:gd name="connsiteX21" fmla="*/ 4127 w 10000"/>
                          <a:gd name="connsiteY21" fmla="*/ 9886 h 10000"/>
                          <a:gd name="connsiteX22" fmla="*/ 3016 w 10000"/>
                          <a:gd name="connsiteY22" fmla="*/ 9257 h 10000"/>
                          <a:gd name="connsiteX23" fmla="*/ 0 w 10000"/>
                          <a:gd name="connsiteY23" fmla="*/ 7486 h 10000"/>
                          <a:gd name="connsiteX24" fmla="*/ 0 w 10000"/>
                          <a:gd name="connsiteY24" fmla="*/ 6457 h 10000"/>
                          <a:gd name="connsiteX25" fmla="*/ 159 w 10000"/>
                          <a:gd name="connsiteY25" fmla="*/ 5657 h 10000"/>
                          <a:gd name="connsiteX26" fmla="*/ 556 w 10000"/>
                          <a:gd name="connsiteY26" fmla="*/ 5257 h 10000"/>
                          <a:gd name="connsiteX27" fmla="*/ 1190 w 10000"/>
                          <a:gd name="connsiteY27" fmla="*/ 5029 h 10000"/>
                          <a:gd name="connsiteX28" fmla="*/ 1825 w 10000"/>
                          <a:gd name="connsiteY28" fmla="*/ 4800 h 10000"/>
                          <a:gd name="connsiteX29" fmla="*/ 2540 w 10000"/>
                          <a:gd name="connsiteY29" fmla="*/ 4629 h 10000"/>
                          <a:gd name="connsiteX30" fmla="*/ 3016 w 10000"/>
                          <a:gd name="connsiteY30" fmla="*/ 4514 h 10000"/>
                          <a:gd name="connsiteX31" fmla="*/ 3571 w 10000"/>
                          <a:gd name="connsiteY31" fmla="*/ 3429 h 10000"/>
                          <a:gd name="connsiteX32" fmla="*/ 3175 w 10000"/>
                          <a:gd name="connsiteY32" fmla="*/ 2857 h 10000"/>
                          <a:gd name="connsiteX33" fmla="*/ 2937 w 10000"/>
                          <a:gd name="connsiteY33" fmla="*/ 2343 h 10000"/>
                          <a:gd name="connsiteX34" fmla="*/ 2937 w 10000"/>
                          <a:gd name="connsiteY34" fmla="*/ 1429 h 10000"/>
                          <a:gd name="connsiteX35" fmla="*/ 3254 w 10000"/>
                          <a:gd name="connsiteY35" fmla="*/ 743 h 10000"/>
                          <a:gd name="connsiteX36" fmla="*/ 3889 w 10000"/>
                          <a:gd name="connsiteY36" fmla="*/ 286 h 10000"/>
                          <a:gd name="connsiteX37" fmla="*/ 4524 w 10000"/>
                          <a:gd name="connsiteY37" fmla="*/ 57 h 10000"/>
                          <a:gd name="connsiteX38" fmla="*/ 5317 w 10000"/>
                          <a:gd name="connsiteY38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8889 w 10000"/>
                          <a:gd name="connsiteY11" fmla="*/ 5086 h 10000"/>
                          <a:gd name="connsiteX12" fmla="*/ 9365 w 10000"/>
                          <a:gd name="connsiteY12" fmla="*/ 5371 h 10000"/>
                          <a:gd name="connsiteX13" fmla="*/ 9841 w 10000"/>
                          <a:gd name="connsiteY13" fmla="*/ 5886 h 10000"/>
                          <a:gd name="connsiteX14" fmla="*/ 10000 w 10000"/>
                          <a:gd name="connsiteY14" fmla="*/ 6571 h 10000"/>
                          <a:gd name="connsiteX15" fmla="*/ 10000 w 10000"/>
                          <a:gd name="connsiteY15" fmla="*/ 7486 h 10000"/>
                          <a:gd name="connsiteX16" fmla="*/ 7857 w 10000"/>
                          <a:gd name="connsiteY16" fmla="*/ 8686 h 10000"/>
                          <a:gd name="connsiteX17" fmla="*/ 5873 w 10000"/>
                          <a:gd name="connsiteY17" fmla="*/ 9886 h 10000"/>
                          <a:gd name="connsiteX18" fmla="*/ 5317 w 10000"/>
                          <a:gd name="connsiteY18" fmla="*/ 10000 h 10000"/>
                          <a:gd name="connsiteX19" fmla="*/ 4683 w 10000"/>
                          <a:gd name="connsiteY19" fmla="*/ 10000 h 10000"/>
                          <a:gd name="connsiteX20" fmla="*/ 4127 w 10000"/>
                          <a:gd name="connsiteY20" fmla="*/ 9886 h 10000"/>
                          <a:gd name="connsiteX21" fmla="*/ 3016 w 10000"/>
                          <a:gd name="connsiteY21" fmla="*/ 9257 h 10000"/>
                          <a:gd name="connsiteX22" fmla="*/ 0 w 10000"/>
                          <a:gd name="connsiteY22" fmla="*/ 7486 h 10000"/>
                          <a:gd name="connsiteX23" fmla="*/ 0 w 10000"/>
                          <a:gd name="connsiteY23" fmla="*/ 6457 h 10000"/>
                          <a:gd name="connsiteX24" fmla="*/ 159 w 10000"/>
                          <a:gd name="connsiteY24" fmla="*/ 5657 h 10000"/>
                          <a:gd name="connsiteX25" fmla="*/ 556 w 10000"/>
                          <a:gd name="connsiteY25" fmla="*/ 5257 h 10000"/>
                          <a:gd name="connsiteX26" fmla="*/ 1190 w 10000"/>
                          <a:gd name="connsiteY26" fmla="*/ 5029 h 10000"/>
                          <a:gd name="connsiteX27" fmla="*/ 1825 w 10000"/>
                          <a:gd name="connsiteY27" fmla="*/ 4800 h 10000"/>
                          <a:gd name="connsiteX28" fmla="*/ 2540 w 10000"/>
                          <a:gd name="connsiteY28" fmla="*/ 4629 h 10000"/>
                          <a:gd name="connsiteX29" fmla="*/ 3016 w 10000"/>
                          <a:gd name="connsiteY29" fmla="*/ 4514 h 10000"/>
                          <a:gd name="connsiteX30" fmla="*/ 3571 w 10000"/>
                          <a:gd name="connsiteY30" fmla="*/ 3429 h 10000"/>
                          <a:gd name="connsiteX31" fmla="*/ 3175 w 10000"/>
                          <a:gd name="connsiteY31" fmla="*/ 2857 h 10000"/>
                          <a:gd name="connsiteX32" fmla="*/ 2937 w 10000"/>
                          <a:gd name="connsiteY32" fmla="*/ 2343 h 10000"/>
                          <a:gd name="connsiteX33" fmla="*/ 2937 w 10000"/>
                          <a:gd name="connsiteY33" fmla="*/ 1429 h 10000"/>
                          <a:gd name="connsiteX34" fmla="*/ 3254 w 10000"/>
                          <a:gd name="connsiteY34" fmla="*/ 743 h 10000"/>
                          <a:gd name="connsiteX35" fmla="*/ 3889 w 10000"/>
                          <a:gd name="connsiteY35" fmla="*/ 286 h 10000"/>
                          <a:gd name="connsiteX36" fmla="*/ 4524 w 10000"/>
                          <a:gd name="connsiteY36" fmla="*/ 57 h 10000"/>
                          <a:gd name="connsiteX37" fmla="*/ 5317 w 10000"/>
                          <a:gd name="connsiteY37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9365 w 10000"/>
                          <a:gd name="connsiteY11" fmla="*/ 5371 h 10000"/>
                          <a:gd name="connsiteX12" fmla="*/ 9841 w 10000"/>
                          <a:gd name="connsiteY12" fmla="*/ 5886 h 10000"/>
                          <a:gd name="connsiteX13" fmla="*/ 10000 w 10000"/>
                          <a:gd name="connsiteY13" fmla="*/ 6571 h 10000"/>
                          <a:gd name="connsiteX14" fmla="*/ 10000 w 10000"/>
                          <a:gd name="connsiteY14" fmla="*/ 7486 h 10000"/>
                          <a:gd name="connsiteX15" fmla="*/ 7857 w 10000"/>
                          <a:gd name="connsiteY15" fmla="*/ 8686 h 10000"/>
                          <a:gd name="connsiteX16" fmla="*/ 5873 w 10000"/>
                          <a:gd name="connsiteY16" fmla="*/ 9886 h 10000"/>
                          <a:gd name="connsiteX17" fmla="*/ 5317 w 10000"/>
                          <a:gd name="connsiteY17" fmla="*/ 10000 h 10000"/>
                          <a:gd name="connsiteX18" fmla="*/ 4683 w 10000"/>
                          <a:gd name="connsiteY18" fmla="*/ 10000 h 10000"/>
                          <a:gd name="connsiteX19" fmla="*/ 4127 w 10000"/>
                          <a:gd name="connsiteY19" fmla="*/ 9886 h 10000"/>
                          <a:gd name="connsiteX20" fmla="*/ 3016 w 10000"/>
                          <a:gd name="connsiteY20" fmla="*/ 9257 h 10000"/>
                          <a:gd name="connsiteX21" fmla="*/ 0 w 10000"/>
                          <a:gd name="connsiteY21" fmla="*/ 7486 h 10000"/>
                          <a:gd name="connsiteX22" fmla="*/ 0 w 10000"/>
                          <a:gd name="connsiteY22" fmla="*/ 6457 h 10000"/>
                          <a:gd name="connsiteX23" fmla="*/ 159 w 10000"/>
                          <a:gd name="connsiteY23" fmla="*/ 5657 h 10000"/>
                          <a:gd name="connsiteX24" fmla="*/ 556 w 10000"/>
                          <a:gd name="connsiteY24" fmla="*/ 5257 h 10000"/>
                          <a:gd name="connsiteX25" fmla="*/ 1190 w 10000"/>
                          <a:gd name="connsiteY25" fmla="*/ 5029 h 10000"/>
                          <a:gd name="connsiteX26" fmla="*/ 1825 w 10000"/>
                          <a:gd name="connsiteY26" fmla="*/ 4800 h 10000"/>
                          <a:gd name="connsiteX27" fmla="*/ 2540 w 10000"/>
                          <a:gd name="connsiteY27" fmla="*/ 4629 h 10000"/>
                          <a:gd name="connsiteX28" fmla="*/ 3016 w 10000"/>
                          <a:gd name="connsiteY28" fmla="*/ 4514 h 10000"/>
                          <a:gd name="connsiteX29" fmla="*/ 3571 w 10000"/>
                          <a:gd name="connsiteY29" fmla="*/ 3429 h 10000"/>
                          <a:gd name="connsiteX30" fmla="*/ 3175 w 10000"/>
                          <a:gd name="connsiteY30" fmla="*/ 2857 h 10000"/>
                          <a:gd name="connsiteX31" fmla="*/ 2937 w 10000"/>
                          <a:gd name="connsiteY31" fmla="*/ 2343 h 10000"/>
                          <a:gd name="connsiteX32" fmla="*/ 2937 w 10000"/>
                          <a:gd name="connsiteY32" fmla="*/ 1429 h 10000"/>
                          <a:gd name="connsiteX33" fmla="*/ 3254 w 10000"/>
                          <a:gd name="connsiteY33" fmla="*/ 743 h 10000"/>
                          <a:gd name="connsiteX34" fmla="*/ 3889 w 10000"/>
                          <a:gd name="connsiteY34" fmla="*/ 286 h 10000"/>
                          <a:gd name="connsiteX35" fmla="*/ 4524 w 10000"/>
                          <a:gd name="connsiteY35" fmla="*/ 57 h 10000"/>
                          <a:gd name="connsiteX36" fmla="*/ 5317 w 10000"/>
                          <a:gd name="connsiteY36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9841 w 10000"/>
                          <a:gd name="connsiteY11" fmla="*/ 5886 h 10000"/>
                          <a:gd name="connsiteX12" fmla="*/ 10000 w 10000"/>
                          <a:gd name="connsiteY12" fmla="*/ 6571 h 10000"/>
                          <a:gd name="connsiteX13" fmla="*/ 10000 w 10000"/>
                          <a:gd name="connsiteY13" fmla="*/ 7486 h 10000"/>
                          <a:gd name="connsiteX14" fmla="*/ 7857 w 10000"/>
                          <a:gd name="connsiteY14" fmla="*/ 8686 h 10000"/>
                          <a:gd name="connsiteX15" fmla="*/ 5873 w 10000"/>
                          <a:gd name="connsiteY15" fmla="*/ 9886 h 10000"/>
                          <a:gd name="connsiteX16" fmla="*/ 5317 w 10000"/>
                          <a:gd name="connsiteY16" fmla="*/ 10000 h 10000"/>
                          <a:gd name="connsiteX17" fmla="*/ 4683 w 10000"/>
                          <a:gd name="connsiteY17" fmla="*/ 10000 h 10000"/>
                          <a:gd name="connsiteX18" fmla="*/ 4127 w 10000"/>
                          <a:gd name="connsiteY18" fmla="*/ 9886 h 10000"/>
                          <a:gd name="connsiteX19" fmla="*/ 3016 w 10000"/>
                          <a:gd name="connsiteY19" fmla="*/ 9257 h 10000"/>
                          <a:gd name="connsiteX20" fmla="*/ 0 w 10000"/>
                          <a:gd name="connsiteY20" fmla="*/ 7486 h 10000"/>
                          <a:gd name="connsiteX21" fmla="*/ 0 w 10000"/>
                          <a:gd name="connsiteY21" fmla="*/ 6457 h 10000"/>
                          <a:gd name="connsiteX22" fmla="*/ 159 w 10000"/>
                          <a:gd name="connsiteY22" fmla="*/ 5657 h 10000"/>
                          <a:gd name="connsiteX23" fmla="*/ 556 w 10000"/>
                          <a:gd name="connsiteY23" fmla="*/ 5257 h 10000"/>
                          <a:gd name="connsiteX24" fmla="*/ 1190 w 10000"/>
                          <a:gd name="connsiteY24" fmla="*/ 5029 h 10000"/>
                          <a:gd name="connsiteX25" fmla="*/ 1825 w 10000"/>
                          <a:gd name="connsiteY25" fmla="*/ 4800 h 10000"/>
                          <a:gd name="connsiteX26" fmla="*/ 2540 w 10000"/>
                          <a:gd name="connsiteY26" fmla="*/ 4629 h 10000"/>
                          <a:gd name="connsiteX27" fmla="*/ 3016 w 10000"/>
                          <a:gd name="connsiteY27" fmla="*/ 4514 h 10000"/>
                          <a:gd name="connsiteX28" fmla="*/ 3571 w 10000"/>
                          <a:gd name="connsiteY28" fmla="*/ 3429 h 10000"/>
                          <a:gd name="connsiteX29" fmla="*/ 3175 w 10000"/>
                          <a:gd name="connsiteY29" fmla="*/ 2857 h 10000"/>
                          <a:gd name="connsiteX30" fmla="*/ 2937 w 10000"/>
                          <a:gd name="connsiteY30" fmla="*/ 2343 h 10000"/>
                          <a:gd name="connsiteX31" fmla="*/ 2937 w 10000"/>
                          <a:gd name="connsiteY31" fmla="*/ 1429 h 10000"/>
                          <a:gd name="connsiteX32" fmla="*/ 3254 w 10000"/>
                          <a:gd name="connsiteY32" fmla="*/ 743 h 10000"/>
                          <a:gd name="connsiteX33" fmla="*/ 3889 w 10000"/>
                          <a:gd name="connsiteY33" fmla="*/ 286 h 10000"/>
                          <a:gd name="connsiteX34" fmla="*/ 4524 w 10000"/>
                          <a:gd name="connsiteY34" fmla="*/ 57 h 10000"/>
                          <a:gd name="connsiteX35" fmla="*/ 5317 w 10000"/>
                          <a:gd name="connsiteY35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159 w 10000"/>
                          <a:gd name="connsiteY21" fmla="*/ 5657 h 10000"/>
                          <a:gd name="connsiteX22" fmla="*/ 556 w 10000"/>
                          <a:gd name="connsiteY22" fmla="*/ 5257 h 10000"/>
                          <a:gd name="connsiteX23" fmla="*/ 1190 w 10000"/>
                          <a:gd name="connsiteY23" fmla="*/ 5029 h 10000"/>
                          <a:gd name="connsiteX24" fmla="*/ 1825 w 10000"/>
                          <a:gd name="connsiteY24" fmla="*/ 4800 h 10000"/>
                          <a:gd name="connsiteX25" fmla="*/ 2540 w 10000"/>
                          <a:gd name="connsiteY25" fmla="*/ 4629 h 10000"/>
                          <a:gd name="connsiteX26" fmla="*/ 3016 w 10000"/>
                          <a:gd name="connsiteY26" fmla="*/ 4514 h 10000"/>
                          <a:gd name="connsiteX27" fmla="*/ 3571 w 10000"/>
                          <a:gd name="connsiteY27" fmla="*/ 3429 h 10000"/>
                          <a:gd name="connsiteX28" fmla="*/ 3175 w 10000"/>
                          <a:gd name="connsiteY28" fmla="*/ 2857 h 10000"/>
                          <a:gd name="connsiteX29" fmla="*/ 2937 w 10000"/>
                          <a:gd name="connsiteY29" fmla="*/ 2343 h 10000"/>
                          <a:gd name="connsiteX30" fmla="*/ 2937 w 10000"/>
                          <a:gd name="connsiteY30" fmla="*/ 1429 h 10000"/>
                          <a:gd name="connsiteX31" fmla="*/ 3254 w 10000"/>
                          <a:gd name="connsiteY31" fmla="*/ 743 h 10000"/>
                          <a:gd name="connsiteX32" fmla="*/ 3889 w 10000"/>
                          <a:gd name="connsiteY32" fmla="*/ 286 h 10000"/>
                          <a:gd name="connsiteX33" fmla="*/ 4524 w 10000"/>
                          <a:gd name="connsiteY33" fmla="*/ 57 h 10000"/>
                          <a:gd name="connsiteX34" fmla="*/ 5317 w 10000"/>
                          <a:gd name="connsiteY34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159 w 10000"/>
                          <a:gd name="connsiteY21" fmla="*/ 5657 h 10000"/>
                          <a:gd name="connsiteX22" fmla="*/ 556 w 10000"/>
                          <a:gd name="connsiteY22" fmla="*/ 5257 h 10000"/>
                          <a:gd name="connsiteX23" fmla="*/ 1190 w 10000"/>
                          <a:gd name="connsiteY23" fmla="*/ 5029 h 10000"/>
                          <a:gd name="connsiteX24" fmla="*/ 1825 w 10000"/>
                          <a:gd name="connsiteY24" fmla="*/ 4800 h 10000"/>
                          <a:gd name="connsiteX25" fmla="*/ 2540 w 10000"/>
                          <a:gd name="connsiteY25" fmla="*/ 4629 h 10000"/>
                          <a:gd name="connsiteX26" fmla="*/ 3016 w 10000"/>
                          <a:gd name="connsiteY26" fmla="*/ 4514 h 10000"/>
                          <a:gd name="connsiteX27" fmla="*/ 3571 w 10000"/>
                          <a:gd name="connsiteY27" fmla="*/ 3429 h 10000"/>
                          <a:gd name="connsiteX28" fmla="*/ 3175 w 10000"/>
                          <a:gd name="connsiteY28" fmla="*/ 2857 h 10000"/>
                          <a:gd name="connsiteX29" fmla="*/ 2937 w 10000"/>
                          <a:gd name="connsiteY29" fmla="*/ 2343 h 10000"/>
                          <a:gd name="connsiteX30" fmla="*/ 2937 w 10000"/>
                          <a:gd name="connsiteY30" fmla="*/ 1429 h 10000"/>
                          <a:gd name="connsiteX31" fmla="*/ 3254 w 10000"/>
                          <a:gd name="connsiteY31" fmla="*/ 743 h 10000"/>
                          <a:gd name="connsiteX32" fmla="*/ 3889 w 10000"/>
                          <a:gd name="connsiteY32" fmla="*/ 286 h 10000"/>
                          <a:gd name="connsiteX33" fmla="*/ 4524 w 10000"/>
                          <a:gd name="connsiteY33" fmla="*/ 57 h 10000"/>
                          <a:gd name="connsiteX34" fmla="*/ 5317 w 10000"/>
                          <a:gd name="connsiteY34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159 w 10000"/>
                          <a:gd name="connsiteY21" fmla="*/ 5657 h 10000"/>
                          <a:gd name="connsiteX22" fmla="*/ 556 w 10000"/>
                          <a:gd name="connsiteY22" fmla="*/ 5257 h 10000"/>
                          <a:gd name="connsiteX23" fmla="*/ 1190 w 10000"/>
                          <a:gd name="connsiteY23" fmla="*/ 5029 h 10000"/>
                          <a:gd name="connsiteX24" fmla="*/ 1825 w 10000"/>
                          <a:gd name="connsiteY24" fmla="*/ 4800 h 10000"/>
                          <a:gd name="connsiteX25" fmla="*/ 2540 w 10000"/>
                          <a:gd name="connsiteY25" fmla="*/ 4629 h 10000"/>
                          <a:gd name="connsiteX26" fmla="*/ 3016 w 10000"/>
                          <a:gd name="connsiteY26" fmla="*/ 4514 h 10000"/>
                          <a:gd name="connsiteX27" fmla="*/ 3571 w 10000"/>
                          <a:gd name="connsiteY27" fmla="*/ 3429 h 10000"/>
                          <a:gd name="connsiteX28" fmla="*/ 3175 w 10000"/>
                          <a:gd name="connsiteY28" fmla="*/ 2857 h 10000"/>
                          <a:gd name="connsiteX29" fmla="*/ 2937 w 10000"/>
                          <a:gd name="connsiteY29" fmla="*/ 2343 h 10000"/>
                          <a:gd name="connsiteX30" fmla="*/ 2937 w 10000"/>
                          <a:gd name="connsiteY30" fmla="*/ 1429 h 10000"/>
                          <a:gd name="connsiteX31" fmla="*/ 3254 w 10000"/>
                          <a:gd name="connsiteY31" fmla="*/ 743 h 10000"/>
                          <a:gd name="connsiteX32" fmla="*/ 3889 w 10000"/>
                          <a:gd name="connsiteY32" fmla="*/ 286 h 10000"/>
                          <a:gd name="connsiteX33" fmla="*/ 4524 w 10000"/>
                          <a:gd name="connsiteY33" fmla="*/ 57 h 10000"/>
                          <a:gd name="connsiteX34" fmla="*/ 5317 w 10000"/>
                          <a:gd name="connsiteY34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159 w 10000"/>
                          <a:gd name="connsiteY21" fmla="*/ 5657 h 10000"/>
                          <a:gd name="connsiteX22" fmla="*/ 556 w 10000"/>
                          <a:gd name="connsiteY22" fmla="*/ 5257 h 10000"/>
                          <a:gd name="connsiteX23" fmla="*/ 1190 w 10000"/>
                          <a:gd name="connsiteY23" fmla="*/ 5029 h 10000"/>
                          <a:gd name="connsiteX24" fmla="*/ 1825 w 10000"/>
                          <a:gd name="connsiteY24" fmla="*/ 4800 h 10000"/>
                          <a:gd name="connsiteX25" fmla="*/ 2540 w 10000"/>
                          <a:gd name="connsiteY25" fmla="*/ 4629 h 10000"/>
                          <a:gd name="connsiteX26" fmla="*/ 3016 w 10000"/>
                          <a:gd name="connsiteY26" fmla="*/ 4514 h 10000"/>
                          <a:gd name="connsiteX27" fmla="*/ 3571 w 10000"/>
                          <a:gd name="connsiteY27" fmla="*/ 3429 h 10000"/>
                          <a:gd name="connsiteX28" fmla="*/ 3175 w 10000"/>
                          <a:gd name="connsiteY28" fmla="*/ 2857 h 10000"/>
                          <a:gd name="connsiteX29" fmla="*/ 2937 w 10000"/>
                          <a:gd name="connsiteY29" fmla="*/ 2343 h 10000"/>
                          <a:gd name="connsiteX30" fmla="*/ 2937 w 10000"/>
                          <a:gd name="connsiteY30" fmla="*/ 1429 h 10000"/>
                          <a:gd name="connsiteX31" fmla="*/ 3254 w 10000"/>
                          <a:gd name="connsiteY31" fmla="*/ 743 h 10000"/>
                          <a:gd name="connsiteX32" fmla="*/ 3889 w 10000"/>
                          <a:gd name="connsiteY32" fmla="*/ 286 h 10000"/>
                          <a:gd name="connsiteX33" fmla="*/ 4524 w 10000"/>
                          <a:gd name="connsiteY33" fmla="*/ 57 h 10000"/>
                          <a:gd name="connsiteX34" fmla="*/ 5317 w 10000"/>
                          <a:gd name="connsiteY34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556 w 10000"/>
                          <a:gd name="connsiteY21" fmla="*/ 5257 h 10000"/>
                          <a:gd name="connsiteX22" fmla="*/ 1190 w 10000"/>
                          <a:gd name="connsiteY22" fmla="*/ 5029 h 10000"/>
                          <a:gd name="connsiteX23" fmla="*/ 1825 w 10000"/>
                          <a:gd name="connsiteY23" fmla="*/ 4800 h 10000"/>
                          <a:gd name="connsiteX24" fmla="*/ 2540 w 10000"/>
                          <a:gd name="connsiteY24" fmla="*/ 4629 h 10000"/>
                          <a:gd name="connsiteX25" fmla="*/ 3016 w 10000"/>
                          <a:gd name="connsiteY25" fmla="*/ 4514 h 10000"/>
                          <a:gd name="connsiteX26" fmla="*/ 3571 w 10000"/>
                          <a:gd name="connsiteY26" fmla="*/ 3429 h 10000"/>
                          <a:gd name="connsiteX27" fmla="*/ 3175 w 10000"/>
                          <a:gd name="connsiteY27" fmla="*/ 2857 h 10000"/>
                          <a:gd name="connsiteX28" fmla="*/ 2937 w 10000"/>
                          <a:gd name="connsiteY28" fmla="*/ 2343 h 10000"/>
                          <a:gd name="connsiteX29" fmla="*/ 2937 w 10000"/>
                          <a:gd name="connsiteY29" fmla="*/ 1429 h 10000"/>
                          <a:gd name="connsiteX30" fmla="*/ 3254 w 10000"/>
                          <a:gd name="connsiteY30" fmla="*/ 743 h 10000"/>
                          <a:gd name="connsiteX31" fmla="*/ 3889 w 10000"/>
                          <a:gd name="connsiteY31" fmla="*/ 286 h 10000"/>
                          <a:gd name="connsiteX32" fmla="*/ 4524 w 10000"/>
                          <a:gd name="connsiteY32" fmla="*/ 57 h 10000"/>
                          <a:gd name="connsiteX33" fmla="*/ 5317 w 10000"/>
                          <a:gd name="connsiteY33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1190 w 10000"/>
                          <a:gd name="connsiteY21" fmla="*/ 5029 h 10000"/>
                          <a:gd name="connsiteX22" fmla="*/ 1825 w 10000"/>
                          <a:gd name="connsiteY22" fmla="*/ 4800 h 10000"/>
                          <a:gd name="connsiteX23" fmla="*/ 2540 w 10000"/>
                          <a:gd name="connsiteY23" fmla="*/ 4629 h 10000"/>
                          <a:gd name="connsiteX24" fmla="*/ 3016 w 10000"/>
                          <a:gd name="connsiteY24" fmla="*/ 4514 h 10000"/>
                          <a:gd name="connsiteX25" fmla="*/ 3571 w 10000"/>
                          <a:gd name="connsiteY25" fmla="*/ 3429 h 10000"/>
                          <a:gd name="connsiteX26" fmla="*/ 3175 w 10000"/>
                          <a:gd name="connsiteY26" fmla="*/ 2857 h 10000"/>
                          <a:gd name="connsiteX27" fmla="*/ 2937 w 10000"/>
                          <a:gd name="connsiteY27" fmla="*/ 2343 h 10000"/>
                          <a:gd name="connsiteX28" fmla="*/ 2937 w 10000"/>
                          <a:gd name="connsiteY28" fmla="*/ 1429 h 10000"/>
                          <a:gd name="connsiteX29" fmla="*/ 3254 w 10000"/>
                          <a:gd name="connsiteY29" fmla="*/ 743 h 10000"/>
                          <a:gd name="connsiteX30" fmla="*/ 3889 w 10000"/>
                          <a:gd name="connsiteY30" fmla="*/ 286 h 10000"/>
                          <a:gd name="connsiteX31" fmla="*/ 4524 w 10000"/>
                          <a:gd name="connsiteY31" fmla="*/ 57 h 10000"/>
                          <a:gd name="connsiteX32" fmla="*/ 5317 w 10000"/>
                          <a:gd name="connsiteY32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1825 w 10000"/>
                          <a:gd name="connsiteY21" fmla="*/ 4800 h 10000"/>
                          <a:gd name="connsiteX22" fmla="*/ 2540 w 10000"/>
                          <a:gd name="connsiteY22" fmla="*/ 4629 h 10000"/>
                          <a:gd name="connsiteX23" fmla="*/ 3016 w 10000"/>
                          <a:gd name="connsiteY23" fmla="*/ 4514 h 10000"/>
                          <a:gd name="connsiteX24" fmla="*/ 3571 w 10000"/>
                          <a:gd name="connsiteY24" fmla="*/ 3429 h 10000"/>
                          <a:gd name="connsiteX25" fmla="*/ 3175 w 10000"/>
                          <a:gd name="connsiteY25" fmla="*/ 2857 h 10000"/>
                          <a:gd name="connsiteX26" fmla="*/ 2937 w 10000"/>
                          <a:gd name="connsiteY26" fmla="*/ 2343 h 10000"/>
                          <a:gd name="connsiteX27" fmla="*/ 2937 w 10000"/>
                          <a:gd name="connsiteY27" fmla="*/ 1429 h 10000"/>
                          <a:gd name="connsiteX28" fmla="*/ 3254 w 10000"/>
                          <a:gd name="connsiteY28" fmla="*/ 743 h 10000"/>
                          <a:gd name="connsiteX29" fmla="*/ 3889 w 10000"/>
                          <a:gd name="connsiteY29" fmla="*/ 286 h 10000"/>
                          <a:gd name="connsiteX30" fmla="*/ 4524 w 10000"/>
                          <a:gd name="connsiteY30" fmla="*/ 57 h 10000"/>
                          <a:gd name="connsiteX31" fmla="*/ 5317 w 10000"/>
                          <a:gd name="connsiteY31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3175 w 10000"/>
                          <a:gd name="connsiteY24" fmla="*/ 2857 h 10000"/>
                          <a:gd name="connsiteX25" fmla="*/ 2937 w 10000"/>
                          <a:gd name="connsiteY25" fmla="*/ 2343 h 10000"/>
                          <a:gd name="connsiteX26" fmla="*/ 2937 w 10000"/>
                          <a:gd name="connsiteY26" fmla="*/ 1429 h 10000"/>
                          <a:gd name="connsiteX27" fmla="*/ 3254 w 10000"/>
                          <a:gd name="connsiteY27" fmla="*/ 743 h 10000"/>
                          <a:gd name="connsiteX28" fmla="*/ 3889 w 10000"/>
                          <a:gd name="connsiteY28" fmla="*/ 286 h 10000"/>
                          <a:gd name="connsiteX29" fmla="*/ 4524 w 10000"/>
                          <a:gd name="connsiteY29" fmla="*/ 57 h 10000"/>
                          <a:gd name="connsiteX30" fmla="*/ 5317 w 10000"/>
                          <a:gd name="connsiteY30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3175 w 10000"/>
                          <a:gd name="connsiteY24" fmla="*/ 2857 h 10000"/>
                          <a:gd name="connsiteX25" fmla="*/ 2937 w 10000"/>
                          <a:gd name="connsiteY25" fmla="*/ 2343 h 10000"/>
                          <a:gd name="connsiteX26" fmla="*/ 2937 w 10000"/>
                          <a:gd name="connsiteY26" fmla="*/ 1429 h 10000"/>
                          <a:gd name="connsiteX27" fmla="*/ 3254 w 10000"/>
                          <a:gd name="connsiteY27" fmla="*/ 743 h 10000"/>
                          <a:gd name="connsiteX28" fmla="*/ 3889 w 10000"/>
                          <a:gd name="connsiteY28" fmla="*/ 286 h 10000"/>
                          <a:gd name="connsiteX29" fmla="*/ 4524 w 10000"/>
                          <a:gd name="connsiteY29" fmla="*/ 57 h 10000"/>
                          <a:gd name="connsiteX30" fmla="*/ 5317 w 10000"/>
                          <a:gd name="connsiteY30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3175 w 10000"/>
                          <a:gd name="connsiteY24" fmla="*/ 2857 h 10000"/>
                          <a:gd name="connsiteX25" fmla="*/ 2937 w 10000"/>
                          <a:gd name="connsiteY25" fmla="*/ 2343 h 10000"/>
                          <a:gd name="connsiteX26" fmla="*/ 2937 w 10000"/>
                          <a:gd name="connsiteY26" fmla="*/ 1429 h 10000"/>
                          <a:gd name="connsiteX27" fmla="*/ 3254 w 10000"/>
                          <a:gd name="connsiteY27" fmla="*/ 743 h 10000"/>
                          <a:gd name="connsiteX28" fmla="*/ 3889 w 10000"/>
                          <a:gd name="connsiteY28" fmla="*/ 286 h 10000"/>
                          <a:gd name="connsiteX29" fmla="*/ 4524 w 10000"/>
                          <a:gd name="connsiteY29" fmla="*/ 57 h 10000"/>
                          <a:gd name="connsiteX30" fmla="*/ 5317 w 10000"/>
                          <a:gd name="connsiteY30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2937 w 10000"/>
                          <a:gd name="connsiteY24" fmla="*/ 2343 h 10000"/>
                          <a:gd name="connsiteX25" fmla="*/ 2937 w 10000"/>
                          <a:gd name="connsiteY25" fmla="*/ 1429 h 10000"/>
                          <a:gd name="connsiteX26" fmla="*/ 3254 w 10000"/>
                          <a:gd name="connsiteY26" fmla="*/ 743 h 10000"/>
                          <a:gd name="connsiteX27" fmla="*/ 3889 w 10000"/>
                          <a:gd name="connsiteY27" fmla="*/ 286 h 10000"/>
                          <a:gd name="connsiteX28" fmla="*/ 4524 w 10000"/>
                          <a:gd name="connsiteY28" fmla="*/ 57 h 10000"/>
                          <a:gd name="connsiteX29" fmla="*/ 5317 w 10000"/>
                          <a:gd name="connsiteY29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2937 w 10000"/>
                          <a:gd name="connsiteY24" fmla="*/ 1429 h 10000"/>
                          <a:gd name="connsiteX25" fmla="*/ 3254 w 10000"/>
                          <a:gd name="connsiteY25" fmla="*/ 743 h 10000"/>
                          <a:gd name="connsiteX26" fmla="*/ 3889 w 10000"/>
                          <a:gd name="connsiteY26" fmla="*/ 286 h 10000"/>
                          <a:gd name="connsiteX27" fmla="*/ 4524 w 10000"/>
                          <a:gd name="connsiteY27" fmla="*/ 57 h 10000"/>
                          <a:gd name="connsiteX28" fmla="*/ 5317 w 10000"/>
                          <a:gd name="connsiteY28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3254 w 10000"/>
                          <a:gd name="connsiteY24" fmla="*/ 743 h 10000"/>
                          <a:gd name="connsiteX25" fmla="*/ 3889 w 10000"/>
                          <a:gd name="connsiteY25" fmla="*/ 286 h 10000"/>
                          <a:gd name="connsiteX26" fmla="*/ 4524 w 10000"/>
                          <a:gd name="connsiteY26" fmla="*/ 57 h 10000"/>
                          <a:gd name="connsiteX27" fmla="*/ 5317 w 10000"/>
                          <a:gd name="connsiteY27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3889 w 10000"/>
                          <a:gd name="connsiteY24" fmla="*/ 286 h 10000"/>
                          <a:gd name="connsiteX25" fmla="*/ 4524 w 10000"/>
                          <a:gd name="connsiteY25" fmla="*/ 57 h 10000"/>
                          <a:gd name="connsiteX26" fmla="*/ 5317 w 10000"/>
                          <a:gd name="connsiteY26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4524 w 10000"/>
                          <a:gd name="connsiteY24" fmla="*/ 57 h 10000"/>
                          <a:gd name="connsiteX25" fmla="*/ 5317 w 10000"/>
                          <a:gd name="connsiteY25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5317 w 10000"/>
                          <a:gd name="connsiteY24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5317 w 10000"/>
                          <a:gd name="connsiteY24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5317 w 10000"/>
                          <a:gd name="connsiteY24" fmla="*/ 0 h 10000"/>
                          <a:gd name="connsiteX0" fmla="*/ 5317 w 10000"/>
                          <a:gd name="connsiteY0" fmla="*/ 0 h 10000"/>
                          <a:gd name="connsiteX1" fmla="*/ 6032 w 10000"/>
                          <a:gd name="connsiteY1" fmla="*/ 171 h 10000"/>
                          <a:gd name="connsiteX2" fmla="*/ 6667 w 10000"/>
                          <a:gd name="connsiteY2" fmla="*/ 514 h 10000"/>
                          <a:gd name="connsiteX3" fmla="*/ 7222 w 10000"/>
                          <a:gd name="connsiteY3" fmla="*/ 971 h 10000"/>
                          <a:gd name="connsiteX4" fmla="*/ 7381 w 10000"/>
                          <a:gd name="connsiteY4" fmla="*/ 1657 h 10000"/>
                          <a:gd name="connsiteX5" fmla="*/ 7302 w 10000"/>
                          <a:gd name="connsiteY5" fmla="*/ 2457 h 10000"/>
                          <a:gd name="connsiteX6" fmla="*/ 7143 w 10000"/>
                          <a:gd name="connsiteY6" fmla="*/ 2914 h 10000"/>
                          <a:gd name="connsiteX7" fmla="*/ 6905 w 10000"/>
                          <a:gd name="connsiteY7" fmla="*/ 3143 h 10000"/>
                          <a:gd name="connsiteX8" fmla="*/ 6667 w 10000"/>
                          <a:gd name="connsiteY8" fmla="*/ 3371 h 10000"/>
                          <a:gd name="connsiteX9" fmla="*/ 6508 w 10000"/>
                          <a:gd name="connsiteY9" fmla="*/ 3486 h 10000"/>
                          <a:gd name="connsiteX10" fmla="*/ 6984 w 10000"/>
                          <a:gd name="connsiteY10" fmla="*/ 4571 h 10000"/>
                          <a:gd name="connsiteX11" fmla="*/ 10000 w 10000"/>
                          <a:gd name="connsiteY11" fmla="*/ 6571 h 10000"/>
                          <a:gd name="connsiteX12" fmla="*/ 10000 w 10000"/>
                          <a:gd name="connsiteY12" fmla="*/ 7486 h 10000"/>
                          <a:gd name="connsiteX13" fmla="*/ 7857 w 10000"/>
                          <a:gd name="connsiteY13" fmla="*/ 8686 h 10000"/>
                          <a:gd name="connsiteX14" fmla="*/ 5873 w 10000"/>
                          <a:gd name="connsiteY14" fmla="*/ 9886 h 10000"/>
                          <a:gd name="connsiteX15" fmla="*/ 5317 w 10000"/>
                          <a:gd name="connsiteY15" fmla="*/ 10000 h 10000"/>
                          <a:gd name="connsiteX16" fmla="*/ 4683 w 10000"/>
                          <a:gd name="connsiteY16" fmla="*/ 10000 h 10000"/>
                          <a:gd name="connsiteX17" fmla="*/ 4127 w 10000"/>
                          <a:gd name="connsiteY17" fmla="*/ 9886 h 10000"/>
                          <a:gd name="connsiteX18" fmla="*/ 3016 w 10000"/>
                          <a:gd name="connsiteY18" fmla="*/ 9257 h 10000"/>
                          <a:gd name="connsiteX19" fmla="*/ 0 w 10000"/>
                          <a:gd name="connsiteY19" fmla="*/ 7486 h 10000"/>
                          <a:gd name="connsiteX20" fmla="*/ 0 w 10000"/>
                          <a:gd name="connsiteY20" fmla="*/ 6457 h 10000"/>
                          <a:gd name="connsiteX21" fmla="*/ 2540 w 10000"/>
                          <a:gd name="connsiteY21" fmla="*/ 4629 h 10000"/>
                          <a:gd name="connsiteX22" fmla="*/ 3016 w 10000"/>
                          <a:gd name="connsiteY22" fmla="*/ 4514 h 10000"/>
                          <a:gd name="connsiteX23" fmla="*/ 3571 w 10000"/>
                          <a:gd name="connsiteY23" fmla="*/ 3429 h 10000"/>
                          <a:gd name="connsiteX24" fmla="*/ 5317 w 10000"/>
                          <a:gd name="connsiteY24" fmla="*/ 0 h 10000"/>
                          <a:gd name="connsiteX0" fmla="*/ 5317 w 10000"/>
                          <a:gd name="connsiteY0" fmla="*/ 5 h 10005"/>
                          <a:gd name="connsiteX1" fmla="*/ 6032 w 10000"/>
                          <a:gd name="connsiteY1" fmla="*/ 176 h 10005"/>
                          <a:gd name="connsiteX2" fmla="*/ 6667 w 10000"/>
                          <a:gd name="connsiteY2" fmla="*/ 519 h 10005"/>
                          <a:gd name="connsiteX3" fmla="*/ 7222 w 10000"/>
                          <a:gd name="connsiteY3" fmla="*/ 976 h 10005"/>
                          <a:gd name="connsiteX4" fmla="*/ 7381 w 10000"/>
                          <a:gd name="connsiteY4" fmla="*/ 1662 h 10005"/>
                          <a:gd name="connsiteX5" fmla="*/ 7302 w 10000"/>
                          <a:gd name="connsiteY5" fmla="*/ 2462 h 10005"/>
                          <a:gd name="connsiteX6" fmla="*/ 7143 w 10000"/>
                          <a:gd name="connsiteY6" fmla="*/ 2919 h 10005"/>
                          <a:gd name="connsiteX7" fmla="*/ 6905 w 10000"/>
                          <a:gd name="connsiteY7" fmla="*/ 3148 h 10005"/>
                          <a:gd name="connsiteX8" fmla="*/ 6667 w 10000"/>
                          <a:gd name="connsiteY8" fmla="*/ 3376 h 10005"/>
                          <a:gd name="connsiteX9" fmla="*/ 6508 w 10000"/>
                          <a:gd name="connsiteY9" fmla="*/ 3491 h 10005"/>
                          <a:gd name="connsiteX10" fmla="*/ 6984 w 10000"/>
                          <a:gd name="connsiteY10" fmla="*/ 4576 h 10005"/>
                          <a:gd name="connsiteX11" fmla="*/ 10000 w 10000"/>
                          <a:gd name="connsiteY11" fmla="*/ 6576 h 10005"/>
                          <a:gd name="connsiteX12" fmla="*/ 10000 w 10000"/>
                          <a:gd name="connsiteY12" fmla="*/ 7491 h 10005"/>
                          <a:gd name="connsiteX13" fmla="*/ 7857 w 10000"/>
                          <a:gd name="connsiteY13" fmla="*/ 8691 h 10005"/>
                          <a:gd name="connsiteX14" fmla="*/ 5873 w 10000"/>
                          <a:gd name="connsiteY14" fmla="*/ 9891 h 10005"/>
                          <a:gd name="connsiteX15" fmla="*/ 5317 w 10000"/>
                          <a:gd name="connsiteY15" fmla="*/ 10005 h 10005"/>
                          <a:gd name="connsiteX16" fmla="*/ 4683 w 10000"/>
                          <a:gd name="connsiteY16" fmla="*/ 10005 h 10005"/>
                          <a:gd name="connsiteX17" fmla="*/ 4127 w 10000"/>
                          <a:gd name="connsiteY17" fmla="*/ 9891 h 10005"/>
                          <a:gd name="connsiteX18" fmla="*/ 3016 w 10000"/>
                          <a:gd name="connsiteY18" fmla="*/ 9262 h 10005"/>
                          <a:gd name="connsiteX19" fmla="*/ 0 w 10000"/>
                          <a:gd name="connsiteY19" fmla="*/ 7491 h 10005"/>
                          <a:gd name="connsiteX20" fmla="*/ 0 w 10000"/>
                          <a:gd name="connsiteY20" fmla="*/ 6462 h 10005"/>
                          <a:gd name="connsiteX21" fmla="*/ 2540 w 10000"/>
                          <a:gd name="connsiteY21" fmla="*/ 4634 h 10005"/>
                          <a:gd name="connsiteX22" fmla="*/ 3016 w 10000"/>
                          <a:gd name="connsiteY22" fmla="*/ 4519 h 10005"/>
                          <a:gd name="connsiteX23" fmla="*/ 3571 w 10000"/>
                          <a:gd name="connsiteY23" fmla="*/ 3434 h 10005"/>
                          <a:gd name="connsiteX24" fmla="*/ 5317 w 10000"/>
                          <a:gd name="connsiteY24" fmla="*/ 5 h 10005"/>
                          <a:gd name="connsiteX0" fmla="*/ 5317 w 10000"/>
                          <a:gd name="connsiteY0" fmla="*/ 5 h 10005"/>
                          <a:gd name="connsiteX1" fmla="*/ 6032 w 10000"/>
                          <a:gd name="connsiteY1" fmla="*/ 176 h 10005"/>
                          <a:gd name="connsiteX2" fmla="*/ 6667 w 10000"/>
                          <a:gd name="connsiteY2" fmla="*/ 519 h 10005"/>
                          <a:gd name="connsiteX3" fmla="*/ 7222 w 10000"/>
                          <a:gd name="connsiteY3" fmla="*/ 976 h 10005"/>
                          <a:gd name="connsiteX4" fmla="*/ 7381 w 10000"/>
                          <a:gd name="connsiteY4" fmla="*/ 1662 h 10005"/>
                          <a:gd name="connsiteX5" fmla="*/ 7302 w 10000"/>
                          <a:gd name="connsiteY5" fmla="*/ 2462 h 10005"/>
                          <a:gd name="connsiteX6" fmla="*/ 7143 w 10000"/>
                          <a:gd name="connsiteY6" fmla="*/ 2919 h 10005"/>
                          <a:gd name="connsiteX7" fmla="*/ 6905 w 10000"/>
                          <a:gd name="connsiteY7" fmla="*/ 3148 h 10005"/>
                          <a:gd name="connsiteX8" fmla="*/ 6508 w 10000"/>
                          <a:gd name="connsiteY8" fmla="*/ 3491 h 10005"/>
                          <a:gd name="connsiteX9" fmla="*/ 6984 w 10000"/>
                          <a:gd name="connsiteY9" fmla="*/ 4576 h 10005"/>
                          <a:gd name="connsiteX10" fmla="*/ 10000 w 10000"/>
                          <a:gd name="connsiteY10" fmla="*/ 6576 h 10005"/>
                          <a:gd name="connsiteX11" fmla="*/ 10000 w 10000"/>
                          <a:gd name="connsiteY11" fmla="*/ 7491 h 10005"/>
                          <a:gd name="connsiteX12" fmla="*/ 7857 w 10000"/>
                          <a:gd name="connsiteY12" fmla="*/ 8691 h 10005"/>
                          <a:gd name="connsiteX13" fmla="*/ 5873 w 10000"/>
                          <a:gd name="connsiteY13" fmla="*/ 9891 h 10005"/>
                          <a:gd name="connsiteX14" fmla="*/ 5317 w 10000"/>
                          <a:gd name="connsiteY14" fmla="*/ 10005 h 10005"/>
                          <a:gd name="connsiteX15" fmla="*/ 4683 w 10000"/>
                          <a:gd name="connsiteY15" fmla="*/ 10005 h 10005"/>
                          <a:gd name="connsiteX16" fmla="*/ 4127 w 10000"/>
                          <a:gd name="connsiteY16" fmla="*/ 9891 h 10005"/>
                          <a:gd name="connsiteX17" fmla="*/ 3016 w 10000"/>
                          <a:gd name="connsiteY17" fmla="*/ 9262 h 10005"/>
                          <a:gd name="connsiteX18" fmla="*/ 0 w 10000"/>
                          <a:gd name="connsiteY18" fmla="*/ 7491 h 10005"/>
                          <a:gd name="connsiteX19" fmla="*/ 0 w 10000"/>
                          <a:gd name="connsiteY19" fmla="*/ 6462 h 10005"/>
                          <a:gd name="connsiteX20" fmla="*/ 2540 w 10000"/>
                          <a:gd name="connsiteY20" fmla="*/ 4634 h 10005"/>
                          <a:gd name="connsiteX21" fmla="*/ 3016 w 10000"/>
                          <a:gd name="connsiteY21" fmla="*/ 4519 h 10005"/>
                          <a:gd name="connsiteX22" fmla="*/ 3571 w 10000"/>
                          <a:gd name="connsiteY22" fmla="*/ 3434 h 10005"/>
                          <a:gd name="connsiteX23" fmla="*/ 5317 w 10000"/>
                          <a:gd name="connsiteY23" fmla="*/ 5 h 10005"/>
                          <a:gd name="connsiteX0" fmla="*/ 5317 w 10000"/>
                          <a:gd name="connsiteY0" fmla="*/ 5 h 10005"/>
                          <a:gd name="connsiteX1" fmla="*/ 6032 w 10000"/>
                          <a:gd name="connsiteY1" fmla="*/ 176 h 10005"/>
                          <a:gd name="connsiteX2" fmla="*/ 6667 w 10000"/>
                          <a:gd name="connsiteY2" fmla="*/ 519 h 10005"/>
                          <a:gd name="connsiteX3" fmla="*/ 7222 w 10000"/>
                          <a:gd name="connsiteY3" fmla="*/ 976 h 10005"/>
                          <a:gd name="connsiteX4" fmla="*/ 7381 w 10000"/>
                          <a:gd name="connsiteY4" fmla="*/ 1662 h 10005"/>
                          <a:gd name="connsiteX5" fmla="*/ 7302 w 10000"/>
                          <a:gd name="connsiteY5" fmla="*/ 2462 h 10005"/>
                          <a:gd name="connsiteX6" fmla="*/ 7143 w 10000"/>
                          <a:gd name="connsiteY6" fmla="*/ 2919 h 10005"/>
                          <a:gd name="connsiteX7" fmla="*/ 6508 w 10000"/>
                          <a:gd name="connsiteY7" fmla="*/ 3491 h 10005"/>
                          <a:gd name="connsiteX8" fmla="*/ 6984 w 10000"/>
                          <a:gd name="connsiteY8" fmla="*/ 4576 h 10005"/>
                          <a:gd name="connsiteX9" fmla="*/ 10000 w 10000"/>
                          <a:gd name="connsiteY9" fmla="*/ 6576 h 10005"/>
                          <a:gd name="connsiteX10" fmla="*/ 10000 w 10000"/>
                          <a:gd name="connsiteY10" fmla="*/ 7491 h 10005"/>
                          <a:gd name="connsiteX11" fmla="*/ 7857 w 10000"/>
                          <a:gd name="connsiteY11" fmla="*/ 8691 h 10005"/>
                          <a:gd name="connsiteX12" fmla="*/ 5873 w 10000"/>
                          <a:gd name="connsiteY12" fmla="*/ 9891 h 10005"/>
                          <a:gd name="connsiteX13" fmla="*/ 5317 w 10000"/>
                          <a:gd name="connsiteY13" fmla="*/ 10005 h 10005"/>
                          <a:gd name="connsiteX14" fmla="*/ 4683 w 10000"/>
                          <a:gd name="connsiteY14" fmla="*/ 10005 h 10005"/>
                          <a:gd name="connsiteX15" fmla="*/ 4127 w 10000"/>
                          <a:gd name="connsiteY15" fmla="*/ 9891 h 10005"/>
                          <a:gd name="connsiteX16" fmla="*/ 3016 w 10000"/>
                          <a:gd name="connsiteY16" fmla="*/ 9262 h 10005"/>
                          <a:gd name="connsiteX17" fmla="*/ 0 w 10000"/>
                          <a:gd name="connsiteY17" fmla="*/ 7491 h 10005"/>
                          <a:gd name="connsiteX18" fmla="*/ 0 w 10000"/>
                          <a:gd name="connsiteY18" fmla="*/ 6462 h 10005"/>
                          <a:gd name="connsiteX19" fmla="*/ 2540 w 10000"/>
                          <a:gd name="connsiteY19" fmla="*/ 4634 h 10005"/>
                          <a:gd name="connsiteX20" fmla="*/ 3016 w 10000"/>
                          <a:gd name="connsiteY20" fmla="*/ 4519 h 10005"/>
                          <a:gd name="connsiteX21" fmla="*/ 3571 w 10000"/>
                          <a:gd name="connsiteY21" fmla="*/ 3434 h 10005"/>
                          <a:gd name="connsiteX22" fmla="*/ 5317 w 10000"/>
                          <a:gd name="connsiteY22" fmla="*/ 5 h 10005"/>
                          <a:gd name="connsiteX0" fmla="*/ 5317 w 10000"/>
                          <a:gd name="connsiteY0" fmla="*/ 5 h 10005"/>
                          <a:gd name="connsiteX1" fmla="*/ 6032 w 10000"/>
                          <a:gd name="connsiteY1" fmla="*/ 176 h 10005"/>
                          <a:gd name="connsiteX2" fmla="*/ 6667 w 10000"/>
                          <a:gd name="connsiteY2" fmla="*/ 519 h 10005"/>
                          <a:gd name="connsiteX3" fmla="*/ 7222 w 10000"/>
                          <a:gd name="connsiteY3" fmla="*/ 976 h 10005"/>
                          <a:gd name="connsiteX4" fmla="*/ 7381 w 10000"/>
                          <a:gd name="connsiteY4" fmla="*/ 1662 h 10005"/>
                          <a:gd name="connsiteX5" fmla="*/ 7302 w 10000"/>
                          <a:gd name="connsiteY5" fmla="*/ 2462 h 10005"/>
                          <a:gd name="connsiteX6" fmla="*/ 6508 w 10000"/>
                          <a:gd name="connsiteY6" fmla="*/ 3491 h 10005"/>
                          <a:gd name="connsiteX7" fmla="*/ 6984 w 10000"/>
                          <a:gd name="connsiteY7" fmla="*/ 4576 h 10005"/>
                          <a:gd name="connsiteX8" fmla="*/ 10000 w 10000"/>
                          <a:gd name="connsiteY8" fmla="*/ 6576 h 10005"/>
                          <a:gd name="connsiteX9" fmla="*/ 10000 w 10000"/>
                          <a:gd name="connsiteY9" fmla="*/ 7491 h 10005"/>
                          <a:gd name="connsiteX10" fmla="*/ 7857 w 10000"/>
                          <a:gd name="connsiteY10" fmla="*/ 8691 h 10005"/>
                          <a:gd name="connsiteX11" fmla="*/ 5873 w 10000"/>
                          <a:gd name="connsiteY11" fmla="*/ 9891 h 10005"/>
                          <a:gd name="connsiteX12" fmla="*/ 5317 w 10000"/>
                          <a:gd name="connsiteY12" fmla="*/ 10005 h 10005"/>
                          <a:gd name="connsiteX13" fmla="*/ 4683 w 10000"/>
                          <a:gd name="connsiteY13" fmla="*/ 10005 h 10005"/>
                          <a:gd name="connsiteX14" fmla="*/ 4127 w 10000"/>
                          <a:gd name="connsiteY14" fmla="*/ 9891 h 10005"/>
                          <a:gd name="connsiteX15" fmla="*/ 3016 w 10000"/>
                          <a:gd name="connsiteY15" fmla="*/ 9262 h 10005"/>
                          <a:gd name="connsiteX16" fmla="*/ 0 w 10000"/>
                          <a:gd name="connsiteY16" fmla="*/ 7491 h 10005"/>
                          <a:gd name="connsiteX17" fmla="*/ 0 w 10000"/>
                          <a:gd name="connsiteY17" fmla="*/ 6462 h 10005"/>
                          <a:gd name="connsiteX18" fmla="*/ 2540 w 10000"/>
                          <a:gd name="connsiteY18" fmla="*/ 4634 h 10005"/>
                          <a:gd name="connsiteX19" fmla="*/ 3016 w 10000"/>
                          <a:gd name="connsiteY19" fmla="*/ 4519 h 10005"/>
                          <a:gd name="connsiteX20" fmla="*/ 3571 w 10000"/>
                          <a:gd name="connsiteY20" fmla="*/ 3434 h 10005"/>
                          <a:gd name="connsiteX21" fmla="*/ 5317 w 10000"/>
                          <a:gd name="connsiteY21" fmla="*/ 5 h 10005"/>
                          <a:gd name="connsiteX0" fmla="*/ 5317 w 10000"/>
                          <a:gd name="connsiteY0" fmla="*/ 5 h 10005"/>
                          <a:gd name="connsiteX1" fmla="*/ 6032 w 10000"/>
                          <a:gd name="connsiteY1" fmla="*/ 176 h 10005"/>
                          <a:gd name="connsiteX2" fmla="*/ 6667 w 10000"/>
                          <a:gd name="connsiteY2" fmla="*/ 519 h 10005"/>
                          <a:gd name="connsiteX3" fmla="*/ 7222 w 10000"/>
                          <a:gd name="connsiteY3" fmla="*/ 976 h 10005"/>
                          <a:gd name="connsiteX4" fmla="*/ 7381 w 10000"/>
                          <a:gd name="connsiteY4" fmla="*/ 1662 h 10005"/>
                          <a:gd name="connsiteX5" fmla="*/ 6508 w 10000"/>
                          <a:gd name="connsiteY5" fmla="*/ 3491 h 10005"/>
                          <a:gd name="connsiteX6" fmla="*/ 6984 w 10000"/>
                          <a:gd name="connsiteY6" fmla="*/ 4576 h 10005"/>
                          <a:gd name="connsiteX7" fmla="*/ 10000 w 10000"/>
                          <a:gd name="connsiteY7" fmla="*/ 6576 h 10005"/>
                          <a:gd name="connsiteX8" fmla="*/ 10000 w 10000"/>
                          <a:gd name="connsiteY8" fmla="*/ 7491 h 10005"/>
                          <a:gd name="connsiteX9" fmla="*/ 7857 w 10000"/>
                          <a:gd name="connsiteY9" fmla="*/ 8691 h 10005"/>
                          <a:gd name="connsiteX10" fmla="*/ 5873 w 10000"/>
                          <a:gd name="connsiteY10" fmla="*/ 9891 h 10005"/>
                          <a:gd name="connsiteX11" fmla="*/ 5317 w 10000"/>
                          <a:gd name="connsiteY11" fmla="*/ 10005 h 10005"/>
                          <a:gd name="connsiteX12" fmla="*/ 4683 w 10000"/>
                          <a:gd name="connsiteY12" fmla="*/ 10005 h 10005"/>
                          <a:gd name="connsiteX13" fmla="*/ 4127 w 10000"/>
                          <a:gd name="connsiteY13" fmla="*/ 9891 h 10005"/>
                          <a:gd name="connsiteX14" fmla="*/ 3016 w 10000"/>
                          <a:gd name="connsiteY14" fmla="*/ 9262 h 10005"/>
                          <a:gd name="connsiteX15" fmla="*/ 0 w 10000"/>
                          <a:gd name="connsiteY15" fmla="*/ 7491 h 10005"/>
                          <a:gd name="connsiteX16" fmla="*/ 0 w 10000"/>
                          <a:gd name="connsiteY16" fmla="*/ 6462 h 10005"/>
                          <a:gd name="connsiteX17" fmla="*/ 2540 w 10000"/>
                          <a:gd name="connsiteY17" fmla="*/ 4634 h 10005"/>
                          <a:gd name="connsiteX18" fmla="*/ 3016 w 10000"/>
                          <a:gd name="connsiteY18" fmla="*/ 4519 h 10005"/>
                          <a:gd name="connsiteX19" fmla="*/ 3571 w 10000"/>
                          <a:gd name="connsiteY19" fmla="*/ 3434 h 10005"/>
                          <a:gd name="connsiteX20" fmla="*/ 5317 w 10000"/>
                          <a:gd name="connsiteY20" fmla="*/ 5 h 10005"/>
                          <a:gd name="connsiteX0" fmla="*/ 5317 w 10000"/>
                          <a:gd name="connsiteY0" fmla="*/ 5 h 10005"/>
                          <a:gd name="connsiteX1" fmla="*/ 6032 w 10000"/>
                          <a:gd name="connsiteY1" fmla="*/ 176 h 10005"/>
                          <a:gd name="connsiteX2" fmla="*/ 6667 w 10000"/>
                          <a:gd name="connsiteY2" fmla="*/ 519 h 10005"/>
                          <a:gd name="connsiteX3" fmla="*/ 7222 w 10000"/>
                          <a:gd name="connsiteY3" fmla="*/ 976 h 10005"/>
                          <a:gd name="connsiteX4" fmla="*/ 6508 w 10000"/>
                          <a:gd name="connsiteY4" fmla="*/ 3491 h 10005"/>
                          <a:gd name="connsiteX5" fmla="*/ 6984 w 10000"/>
                          <a:gd name="connsiteY5" fmla="*/ 4576 h 10005"/>
                          <a:gd name="connsiteX6" fmla="*/ 10000 w 10000"/>
                          <a:gd name="connsiteY6" fmla="*/ 6576 h 10005"/>
                          <a:gd name="connsiteX7" fmla="*/ 10000 w 10000"/>
                          <a:gd name="connsiteY7" fmla="*/ 7491 h 10005"/>
                          <a:gd name="connsiteX8" fmla="*/ 7857 w 10000"/>
                          <a:gd name="connsiteY8" fmla="*/ 8691 h 10005"/>
                          <a:gd name="connsiteX9" fmla="*/ 5873 w 10000"/>
                          <a:gd name="connsiteY9" fmla="*/ 9891 h 10005"/>
                          <a:gd name="connsiteX10" fmla="*/ 5317 w 10000"/>
                          <a:gd name="connsiteY10" fmla="*/ 10005 h 10005"/>
                          <a:gd name="connsiteX11" fmla="*/ 4683 w 10000"/>
                          <a:gd name="connsiteY11" fmla="*/ 10005 h 10005"/>
                          <a:gd name="connsiteX12" fmla="*/ 4127 w 10000"/>
                          <a:gd name="connsiteY12" fmla="*/ 9891 h 10005"/>
                          <a:gd name="connsiteX13" fmla="*/ 3016 w 10000"/>
                          <a:gd name="connsiteY13" fmla="*/ 9262 h 10005"/>
                          <a:gd name="connsiteX14" fmla="*/ 0 w 10000"/>
                          <a:gd name="connsiteY14" fmla="*/ 7491 h 10005"/>
                          <a:gd name="connsiteX15" fmla="*/ 0 w 10000"/>
                          <a:gd name="connsiteY15" fmla="*/ 6462 h 10005"/>
                          <a:gd name="connsiteX16" fmla="*/ 2540 w 10000"/>
                          <a:gd name="connsiteY16" fmla="*/ 4634 h 10005"/>
                          <a:gd name="connsiteX17" fmla="*/ 3016 w 10000"/>
                          <a:gd name="connsiteY17" fmla="*/ 4519 h 10005"/>
                          <a:gd name="connsiteX18" fmla="*/ 3571 w 10000"/>
                          <a:gd name="connsiteY18" fmla="*/ 3434 h 10005"/>
                          <a:gd name="connsiteX19" fmla="*/ 5317 w 10000"/>
                          <a:gd name="connsiteY19" fmla="*/ 5 h 10005"/>
                          <a:gd name="connsiteX0" fmla="*/ 5317 w 10000"/>
                          <a:gd name="connsiteY0" fmla="*/ 5 h 10005"/>
                          <a:gd name="connsiteX1" fmla="*/ 6032 w 10000"/>
                          <a:gd name="connsiteY1" fmla="*/ 176 h 10005"/>
                          <a:gd name="connsiteX2" fmla="*/ 6667 w 10000"/>
                          <a:gd name="connsiteY2" fmla="*/ 519 h 10005"/>
                          <a:gd name="connsiteX3" fmla="*/ 6508 w 10000"/>
                          <a:gd name="connsiteY3" fmla="*/ 3491 h 10005"/>
                          <a:gd name="connsiteX4" fmla="*/ 6984 w 10000"/>
                          <a:gd name="connsiteY4" fmla="*/ 4576 h 10005"/>
                          <a:gd name="connsiteX5" fmla="*/ 10000 w 10000"/>
                          <a:gd name="connsiteY5" fmla="*/ 6576 h 10005"/>
                          <a:gd name="connsiteX6" fmla="*/ 10000 w 10000"/>
                          <a:gd name="connsiteY6" fmla="*/ 7491 h 10005"/>
                          <a:gd name="connsiteX7" fmla="*/ 7857 w 10000"/>
                          <a:gd name="connsiteY7" fmla="*/ 8691 h 10005"/>
                          <a:gd name="connsiteX8" fmla="*/ 5873 w 10000"/>
                          <a:gd name="connsiteY8" fmla="*/ 9891 h 10005"/>
                          <a:gd name="connsiteX9" fmla="*/ 5317 w 10000"/>
                          <a:gd name="connsiteY9" fmla="*/ 10005 h 10005"/>
                          <a:gd name="connsiteX10" fmla="*/ 4683 w 10000"/>
                          <a:gd name="connsiteY10" fmla="*/ 10005 h 10005"/>
                          <a:gd name="connsiteX11" fmla="*/ 4127 w 10000"/>
                          <a:gd name="connsiteY11" fmla="*/ 9891 h 10005"/>
                          <a:gd name="connsiteX12" fmla="*/ 3016 w 10000"/>
                          <a:gd name="connsiteY12" fmla="*/ 9262 h 10005"/>
                          <a:gd name="connsiteX13" fmla="*/ 0 w 10000"/>
                          <a:gd name="connsiteY13" fmla="*/ 7491 h 10005"/>
                          <a:gd name="connsiteX14" fmla="*/ 0 w 10000"/>
                          <a:gd name="connsiteY14" fmla="*/ 6462 h 10005"/>
                          <a:gd name="connsiteX15" fmla="*/ 2540 w 10000"/>
                          <a:gd name="connsiteY15" fmla="*/ 4634 h 10005"/>
                          <a:gd name="connsiteX16" fmla="*/ 3016 w 10000"/>
                          <a:gd name="connsiteY16" fmla="*/ 4519 h 10005"/>
                          <a:gd name="connsiteX17" fmla="*/ 3571 w 10000"/>
                          <a:gd name="connsiteY17" fmla="*/ 3434 h 10005"/>
                          <a:gd name="connsiteX18" fmla="*/ 5317 w 10000"/>
                          <a:gd name="connsiteY18" fmla="*/ 5 h 10005"/>
                          <a:gd name="connsiteX0" fmla="*/ 5317 w 10000"/>
                          <a:gd name="connsiteY0" fmla="*/ 5 h 10005"/>
                          <a:gd name="connsiteX1" fmla="*/ 6032 w 10000"/>
                          <a:gd name="connsiteY1" fmla="*/ 176 h 10005"/>
                          <a:gd name="connsiteX2" fmla="*/ 6508 w 10000"/>
                          <a:gd name="connsiteY2" fmla="*/ 3491 h 10005"/>
                          <a:gd name="connsiteX3" fmla="*/ 6984 w 10000"/>
                          <a:gd name="connsiteY3" fmla="*/ 4576 h 10005"/>
                          <a:gd name="connsiteX4" fmla="*/ 10000 w 10000"/>
                          <a:gd name="connsiteY4" fmla="*/ 6576 h 10005"/>
                          <a:gd name="connsiteX5" fmla="*/ 10000 w 10000"/>
                          <a:gd name="connsiteY5" fmla="*/ 7491 h 10005"/>
                          <a:gd name="connsiteX6" fmla="*/ 7857 w 10000"/>
                          <a:gd name="connsiteY6" fmla="*/ 8691 h 10005"/>
                          <a:gd name="connsiteX7" fmla="*/ 5873 w 10000"/>
                          <a:gd name="connsiteY7" fmla="*/ 9891 h 10005"/>
                          <a:gd name="connsiteX8" fmla="*/ 5317 w 10000"/>
                          <a:gd name="connsiteY8" fmla="*/ 10005 h 10005"/>
                          <a:gd name="connsiteX9" fmla="*/ 4683 w 10000"/>
                          <a:gd name="connsiteY9" fmla="*/ 10005 h 10005"/>
                          <a:gd name="connsiteX10" fmla="*/ 4127 w 10000"/>
                          <a:gd name="connsiteY10" fmla="*/ 9891 h 10005"/>
                          <a:gd name="connsiteX11" fmla="*/ 3016 w 10000"/>
                          <a:gd name="connsiteY11" fmla="*/ 9262 h 10005"/>
                          <a:gd name="connsiteX12" fmla="*/ 0 w 10000"/>
                          <a:gd name="connsiteY12" fmla="*/ 7491 h 10005"/>
                          <a:gd name="connsiteX13" fmla="*/ 0 w 10000"/>
                          <a:gd name="connsiteY13" fmla="*/ 6462 h 10005"/>
                          <a:gd name="connsiteX14" fmla="*/ 2540 w 10000"/>
                          <a:gd name="connsiteY14" fmla="*/ 4634 h 10005"/>
                          <a:gd name="connsiteX15" fmla="*/ 3016 w 10000"/>
                          <a:gd name="connsiteY15" fmla="*/ 4519 h 10005"/>
                          <a:gd name="connsiteX16" fmla="*/ 3571 w 10000"/>
                          <a:gd name="connsiteY16" fmla="*/ 3434 h 10005"/>
                          <a:gd name="connsiteX17" fmla="*/ 5317 w 10000"/>
                          <a:gd name="connsiteY17" fmla="*/ 5 h 10005"/>
                          <a:gd name="connsiteX0" fmla="*/ 5317 w 10000"/>
                          <a:gd name="connsiteY0" fmla="*/ 5 h 10005"/>
                          <a:gd name="connsiteX1" fmla="*/ 6508 w 10000"/>
                          <a:gd name="connsiteY1" fmla="*/ 3491 h 10005"/>
                          <a:gd name="connsiteX2" fmla="*/ 6984 w 10000"/>
                          <a:gd name="connsiteY2" fmla="*/ 4576 h 10005"/>
                          <a:gd name="connsiteX3" fmla="*/ 10000 w 10000"/>
                          <a:gd name="connsiteY3" fmla="*/ 6576 h 10005"/>
                          <a:gd name="connsiteX4" fmla="*/ 10000 w 10000"/>
                          <a:gd name="connsiteY4" fmla="*/ 7491 h 10005"/>
                          <a:gd name="connsiteX5" fmla="*/ 7857 w 10000"/>
                          <a:gd name="connsiteY5" fmla="*/ 8691 h 10005"/>
                          <a:gd name="connsiteX6" fmla="*/ 5873 w 10000"/>
                          <a:gd name="connsiteY6" fmla="*/ 9891 h 10005"/>
                          <a:gd name="connsiteX7" fmla="*/ 5317 w 10000"/>
                          <a:gd name="connsiteY7" fmla="*/ 10005 h 10005"/>
                          <a:gd name="connsiteX8" fmla="*/ 4683 w 10000"/>
                          <a:gd name="connsiteY8" fmla="*/ 10005 h 10005"/>
                          <a:gd name="connsiteX9" fmla="*/ 4127 w 10000"/>
                          <a:gd name="connsiteY9" fmla="*/ 9891 h 10005"/>
                          <a:gd name="connsiteX10" fmla="*/ 3016 w 10000"/>
                          <a:gd name="connsiteY10" fmla="*/ 9262 h 10005"/>
                          <a:gd name="connsiteX11" fmla="*/ 0 w 10000"/>
                          <a:gd name="connsiteY11" fmla="*/ 7491 h 10005"/>
                          <a:gd name="connsiteX12" fmla="*/ 0 w 10000"/>
                          <a:gd name="connsiteY12" fmla="*/ 6462 h 10005"/>
                          <a:gd name="connsiteX13" fmla="*/ 2540 w 10000"/>
                          <a:gd name="connsiteY13" fmla="*/ 4634 h 10005"/>
                          <a:gd name="connsiteX14" fmla="*/ 3016 w 10000"/>
                          <a:gd name="connsiteY14" fmla="*/ 4519 h 10005"/>
                          <a:gd name="connsiteX15" fmla="*/ 3571 w 10000"/>
                          <a:gd name="connsiteY15" fmla="*/ 3434 h 10005"/>
                          <a:gd name="connsiteX16" fmla="*/ 5317 w 10000"/>
                          <a:gd name="connsiteY16" fmla="*/ 5 h 10005"/>
                          <a:gd name="connsiteX0" fmla="*/ 5317 w 10000"/>
                          <a:gd name="connsiteY0" fmla="*/ 5 h 10005"/>
                          <a:gd name="connsiteX1" fmla="*/ 6508 w 10000"/>
                          <a:gd name="connsiteY1" fmla="*/ 3491 h 10005"/>
                          <a:gd name="connsiteX2" fmla="*/ 6984 w 10000"/>
                          <a:gd name="connsiteY2" fmla="*/ 4576 h 10005"/>
                          <a:gd name="connsiteX3" fmla="*/ 10000 w 10000"/>
                          <a:gd name="connsiteY3" fmla="*/ 6576 h 10005"/>
                          <a:gd name="connsiteX4" fmla="*/ 10000 w 10000"/>
                          <a:gd name="connsiteY4" fmla="*/ 7491 h 10005"/>
                          <a:gd name="connsiteX5" fmla="*/ 7857 w 10000"/>
                          <a:gd name="connsiteY5" fmla="*/ 8691 h 10005"/>
                          <a:gd name="connsiteX6" fmla="*/ 5873 w 10000"/>
                          <a:gd name="connsiteY6" fmla="*/ 9891 h 10005"/>
                          <a:gd name="connsiteX7" fmla="*/ 5317 w 10000"/>
                          <a:gd name="connsiteY7" fmla="*/ 10005 h 10005"/>
                          <a:gd name="connsiteX8" fmla="*/ 4683 w 10000"/>
                          <a:gd name="connsiteY8" fmla="*/ 10005 h 10005"/>
                          <a:gd name="connsiteX9" fmla="*/ 4127 w 10000"/>
                          <a:gd name="connsiteY9" fmla="*/ 9891 h 10005"/>
                          <a:gd name="connsiteX10" fmla="*/ 3016 w 10000"/>
                          <a:gd name="connsiteY10" fmla="*/ 9262 h 10005"/>
                          <a:gd name="connsiteX11" fmla="*/ 0 w 10000"/>
                          <a:gd name="connsiteY11" fmla="*/ 7491 h 10005"/>
                          <a:gd name="connsiteX12" fmla="*/ 0 w 10000"/>
                          <a:gd name="connsiteY12" fmla="*/ 6462 h 10005"/>
                          <a:gd name="connsiteX13" fmla="*/ 2540 w 10000"/>
                          <a:gd name="connsiteY13" fmla="*/ 4634 h 10005"/>
                          <a:gd name="connsiteX14" fmla="*/ 3016 w 10000"/>
                          <a:gd name="connsiteY14" fmla="*/ 4519 h 10005"/>
                          <a:gd name="connsiteX15" fmla="*/ 3571 w 10000"/>
                          <a:gd name="connsiteY15" fmla="*/ 3434 h 10005"/>
                          <a:gd name="connsiteX16" fmla="*/ 5317 w 10000"/>
                          <a:gd name="connsiteY16" fmla="*/ 5 h 10005"/>
                          <a:gd name="connsiteX0" fmla="*/ 5317 w 10000"/>
                          <a:gd name="connsiteY0" fmla="*/ 5 h 10005"/>
                          <a:gd name="connsiteX1" fmla="*/ 6508 w 10000"/>
                          <a:gd name="connsiteY1" fmla="*/ 3491 h 10005"/>
                          <a:gd name="connsiteX2" fmla="*/ 6984 w 10000"/>
                          <a:gd name="connsiteY2" fmla="*/ 4576 h 10005"/>
                          <a:gd name="connsiteX3" fmla="*/ 10000 w 10000"/>
                          <a:gd name="connsiteY3" fmla="*/ 6576 h 10005"/>
                          <a:gd name="connsiteX4" fmla="*/ 10000 w 10000"/>
                          <a:gd name="connsiteY4" fmla="*/ 7491 h 10005"/>
                          <a:gd name="connsiteX5" fmla="*/ 7857 w 10000"/>
                          <a:gd name="connsiteY5" fmla="*/ 8691 h 10005"/>
                          <a:gd name="connsiteX6" fmla="*/ 5873 w 10000"/>
                          <a:gd name="connsiteY6" fmla="*/ 9891 h 10005"/>
                          <a:gd name="connsiteX7" fmla="*/ 5317 w 10000"/>
                          <a:gd name="connsiteY7" fmla="*/ 10005 h 10005"/>
                          <a:gd name="connsiteX8" fmla="*/ 4683 w 10000"/>
                          <a:gd name="connsiteY8" fmla="*/ 10005 h 10005"/>
                          <a:gd name="connsiteX9" fmla="*/ 4127 w 10000"/>
                          <a:gd name="connsiteY9" fmla="*/ 9891 h 10005"/>
                          <a:gd name="connsiteX10" fmla="*/ 3016 w 10000"/>
                          <a:gd name="connsiteY10" fmla="*/ 9262 h 10005"/>
                          <a:gd name="connsiteX11" fmla="*/ 0 w 10000"/>
                          <a:gd name="connsiteY11" fmla="*/ 7491 h 10005"/>
                          <a:gd name="connsiteX12" fmla="*/ 0 w 10000"/>
                          <a:gd name="connsiteY12" fmla="*/ 6462 h 10005"/>
                          <a:gd name="connsiteX13" fmla="*/ 2540 w 10000"/>
                          <a:gd name="connsiteY13" fmla="*/ 4634 h 10005"/>
                          <a:gd name="connsiteX14" fmla="*/ 3016 w 10000"/>
                          <a:gd name="connsiteY14" fmla="*/ 4519 h 10005"/>
                          <a:gd name="connsiteX15" fmla="*/ 3571 w 10000"/>
                          <a:gd name="connsiteY15" fmla="*/ 3434 h 10005"/>
                          <a:gd name="connsiteX16" fmla="*/ 5317 w 10000"/>
                          <a:gd name="connsiteY16" fmla="*/ 5 h 10005"/>
                          <a:gd name="connsiteX0" fmla="*/ 5317 w 10000"/>
                          <a:gd name="connsiteY0" fmla="*/ 5 h 10005"/>
                          <a:gd name="connsiteX1" fmla="*/ 6508 w 10000"/>
                          <a:gd name="connsiteY1" fmla="*/ 3491 h 10005"/>
                          <a:gd name="connsiteX2" fmla="*/ 6984 w 10000"/>
                          <a:gd name="connsiteY2" fmla="*/ 4576 h 10005"/>
                          <a:gd name="connsiteX3" fmla="*/ 10000 w 10000"/>
                          <a:gd name="connsiteY3" fmla="*/ 6576 h 10005"/>
                          <a:gd name="connsiteX4" fmla="*/ 10000 w 10000"/>
                          <a:gd name="connsiteY4" fmla="*/ 7491 h 10005"/>
                          <a:gd name="connsiteX5" fmla="*/ 7857 w 10000"/>
                          <a:gd name="connsiteY5" fmla="*/ 8691 h 10005"/>
                          <a:gd name="connsiteX6" fmla="*/ 5873 w 10000"/>
                          <a:gd name="connsiteY6" fmla="*/ 9891 h 10005"/>
                          <a:gd name="connsiteX7" fmla="*/ 5317 w 10000"/>
                          <a:gd name="connsiteY7" fmla="*/ 10005 h 10005"/>
                          <a:gd name="connsiteX8" fmla="*/ 4683 w 10000"/>
                          <a:gd name="connsiteY8" fmla="*/ 10005 h 10005"/>
                          <a:gd name="connsiteX9" fmla="*/ 4127 w 10000"/>
                          <a:gd name="connsiteY9" fmla="*/ 9891 h 10005"/>
                          <a:gd name="connsiteX10" fmla="*/ 3016 w 10000"/>
                          <a:gd name="connsiteY10" fmla="*/ 9262 h 10005"/>
                          <a:gd name="connsiteX11" fmla="*/ 0 w 10000"/>
                          <a:gd name="connsiteY11" fmla="*/ 7491 h 10005"/>
                          <a:gd name="connsiteX12" fmla="*/ 0 w 10000"/>
                          <a:gd name="connsiteY12" fmla="*/ 6462 h 10005"/>
                          <a:gd name="connsiteX13" fmla="*/ 2540 w 10000"/>
                          <a:gd name="connsiteY13" fmla="*/ 4634 h 10005"/>
                          <a:gd name="connsiteX14" fmla="*/ 3016 w 10000"/>
                          <a:gd name="connsiteY14" fmla="*/ 4519 h 10005"/>
                          <a:gd name="connsiteX15" fmla="*/ 3571 w 10000"/>
                          <a:gd name="connsiteY15" fmla="*/ 3434 h 10005"/>
                          <a:gd name="connsiteX16" fmla="*/ 5317 w 10000"/>
                          <a:gd name="connsiteY16" fmla="*/ 5 h 10005"/>
                          <a:gd name="connsiteX0" fmla="*/ 5317 w 10000"/>
                          <a:gd name="connsiteY0" fmla="*/ 5 h 10005"/>
                          <a:gd name="connsiteX1" fmla="*/ 6508 w 10000"/>
                          <a:gd name="connsiteY1" fmla="*/ 3491 h 10005"/>
                          <a:gd name="connsiteX2" fmla="*/ 6984 w 10000"/>
                          <a:gd name="connsiteY2" fmla="*/ 4576 h 10005"/>
                          <a:gd name="connsiteX3" fmla="*/ 10000 w 10000"/>
                          <a:gd name="connsiteY3" fmla="*/ 6576 h 10005"/>
                          <a:gd name="connsiteX4" fmla="*/ 10000 w 10000"/>
                          <a:gd name="connsiteY4" fmla="*/ 7491 h 10005"/>
                          <a:gd name="connsiteX5" fmla="*/ 7857 w 10000"/>
                          <a:gd name="connsiteY5" fmla="*/ 8691 h 10005"/>
                          <a:gd name="connsiteX6" fmla="*/ 5873 w 10000"/>
                          <a:gd name="connsiteY6" fmla="*/ 9891 h 10005"/>
                          <a:gd name="connsiteX7" fmla="*/ 5317 w 10000"/>
                          <a:gd name="connsiteY7" fmla="*/ 10005 h 10005"/>
                          <a:gd name="connsiteX8" fmla="*/ 4683 w 10000"/>
                          <a:gd name="connsiteY8" fmla="*/ 10005 h 10005"/>
                          <a:gd name="connsiteX9" fmla="*/ 4127 w 10000"/>
                          <a:gd name="connsiteY9" fmla="*/ 9891 h 10005"/>
                          <a:gd name="connsiteX10" fmla="*/ 3016 w 10000"/>
                          <a:gd name="connsiteY10" fmla="*/ 9262 h 10005"/>
                          <a:gd name="connsiteX11" fmla="*/ 0 w 10000"/>
                          <a:gd name="connsiteY11" fmla="*/ 7491 h 10005"/>
                          <a:gd name="connsiteX12" fmla="*/ 0 w 10000"/>
                          <a:gd name="connsiteY12" fmla="*/ 6462 h 10005"/>
                          <a:gd name="connsiteX13" fmla="*/ 2540 w 10000"/>
                          <a:gd name="connsiteY13" fmla="*/ 4634 h 10005"/>
                          <a:gd name="connsiteX14" fmla="*/ 3016 w 10000"/>
                          <a:gd name="connsiteY14" fmla="*/ 4519 h 10005"/>
                          <a:gd name="connsiteX15" fmla="*/ 3571 w 10000"/>
                          <a:gd name="connsiteY15" fmla="*/ 3434 h 10005"/>
                          <a:gd name="connsiteX16" fmla="*/ 5317 w 10000"/>
                          <a:gd name="connsiteY16" fmla="*/ 5 h 10005"/>
                          <a:gd name="connsiteX0" fmla="*/ 5317 w 10000"/>
                          <a:gd name="connsiteY0" fmla="*/ 5 h 10005"/>
                          <a:gd name="connsiteX1" fmla="*/ 6508 w 10000"/>
                          <a:gd name="connsiteY1" fmla="*/ 3491 h 10005"/>
                          <a:gd name="connsiteX2" fmla="*/ 6984 w 10000"/>
                          <a:gd name="connsiteY2" fmla="*/ 4576 h 10005"/>
                          <a:gd name="connsiteX3" fmla="*/ 10000 w 10000"/>
                          <a:gd name="connsiteY3" fmla="*/ 6576 h 10005"/>
                          <a:gd name="connsiteX4" fmla="*/ 10000 w 10000"/>
                          <a:gd name="connsiteY4" fmla="*/ 7491 h 10005"/>
                          <a:gd name="connsiteX5" fmla="*/ 7857 w 10000"/>
                          <a:gd name="connsiteY5" fmla="*/ 8691 h 10005"/>
                          <a:gd name="connsiteX6" fmla="*/ 5873 w 10000"/>
                          <a:gd name="connsiteY6" fmla="*/ 9891 h 10005"/>
                          <a:gd name="connsiteX7" fmla="*/ 5317 w 10000"/>
                          <a:gd name="connsiteY7" fmla="*/ 10005 h 10005"/>
                          <a:gd name="connsiteX8" fmla="*/ 4683 w 10000"/>
                          <a:gd name="connsiteY8" fmla="*/ 10005 h 10005"/>
                          <a:gd name="connsiteX9" fmla="*/ 4127 w 10000"/>
                          <a:gd name="connsiteY9" fmla="*/ 9891 h 10005"/>
                          <a:gd name="connsiteX10" fmla="*/ 3016 w 10000"/>
                          <a:gd name="connsiteY10" fmla="*/ 9262 h 10005"/>
                          <a:gd name="connsiteX11" fmla="*/ 0 w 10000"/>
                          <a:gd name="connsiteY11" fmla="*/ 7491 h 10005"/>
                          <a:gd name="connsiteX12" fmla="*/ 0 w 10000"/>
                          <a:gd name="connsiteY12" fmla="*/ 6462 h 10005"/>
                          <a:gd name="connsiteX13" fmla="*/ 2540 w 10000"/>
                          <a:gd name="connsiteY13" fmla="*/ 4634 h 10005"/>
                          <a:gd name="connsiteX14" fmla="*/ 3016 w 10000"/>
                          <a:gd name="connsiteY14" fmla="*/ 4519 h 10005"/>
                          <a:gd name="connsiteX15" fmla="*/ 3571 w 10000"/>
                          <a:gd name="connsiteY15" fmla="*/ 3434 h 10005"/>
                          <a:gd name="connsiteX16" fmla="*/ 5317 w 10000"/>
                          <a:gd name="connsiteY16" fmla="*/ 5 h 10005"/>
                          <a:gd name="connsiteX0" fmla="*/ 5317 w 10000"/>
                          <a:gd name="connsiteY0" fmla="*/ 5 h 10005"/>
                          <a:gd name="connsiteX1" fmla="*/ 6508 w 10000"/>
                          <a:gd name="connsiteY1" fmla="*/ 3491 h 10005"/>
                          <a:gd name="connsiteX2" fmla="*/ 6984 w 10000"/>
                          <a:gd name="connsiteY2" fmla="*/ 4576 h 10005"/>
                          <a:gd name="connsiteX3" fmla="*/ 10000 w 10000"/>
                          <a:gd name="connsiteY3" fmla="*/ 6576 h 10005"/>
                          <a:gd name="connsiteX4" fmla="*/ 10000 w 10000"/>
                          <a:gd name="connsiteY4" fmla="*/ 7491 h 10005"/>
                          <a:gd name="connsiteX5" fmla="*/ 7857 w 10000"/>
                          <a:gd name="connsiteY5" fmla="*/ 8691 h 10005"/>
                          <a:gd name="connsiteX6" fmla="*/ 5873 w 10000"/>
                          <a:gd name="connsiteY6" fmla="*/ 9891 h 10005"/>
                          <a:gd name="connsiteX7" fmla="*/ 5317 w 10000"/>
                          <a:gd name="connsiteY7" fmla="*/ 10005 h 10005"/>
                          <a:gd name="connsiteX8" fmla="*/ 4683 w 10000"/>
                          <a:gd name="connsiteY8" fmla="*/ 10005 h 10005"/>
                          <a:gd name="connsiteX9" fmla="*/ 4127 w 10000"/>
                          <a:gd name="connsiteY9" fmla="*/ 9891 h 10005"/>
                          <a:gd name="connsiteX10" fmla="*/ 3016 w 10000"/>
                          <a:gd name="connsiteY10" fmla="*/ 9262 h 10005"/>
                          <a:gd name="connsiteX11" fmla="*/ 0 w 10000"/>
                          <a:gd name="connsiteY11" fmla="*/ 7491 h 10005"/>
                          <a:gd name="connsiteX12" fmla="*/ 0 w 10000"/>
                          <a:gd name="connsiteY12" fmla="*/ 6462 h 10005"/>
                          <a:gd name="connsiteX13" fmla="*/ 2540 w 10000"/>
                          <a:gd name="connsiteY13" fmla="*/ 4634 h 10005"/>
                          <a:gd name="connsiteX14" fmla="*/ 3016 w 10000"/>
                          <a:gd name="connsiteY14" fmla="*/ 4519 h 10005"/>
                          <a:gd name="connsiteX15" fmla="*/ 3571 w 10000"/>
                          <a:gd name="connsiteY15" fmla="*/ 3434 h 10005"/>
                          <a:gd name="connsiteX16" fmla="*/ 5317 w 10000"/>
                          <a:gd name="connsiteY16" fmla="*/ 5 h 10005"/>
                          <a:gd name="connsiteX0" fmla="*/ 5317 w 10000"/>
                          <a:gd name="connsiteY0" fmla="*/ 5 h 10005"/>
                          <a:gd name="connsiteX1" fmla="*/ 6508 w 10000"/>
                          <a:gd name="connsiteY1" fmla="*/ 3491 h 10005"/>
                          <a:gd name="connsiteX2" fmla="*/ 6984 w 10000"/>
                          <a:gd name="connsiteY2" fmla="*/ 4576 h 10005"/>
                          <a:gd name="connsiteX3" fmla="*/ 10000 w 10000"/>
                          <a:gd name="connsiteY3" fmla="*/ 6576 h 10005"/>
                          <a:gd name="connsiteX4" fmla="*/ 10000 w 10000"/>
                          <a:gd name="connsiteY4" fmla="*/ 7491 h 10005"/>
                          <a:gd name="connsiteX5" fmla="*/ 7857 w 10000"/>
                          <a:gd name="connsiteY5" fmla="*/ 8691 h 10005"/>
                          <a:gd name="connsiteX6" fmla="*/ 5873 w 10000"/>
                          <a:gd name="connsiteY6" fmla="*/ 9891 h 10005"/>
                          <a:gd name="connsiteX7" fmla="*/ 5317 w 10000"/>
                          <a:gd name="connsiteY7" fmla="*/ 10005 h 10005"/>
                          <a:gd name="connsiteX8" fmla="*/ 4683 w 10000"/>
                          <a:gd name="connsiteY8" fmla="*/ 10005 h 10005"/>
                          <a:gd name="connsiteX9" fmla="*/ 4127 w 10000"/>
                          <a:gd name="connsiteY9" fmla="*/ 9891 h 10005"/>
                          <a:gd name="connsiteX10" fmla="*/ 3016 w 10000"/>
                          <a:gd name="connsiteY10" fmla="*/ 9262 h 10005"/>
                          <a:gd name="connsiteX11" fmla="*/ 0 w 10000"/>
                          <a:gd name="connsiteY11" fmla="*/ 7491 h 10005"/>
                          <a:gd name="connsiteX12" fmla="*/ 0 w 10000"/>
                          <a:gd name="connsiteY12" fmla="*/ 6462 h 10005"/>
                          <a:gd name="connsiteX13" fmla="*/ 2540 w 10000"/>
                          <a:gd name="connsiteY13" fmla="*/ 4634 h 10005"/>
                          <a:gd name="connsiteX14" fmla="*/ 3016 w 10000"/>
                          <a:gd name="connsiteY14" fmla="*/ 4519 h 10005"/>
                          <a:gd name="connsiteX15" fmla="*/ 3571 w 10000"/>
                          <a:gd name="connsiteY15" fmla="*/ 3434 h 10005"/>
                          <a:gd name="connsiteX16" fmla="*/ 5317 w 10000"/>
                          <a:gd name="connsiteY16" fmla="*/ 5 h 10005"/>
                          <a:gd name="connsiteX0" fmla="*/ 5317 w 10000"/>
                          <a:gd name="connsiteY0" fmla="*/ 5 h 10005"/>
                          <a:gd name="connsiteX1" fmla="*/ 6508 w 10000"/>
                          <a:gd name="connsiteY1" fmla="*/ 3491 h 10005"/>
                          <a:gd name="connsiteX2" fmla="*/ 6984 w 10000"/>
                          <a:gd name="connsiteY2" fmla="*/ 4576 h 10005"/>
                          <a:gd name="connsiteX3" fmla="*/ 10000 w 10000"/>
                          <a:gd name="connsiteY3" fmla="*/ 6576 h 10005"/>
                          <a:gd name="connsiteX4" fmla="*/ 10000 w 10000"/>
                          <a:gd name="connsiteY4" fmla="*/ 7491 h 10005"/>
                          <a:gd name="connsiteX5" fmla="*/ 7857 w 10000"/>
                          <a:gd name="connsiteY5" fmla="*/ 8691 h 10005"/>
                          <a:gd name="connsiteX6" fmla="*/ 5873 w 10000"/>
                          <a:gd name="connsiteY6" fmla="*/ 9891 h 10005"/>
                          <a:gd name="connsiteX7" fmla="*/ 5317 w 10000"/>
                          <a:gd name="connsiteY7" fmla="*/ 10005 h 10005"/>
                          <a:gd name="connsiteX8" fmla="*/ 4683 w 10000"/>
                          <a:gd name="connsiteY8" fmla="*/ 10005 h 10005"/>
                          <a:gd name="connsiteX9" fmla="*/ 4127 w 10000"/>
                          <a:gd name="connsiteY9" fmla="*/ 9891 h 10005"/>
                          <a:gd name="connsiteX10" fmla="*/ 3016 w 10000"/>
                          <a:gd name="connsiteY10" fmla="*/ 9262 h 10005"/>
                          <a:gd name="connsiteX11" fmla="*/ 0 w 10000"/>
                          <a:gd name="connsiteY11" fmla="*/ 7491 h 10005"/>
                          <a:gd name="connsiteX12" fmla="*/ 0 w 10000"/>
                          <a:gd name="connsiteY12" fmla="*/ 6462 h 10005"/>
                          <a:gd name="connsiteX13" fmla="*/ 2540 w 10000"/>
                          <a:gd name="connsiteY13" fmla="*/ 4634 h 10005"/>
                          <a:gd name="connsiteX14" fmla="*/ 3016 w 10000"/>
                          <a:gd name="connsiteY14" fmla="*/ 4519 h 10005"/>
                          <a:gd name="connsiteX15" fmla="*/ 3571 w 10000"/>
                          <a:gd name="connsiteY15" fmla="*/ 3434 h 10005"/>
                          <a:gd name="connsiteX16" fmla="*/ 5317 w 10000"/>
                          <a:gd name="connsiteY16" fmla="*/ 5 h 10005"/>
                          <a:gd name="connsiteX0" fmla="*/ 5317 w 10000"/>
                          <a:gd name="connsiteY0" fmla="*/ 5 h 10005"/>
                          <a:gd name="connsiteX1" fmla="*/ 6508 w 10000"/>
                          <a:gd name="connsiteY1" fmla="*/ 3491 h 10005"/>
                          <a:gd name="connsiteX2" fmla="*/ 6984 w 10000"/>
                          <a:gd name="connsiteY2" fmla="*/ 4576 h 10005"/>
                          <a:gd name="connsiteX3" fmla="*/ 10000 w 10000"/>
                          <a:gd name="connsiteY3" fmla="*/ 6576 h 10005"/>
                          <a:gd name="connsiteX4" fmla="*/ 10000 w 10000"/>
                          <a:gd name="connsiteY4" fmla="*/ 7491 h 10005"/>
                          <a:gd name="connsiteX5" fmla="*/ 7857 w 10000"/>
                          <a:gd name="connsiteY5" fmla="*/ 8691 h 10005"/>
                          <a:gd name="connsiteX6" fmla="*/ 5873 w 10000"/>
                          <a:gd name="connsiteY6" fmla="*/ 9891 h 10005"/>
                          <a:gd name="connsiteX7" fmla="*/ 5317 w 10000"/>
                          <a:gd name="connsiteY7" fmla="*/ 10005 h 10005"/>
                          <a:gd name="connsiteX8" fmla="*/ 4683 w 10000"/>
                          <a:gd name="connsiteY8" fmla="*/ 10005 h 10005"/>
                          <a:gd name="connsiteX9" fmla="*/ 4127 w 10000"/>
                          <a:gd name="connsiteY9" fmla="*/ 9891 h 10005"/>
                          <a:gd name="connsiteX10" fmla="*/ 3016 w 10000"/>
                          <a:gd name="connsiteY10" fmla="*/ 9262 h 10005"/>
                          <a:gd name="connsiteX11" fmla="*/ 0 w 10000"/>
                          <a:gd name="connsiteY11" fmla="*/ 7491 h 10005"/>
                          <a:gd name="connsiteX12" fmla="*/ 0 w 10000"/>
                          <a:gd name="connsiteY12" fmla="*/ 6462 h 10005"/>
                          <a:gd name="connsiteX13" fmla="*/ 2540 w 10000"/>
                          <a:gd name="connsiteY13" fmla="*/ 4634 h 10005"/>
                          <a:gd name="connsiteX14" fmla="*/ 3016 w 10000"/>
                          <a:gd name="connsiteY14" fmla="*/ 4519 h 10005"/>
                          <a:gd name="connsiteX15" fmla="*/ 3571 w 10000"/>
                          <a:gd name="connsiteY15" fmla="*/ 3434 h 10005"/>
                          <a:gd name="connsiteX16" fmla="*/ 5317 w 10000"/>
                          <a:gd name="connsiteY16" fmla="*/ 5 h 10005"/>
                          <a:gd name="connsiteX0" fmla="*/ 5317 w 10000"/>
                          <a:gd name="connsiteY0" fmla="*/ 5 h 10005"/>
                          <a:gd name="connsiteX1" fmla="*/ 6508 w 10000"/>
                          <a:gd name="connsiteY1" fmla="*/ 3491 h 10005"/>
                          <a:gd name="connsiteX2" fmla="*/ 6984 w 10000"/>
                          <a:gd name="connsiteY2" fmla="*/ 4576 h 10005"/>
                          <a:gd name="connsiteX3" fmla="*/ 10000 w 10000"/>
                          <a:gd name="connsiteY3" fmla="*/ 6576 h 10005"/>
                          <a:gd name="connsiteX4" fmla="*/ 10000 w 10000"/>
                          <a:gd name="connsiteY4" fmla="*/ 7491 h 10005"/>
                          <a:gd name="connsiteX5" fmla="*/ 7857 w 10000"/>
                          <a:gd name="connsiteY5" fmla="*/ 8691 h 10005"/>
                          <a:gd name="connsiteX6" fmla="*/ 5873 w 10000"/>
                          <a:gd name="connsiteY6" fmla="*/ 9891 h 10005"/>
                          <a:gd name="connsiteX7" fmla="*/ 5317 w 10000"/>
                          <a:gd name="connsiteY7" fmla="*/ 10005 h 10005"/>
                          <a:gd name="connsiteX8" fmla="*/ 4127 w 10000"/>
                          <a:gd name="connsiteY8" fmla="*/ 9891 h 10005"/>
                          <a:gd name="connsiteX9" fmla="*/ 3016 w 10000"/>
                          <a:gd name="connsiteY9" fmla="*/ 9262 h 10005"/>
                          <a:gd name="connsiteX10" fmla="*/ 0 w 10000"/>
                          <a:gd name="connsiteY10" fmla="*/ 7491 h 10005"/>
                          <a:gd name="connsiteX11" fmla="*/ 0 w 10000"/>
                          <a:gd name="connsiteY11" fmla="*/ 6462 h 10005"/>
                          <a:gd name="connsiteX12" fmla="*/ 2540 w 10000"/>
                          <a:gd name="connsiteY12" fmla="*/ 4634 h 10005"/>
                          <a:gd name="connsiteX13" fmla="*/ 3016 w 10000"/>
                          <a:gd name="connsiteY13" fmla="*/ 4519 h 10005"/>
                          <a:gd name="connsiteX14" fmla="*/ 3571 w 10000"/>
                          <a:gd name="connsiteY14" fmla="*/ 3434 h 10005"/>
                          <a:gd name="connsiteX15" fmla="*/ 5317 w 10000"/>
                          <a:gd name="connsiteY15" fmla="*/ 5 h 10005"/>
                          <a:gd name="connsiteX0" fmla="*/ 5317 w 10000"/>
                          <a:gd name="connsiteY0" fmla="*/ 5 h 9891"/>
                          <a:gd name="connsiteX1" fmla="*/ 6508 w 10000"/>
                          <a:gd name="connsiteY1" fmla="*/ 3491 h 9891"/>
                          <a:gd name="connsiteX2" fmla="*/ 6984 w 10000"/>
                          <a:gd name="connsiteY2" fmla="*/ 4576 h 9891"/>
                          <a:gd name="connsiteX3" fmla="*/ 10000 w 10000"/>
                          <a:gd name="connsiteY3" fmla="*/ 6576 h 9891"/>
                          <a:gd name="connsiteX4" fmla="*/ 10000 w 10000"/>
                          <a:gd name="connsiteY4" fmla="*/ 7491 h 9891"/>
                          <a:gd name="connsiteX5" fmla="*/ 7857 w 10000"/>
                          <a:gd name="connsiteY5" fmla="*/ 8691 h 9891"/>
                          <a:gd name="connsiteX6" fmla="*/ 5873 w 10000"/>
                          <a:gd name="connsiteY6" fmla="*/ 9891 h 9891"/>
                          <a:gd name="connsiteX7" fmla="*/ 4127 w 10000"/>
                          <a:gd name="connsiteY7" fmla="*/ 9891 h 9891"/>
                          <a:gd name="connsiteX8" fmla="*/ 3016 w 10000"/>
                          <a:gd name="connsiteY8" fmla="*/ 9262 h 9891"/>
                          <a:gd name="connsiteX9" fmla="*/ 0 w 10000"/>
                          <a:gd name="connsiteY9" fmla="*/ 7491 h 9891"/>
                          <a:gd name="connsiteX10" fmla="*/ 0 w 10000"/>
                          <a:gd name="connsiteY10" fmla="*/ 6462 h 9891"/>
                          <a:gd name="connsiteX11" fmla="*/ 2540 w 10000"/>
                          <a:gd name="connsiteY11" fmla="*/ 4634 h 9891"/>
                          <a:gd name="connsiteX12" fmla="*/ 3016 w 10000"/>
                          <a:gd name="connsiteY12" fmla="*/ 4519 h 9891"/>
                          <a:gd name="connsiteX13" fmla="*/ 3571 w 10000"/>
                          <a:gd name="connsiteY13" fmla="*/ 3434 h 9891"/>
                          <a:gd name="connsiteX14" fmla="*/ 5317 w 10000"/>
                          <a:gd name="connsiteY14" fmla="*/ 5 h 9891"/>
                          <a:gd name="connsiteX0" fmla="*/ 5317 w 10000"/>
                          <a:gd name="connsiteY0" fmla="*/ 5 h 10000"/>
                          <a:gd name="connsiteX1" fmla="*/ 6508 w 10000"/>
                          <a:gd name="connsiteY1" fmla="*/ 3529 h 10000"/>
                          <a:gd name="connsiteX2" fmla="*/ 6984 w 10000"/>
                          <a:gd name="connsiteY2" fmla="*/ 4626 h 10000"/>
                          <a:gd name="connsiteX3" fmla="*/ 10000 w 10000"/>
                          <a:gd name="connsiteY3" fmla="*/ 6648 h 10000"/>
                          <a:gd name="connsiteX4" fmla="*/ 10000 w 10000"/>
                          <a:gd name="connsiteY4" fmla="*/ 7574 h 10000"/>
                          <a:gd name="connsiteX5" fmla="*/ 5873 w 10000"/>
                          <a:gd name="connsiteY5" fmla="*/ 10000 h 10000"/>
                          <a:gd name="connsiteX6" fmla="*/ 4127 w 10000"/>
                          <a:gd name="connsiteY6" fmla="*/ 10000 h 10000"/>
                          <a:gd name="connsiteX7" fmla="*/ 3016 w 10000"/>
                          <a:gd name="connsiteY7" fmla="*/ 9364 h 10000"/>
                          <a:gd name="connsiteX8" fmla="*/ 0 w 10000"/>
                          <a:gd name="connsiteY8" fmla="*/ 7574 h 10000"/>
                          <a:gd name="connsiteX9" fmla="*/ 0 w 10000"/>
                          <a:gd name="connsiteY9" fmla="*/ 6533 h 10000"/>
                          <a:gd name="connsiteX10" fmla="*/ 2540 w 10000"/>
                          <a:gd name="connsiteY10" fmla="*/ 4685 h 10000"/>
                          <a:gd name="connsiteX11" fmla="*/ 3016 w 10000"/>
                          <a:gd name="connsiteY11" fmla="*/ 4569 h 10000"/>
                          <a:gd name="connsiteX12" fmla="*/ 3571 w 10000"/>
                          <a:gd name="connsiteY12" fmla="*/ 3472 h 10000"/>
                          <a:gd name="connsiteX13" fmla="*/ 5317 w 10000"/>
                          <a:gd name="connsiteY13" fmla="*/ 5 h 10000"/>
                          <a:gd name="connsiteX0" fmla="*/ 5317 w 10000"/>
                          <a:gd name="connsiteY0" fmla="*/ 5 h 10000"/>
                          <a:gd name="connsiteX1" fmla="*/ 6508 w 10000"/>
                          <a:gd name="connsiteY1" fmla="*/ 3529 h 10000"/>
                          <a:gd name="connsiteX2" fmla="*/ 6984 w 10000"/>
                          <a:gd name="connsiteY2" fmla="*/ 4626 h 10000"/>
                          <a:gd name="connsiteX3" fmla="*/ 10000 w 10000"/>
                          <a:gd name="connsiteY3" fmla="*/ 6648 h 10000"/>
                          <a:gd name="connsiteX4" fmla="*/ 10000 w 10000"/>
                          <a:gd name="connsiteY4" fmla="*/ 7574 h 10000"/>
                          <a:gd name="connsiteX5" fmla="*/ 5873 w 10000"/>
                          <a:gd name="connsiteY5" fmla="*/ 10000 h 10000"/>
                          <a:gd name="connsiteX6" fmla="*/ 4127 w 10000"/>
                          <a:gd name="connsiteY6" fmla="*/ 10000 h 10000"/>
                          <a:gd name="connsiteX7" fmla="*/ 0 w 10000"/>
                          <a:gd name="connsiteY7" fmla="*/ 7574 h 10000"/>
                          <a:gd name="connsiteX8" fmla="*/ 0 w 10000"/>
                          <a:gd name="connsiteY8" fmla="*/ 6533 h 10000"/>
                          <a:gd name="connsiteX9" fmla="*/ 2540 w 10000"/>
                          <a:gd name="connsiteY9" fmla="*/ 4685 h 10000"/>
                          <a:gd name="connsiteX10" fmla="*/ 3016 w 10000"/>
                          <a:gd name="connsiteY10" fmla="*/ 4569 h 10000"/>
                          <a:gd name="connsiteX11" fmla="*/ 3571 w 10000"/>
                          <a:gd name="connsiteY11" fmla="*/ 3472 h 10000"/>
                          <a:gd name="connsiteX12" fmla="*/ 5317 w 10000"/>
                          <a:gd name="connsiteY12" fmla="*/ 5 h 10000"/>
                          <a:gd name="connsiteX0" fmla="*/ 5317 w 10000"/>
                          <a:gd name="connsiteY0" fmla="*/ 5 h 10211"/>
                          <a:gd name="connsiteX1" fmla="*/ 6508 w 10000"/>
                          <a:gd name="connsiteY1" fmla="*/ 3529 h 10211"/>
                          <a:gd name="connsiteX2" fmla="*/ 6984 w 10000"/>
                          <a:gd name="connsiteY2" fmla="*/ 4626 h 10211"/>
                          <a:gd name="connsiteX3" fmla="*/ 10000 w 10000"/>
                          <a:gd name="connsiteY3" fmla="*/ 6648 h 10211"/>
                          <a:gd name="connsiteX4" fmla="*/ 10000 w 10000"/>
                          <a:gd name="connsiteY4" fmla="*/ 7574 h 10211"/>
                          <a:gd name="connsiteX5" fmla="*/ 5873 w 10000"/>
                          <a:gd name="connsiteY5" fmla="*/ 10000 h 10211"/>
                          <a:gd name="connsiteX6" fmla="*/ 4127 w 10000"/>
                          <a:gd name="connsiteY6" fmla="*/ 10000 h 10211"/>
                          <a:gd name="connsiteX7" fmla="*/ 0 w 10000"/>
                          <a:gd name="connsiteY7" fmla="*/ 7574 h 10211"/>
                          <a:gd name="connsiteX8" fmla="*/ 0 w 10000"/>
                          <a:gd name="connsiteY8" fmla="*/ 6533 h 10211"/>
                          <a:gd name="connsiteX9" fmla="*/ 2540 w 10000"/>
                          <a:gd name="connsiteY9" fmla="*/ 4685 h 10211"/>
                          <a:gd name="connsiteX10" fmla="*/ 3016 w 10000"/>
                          <a:gd name="connsiteY10" fmla="*/ 4569 h 10211"/>
                          <a:gd name="connsiteX11" fmla="*/ 3571 w 10000"/>
                          <a:gd name="connsiteY11" fmla="*/ 3472 h 10211"/>
                          <a:gd name="connsiteX12" fmla="*/ 5317 w 10000"/>
                          <a:gd name="connsiteY12" fmla="*/ 5 h 10211"/>
                          <a:gd name="connsiteX0" fmla="*/ 5317 w 10000"/>
                          <a:gd name="connsiteY0" fmla="*/ 5 h 10278"/>
                          <a:gd name="connsiteX1" fmla="*/ 6508 w 10000"/>
                          <a:gd name="connsiteY1" fmla="*/ 3529 h 10278"/>
                          <a:gd name="connsiteX2" fmla="*/ 6984 w 10000"/>
                          <a:gd name="connsiteY2" fmla="*/ 4626 h 10278"/>
                          <a:gd name="connsiteX3" fmla="*/ 10000 w 10000"/>
                          <a:gd name="connsiteY3" fmla="*/ 6648 h 10278"/>
                          <a:gd name="connsiteX4" fmla="*/ 10000 w 10000"/>
                          <a:gd name="connsiteY4" fmla="*/ 7574 h 10278"/>
                          <a:gd name="connsiteX5" fmla="*/ 5873 w 10000"/>
                          <a:gd name="connsiteY5" fmla="*/ 10000 h 10278"/>
                          <a:gd name="connsiteX6" fmla="*/ 4127 w 10000"/>
                          <a:gd name="connsiteY6" fmla="*/ 10000 h 10278"/>
                          <a:gd name="connsiteX7" fmla="*/ 0 w 10000"/>
                          <a:gd name="connsiteY7" fmla="*/ 7574 h 10278"/>
                          <a:gd name="connsiteX8" fmla="*/ 0 w 10000"/>
                          <a:gd name="connsiteY8" fmla="*/ 6533 h 10278"/>
                          <a:gd name="connsiteX9" fmla="*/ 2540 w 10000"/>
                          <a:gd name="connsiteY9" fmla="*/ 4685 h 10278"/>
                          <a:gd name="connsiteX10" fmla="*/ 3016 w 10000"/>
                          <a:gd name="connsiteY10" fmla="*/ 4569 h 10278"/>
                          <a:gd name="connsiteX11" fmla="*/ 3571 w 10000"/>
                          <a:gd name="connsiteY11" fmla="*/ 3472 h 10278"/>
                          <a:gd name="connsiteX12" fmla="*/ 5317 w 10000"/>
                          <a:gd name="connsiteY12" fmla="*/ 5 h 102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</a:cxnLst>
                        <a:rect l="l" t="t" r="r" b="b"/>
                        <a:pathLst>
                          <a:path w="10000" h="10278">
                            <a:moveTo>
                              <a:pt x="5317" y="5"/>
                            </a:moveTo>
                            <a:cubicBezTo>
                              <a:pt x="7071" y="90"/>
                              <a:pt x="8263" y="2048"/>
                              <a:pt x="6508" y="3529"/>
                            </a:cubicBezTo>
                            <a:cubicBezTo>
                              <a:pt x="6210" y="3817"/>
                              <a:pt x="6532" y="4475"/>
                              <a:pt x="6984" y="4626"/>
                            </a:cubicBezTo>
                            <a:cubicBezTo>
                              <a:pt x="8059" y="4926"/>
                              <a:pt x="9954" y="5156"/>
                              <a:pt x="10000" y="6648"/>
                            </a:cubicBezTo>
                            <a:lnTo>
                              <a:pt x="10000" y="7574"/>
                            </a:lnTo>
                            <a:lnTo>
                              <a:pt x="5873" y="10000"/>
                            </a:lnTo>
                            <a:cubicBezTo>
                              <a:pt x="5406" y="10252"/>
                              <a:pt x="4863" y="10475"/>
                              <a:pt x="4127" y="10000"/>
                            </a:cubicBezTo>
                            <a:lnTo>
                              <a:pt x="0" y="7574"/>
                            </a:lnTo>
                            <a:lnTo>
                              <a:pt x="0" y="6533"/>
                            </a:lnTo>
                            <a:cubicBezTo>
                              <a:pt x="75" y="5236"/>
                              <a:pt x="1388" y="4858"/>
                              <a:pt x="2540" y="4685"/>
                            </a:cubicBezTo>
                            <a:lnTo>
                              <a:pt x="3016" y="4569"/>
                            </a:lnTo>
                            <a:cubicBezTo>
                              <a:pt x="3622" y="4373"/>
                              <a:pt x="3877" y="3872"/>
                              <a:pt x="3571" y="3472"/>
                            </a:cubicBezTo>
                            <a:cubicBezTo>
                              <a:pt x="2130" y="2269"/>
                              <a:pt x="2965" y="-127"/>
                              <a:pt x="5317" y="5"/>
                            </a:cubicBezTo>
                            <a:close/>
                          </a:path>
                        </a:pathLst>
                      </a:custGeom>
                      <a:grpFill/>
                      <a:ln w="0">
                        <a:noFill/>
                        <a:prstDash val="solid"/>
                        <a:round/>
                        <a:headEnd/>
                        <a:tailEnd/>
                      </a:ln>
                      <a:effectLst/>
                    </p:spPr>
                    <p:txBody>
                      <a:bodyPr vert="horz" wrap="square" lIns="68580" tIns="34290" rIns="68580" bIns="3429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endPara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153" name="Freeform 226">
                      <a:extLst>
                        <a:ext uri="{FF2B5EF4-FFF2-40B4-BE49-F238E27FC236}">
                          <a16:creationId xmlns:a16="http://schemas.microsoft.com/office/drawing/2014/main" id="{31D7ACB0-FEA9-42CF-A1DF-853B018EA3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21022" y="9207478"/>
                      <a:ext cx="3239141" cy="1942356"/>
                    </a:xfrm>
                    <a:custGeom>
                      <a:avLst/>
                      <a:gdLst>
                        <a:gd name="connsiteX0" fmla="*/ 24334 w 1240137"/>
                        <a:gd name="connsiteY0" fmla="*/ 0 h 751089"/>
                        <a:gd name="connsiteX1" fmla="*/ 56764 w 1240137"/>
                        <a:gd name="connsiteY1" fmla="*/ 33732 h 751089"/>
                        <a:gd name="connsiteX2" fmla="*/ 441996 w 1240137"/>
                        <a:gd name="connsiteY2" fmla="*/ 341714 h 751089"/>
                        <a:gd name="connsiteX3" fmla="*/ 473798 w 1240137"/>
                        <a:gd name="connsiteY3" fmla="*/ 367322 h 751089"/>
                        <a:gd name="connsiteX4" fmla="*/ 98946 w 1240137"/>
                        <a:gd name="connsiteY4" fmla="*/ 660189 h 751089"/>
                        <a:gd name="connsiteX5" fmla="*/ 94636 w 1240137"/>
                        <a:gd name="connsiteY5" fmla="*/ 695285 h 751089"/>
                        <a:gd name="connsiteX6" fmla="*/ 129732 w 1240137"/>
                        <a:gd name="connsiteY6" fmla="*/ 699594 h 751089"/>
                        <a:gd name="connsiteX7" fmla="*/ 513654 w 1240137"/>
                        <a:gd name="connsiteY7" fmla="*/ 399642 h 751089"/>
                        <a:gd name="connsiteX8" fmla="*/ 560538 w 1240137"/>
                        <a:gd name="connsiteY8" fmla="*/ 440684 h 751089"/>
                        <a:gd name="connsiteX9" fmla="*/ 684362 w 1240137"/>
                        <a:gd name="connsiteY9" fmla="*/ 435922 h 751089"/>
                        <a:gd name="connsiteX10" fmla="*/ 730236 w 1240137"/>
                        <a:gd name="connsiteY10" fmla="*/ 398334 h 751089"/>
                        <a:gd name="connsiteX11" fmla="*/ 1112783 w 1240137"/>
                        <a:gd name="connsiteY11" fmla="*/ 697213 h 751089"/>
                        <a:gd name="connsiteX12" fmla="*/ 1147879 w 1240137"/>
                        <a:gd name="connsiteY12" fmla="*/ 692904 h 751089"/>
                        <a:gd name="connsiteX13" fmla="*/ 1143570 w 1240137"/>
                        <a:gd name="connsiteY13" fmla="*/ 657808 h 751089"/>
                        <a:gd name="connsiteX14" fmla="*/ 769881 w 1240137"/>
                        <a:gd name="connsiteY14" fmla="*/ 365850 h 751089"/>
                        <a:gd name="connsiteX15" fmla="*/ 1216183 w 1240137"/>
                        <a:gd name="connsiteY15" fmla="*/ 157 h 751089"/>
                        <a:gd name="connsiteX16" fmla="*/ 1229750 w 1240137"/>
                        <a:gd name="connsiteY16" fmla="*/ 5777 h 751089"/>
                        <a:gd name="connsiteX17" fmla="*/ 1240137 w 1240137"/>
                        <a:gd name="connsiteY17" fmla="*/ 30854 h 751089"/>
                        <a:gd name="connsiteX18" fmla="*/ 1240137 w 1240137"/>
                        <a:gd name="connsiteY18" fmla="*/ 715624 h 751089"/>
                        <a:gd name="connsiteX19" fmla="*/ 1204672 w 1240137"/>
                        <a:gd name="connsiteY19" fmla="*/ 751089 h 751089"/>
                        <a:gd name="connsiteX20" fmla="*/ 35465 w 1240137"/>
                        <a:gd name="connsiteY20" fmla="*/ 751089 h 751089"/>
                        <a:gd name="connsiteX21" fmla="*/ 0 w 1240137"/>
                        <a:gd name="connsiteY21" fmla="*/ 715624 h 751089"/>
                        <a:gd name="connsiteX22" fmla="*/ 0 w 1240137"/>
                        <a:gd name="connsiteY22" fmla="*/ 30854 h 751089"/>
                        <a:gd name="connsiteX23" fmla="*/ 10388 w 1240137"/>
                        <a:gd name="connsiteY23" fmla="*/ 5777 h 7510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</a:cxnLst>
                      <a:rect l="l" t="t" r="r" b="b"/>
                      <a:pathLst>
                        <a:path w="1240137" h="751089">
                          <a:moveTo>
                            <a:pt x="24334" y="0"/>
                          </a:moveTo>
                          <a:lnTo>
                            <a:pt x="56764" y="33732"/>
                          </a:lnTo>
                          <a:cubicBezTo>
                            <a:pt x="141767" y="112828"/>
                            <a:pt x="316299" y="242619"/>
                            <a:pt x="441996" y="341714"/>
                          </a:cubicBezTo>
                          <a:lnTo>
                            <a:pt x="473798" y="367322"/>
                          </a:lnTo>
                          <a:lnTo>
                            <a:pt x="98946" y="660189"/>
                          </a:lnTo>
                          <a:cubicBezTo>
                            <a:pt x="88064" y="668690"/>
                            <a:pt x="86135" y="684403"/>
                            <a:pt x="94636" y="695285"/>
                          </a:cubicBezTo>
                          <a:cubicBezTo>
                            <a:pt x="103138" y="706166"/>
                            <a:pt x="118851" y="708096"/>
                            <a:pt x="129732" y="699594"/>
                          </a:cubicBezTo>
                          <a:lnTo>
                            <a:pt x="513654" y="399642"/>
                          </a:lnTo>
                          <a:lnTo>
                            <a:pt x="560538" y="440684"/>
                          </a:lnTo>
                          <a:cubicBezTo>
                            <a:pt x="625626" y="477197"/>
                            <a:pt x="645468" y="461322"/>
                            <a:pt x="684362" y="435922"/>
                          </a:cubicBezTo>
                          <a:lnTo>
                            <a:pt x="730236" y="398334"/>
                          </a:lnTo>
                          <a:lnTo>
                            <a:pt x="1112783" y="697213"/>
                          </a:lnTo>
                          <a:cubicBezTo>
                            <a:pt x="1123665" y="705715"/>
                            <a:pt x="1139378" y="703785"/>
                            <a:pt x="1147879" y="692904"/>
                          </a:cubicBezTo>
                          <a:cubicBezTo>
                            <a:pt x="1156381" y="682022"/>
                            <a:pt x="1154452" y="666309"/>
                            <a:pt x="1143570" y="657808"/>
                          </a:cubicBezTo>
                          <a:lnTo>
                            <a:pt x="769881" y="365850"/>
                          </a:lnTo>
                          <a:lnTo>
                            <a:pt x="1216183" y="157"/>
                          </a:lnTo>
                          <a:lnTo>
                            <a:pt x="1229750" y="5777"/>
                          </a:lnTo>
                          <a:cubicBezTo>
                            <a:pt x="1236168" y="12194"/>
                            <a:pt x="1240137" y="21061"/>
                            <a:pt x="1240137" y="30854"/>
                          </a:cubicBezTo>
                          <a:lnTo>
                            <a:pt x="1240137" y="715624"/>
                          </a:lnTo>
                          <a:cubicBezTo>
                            <a:pt x="1240137" y="735211"/>
                            <a:pt x="1224259" y="751089"/>
                            <a:pt x="1204672" y="751089"/>
                          </a:cubicBezTo>
                          <a:lnTo>
                            <a:pt x="35465" y="751089"/>
                          </a:lnTo>
                          <a:cubicBezTo>
                            <a:pt x="15878" y="751089"/>
                            <a:pt x="0" y="735211"/>
                            <a:pt x="0" y="715624"/>
                          </a:cubicBezTo>
                          <a:lnTo>
                            <a:pt x="0" y="30854"/>
                          </a:lnTo>
                          <a:cubicBezTo>
                            <a:pt x="0" y="21061"/>
                            <a:pt x="3970" y="12194"/>
                            <a:pt x="10388" y="577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191" name="TextBox 190">
            <a:extLst>
              <a:ext uri="{FF2B5EF4-FFF2-40B4-BE49-F238E27FC236}">
                <a16:creationId xmlns:a16="http://schemas.microsoft.com/office/drawing/2014/main" id="{075404D5-4FF4-4BFC-BA34-7932A951E6AA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644204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A09773-5A3A-4CE5-801F-6B989D315FD9}"/>
              </a:ext>
            </a:extLst>
          </p:cNvPr>
          <p:cNvSpPr/>
          <p:nvPr/>
        </p:nvSpPr>
        <p:spPr>
          <a:xfrm>
            <a:off x="6874933" y="639683"/>
            <a:ext cx="2165211" cy="440267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Use Case- Monolith -&gt; Micro</a:t>
            </a:r>
            <a:endParaRPr lang="ru-RU" altLang="ru-RU" b="1" cap="small" dirty="0">
              <a:solidFill>
                <a:srgbClr val="DA291C"/>
              </a:solidFill>
              <a:latin typeface="Helvetica" panose="020B0604020202020204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9F454A-3A42-4932-8006-920CA07D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3" y="639683"/>
            <a:ext cx="6637504" cy="4402674"/>
          </a:xfrm>
          <a:prstGeom prst="rect">
            <a:avLst/>
          </a:prstGeom>
        </p:spPr>
      </p:pic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AAFCFA8B-713A-460D-8576-FB61404C9273}"/>
              </a:ext>
            </a:extLst>
          </p:cNvPr>
          <p:cNvSpPr txBox="1">
            <a:spLocks/>
          </p:cNvSpPr>
          <p:nvPr/>
        </p:nvSpPr>
        <p:spPr>
          <a:xfrm>
            <a:off x="6680190" y="775150"/>
            <a:ext cx="2345272" cy="419499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Minimal Code Change Approach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Accelerate associated changes in Infra/Process Layer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Simple Upskilling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endParaRPr lang="en-US" sz="1000" dirty="0">
              <a:solidFill>
                <a:schemeClr val="bg1"/>
              </a:solidFill>
              <a:latin typeface="Raleway" panose="020B0003030101060003" pitchFamily="34" charset="0"/>
              <a:cs typeface="Calibri Light" panose="020F0302020204030204" pitchFamily="34" charset="0"/>
            </a:endParaRP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endParaRPr lang="en-US" sz="1000" dirty="0">
              <a:solidFill>
                <a:schemeClr val="bg1"/>
              </a:solidFill>
              <a:latin typeface="Raleway" panose="020B0003030101060003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 err="1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Xformation</a:t>
            </a: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?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App blocks reduce  50% coding Effort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Prebuilt Blueprints for associated Infra / Process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Standardized Assets for E2E  delivery (refactor, DevOps Workflow, Automation)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Availability of Specialized resource Pool contributing in Open Product driven transformation.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DF2109-24B4-404B-AD8D-75F3FA708A45}"/>
              </a:ext>
            </a:extLst>
          </p:cNvPr>
          <p:cNvSpPr/>
          <p:nvPr/>
        </p:nvSpPr>
        <p:spPr>
          <a:xfrm>
            <a:off x="5994401" y="59591"/>
            <a:ext cx="2429933" cy="369331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ru-RU" b="1" cap="small" dirty="0">
                <a:solidFill>
                  <a:schemeClr val="bg1"/>
                </a:solidFill>
                <a:latin typeface="Helvetica" panose="020B0604020202020204" pitchFamily="2" charset="0"/>
              </a:rPr>
              <a:t>App- </a:t>
            </a:r>
            <a:r>
              <a:rPr lang="en-US" altLang="ru-RU" b="1" cap="small" dirty="0" err="1">
                <a:solidFill>
                  <a:schemeClr val="bg1"/>
                </a:solidFill>
                <a:latin typeface="Helvetica" panose="020B0604020202020204" pitchFamily="2" charset="0"/>
              </a:rPr>
              <a:t>Xformation</a:t>
            </a:r>
            <a:r>
              <a:rPr lang="en-US" altLang="ru-RU" b="1" cap="small" dirty="0">
                <a:solidFill>
                  <a:schemeClr val="bg1"/>
                </a:solidFill>
                <a:latin typeface="Helvetica" panose="020B0604020202020204" pitchFamily="2" charset="0"/>
              </a:rPr>
              <a:t> </a:t>
            </a:r>
            <a:endParaRPr lang="ru-RU" altLang="ru-RU" b="1" cap="small" dirty="0">
              <a:solidFill>
                <a:schemeClr val="bg1"/>
              </a:solidFill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208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Example App with Blocks</a:t>
            </a:r>
            <a:endParaRPr lang="ru-RU" altLang="ru-RU" b="1" cap="small" dirty="0">
              <a:solidFill>
                <a:srgbClr val="DA291C"/>
              </a:solidFill>
              <a:latin typeface="Helvetica" panose="020B0604020202020204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2349DD-84F5-443E-9BD1-29B715A69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639683"/>
            <a:ext cx="6462607" cy="440267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DC8960B-6F67-449D-AFCC-D102C829C320}"/>
              </a:ext>
            </a:extLst>
          </p:cNvPr>
          <p:cNvSpPr/>
          <p:nvPr/>
        </p:nvSpPr>
        <p:spPr>
          <a:xfrm>
            <a:off x="6874933" y="639683"/>
            <a:ext cx="2165211" cy="440267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E9FA9ABF-8701-4423-A50D-04ED873D813C}"/>
              </a:ext>
            </a:extLst>
          </p:cNvPr>
          <p:cNvSpPr txBox="1">
            <a:spLocks/>
          </p:cNvSpPr>
          <p:nvPr/>
        </p:nvSpPr>
        <p:spPr>
          <a:xfrm>
            <a:off x="6662901" y="622746"/>
            <a:ext cx="2354094" cy="447199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All Apps have common services, why not build and maintain those fundamental blocks in Rock Solid way and develop different business Apps based on those services' API.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Develop strong Business specific blocks in unified way.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Increase developer productivity by having a unified dev process that is predictive &amp; deterministic.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Answer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Reusable cloud agnostic App Blocks reducing refactoring effort @50%. 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 complete microservice driven standard example  App to empower customer  engineering team build microservices delivery practices rapidly.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B0E92C-4238-4293-AF6A-9BE73C9711CD}"/>
              </a:ext>
            </a:extLst>
          </p:cNvPr>
          <p:cNvSpPr/>
          <p:nvPr/>
        </p:nvSpPr>
        <p:spPr>
          <a:xfrm>
            <a:off x="5164667" y="59591"/>
            <a:ext cx="3259667" cy="369331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ru-RU" b="1" cap="small" dirty="0">
                <a:solidFill>
                  <a:schemeClr val="bg1"/>
                </a:solidFill>
                <a:latin typeface="Helvetica" panose="020B0604020202020204" pitchFamily="2" charset="0"/>
              </a:rPr>
              <a:t>App Blocks Explained </a:t>
            </a:r>
            <a:endParaRPr lang="ru-RU" altLang="ru-RU" b="1" cap="small" dirty="0">
              <a:solidFill>
                <a:schemeClr val="bg1"/>
              </a:solidFill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78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 Use Case- Hybrid It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05BB74AE-09F9-4AF9-95B1-D7E3574A3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61" y="826856"/>
            <a:ext cx="4112073" cy="409954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542816C-B4FD-49CC-923B-D5ED4FA23AD7}"/>
              </a:ext>
            </a:extLst>
          </p:cNvPr>
          <p:cNvSpPr/>
          <p:nvPr/>
        </p:nvSpPr>
        <p:spPr>
          <a:xfrm>
            <a:off x="6282263" y="521151"/>
            <a:ext cx="2165211" cy="440267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5C814D3-C4EB-4EE5-937C-000C68A61EC3}"/>
              </a:ext>
            </a:extLst>
          </p:cNvPr>
          <p:cNvSpPr txBox="1">
            <a:spLocks/>
          </p:cNvSpPr>
          <p:nvPr/>
        </p:nvSpPr>
        <p:spPr>
          <a:xfrm>
            <a:off x="6044831" y="817479"/>
            <a:ext cx="2354094" cy="388721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Right Technology / People / Process to implement Hybrid IT strategy that scale across clouds and offers maximum security ,innovation speed at optimal economies 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endParaRPr lang="en-US" sz="1000" dirty="0">
              <a:solidFill>
                <a:schemeClr val="bg1"/>
              </a:solidFill>
              <a:latin typeface="Raleway" panose="020B0003030101060003" pitchFamily="34" charset="0"/>
              <a:cs typeface="Calibri Light" panose="020F0302020204030204" pitchFamily="34" charset="0"/>
            </a:endParaRP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endParaRPr lang="en-US" sz="1000" dirty="0">
              <a:solidFill>
                <a:schemeClr val="bg1"/>
              </a:solidFill>
              <a:latin typeface="Raleway" panose="020B0003030101060003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Xformation?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Prebuilt multi-cloud hybrid provisioning templates helps customers to quickly build, deliver and orchestrate cross cloud services @50% time &amp; cost.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Existing automation capabilities to automate infrastructure , operations, security in hybrid IT environment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9E5DC1-5F96-425D-80C5-D10C8291440E}"/>
              </a:ext>
            </a:extLst>
          </p:cNvPr>
          <p:cNvSpPr/>
          <p:nvPr/>
        </p:nvSpPr>
        <p:spPr>
          <a:xfrm>
            <a:off x="5994401" y="59591"/>
            <a:ext cx="2429933" cy="369331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ru-RU" b="1" cap="small" dirty="0">
                <a:solidFill>
                  <a:schemeClr val="bg1"/>
                </a:solidFill>
                <a:latin typeface="Helvetica" panose="020B0604020202020204" pitchFamily="2" charset="0"/>
              </a:rPr>
              <a:t>Infra- </a:t>
            </a:r>
            <a:r>
              <a:rPr lang="en-US" altLang="ru-RU" b="1" cap="small" dirty="0" err="1">
                <a:solidFill>
                  <a:schemeClr val="bg1"/>
                </a:solidFill>
                <a:latin typeface="Helvetica" panose="020B0604020202020204" pitchFamily="2" charset="0"/>
              </a:rPr>
              <a:t>Xformation</a:t>
            </a:r>
            <a:r>
              <a:rPr lang="en-US" altLang="ru-RU" b="1" cap="small" dirty="0">
                <a:solidFill>
                  <a:schemeClr val="bg1"/>
                </a:solidFill>
                <a:latin typeface="Helvetica" panose="020B0604020202020204" pitchFamily="2" charset="0"/>
              </a:rPr>
              <a:t> </a:t>
            </a:r>
            <a:endParaRPr lang="ru-RU" altLang="ru-RU" b="1" cap="small" dirty="0">
              <a:solidFill>
                <a:schemeClr val="bg1"/>
              </a:solidFill>
              <a:latin typeface="Helvetica" panose="020B06040202020202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62DD8B-9783-4214-A957-27579B7963FF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latin typeface="Arial"/>
              </a:rPr>
              <a:t>© 2020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73916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C00000"/>
                </a:solidFill>
                <a:latin typeface="Helvetica" panose="020B0604020202020204" pitchFamily="2" charset="0"/>
              </a:rPr>
              <a:t> Use Case- Software Defined</a:t>
            </a:r>
            <a:endParaRPr lang="en-US" b="1" dirty="0">
              <a:solidFill>
                <a:srgbClr val="C00000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FE5936-41B9-4924-BB88-4A9FF42EBB25}"/>
              </a:ext>
            </a:extLst>
          </p:cNvPr>
          <p:cNvSpPr/>
          <p:nvPr/>
        </p:nvSpPr>
        <p:spPr>
          <a:xfrm>
            <a:off x="5994401" y="59591"/>
            <a:ext cx="2429933" cy="369331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ru-RU" b="1" cap="small" dirty="0">
                <a:solidFill>
                  <a:schemeClr val="bg1"/>
                </a:solidFill>
                <a:latin typeface="Helvetica" panose="020B0604020202020204" pitchFamily="2" charset="0"/>
              </a:rPr>
              <a:t>Infra- </a:t>
            </a:r>
            <a:r>
              <a:rPr lang="en-US" altLang="ru-RU" b="1" cap="small" dirty="0" err="1">
                <a:solidFill>
                  <a:schemeClr val="bg1"/>
                </a:solidFill>
                <a:latin typeface="Helvetica" panose="020B0604020202020204" pitchFamily="2" charset="0"/>
              </a:rPr>
              <a:t>Xformation</a:t>
            </a:r>
            <a:r>
              <a:rPr lang="en-US" altLang="ru-RU" b="1" cap="small" dirty="0">
                <a:solidFill>
                  <a:schemeClr val="bg1"/>
                </a:solidFill>
                <a:latin typeface="Helvetica" panose="020B0604020202020204" pitchFamily="2" charset="0"/>
              </a:rPr>
              <a:t> </a:t>
            </a:r>
            <a:endParaRPr lang="ru-RU" altLang="ru-RU" b="1" cap="small" dirty="0">
              <a:solidFill>
                <a:schemeClr val="bg1"/>
              </a:solidFill>
              <a:latin typeface="Helvetica" panose="020B06040202020202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704D91-3190-43DA-9F27-622D318238DB}"/>
              </a:ext>
            </a:extLst>
          </p:cNvPr>
          <p:cNvSpPr/>
          <p:nvPr/>
        </p:nvSpPr>
        <p:spPr>
          <a:xfrm>
            <a:off x="6874933" y="639683"/>
            <a:ext cx="2165211" cy="440267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78593CBE-0404-4FDE-9509-AA792EEFCA91}"/>
              </a:ext>
            </a:extLst>
          </p:cNvPr>
          <p:cNvSpPr txBox="1">
            <a:spLocks/>
          </p:cNvSpPr>
          <p:nvPr/>
        </p:nvSpPr>
        <p:spPr>
          <a:xfrm>
            <a:off x="6696769" y="952949"/>
            <a:ext cx="2354094" cy="371794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Need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Aggregate computing, storage, network @software layer from any public/private cloud, develop apps rapidly and establish operation automation to run in autopilot mode.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Xformation?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Tools to provision container clusters across clouds and aggregate hardware pool.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Tools to manage multiple products and associated service through single control plane.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Standardized continuous delivery, continuous compliance, continuous automation artifacts.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AC2470D-69F2-40A8-B39E-0687598BD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4" y="631219"/>
            <a:ext cx="6789906" cy="441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31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436702" y="59591"/>
            <a:ext cx="3483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solidFill>
                  <a:srgbClr val="C00000"/>
                </a:solidFill>
                <a:latin typeface="Helvetica" panose="020B0604020202020204" pitchFamily="2" charset="0"/>
              </a:rPr>
              <a:t> Use Case- Fast Data </a:t>
            </a:r>
            <a:endParaRPr lang="en-US" b="1" dirty="0">
              <a:solidFill>
                <a:srgbClr val="C00000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56D85-2E92-44C4-A715-95EFD35D7038}"/>
              </a:ext>
            </a:extLst>
          </p:cNvPr>
          <p:cNvSpPr/>
          <p:nvPr/>
        </p:nvSpPr>
        <p:spPr>
          <a:xfrm>
            <a:off x="5994401" y="59591"/>
            <a:ext cx="2429933" cy="369331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ru-RU" b="1" cap="small" dirty="0">
                <a:solidFill>
                  <a:schemeClr val="bg1"/>
                </a:solidFill>
                <a:latin typeface="Helvetica" panose="020B0604020202020204" pitchFamily="2" charset="0"/>
              </a:rPr>
              <a:t>Data- Xformation </a:t>
            </a:r>
            <a:endParaRPr lang="ru-RU" altLang="ru-RU" b="1" cap="small" dirty="0">
              <a:solidFill>
                <a:schemeClr val="bg1"/>
              </a:solidFill>
              <a:latin typeface="Helvetica" panose="020B06040202020202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065A41-F921-4265-AEB9-AE30A596CA8B}"/>
              </a:ext>
            </a:extLst>
          </p:cNvPr>
          <p:cNvSpPr/>
          <p:nvPr/>
        </p:nvSpPr>
        <p:spPr>
          <a:xfrm>
            <a:off x="6874933" y="639683"/>
            <a:ext cx="2165211" cy="440267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41F6D8ED-A7BE-4148-8DEF-01571AAE77B6}"/>
              </a:ext>
            </a:extLst>
          </p:cNvPr>
          <p:cNvSpPr txBox="1">
            <a:spLocks/>
          </p:cNvSpPr>
          <p:nvPr/>
        </p:nvSpPr>
        <p:spPr>
          <a:xfrm>
            <a:off x="6896911" y="919083"/>
            <a:ext cx="2140085" cy="38287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Need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Cloud native Fast-Data  platform that serves as single source of truth for real -time , </a:t>
            </a:r>
            <a:r>
              <a:rPr lang="en-US" sz="1000" dirty="0" err="1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olap</a:t>
            </a: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 , relational data catering any data source (unstructured ,  semi- structured un-structured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Xformation?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Tools to provision Fast Data backbone in container cluster.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Open framework to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 1) Automate Data Management &amp; Query optimization</a:t>
            </a: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000" dirty="0">
                <a:solidFill>
                  <a:schemeClr val="bg1"/>
                </a:solidFill>
                <a:latin typeface="Raleway" panose="020B0003030101060003" pitchFamily="34" charset="0"/>
                <a:cs typeface="Calibri Light" panose="020F0302020204030204" pitchFamily="34" charset="0"/>
              </a:rPr>
              <a:t>2)Integrated Policy based alert &amp; remediation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B6B597-02FE-4343-8B54-A8363A7F5CA9}"/>
              </a:ext>
            </a:extLst>
          </p:cNvPr>
          <p:cNvSpPr/>
          <p:nvPr/>
        </p:nvSpPr>
        <p:spPr>
          <a:xfrm>
            <a:off x="2655885" y="505076"/>
            <a:ext cx="1593511" cy="513080"/>
          </a:xfrm>
          <a:prstGeom prst="roundRect">
            <a:avLst/>
          </a:prstGeom>
          <a:solidFill>
            <a:srgbClr val="DA29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BI-REPORTING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89EA250-58E3-4100-B9A9-5AC3032AF7AA}"/>
              </a:ext>
            </a:extLst>
          </p:cNvPr>
          <p:cNvGrpSpPr/>
          <p:nvPr/>
        </p:nvGrpSpPr>
        <p:grpSpPr>
          <a:xfrm>
            <a:off x="145418" y="1590193"/>
            <a:ext cx="6614444" cy="3430265"/>
            <a:chOff x="145418" y="1590193"/>
            <a:chExt cx="6614444" cy="3430265"/>
          </a:xfrm>
        </p:grpSpPr>
        <p:sp>
          <p:nvSpPr>
            <p:cNvPr id="3" name="Cylinder 2">
              <a:extLst>
                <a:ext uri="{FF2B5EF4-FFF2-40B4-BE49-F238E27FC236}">
                  <a16:creationId xmlns:a16="http://schemas.microsoft.com/office/drawing/2014/main" id="{5B8523E5-9134-4E02-95F6-118FA6C47AAC}"/>
                </a:ext>
              </a:extLst>
            </p:cNvPr>
            <p:cNvSpPr/>
            <p:nvPr/>
          </p:nvSpPr>
          <p:spPr>
            <a:xfrm>
              <a:off x="769695" y="2360660"/>
              <a:ext cx="1847849" cy="2387600"/>
            </a:xfrm>
            <a:prstGeom prst="can">
              <a:avLst>
                <a:gd name="adj" fmla="val 54812"/>
              </a:avLst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B8A12F6D-31A8-4FD7-84E2-2C4039BBC827}"/>
                </a:ext>
              </a:extLst>
            </p:cNvPr>
            <p:cNvSpPr/>
            <p:nvPr/>
          </p:nvSpPr>
          <p:spPr>
            <a:xfrm>
              <a:off x="3832513" y="2360660"/>
              <a:ext cx="1847849" cy="2387600"/>
            </a:xfrm>
            <a:prstGeom prst="can">
              <a:avLst>
                <a:gd name="adj" fmla="val 54812"/>
              </a:avLst>
            </a:prstGeom>
            <a:solidFill>
              <a:srgbClr val="0070C0"/>
            </a:solidFill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2253A99-C524-4AD4-AD07-048DDF298007}"/>
                </a:ext>
              </a:extLst>
            </p:cNvPr>
            <p:cNvSpPr/>
            <p:nvPr/>
          </p:nvSpPr>
          <p:spPr>
            <a:xfrm>
              <a:off x="145418" y="1590193"/>
              <a:ext cx="3062677" cy="3430265"/>
            </a:xfrm>
            <a:prstGeom prst="roundRect">
              <a:avLst>
                <a:gd name="adj" fmla="val 527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5CA80AE-D07E-4774-B25C-909E3DABE7D7}"/>
                </a:ext>
              </a:extLst>
            </p:cNvPr>
            <p:cNvSpPr/>
            <p:nvPr/>
          </p:nvSpPr>
          <p:spPr>
            <a:xfrm>
              <a:off x="3644138" y="1590193"/>
              <a:ext cx="3115724" cy="3430265"/>
            </a:xfrm>
            <a:prstGeom prst="roundRect">
              <a:avLst>
                <a:gd name="adj" fmla="val 527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B9D9951-55C7-41E7-B0A0-CA15F4F896A0}"/>
                </a:ext>
              </a:extLst>
            </p:cNvPr>
            <p:cNvSpPr/>
            <p:nvPr/>
          </p:nvSpPr>
          <p:spPr>
            <a:xfrm>
              <a:off x="1308915" y="2679006"/>
              <a:ext cx="762000" cy="513080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/>
                <a:t>REAL-TIME</a:t>
              </a:r>
            </a:p>
            <a:p>
              <a:pPr algn="ctr"/>
              <a:r>
                <a:rPr lang="en-US" sz="900" b="1" dirty="0"/>
                <a:t>ANALYTICS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2F247CF-4680-4EE4-90E6-9865ECC1800C}"/>
                </a:ext>
              </a:extLst>
            </p:cNvPr>
            <p:cNvSpPr/>
            <p:nvPr/>
          </p:nvSpPr>
          <p:spPr>
            <a:xfrm>
              <a:off x="333653" y="3675956"/>
              <a:ext cx="889010" cy="513080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/>
                <a:t>INGEST/</a:t>
              </a:r>
            </a:p>
            <a:p>
              <a:pPr algn="ctr"/>
              <a:r>
                <a:rPr lang="en-US" sz="900" b="1" dirty="0"/>
                <a:t>INTERACTIVE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345C019-3298-4BD9-ADE6-7C20BA02CF09}"/>
                </a:ext>
              </a:extLst>
            </p:cNvPr>
            <p:cNvSpPr/>
            <p:nvPr/>
          </p:nvSpPr>
          <p:spPr>
            <a:xfrm>
              <a:off x="1338019" y="3675956"/>
              <a:ext cx="889010" cy="513080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/>
                <a:t>DECISIONING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042EF18-7871-45AC-B795-96B7C6B5FA42}"/>
                </a:ext>
              </a:extLst>
            </p:cNvPr>
            <p:cNvSpPr/>
            <p:nvPr/>
          </p:nvSpPr>
          <p:spPr>
            <a:xfrm>
              <a:off x="2393178" y="3675956"/>
              <a:ext cx="658284" cy="513080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/>
                <a:t>EXPORT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AB29A00-8D74-452D-AF48-2001A4CC0AB5}"/>
                </a:ext>
              </a:extLst>
            </p:cNvPr>
            <p:cNvSpPr/>
            <p:nvPr/>
          </p:nvSpPr>
          <p:spPr>
            <a:xfrm>
              <a:off x="5868737" y="2496587"/>
              <a:ext cx="836092" cy="51308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/>
                <a:t>Predictive Analysis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CB495BA-3025-4C6C-A57D-51296498C214}"/>
                </a:ext>
              </a:extLst>
            </p:cNvPr>
            <p:cNvSpPr/>
            <p:nvPr/>
          </p:nvSpPr>
          <p:spPr>
            <a:xfrm>
              <a:off x="5868737" y="3909752"/>
              <a:ext cx="836092" cy="51308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/>
                <a:t>Statistical Correlations</a:t>
              </a:r>
            </a:p>
          </p:txBody>
        </p:sp>
        <p:pic>
          <p:nvPicPr>
            <p:cNvPr id="27" name="Graphic 26" descr="Upward trend">
              <a:extLst>
                <a:ext uri="{FF2B5EF4-FFF2-40B4-BE49-F238E27FC236}">
                  <a16:creationId xmlns:a16="http://schemas.microsoft.com/office/drawing/2014/main" id="{1A12A5B4-58BD-433C-A6B2-AFDE6006A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59991" y="1809902"/>
              <a:ext cx="467521" cy="46752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6B5529E-0115-4E01-B846-448507233D07}"/>
                </a:ext>
              </a:extLst>
            </p:cNvPr>
            <p:cNvSpPr txBox="1"/>
            <p:nvPr/>
          </p:nvSpPr>
          <p:spPr>
            <a:xfrm>
              <a:off x="1900653" y="1813290"/>
              <a:ext cx="9624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FAST SERVICE ANALYTICS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2B9DA3C-7E83-479D-8969-6D3176E1AF18}"/>
                </a:ext>
              </a:extLst>
            </p:cNvPr>
            <p:cNvSpPr txBox="1"/>
            <p:nvPr/>
          </p:nvSpPr>
          <p:spPr>
            <a:xfrm>
              <a:off x="217903" y="1660890"/>
              <a:ext cx="11853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DA291C"/>
                  </a:solidFill>
                </a:rPr>
                <a:t>FAST DATA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8647188-7F07-4E1C-8357-71772BB2248B}"/>
                </a:ext>
              </a:extLst>
            </p:cNvPr>
            <p:cNvSpPr txBox="1"/>
            <p:nvPr/>
          </p:nvSpPr>
          <p:spPr>
            <a:xfrm>
              <a:off x="5450303" y="1660890"/>
              <a:ext cx="12545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DA291C"/>
                  </a:solidFill>
                </a:rPr>
                <a:t>DATA LAKE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8BD552A-922D-43BB-B313-663FECDA95D6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62" y="3945197"/>
              <a:ext cx="351629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409CDFA-8A1B-48C7-A475-78CE4B687B5D}"/>
                </a:ext>
              </a:extLst>
            </p:cNvPr>
            <p:cNvCxnSpPr/>
            <p:nvPr/>
          </p:nvCxnSpPr>
          <p:spPr>
            <a:xfrm>
              <a:off x="2160345" y="3943080"/>
              <a:ext cx="296333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2EDDEFF-4EA8-4D0E-8109-AF2BA1E4B716}"/>
                </a:ext>
              </a:extLst>
            </p:cNvPr>
            <p:cNvGrpSpPr/>
            <p:nvPr/>
          </p:nvGrpSpPr>
          <p:grpSpPr>
            <a:xfrm>
              <a:off x="166015" y="3574045"/>
              <a:ext cx="159182" cy="768353"/>
              <a:chOff x="124453" y="2735846"/>
              <a:chExt cx="159182" cy="768353"/>
            </a:xfrm>
          </p:grpSpPr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85C9D3CA-69B3-41B5-AEF8-3A37702AE8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53" y="2735846"/>
                <a:ext cx="159182" cy="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99E4B301-C42A-497C-A4C7-911498B23F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53" y="2991964"/>
                <a:ext cx="159182" cy="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D43E411D-C931-484F-98DF-4F513550AD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53" y="3248082"/>
                <a:ext cx="159182" cy="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187C52E2-2F84-45C4-9367-BD177F2BE5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53" y="3504199"/>
                <a:ext cx="159182" cy="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FED75C5-B01A-477E-9980-9335527A2CF0}"/>
                </a:ext>
              </a:extLst>
            </p:cNvPr>
            <p:cNvGrpSpPr/>
            <p:nvPr/>
          </p:nvGrpSpPr>
          <p:grpSpPr>
            <a:xfrm>
              <a:off x="3073440" y="3574045"/>
              <a:ext cx="755925" cy="768353"/>
              <a:chOff x="124453" y="2735846"/>
              <a:chExt cx="159182" cy="768353"/>
            </a:xfrm>
          </p:grpSpPr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C4EF7223-1C96-4FD9-BE15-5848380FF1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53" y="2735846"/>
                <a:ext cx="159182" cy="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550D9EC6-C164-4E78-A135-1059FCF5D5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53" y="2991964"/>
                <a:ext cx="159182" cy="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A0064A8-1860-4584-B8F5-61FD2637B1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53" y="3248082"/>
                <a:ext cx="159182" cy="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A4442FD8-0EA2-4C2C-9814-6CE767E31A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53" y="3504199"/>
                <a:ext cx="159182" cy="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4D390E5-46AA-4799-945F-0425133D967F}"/>
                </a:ext>
              </a:extLst>
            </p:cNvPr>
            <p:cNvCxnSpPr/>
            <p:nvPr/>
          </p:nvCxnSpPr>
          <p:spPr>
            <a:xfrm>
              <a:off x="4788083" y="2213400"/>
              <a:ext cx="0" cy="46560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98F40B02-0CB6-402F-952C-22BA9B069422}"/>
                </a:ext>
              </a:extLst>
            </p:cNvPr>
            <p:cNvCxnSpPr/>
            <p:nvPr/>
          </p:nvCxnSpPr>
          <p:spPr>
            <a:xfrm>
              <a:off x="5390755" y="2758784"/>
              <a:ext cx="47798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026E03FE-F329-4231-8B88-649CB740C9F1}"/>
                </a:ext>
              </a:extLst>
            </p:cNvPr>
            <p:cNvCxnSpPr/>
            <p:nvPr/>
          </p:nvCxnSpPr>
          <p:spPr>
            <a:xfrm>
              <a:off x="5390755" y="4165021"/>
              <a:ext cx="47798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05BD1088-6BE7-454A-AC94-4D27884650B8}"/>
                </a:ext>
              </a:extLst>
            </p:cNvPr>
            <p:cNvSpPr/>
            <p:nvPr/>
          </p:nvSpPr>
          <p:spPr>
            <a:xfrm>
              <a:off x="5868737" y="3210097"/>
              <a:ext cx="836092" cy="51308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/>
                <a:t>Multi-Dimensional Analysis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7A7ABC6-CED2-46A3-8A35-5AB57CD5B543}"/>
                </a:ext>
              </a:extLst>
            </p:cNvPr>
            <p:cNvCxnSpPr/>
            <p:nvPr/>
          </p:nvCxnSpPr>
          <p:spPr>
            <a:xfrm>
              <a:off x="5390755" y="3465366"/>
              <a:ext cx="47798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FD7FF9B-9C07-4080-98CD-52B5CCC389EB}"/>
                </a:ext>
              </a:extLst>
            </p:cNvPr>
            <p:cNvSpPr txBox="1"/>
            <p:nvPr/>
          </p:nvSpPr>
          <p:spPr>
            <a:xfrm>
              <a:off x="3812580" y="1771724"/>
              <a:ext cx="8009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/>
                <a:t>TREND ANALYTICS</a:t>
              </a:r>
            </a:p>
          </p:txBody>
        </p:sp>
        <p:pic>
          <p:nvPicPr>
            <p:cNvPr id="68" name="Graphic 67" descr="Statistics">
              <a:extLst>
                <a:ext uri="{FF2B5EF4-FFF2-40B4-BE49-F238E27FC236}">
                  <a16:creationId xmlns:a16="http://schemas.microsoft.com/office/drawing/2014/main" id="{55FC59BE-A8B9-407F-ACD5-E227A02A9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97354" y="1757490"/>
              <a:ext cx="476425" cy="476425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97C3467-ED0A-471C-B3D4-FFB9C514660F}"/>
                </a:ext>
              </a:extLst>
            </p:cNvPr>
            <p:cNvSpPr txBox="1"/>
            <p:nvPr/>
          </p:nvSpPr>
          <p:spPr>
            <a:xfrm>
              <a:off x="4161828" y="3676732"/>
              <a:ext cx="1254526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BIG STORAGE</a:t>
              </a:r>
            </a:p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S3, HADOOP….</a:t>
              </a:r>
            </a:p>
          </p:txBody>
        </p: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FC628D3-623A-467A-8146-27179EC372E0}"/>
              </a:ext>
            </a:extLst>
          </p:cNvPr>
          <p:cNvCxnSpPr>
            <a:cxnSpLocks/>
            <a:stCxn id="65" idx="2"/>
          </p:cNvCxnSpPr>
          <p:nvPr/>
        </p:nvCxnSpPr>
        <p:spPr>
          <a:xfrm flipH="1">
            <a:off x="1879750" y="1018156"/>
            <a:ext cx="1572891" cy="81297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FF374A9-CBE5-4E58-AF8E-7D514BD7676F}"/>
              </a:ext>
            </a:extLst>
          </p:cNvPr>
          <p:cNvCxnSpPr>
            <a:stCxn id="65" idx="2"/>
            <a:endCxn id="68" idx="0"/>
          </p:cNvCxnSpPr>
          <p:nvPr/>
        </p:nvCxnSpPr>
        <p:spPr>
          <a:xfrm>
            <a:off x="3452641" y="1018156"/>
            <a:ext cx="1282926" cy="73933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69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3044F30-6B1E-4C15-80A9-7FE40FEE09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4353</TotalTime>
  <Words>923</Words>
  <Application>Microsoft Office PowerPoint</Application>
  <PresentationFormat>On-screen Show (16:9)</PresentationFormat>
  <Paragraphs>188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Agency FB</vt:lpstr>
      <vt:lpstr>Arial</vt:lpstr>
      <vt:lpstr>Britannic Bold</vt:lpstr>
      <vt:lpstr>Calibri</vt:lpstr>
      <vt:lpstr>Calibri Light</vt:lpstr>
      <vt:lpstr>Helvetica</vt:lpstr>
      <vt:lpstr>Raleway</vt:lpstr>
      <vt:lpstr>Raleway bold</vt:lpstr>
      <vt:lpstr>Raleway ExtraBold</vt:lpstr>
      <vt:lpstr>Raleway Medium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77</cp:revision>
  <dcterms:created xsi:type="dcterms:W3CDTF">2020-09-08T11:22:38Z</dcterms:created>
  <dcterms:modified xsi:type="dcterms:W3CDTF">2022-01-28T12:40:40Z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