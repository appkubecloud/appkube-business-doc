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4" r:id="rId4"/>
  </p:sldMasterIdLst>
  <p:notesMasterIdLst>
    <p:notesMasterId r:id="rId25"/>
  </p:notesMasterIdLst>
  <p:handoutMasterIdLst>
    <p:handoutMasterId r:id="rId26"/>
  </p:handoutMasterIdLst>
  <p:sldIdLst>
    <p:sldId id="360" r:id="rId5"/>
    <p:sldId id="419" r:id="rId6"/>
    <p:sldId id="421" r:id="rId7"/>
    <p:sldId id="422" r:id="rId8"/>
    <p:sldId id="423" r:id="rId9"/>
    <p:sldId id="424" r:id="rId10"/>
    <p:sldId id="425" r:id="rId11"/>
    <p:sldId id="426" r:id="rId12"/>
    <p:sldId id="427" r:id="rId13"/>
    <p:sldId id="428" r:id="rId14"/>
    <p:sldId id="429" r:id="rId15"/>
    <p:sldId id="430" r:id="rId16"/>
    <p:sldId id="431" r:id="rId17"/>
    <p:sldId id="432" r:id="rId18"/>
    <p:sldId id="433" r:id="rId19"/>
    <p:sldId id="434" r:id="rId20"/>
    <p:sldId id="435" r:id="rId21"/>
    <p:sldId id="436" r:id="rId22"/>
    <p:sldId id="437" r:id="rId23"/>
    <p:sldId id="438" r:id="rId24"/>
  </p:sldIdLst>
  <p:sldSz cx="9144000" cy="5143500" type="screen16x9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91C"/>
    <a:srgbClr val="6DD9FF"/>
    <a:srgbClr val="5F5E5F"/>
    <a:srgbClr val="919D9D"/>
    <a:srgbClr val="F3F4F0"/>
    <a:srgbClr val="F3FDD3"/>
    <a:srgbClr val="000000"/>
    <a:srgbClr val="F37021"/>
    <a:srgbClr val="CCE0D7"/>
    <a:srgbClr val="E1E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70" autoAdjust="0"/>
    <p:restoredTop sz="94291" autoAdjust="0"/>
  </p:normalViewPr>
  <p:slideViewPr>
    <p:cSldViewPr snapToGrid="0">
      <p:cViewPr varScale="1">
        <p:scale>
          <a:sx n="104" d="100"/>
          <a:sy n="104" d="100"/>
        </p:scale>
        <p:origin x="68" y="92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3/1/2022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3/1/2022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8BC4-A547-4D3A-B6AA-E8386FC03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DE963-94FB-4E7F-8ED9-DABC5B5A7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3F490-324D-4289-B024-6675AD95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7AA4F-B2B7-4D4F-A263-B329CDEE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05013-8926-4B30-8D77-BD3EFC81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8642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46DB-24D7-437D-8EC1-CEFC7CBD7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DDBB-FA4B-4012-9257-B11F5E3D5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F17C-148F-44BD-872F-A575D02D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86F3-D503-48BB-AC96-52E4E6D4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797D4-869E-46DD-BFF4-2B38220D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1420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D5C9-77D6-44FE-8CCC-284964621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D2073-29E1-4E94-AB0A-04E1B38C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22732-F87F-40A5-BEB1-D27D4BF04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52FC0-84F5-4474-80AE-8961864D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057BC-E475-4DCE-A61C-29BAF7CAD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24232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AEF5-DFED-4C21-888D-D7BED2D2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E111A-5EB3-4490-9307-70D935F75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E1F54-CA9E-4C4D-9C51-0D92F37A3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464EB-5873-4C58-942F-292D8550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F9439-6DD3-4668-8CF0-4688B7BC4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EB6FD-D6B1-4F02-98D2-4C363CFC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41076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35A2E-BAA3-4E34-B724-80A1F0D2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A9807-C8BB-4234-8860-3F68BE08D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AEDF8-3BFA-49F6-99AF-2BE841385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FD341-B7E4-44B0-9D48-BEF005DD1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43030-77F2-4ADB-9944-3AF525854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9B3C9-487B-4040-805A-A310B4B6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A9871-48F8-4850-9F26-89D0E1FE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9C7D0-4810-44BC-B20D-5EF9FBFE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3712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C320-690D-49B4-91F5-C81F2B38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2612F1-84F3-44A8-81AE-49EAE40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FF993-8FCA-48CF-B85F-80B0E64B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3CB4D-B770-49B5-9D96-451D90E9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94405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289ED-BC44-42E9-A1FE-AB2AD213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124C0-8767-4C67-A78E-32ADC58C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312F6-0C46-4CDE-8FFD-3DA06D75D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19756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DD26-D23F-4D83-93BC-B89EDD45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BDA66-B8C4-4614-AE44-7E1C453D9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6DCCE-D0B2-4282-84F1-11D675F3A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7502F-D39D-4EBB-BF29-F535F25A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D6705-95C1-46CD-87DA-00463E40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34521-9210-42EA-A79B-1CD85AA8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16245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AA4B-24BF-4290-9C02-3CB84746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D23B6-AA70-482B-A6AE-B8E5ACAFB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E2872-1849-4BEF-B7B0-263788058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03588-CC90-4BAF-8FE0-1103BE11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FC51A-B2CE-4CAC-A3F9-AC3F8B08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A2259-6DCB-4E0A-A386-8A50ED45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99134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EC70-26BC-4EE2-8107-1D6068F2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128FD-A093-41E0-9199-9737B37C7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0F7E2-DFB9-4894-B6EE-C0A70D8C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ECD0A-9BB8-461B-AB3D-F750A02C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24A06-BDCF-42CC-953D-0F78B9AF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72374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1AC359-4D48-4680-B1E0-00CB3C23C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74572-3123-4FB2-98FC-1DAC45C9E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41ABD-D28A-4AE4-8B55-6862AE38A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3F08A-35EB-470E-94EB-4704B8F6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5F89D-1A84-46DE-987B-3CCC9E80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96417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64298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17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C3C52-4500-4CA3-A206-F85571BA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60867-C9D9-4675-A550-02D62B46F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2B27E-4705-4E1E-9CA1-00FDD5D33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D98AD-7C5B-4994-98B8-765221AB7D4C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70698-B20A-4D82-AA53-61843F48A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B147F-9946-473B-98F7-7A14B0D35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8" r:id="rId13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8862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799272"/>
            <a:ext cx="914400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chemeClr val="bg1"/>
                </a:solidFill>
                <a:latin typeface="Raleway Medium" panose="020B0603030101060003" pitchFamily="34" charset="0"/>
              </a:rPr>
              <a:t>Open Products Accelerating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rgbClr val="DA291C"/>
                </a:solidFill>
                <a:latin typeface="Raleway ExtraBold" panose="020B0903030101060003" pitchFamily="34" charset="0"/>
              </a:rPr>
              <a:t>Enterprise Transformation</a:t>
            </a:r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451541" y="1786181"/>
            <a:ext cx="1785098" cy="3449696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7831520" y="0"/>
            <a:ext cx="685800" cy="3333489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97" y="220967"/>
            <a:ext cx="1331785" cy="158477"/>
          </a:xfrm>
          <a:prstGeom prst="rect">
            <a:avLst/>
          </a:prstGeom>
        </p:spPr>
      </p:pic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6391126" y="4143218"/>
            <a:ext cx="16062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1500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15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4214061" y="3690687"/>
            <a:ext cx="1019677" cy="6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A6AF9-CEEC-45F8-B98A-B66F266AABA9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solidFill>
                  <a:schemeClr val="bg1"/>
                </a:solidFill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57B0A0-5621-4BF7-A5AB-F5232AFED085}"/>
              </a:ext>
            </a:extLst>
          </p:cNvPr>
          <p:cNvSpPr txBox="1"/>
          <p:nvPr/>
        </p:nvSpPr>
        <p:spPr>
          <a:xfrm>
            <a:off x="1701622" y="11553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Raleway" panose="020B0003030101060003" pitchFamily="34" charset="0"/>
                <a:cs typeface="Segoe UI" panose="020B0502040204020203" pitchFamily="34" charset="0"/>
              </a:rPr>
              <a:t>Delivering TAAS (Transformation As A Service)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873" grpId="0"/>
      <p:bldP spid="368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F772C6A2-5EE2-49D5-A540-0FD38DFF0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423" y="0"/>
            <a:ext cx="697515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69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6425502-0C0D-479A-9550-95DDECEEF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82" y="0"/>
            <a:ext cx="696163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242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B76BC90-5623-4F6D-A2CB-60C2B035B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764" y="0"/>
            <a:ext cx="690047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24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F067C9A-9410-4E93-A874-3CF8006EE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941" y="0"/>
            <a:ext cx="694811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499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A88A890-F673-4DE2-B3FE-EB0ADBD17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43" y="0"/>
            <a:ext cx="698191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08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36F9719-BD24-4C50-8890-8D0B6576B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513" y="0"/>
            <a:ext cx="69249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0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ECFEB7E-78D2-48E4-9484-B86ABC559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118" y="0"/>
            <a:ext cx="694776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1298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DD77626C-CB0A-496B-B5F3-D4DBF9291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85" y="0"/>
            <a:ext cx="696122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69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80349F5-DA95-4C4B-B434-4EAE1EF57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65" y="0"/>
            <a:ext cx="695687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20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DCA20B4-09DB-4FF2-A99E-BFBCD2BCE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779" y="0"/>
            <a:ext cx="68804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658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D3BB7AC-6D6F-443A-AD53-7F049943A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146" y="0"/>
            <a:ext cx="701570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081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7B72EEA-FF6A-4919-8890-B3A18F38A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602" y="0"/>
            <a:ext cx="697079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175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755CB8C0-4D60-49E6-A02E-2B17CBA62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448" y="0"/>
            <a:ext cx="686910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89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FB0D322D-78DC-4C95-9FBF-F4EF06C2F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169" y="0"/>
            <a:ext cx="697366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978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D835C0B6-2BAD-4F88-9678-2FF98A0E0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21" y="0"/>
            <a:ext cx="698675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693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65C1B88-F02E-43E3-B87D-3043CB68C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764" y="0"/>
            <a:ext cx="690047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684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F102C68-11FE-4E6B-89EA-ECE97E98E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11" y="0"/>
            <a:ext cx="690717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505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2E0A9460-6CC2-4559-9D83-C8C772FF8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10" y="0"/>
            <a:ext cx="817377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90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6310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044F30-6B1E-4C15-80A9-7FE40FEE09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ca88f8-a7ae-4cfc-9184-d6b131f630bb"/>
    <ds:schemaRef ds:uri="c5a4b99e-4ccc-4a5c-98e4-7ab8633fd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1BF9A0-A380-42E8-B81F-03D2471160C1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2448</TotalTime>
  <Words>30</Words>
  <Application>Microsoft Office PowerPoint</Application>
  <PresentationFormat>On-screen Show (16:9)</PresentationFormat>
  <Paragraphs>6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Raleway</vt:lpstr>
      <vt:lpstr>Raleway ExtraBold</vt:lpstr>
      <vt:lpstr>Raleway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Akbar Khan</dc:creator>
  <cp:lastModifiedBy>Papu Bhattacharya</cp:lastModifiedBy>
  <cp:revision>128</cp:revision>
  <dcterms:created xsi:type="dcterms:W3CDTF">2020-09-08T11:22:38Z</dcterms:created>
  <dcterms:modified xsi:type="dcterms:W3CDTF">2022-03-02T05:36:26Z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