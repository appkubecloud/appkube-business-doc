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71" r:id="rId2"/>
    <p:sldId id="269" r:id="rId3"/>
    <p:sldId id="267" r:id="rId4"/>
    <p:sldId id="272" r:id="rId5"/>
    <p:sldId id="262" r:id="rId6"/>
  </p:sldIdLst>
  <p:sldSz cx="24377650" cy="13716000"/>
  <p:notesSz cx="6858000" cy="9144000"/>
  <p:defaultTextStyle>
    <a:defPPr>
      <a:defRPr lang="en-US"/>
    </a:defPPr>
    <a:lvl1pPr algn="l" defTabSz="1827213" rtl="0" eaLnBrk="0" fontAlgn="base" hangingPunct="0">
      <a:spcBef>
        <a:spcPct val="0"/>
      </a:spcBef>
      <a:spcAft>
        <a:spcPct val="0"/>
      </a:spcAft>
      <a:defRPr sz="3600" kern="1200">
        <a:solidFill>
          <a:schemeClr val="tx1"/>
        </a:solidFill>
        <a:latin typeface="Lato Light" pitchFamily="34" charset="0"/>
        <a:ea typeface="+mn-ea"/>
        <a:cs typeface="+mn-cs"/>
      </a:defRPr>
    </a:lvl1pPr>
    <a:lvl2pPr marL="912813" indent="-455613" algn="l" defTabSz="1827213" rtl="0" eaLnBrk="0" fontAlgn="base" hangingPunct="0">
      <a:spcBef>
        <a:spcPct val="0"/>
      </a:spcBef>
      <a:spcAft>
        <a:spcPct val="0"/>
      </a:spcAft>
      <a:defRPr sz="3600" kern="1200">
        <a:solidFill>
          <a:schemeClr val="tx1"/>
        </a:solidFill>
        <a:latin typeface="Lato Light" pitchFamily="34" charset="0"/>
        <a:ea typeface="+mn-ea"/>
        <a:cs typeface="+mn-cs"/>
      </a:defRPr>
    </a:lvl2pPr>
    <a:lvl3pPr marL="1827213" indent="-912813" algn="l" defTabSz="1827213" rtl="0" eaLnBrk="0" fontAlgn="base" hangingPunct="0">
      <a:spcBef>
        <a:spcPct val="0"/>
      </a:spcBef>
      <a:spcAft>
        <a:spcPct val="0"/>
      </a:spcAft>
      <a:defRPr sz="3600" kern="1200">
        <a:solidFill>
          <a:schemeClr val="tx1"/>
        </a:solidFill>
        <a:latin typeface="Lato Light" pitchFamily="34" charset="0"/>
        <a:ea typeface="+mn-ea"/>
        <a:cs typeface="+mn-cs"/>
      </a:defRPr>
    </a:lvl3pPr>
    <a:lvl4pPr marL="2741613" indent="-1370013" algn="l" defTabSz="1827213" rtl="0" eaLnBrk="0" fontAlgn="base" hangingPunct="0">
      <a:spcBef>
        <a:spcPct val="0"/>
      </a:spcBef>
      <a:spcAft>
        <a:spcPct val="0"/>
      </a:spcAft>
      <a:defRPr sz="3600" kern="1200">
        <a:solidFill>
          <a:schemeClr val="tx1"/>
        </a:solidFill>
        <a:latin typeface="Lato Light" pitchFamily="34" charset="0"/>
        <a:ea typeface="+mn-ea"/>
        <a:cs typeface="+mn-cs"/>
      </a:defRPr>
    </a:lvl4pPr>
    <a:lvl5pPr marL="3656013" indent="-1827213" algn="l" defTabSz="1827213" rtl="0" eaLnBrk="0" fontAlgn="base" hangingPunct="0">
      <a:spcBef>
        <a:spcPct val="0"/>
      </a:spcBef>
      <a:spcAft>
        <a:spcPct val="0"/>
      </a:spcAft>
      <a:defRPr sz="3600" kern="1200">
        <a:solidFill>
          <a:schemeClr val="tx1"/>
        </a:solidFill>
        <a:latin typeface="Lato Light" pitchFamily="34" charset="0"/>
        <a:ea typeface="+mn-ea"/>
        <a:cs typeface="+mn-cs"/>
      </a:defRPr>
    </a:lvl5pPr>
    <a:lvl6pPr marL="2286000" algn="l" defTabSz="914400" rtl="0" eaLnBrk="1" latinLnBrk="0" hangingPunct="1">
      <a:defRPr sz="3600" kern="1200">
        <a:solidFill>
          <a:schemeClr val="tx1"/>
        </a:solidFill>
        <a:latin typeface="Lato Light" pitchFamily="34" charset="0"/>
        <a:ea typeface="+mn-ea"/>
        <a:cs typeface="+mn-cs"/>
      </a:defRPr>
    </a:lvl6pPr>
    <a:lvl7pPr marL="2743200" algn="l" defTabSz="914400" rtl="0" eaLnBrk="1" latinLnBrk="0" hangingPunct="1">
      <a:defRPr sz="3600" kern="1200">
        <a:solidFill>
          <a:schemeClr val="tx1"/>
        </a:solidFill>
        <a:latin typeface="Lato Light" pitchFamily="34" charset="0"/>
        <a:ea typeface="+mn-ea"/>
        <a:cs typeface="+mn-cs"/>
      </a:defRPr>
    </a:lvl7pPr>
    <a:lvl8pPr marL="3200400" algn="l" defTabSz="914400" rtl="0" eaLnBrk="1" latinLnBrk="0" hangingPunct="1">
      <a:defRPr sz="3600" kern="1200">
        <a:solidFill>
          <a:schemeClr val="tx1"/>
        </a:solidFill>
        <a:latin typeface="Lato Light" pitchFamily="34" charset="0"/>
        <a:ea typeface="+mn-ea"/>
        <a:cs typeface="+mn-cs"/>
      </a:defRPr>
    </a:lvl8pPr>
    <a:lvl9pPr marL="3657600" algn="l" defTabSz="914400" rtl="0" eaLnBrk="1" latinLnBrk="0" hangingPunct="1">
      <a:defRPr sz="3600" kern="1200">
        <a:solidFill>
          <a:schemeClr val="tx1"/>
        </a:solidFill>
        <a:latin typeface="Lato Light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AB99E56-7DD4-48A7-A918-C544B662C52F}">
          <p14:sldIdLst>
            <p14:sldId id="271"/>
            <p14:sldId id="269"/>
            <p14:sldId id="267"/>
            <p14:sldId id="272"/>
            <p14:sldId id="26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7813" userDrawn="1">
          <p15:clr>
            <a:srgbClr val="A4A3A4"/>
          </p15:clr>
        </p15:guide>
        <p15:guide id="2" orient="horz" pos="827" userDrawn="1">
          <p15:clr>
            <a:srgbClr val="A4A3A4"/>
          </p15:clr>
        </p15:guide>
        <p15:guide id="4" pos="14482" userDrawn="1">
          <p15:clr>
            <a:srgbClr val="A4A3A4"/>
          </p15:clr>
        </p15:guide>
        <p15:guide id="5" pos="82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EE0FC"/>
    <a:srgbClr val="9F61F1"/>
    <a:srgbClr val="D9D9D9"/>
    <a:srgbClr val="E6E6E6"/>
    <a:srgbClr val="F6F3FF"/>
    <a:srgbClr val="E9E1FF"/>
    <a:srgbClr val="F2F2F2"/>
    <a:srgbClr val="FDFDFD"/>
    <a:srgbClr val="FF6600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123" autoAdjust="0"/>
    <p:restoredTop sz="96279" autoAdjust="0"/>
  </p:normalViewPr>
  <p:slideViewPr>
    <p:cSldViewPr snapToGrid="0" snapToObjects="1">
      <p:cViewPr varScale="1">
        <p:scale>
          <a:sx n="44" d="100"/>
          <a:sy n="44" d="100"/>
        </p:scale>
        <p:origin x="68" y="52"/>
      </p:cViewPr>
      <p:guideLst>
        <p:guide orient="horz" pos="7813"/>
        <p:guide orient="horz" pos="827"/>
        <p:guide pos="14482"/>
        <p:guide pos="829"/>
      </p:guideLst>
    </p:cSldViewPr>
  </p:slideViewPr>
  <p:outlineViewPr>
    <p:cViewPr>
      <p:scale>
        <a:sx n="33" d="100"/>
        <a:sy n="33" d="100"/>
      </p:scale>
      <p:origin x="0" y="-274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52" d="100"/>
        <a:sy n="52" d="100"/>
      </p:scale>
      <p:origin x="0" y="0"/>
    </p:cViewPr>
  </p:sorterViewPr>
  <p:notesViewPr>
    <p:cSldViewPr snapToGrid="0" snapToObjects="1">
      <p:cViewPr varScale="1">
        <p:scale>
          <a:sx n="88" d="100"/>
          <a:sy n="88" d="100"/>
        </p:scale>
        <p:origin x="4884" y="9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defTabSz="1828434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defTabSz="1828434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A3908CAB-18D1-4856-A43D-D6B68E51C1A9}" type="datetimeFigureOut">
              <a:rPr lang="ru-RU"/>
              <a:pPr>
                <a:defRPr/>
              </a:pPr>
              <a:t>18.07.2023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defTabSz="1828434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35EAE6DB-E82E-4377-AE0F-D0B3BE59AD35}" type="slidenum">
              <a:rPr lang="ru-RU" altLang="ru-RU"/>
              <a:pPr>
                <a:defRPr/>
              </a:pPr>
              <a:t>‹#›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39127448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defTabSz="1828434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Calibri Ligh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defTabSz="1828434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Calibri Light"/>
              </a:defRPr>
            </a:lvl1pPr>
          </a:lstStyle>
          <a:p>
            <a:pPr>
              <a:defRPr/>
            </a:pPr>
            <a:fld id="{A49E4EC9-73E2-4694-B0B4-8400B1233370}" type="datetimeFigureOut">
              <a:rPr lang="en-US"/>
              <a:pPr>
                <a:defRPr/>
              </a:pPr>
              <a:t>7/18/2023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defTabSz="1828434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Calibri Ligh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 Light" pitchFamily="34" charset="0"/>
              </a:defRPr>
            </a:lvl1pPr>
          </a:lstStyle>
          <a:p>
            <a:pPr>
              <a:defRPr/>
            </a:pPr>
            <a:fld id="{E03A06C9-5463-4157-95AD-15011390AC3C}" type="slidenum">
              <a:rPr lang="en-US" altLang="ru-RU"/>
              <a:pPr>
                <a:defRPr/>
              </a:pPr>
              <a:t>‹#›</a:t>
            </a:fld>
            <a:endParaRPr lang="en-US" altLang="ru-RU"/>
          </a:p>
        </p:txBody>
      </p:sp>
    </p:spTree>
    <p:extLst>
      <p:ext uri="{BB962C8B-B14F-4D97-AF65-F5344CB8AC3E}">
        <p14:creationId xmlns:p14="http://schemas.microsoft.com/office/powerpoint/2010/main" val="170172397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912813" rtl="0" eaLnBrk="0" fontAlgn="base" hangingPunct="0">
      <a:spcBef>
        <a:spcPct val="30000"/>
      </a:spcBef>
      <a:spcAft>
        <a:spcPct val="0"/>
      </a:spcAft>
      <a:defRPr sz="2400" kern="1200">
        <a:solidFill>
          <a:schemeClr val="tx1"/>
        </a:solidFill>
        <a:latin typeface="Calibri Light"/>
        <a:ea typeface="+mn-ea"/>
        <a:cs typeface="+mn-cs"/>
      </a:defRPr>
    </a:lvl1pPr>
    <a:lvl2pPr marL="912813" algn="l" defTabSz="912813" rtl="0" eaLnBrk="0" fontAlgn="base" hangingPunct="0">
      <a:spcBef>
        <a:spcPct val="30000"/>
      </a:spcBef>
      <a:spcAft>
        <a:spcPct val="0"/>
      </a:spcAft>
      <a:defRPr sz="2400" kern="1200">
        <a:solidFill>
          <a:schemeClr val="tx1"/>
        </a:solidFill>
        <a:latin typeface="Calibri Light"/>
        <a:ea typeface="+mn-ea"/>
        <a:cs typeface="+mn-cs"/>
      </a:defRPr>
    </a:lvl2pPr>
    <a:lvl3pPr marL="1827213" algn="l" defTabSz="912813" rtl="0" eaLnBrk="0" fontAlgn="base" hangingPunct="0">
      <a:spcBef>
        <a:spcPct val="30000"/>
      </a:spcBef>
      <a:spcAft>
        <a:spcPct val="0"/>
      </a:spcAft>
      <a:defRPr sz="2400" kern="1200">
        <a:solidFill>
          <a:schemeClr val="tx1"/>
        </a:solidFill>
        <a:latin typeface="Calibri Light"/>
        <a:ea typeface="+mn-ea"/>
        <a:cs typeface="+mn-cs"/>
      </a:defRPr>
    </a:lvl3pPr>
    <a:lvl4pPr marL="2741613" algn="l" defTabSz="912813" rtl="0" eaLnBrk="0" fontAlgn="base" hangingPunct="0">
      <a:spcBef>
        <a:spcPct val="30000"/>
      </a:spcBef>
      <a:spcAft>
        <a:spcPct val="0"/>
      </a:spcAft>
      <a:defRPr sz="2400" kern="1200">
        <a:solidFill>
          <a:schemeClr val="tx1"/>
        </a:solidFill>
        <a:latin typeface="Calibri Light"/>
        <a:ea typeface="+mn-ea"/>
        <a:cs typeface="+mn-cs"/>
      </a:defRPr>
    </a:lvl4pPr>
    <a:lvl5pPr marL="3656013" algn="l" defTabSz="912813" rtl="0" eaLnBrk="0" fontAlgn="base" hangingPunct="0">
      <a:spcBef>
        <a:spcPct val="30000"/>
      </a:spcBef>
      <a:spcAft>
        <a:spcPct val="0"/>
      </a:spcAft>
      <a:defRPr sz="2400" kern="1200">
        <a:solidFill>
          <a:schemeClr val="tx1"/>
        </a:solidFill>
        <a:latin typeface="Calibri Light"/>
        <a:ea typeface="+mn-ea"/>
        <a:cs typeface="+mn-cs"/>
      </a:defRPr>
    </a:lvl5pPr>
    <a:lvl6pPr marL="4571086" algn="l" defTabSz="91421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5485303" algn="l" defTabSz="91421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6399520" algn="l" defTabSz="91421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7313737" algn="l" defTabSz="91421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132828"/>
      </p:ext>
    </p:extLst>
  </p:cSld>
  <p:clrMapOvr>
    <a:masterClrMapping/>
  </p:clrMapOvr>
  <p:transition spd="slow" advClick="0" advTm="1000">
    <p:push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B53DD456-4BA4-4FC2-A05A-F1434FA376F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3708905" y="3771649"/>
            <a:ext cx="7676256" cy="7676256"/>
          </a:xfrm>
          <a:custGeom>
            <a:avLst/>
            <a:gdLst>
              <a:gd name="connsiteX0" fmla="*/ 3293546 w 6587092"/>
              <a:gd name="connsiteY0" fmla="*/ 0 h 6587092"/>
              <a:gd name="connsiteX1" fmla="*/ 6587092 w 6587092"/>
              <a:gd name="connsiteY1" fmla="*/ 3293546 h 6587092"/>
              <a:gd name="connsiteX2" fmla="*/ 3293546 w 6587092"/>
              <a:gd name="connsiteY2" fmla="*/ 6587092 h 6587092"/>
              <a:gd name="connsiteX3" fmla="*/ 0 w 6587092"/>
              <a:gd name="connsiteY3" fmla="*/ 3293546 h 6587092"/>
              <a:gd name="connsiteX4" fmla="*/ 3293546 w 6587092"/>
              <a:gd name="connsiteY4" fmla="*/ 0 h 65870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87092" h="6587092">
                <a:moveTo>
                  <a:pt x="3293546" y="0"/>
                </a:moveTo>
                <a:cubicBezTo>
                  <a:pt x="5112522" y="0"/>
                  <a:pt x="6587092" y="1474571"/>
                  <a:pt x="6587092" y="3293546"/>
                </a:cubicBezTo>
                <a:cubicBezTo>
                  <a:pt x="6587092" y="5112521"/>
                  <a:pt x="5112522" y="6587092"/>
                  <a:pt x="3293546" y="6587092"/>
                </a:cubicBezTo>
                <a:cubicBezTo>
                  <a:pt x="1474571" y="6587092"/>
                  <a:pt x="0" y="5112521"/>
                  <a:pt x="0" y="3293546"/>
                </a:cubicBezTo>
                <a:cubicBezTo>
                  <a:pt x="0" y="1474571"/>
                  <a:pt x="1474571" y="0"/>
                  <a:pt x="3293546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4652415"/>
      </p:ext>
    </p:extLst>
  </p:cSld>
  <p:clrMapOvr>
    <a:masterClrMapping/>
  </p:clrMapOvr>
  <p:transition spd="slow" advClick="0" advTm="1000">
    <p:push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re fea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641E2D9C-0C39-4F69-AE45-05CB23F4327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545948" y="3093219"/>
            <a:ext cx="7656977" cy="7656977"/>
          </a:xfrm>
          <a:custGeom>
            <a:avLst/>
            <a:gdLst>
              <a:gd name="connsiteX0" fmla="*/ 3828489 w 7656977"/>
              <a:gd name="connsiteY0" fmla="*/ 0 h 7656977"/>
              <a:gd name="connsiteX1" fmla="*/ 7656977 w 7656977"/>
              <a:gd name="connsiteY1" fmla="*/ 3828489 h 7656977"/>
              <a:gd name="connsiteX2" fmla="*/ 3828489 w 7656977"/>
              <a:gd name="connsiteY2" fmla="*/ 7656977 h 7656977"/>
              <a:gd name="connsiteX3" fmla="*/ 0 w 7656977"/>
              <a:gd name="connsiteY3" fmla="*/ 3828489 h 7656977"/>
              <a:gd name="connsiteX4" fmla="*/ 3828489 w 7656977"/>
              <a:gd name="connsiteY4" fmla="*/ 0 h 76569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56977" h="7656977">
                <a:moveTo>
                  <a:pt x="3828489" y="0"/>
                </a:moveTo>
                <a:cubicBezTo>
                  <a:pt x="5942905" y="0"/>
                  <a:pt x="7656977" y="1714073"/>
                  <a:pt x="7656977" y="3828489"/>
                </a:cubicBezTo>
                <a:cubicBezTo>
                  <a:pt x="7656977" y="5942904"/>
                  <a:pt x="5942905" y="7656977"/>
                  <a:pt x="3828489" y="7656977"/>
                </a:cubicBezTo>
                <a:cubicBezTo>
                  <a:pt x="1714073" y="7656977"/>
                  <a:pt x="0" y="5942904"/>
                  <a:pt x="0" y="3828489"/>
                </a:cubicBezTo>
                <a:cubicBezTo>
                  <a:pt x="0" y="1714073"/>
                  <a:pt x="1714073" y="0"/>
                  <a:pt x="3828489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09305CF9-2241-4860-9F97-BF3A021AE2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9847576" y="9253693"/>
            <a:ext cx="3373200" cy="3373200"/>
          </a:xfrm>
          <a:custGeom>
            <a:avLst/>
            <a:gdLst>
              <a:gd name="connsiteX0" fmla="*/ 1686600 w 3373200"/>
              <a:gd name="connsiteY0" fmla="*/ 0 h 3373200"/>
              <a:gd name="connsiteX1" fmla="*/ 3373200 w 3373200"/>
              <a:gd name="connsiteY1" fmla="*/ 1686600 h 3373200"/>
              <a:gd name="connsiteX2" fmla="*/ 1686600 w 3373200"/>
              <a:gd name="connsiteY2" fmla="*/ 3373200 h 3373200"/>
              <a:gd name="connsiteX3" fmla="*/ 0 w 3373200"/>
              <a:gd name="connsiteY3" fmla="*/ 1686600 h 3373200"/>
              <a:gd name="connsiteX4" fmla="*/ 1686600 w 3373200"/>
              <a:gd name="connsiteY4" fmla="*/ 0 h 337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73200" h="3373200">
                <a:moveTo>
                  <a:pt x="1686600" y="0"/>
                </a:moveTo>
                <a:cubicBezTo>
                  <a:pt x="2618082" y="0"/>
                  <a:pt x="3373200" y="755117"/>
                  <a:pt x="3373200" y="1686600"/>
                </a:cubicBezTo>
                <a:cubicBezTo>
                  <a:pt x="3373200" y="2618083"/>
                  <a:pt x="2618082" y="3373200"/>
                  <a:pt x="1686600" y="3373200"/>
                </a:cubicBezTo>
                <a:cubicBezTo>
                  <a:pt x="755116" y="3373200"/>
                  <a:pt x="0" y="2618083"/>
                  <a:pt x="0" y="1686600"/>
                </a:cubicBezTo>
                <a:cubicBezTo>
                  <a:pt x="0" y="755117"/>
                  <a:pt x="755116" y="0"/>
                  <a:pt x="168660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6269044"/>
      </p:ext>
    </p:extLst>
  </p:cSld>
  <p:clrMapOvr>
    <a:masterClrMapping/>
  </p:clrMapOvr>
  <p:transition spd="slow" advClick="0" advTm="1000">
    <p:push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a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5E5BF4-CC61-4B71-8148-D241079E8AD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6079041" y="5716445"/>
            <a:ext cx="8298609" cy="7999555"/>
          </a:xfrm>
          <a:custGeom>
            <a:avLst/>
            <a:gdLst>
              <a:gd name="connsiteX0" fmla="*/ 4850571 w 8298609"/>
              <a:gd name="connsiteY0" fmla="*/ 0 h 7999555"/>
              <a:gd name="connsiteX1" fmla="*/ 8280441 w 8298609"/>
              <a:gd name="connsiteY1" fmla="*/ 1420699 h 7999555"/>
              <a:gd name="connsiteX2" fmla="*/ 8298609 w 8298609"/>
              <a:gd name="connsiteY2" fmla="*/ 1439755 h 7999555"/>
              <a:gd name="connsiteX3" fmla="*/ 8298609 w 8298609"/>
              <a:gd name="connsiteY3" fmla="*/ 7999555 h 7999555"/>
              <a:gd name="connsiteX4" fmla="*/ 1162705 w 8298609"/>
              <a:gd name="connsiteY4" fmla="*/ 7999555 h 7999555"/>
              <a:gd name="connsiteX5" fmla="*/ 1107635 w 8298609"/>
              <a:gd name="connsiteY5" fmla="*/ 7935981 h 7999555"/>
              <a:gd name="connsiteX6" fmla="*/ 0 w 8298609"/>
              <a:gd name="connsiteY6" fmla="*/ 4850569 h 7999555"/>
              <a:gd name="connsiteX7" fmla="*/ 4850571 w 8298609"/>
              <a:gd name="connsiteY7" fmla="*/ 0 h 79995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298609" h="7999555">
                <a:moveTo>
                  <a:pt x="4850571" y="0"/>
                </a:moveTo>
                <a:cubicBezTo>
                  <a:pt x="6190019" y="0"/>
                  <a:pt x="7402661" y="542919"/>
                  <a:pt x="8280441" y="1420699"/>
                </a:cubicBezTo>
                <a:lnTo>
                  <a:pt x="8298609" y="1439755"/>
                </a:lnTo>
                <a:lnTo>
                  <a:pt x="8298609" y="7999555"/>
                </a:lnTo>
                <a:lnTo>
                  <a:pt x="1162705" y="7999555"/>
                </a:lnTo>
                <a:lnTo>
                  <a:pt x="1107635" y="7935981"/>
                </a:lnTo>
                <a:cubicBezTo>
                  <a:pt x="415672" y="7097517"/>
                  <a:pt x="0" y="6022586"/>
                  <a:pt x="0" y="4850569"/>
                </a:cubicBezTo>
                <a:cubicBezTo>
                  <a:pt x="0" y="2171674"/>
                  <a:pt x="2171675" y="0"/>
                  <a:pt x="4850571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4699907"/>
      </p:ext>
    </p:extLst>
  </p:cSld>
  <p:clrMapOvr>
    <a:masterClrMapping/>
  </p:clrMapOvr>
  <p:transition spd="slow" advClick="0" advTm="1000">
    <p:push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bl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1535E98D-447A-4CF4-9E4F-88CDB2C119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90686" y="9076711"/>
            <a:ext cx="3373200" cy="3373200"/>
          </a:xfrm>
          <a:custGeom>
            <a:avLst/>
            <a:gdLst>
              <a:gd name="connsiteX0" fmla="*/ 1686600 w 3373200"/>
              <a:gd name="connsiteY0" fmla="*/ 0 h 3373200"/>
              <a:gd name="connsiteX1" fmla="*/ 3373200 w 3373200"/>
              <a:gd name="connsiteY1" fmla="*/ 1686600 h 3373200"/>
              <a:gd name="connsiteX2" fmla="*/ 1686600 w 3373200"/>
              <a:gd name="connsiteY2" fmla="*/ 3373200 h 3373200"/>
              <a:gd name="connsiteX3" fmla="*/ 0 w 3373200"/>
              <a:gd name="connsiteY3" fmla="*/ 1686600 h 3373200"/>
              <a:gd name="connsiteX4" fmla="*/ 1686600 w 3373200"/>
              <a:gd name="connsiteY4" fmla="*/ 0 h 337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73200" h="3373200">
                <a:moveTo>
                  <a:pt x="1686600" y="0"/>
                </a:moveTo>
                <a:cubicBezTo>
                  <a:pt x="2618082" y="0"/>
                  <a:pt x="3373200" y="755117"/>
                  <a:pt x="3373200" y="1686600"/>
                </a:cubicBezTo>
                <a:cubicBezTo>
                  <a:pt x="3373200" y="2618083"/>
                  <a:pt x="2618082" y="3373200"/>
                  <a:pt x="1686600" y="3373200"/>
                </a:cubicBezTo>
                <a:cubicBezTo>
                  <a:pt x="755116" y="3373200"/>
                  <a:pt x="0" y="2618083"/>
                  <a:pt x="0" y="1686600"/>
                </a:cubicBezTo>
                <a:cubicBezTo>
                  <a:pt x="0" y="755117"/>
                  <a:pt x="755116" y="0"/>
                  <a:pt x="168660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8004408"/>
      </p:ext>
    </p:extLst>
  </p:cSld>
  <p:clrMapOvr>
    <a:masterClrMapping/>
  </p:clrMapOvr>
  <p:transition spd="slow" advClick="0" advTm="1000">
    <p:push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blem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9FE983-B45C-46B1-8A95-C9979E66D99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" y="0"/>
            <a:ext cx="24377650" cy="13716000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61817456"/>
      </p:ext>
    </p:extLst>
  </p:cSld>
  <p:clrMapOvr>
    <a:masterClrMapping/>
  </p:clrMapOvr>
  <p:transition spd="slow" advClick="0" advTm="1000">
    <p:push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utions #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8CA3416D-D29D-4FF1-B9D3-D2DF6510B25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" y="6588992"/>
            <a:ext cx="24377647" cy="7127008"/>
          </a:xfrm>
          <a:custGeom>
            <a:avLst/>
            <a:gdLst>
              <a:gd name="connsiteX0" fmla="*/ 0 w 24377647"/>
              <a:gd name="connsiteY0" fmla="*/ 0 h 7127008"/>
              <a:gd name="connsiteX1" fmla="*/ 211181 w 24377647"/>
              <a:gd name="connsiteY1" fmla="*/ 187389 h 7127008"/>
              <a:gd name="connsiteX2" fmla="*/ 12188826 w 24377647"/>
              <a:gd name="connsiteY2" fmla="*/ 4650509 h 7127008"/>
              <a:gd name="connsiteX3" fmla="*/ 24166471 w 24377647"/>
              <a:gd name="connsiteY3" fmla="*/ 187389 h 7127008"/>
              <a:gd name="connsiteX4" fmla="*/ 24377647 w 24377647"/>
              <a:gd name="connsiteY4" fmla="*/ 6 h 7127008"/>
              <a:gd name="connsiteX5" fmla="*/ 24377647 w 24377647"/>
              <a:gd name="connsiteY5" fmla="*/ 7127008 h 7127008"/>
              <a:gd name="connsiteX6" fmla="*/ 0 w 24377647"/>
              <a:gd name="connsiteY6" fmla="*/ 7127008 h 7127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377647" h="7127008">
                <a:moveTo>
                  <a:pt x="0" y="0"/>
                </a:moveTo>
                <a:lnTo>
                  <a:pt x="211181" y="187389"/>
                </a:lnTo>
                <a:cubicBezTo>
                  <a:pt x="3421226" y="2968032"/>
                  <a:pt x="7608544" y="4650509"/>
                  <a:pt x="12188826" y="4650509"/>
                </a:cubicBezTo>
                <a:cubicBezTo>
                  <a:pt x="16769108" y="4650509"/>
                  <a:pt x="20956427" y="2968032"/>
                  <a:pt x="24166471" y="187389"/>
                </a:cubicBezTo>
                <a:lnTo>
                  <a:pt x="24377647" y="6"/>
                </a:lnTo>
                <a:lnTo>
                  <a:pt x="24377647" y="7127008"/>
                </a:lnTo>
                <a:lnTo>
                  <a:pt x="0" y="7127008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848253"/>
      </p:ext>
    </p:extLst>
  </p:cSld>
  <p:clrMapOvr>
    <a:masterClrMapping/>
  </p:clrMapOvr>
  <p:transition spd="slow" advClick="0" advTm="1000">
    <p:push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y Cho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3FDC7E2B-EFE4-4784-8F9E-612B9F6A41A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24377650" cy="13716000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5506600"/>
      </p:ext>
    </p:extLst>
  </p:cSld>
  <p:clrMapOvr>
    <a:masterClrMapping/>
  </p:clrMapOvr>
  <p:transition spd="slow" advClick="0" advTm="1000">
    <p:push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utions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ACDAC25C-60AC-4A60-A161-03239555D8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158479" y="6985611"/>
            <a:ext cx="6017908" cy="6017908"/>
          </a:xfrm>
          <a:custGeom>
            <a:avLst/>
            <a:gdLst>
              <a:gd name="connsiteX0" fmla="*/ 2543202 w 5086404"/>
              <a:gd name="connsiteY0" fmla="*/ 0 h 5086404"/>
              <a:gd name="connsiteX1" fmla="*/ 5086404 w 5086404"/>
              <a:gd name="connsiteY1" fmla="*/ 2543202 h 5086404"/>
              <a:gd name="connsiteX2" fmla="*/ 2543202 w 5086404"/>
              <a:gd name="connsiteY2" fmla="*/ 5086404 h 5086404"/>
              <a:gd name="connsiteX3" fmla="*/ 0 w 5086404"/>
              <a:gd name="connsiteY3" fmla="*/ 2543202 h 5086404"/>
              <a:gd name="connsiteX4" fmla="*/ 2543202 w 5086404"/>
              <a:gd name="connsiteY4" fmla="*/ 0 h 50864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086404" h="5086404">
                <a:moveTo>
                  <a:pt x="2543202" y="0"/>
                </a:moveTo>
                <a:cubicBezTo>
                  <a:pt x="3947774" y="0"/>
                  <a:pt x="5086404" y="1138630"/>
                  <a:pt x="5086404" y="2543202"/>
                </a:cubicBezTo>
                <a:cubicBezTo>
                  <a:pt x="5086404" y="3947774"/>
                  <a:pt x="3947774" y="5086404"/>
                  <a:pt x="2543202" y="5086404"/>
                </a:cubicBezTo>
                <a:cubicBezTo>
                  <a:pt x="1138630" y="5086404"/>
                  <a:pt x="0" y="3947774"/>
                  <a:pt x="0" y="2543202"/>
                </a:cubicBezTo>
                <a:cubicBezTo>
                  <a:pt x="0" y="1138630"/>
                  <a:pt x="1138630" y="0"/>
                  <a:pt x="2543202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45013072"/>
      </p:ext>
    </p:extLst>
  </p:cSld>
  <p:clrMapOvr>
    <a:masterClrMapping/>
  </p:clrMapOvr>
  <p:transition spd="slow" advClick="0" advTm="1000">
    <p:push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utions #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273C6E91-4F7B-420E-8AAE-8AD5B77571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" y="9774595"/>
            <a:ext cx="24377651" cy="3941405"/>
          </a:xfrm>
          <a:custGeom>
            <a:avLst/>
            <a:gdLst>
              <a:gd name="connsiteX0" fmla="*/ 0 w 24377651"/>
              <a:gd name="connsiteY0" fmla="*/ 0 h 3111143"/>
              <a:gd name="connsiteX1" fmla="*/ 24377651 w 24377651"/>
              <a:gd name="connsiteY1" fmla="*/ 0 h 3111143"/>
              <a:gd name="connsiteX2" fmla="*/ 24377651 w 24377651"/>
              <a:gd name="connsiteY2" fmla="*/ 3111143 h 3111143"/>
              <a:gd name="connsiteX3" fmla="*/ 10323512 w 24377651"/>
              <a:gd name="connsiteY3" fmla="*/ 3111143 h 3111143"/>
              <a:gd name="connsiteX4" fmla="*/ 4541838 w 24377651"/>
              <a:gd name="connsiteY4" fmla="*/ 3111143 h 3111143"/>
              <a:gd name="connsiteX5" fmla="*/ 0 w 24377651"/>
              <a:gd name="connsiteY5" fmla="*/ 3111143 h 3111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377651" h="3111143">
                <a:moveTo>
                  <a:pt x="0" y="0"/>
                </a:moveTo>
                <a:lnTo>
                  <a:pt x="24377651" y="0"/>
                </a:lnTo>
                <a:lnTo>
                  <a:pt x="24377651" y="3111143"/>
                </a:lnTo>
                <a:lnTo>
                  <a:pt x="10323512" y="3111143"/>
                </a:lnTo>
                <a:lnTo>
                  <a:pt x="4541838" y="3111143"/>
                </a:lnTo>
                <a:lnTo>
                  <a:pt x="0" y="3111143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ru-RU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A9C606E6-3034-4369-8F0B-ACDCA462A34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950837" y="5464174"/>
            <a:ext cx="6475976" cy="6475976"/>
          </a:xfrm>
          <a:custGeom>
            <a:avLst/>
            <a:gdLst>
              <a:gd name="connsiteX0" fmla="*/ 3237988 w 6475976"/>
              <a:gd name="connsiteY0" fmla="*/ 0 h 6475976"/>
              <a:gd name="connsiteX1" fmla="*/ 6475976 w 6475976"/>
              <a:gd name="connsiteY1" fmla="*/ 3237988 h 6475976"/>
              <a:gd name="connsiteX2" fmla="*/ 3237988 w 6475976"/>
              <a:gd name="connsiteY2" fmla="*/ 6475976 h 6475976"/>
              <a:gd name="connsiteX3" fmla="*/ 0 w 6475976"/>
              <a:gd name="connsiteY3" fmla="*/ 3237988 h 6475976"/>
              <a:gd name="connsiteX4" fmla="*/ 3237988 w 6475976"/>
              <a:gd name="connsiteY4" fmla="*/ 0 h 64759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75976" h="6475976">
                <a:moveTo>
                  <a:pt x="3237988" y="0"/>
                </a:moveTo>
                <a:cubicBezTo>
                  <a:pt x="5026279" y="0"/>
                  <a:pt x="6475976" y="1449697"/>
                  <a:pt x="6475976" y="3237988"/>
                </a:cubicBezTo>
                <a:cubicBezTo>
                  <a:pt x="6475976" y="5026279"/>
                  <a:pt x="5026279" y="6475976"/>
                  <a:pt x="3237988" y="6475976"/>
                </a:cubicBezTo>
                <a:cubicBezTo>
                  <a:pt x="1449697" y="6475976"/>
                  <a:pt x="0" y="5026279"/>
                  <a:pt x="0" y="3237988"/>
                </a:cubicBezTo>
                <a:cubicBezTo>
                  <a:pt x="0" y="1449697"/>
                  <a:pt x="1449697" y="0"/>
                  <a:pt x="3237988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0093695"/>
      </p:ext>
    </p:extLst>
  </p:cSld>
  <p:clrMapOvr>
    <a:masterClrMapping/>
  </p:clrMapOvr>
  <p:transition spd="slow" advClick="0" advTm="1000">
    <p:push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7C900C1-ED5E-4A22-A88A-DAA9FBF63F5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259816" y="8937526"/>
            <a:ext cx="10691587" cy="4778474"/>
          </a:xfrm>
          <a:custGeom>
            <a:avLst/>
            <a:gdLst>
              <a:gd name="connsiteX0" fmla="*/ 5345793 w 10691587"/>
              <a:gd name="connsiteY0" fmla="*/ 0 h 4778474"/>
              <a:gd name="connsiteX1" fmla="*/ 10672008 w 10691587"/>
              <a:gd name="connsiteY1" fmla="*/ 4582270 h 4778474"/>
              <a:gd name="connsiteX2" fmla="*/ 10691587 w 10691587"/>
              <a:gd name="connsiteY2" fmla="*/ 4778474 h 4778474"/>
              <a:gd name="connsiteX3" fmla="*/ 0 w 10691587"/>
              <a:gd name="connsiteY3" fmla="*/ 4778474 h 4778474"/>
              <a:gd name="connsiteX4" fmla="*/ 19578 w 10691587"/>
              <a:gd name="connsiteY4" fmla="*/ 4582270 h 4778474"/>
              <a:gd name="connsiteX5" fmla="*/ 5345793 w 10691587"/>
              <a:gd name="connsiteY5" fmla="*/ 0 h 4778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691587" h="4778474">
                <a:moveTo>
                  <a:pt x="5345793" y="0"/>
                </a:moveTo>
                <a:cubicBezTo>
                  <a:pt x="8047211" y="0"/>
                  <a:pt x="10284094" y="1988902"/>
                  <a:pt x="10672008" y="4582270"/>
                </a:cubicBezTo>
                <a:lnTo>
                  <a:pt x="10691587" y="4778474"/>
                </a:lnTo>
                <a:lnTo>
                  <a:pt x="0" y="4778474"/>
                </a:lnTo>
                <a:lnTo>
                  <a:pt x="19578" y="4582270"/>
                </a:lnTo>
                <a:cubicBezTo>
                  <a:pt x="407492" y="1988902"/>
                  <a:pt x="2644377" y="0"/>
                  <a:pt x="5345793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1704812"/>
      </p:ext>
    </p:extLst>
  </p:cSld>
  <p:clrMapOvr>
    <a:masterClrMapping/>
  </p:clrMapOvr>
  <p:transition spd="slow" advClick="0" advTm="1000">
    <p:push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1482BAD0-DBFD-40A1-BC7E-AFDB3650401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7079152" y="1206690"/>
            <a:ext cx="5282422" cy="11184632"/>
          </a:xfrm>
          <a:custGeom>
            <a:avLst/>
            <a:gdLst>
              <a:gd name="connsiteX0" fmla="*/ 747516 w 5282422"/>
              <a:gd name="connsiteY0" fmla="*/ 0 h 11184632"/>
              <a:gd name="connsiteX1" fmla="*/ 1289972 w 5282422"/>
              <a:gd name="connsiteY1" fmla="*/ 0 h 11184632"/>
              <a:gd name="connsiteX2" fmla="*/ 1289972 w 5282422"/>
              <a:gd name="connsiteY2" fmla="*/ 98673 h 11184632"/>
              <a:gd name="connsiteX3" fmla="*/ 1652948 w 5282422"/>
              <a:gd name="connsiteY3" fmla="*/ 461650 h 11184632"/>
              <a:gd name="connsiteX4" fmla="*/ 3629472 w 5282422"/>
              <a:gd name="connsiteY4" fmla="*/ 461650 h 11184632"/>
              <a:gd name="connsiteX5" fmla="*/ 3992450 w 5282422"/>
              <a:gd name="connsiteY5" fmla="*/ 98673 h 11184632"/>
              <a:gd name="connsiteX6" fmla="*/ 3992450 w 5282422"/>
              <a:gd name="connsiteY6" fmla="*/ 0 h 11184632"/>
              <a:gd name="connsiteX7" fmla="*/ 4534906 w 5282422"/>
              <a:gd name="connsiteY7" fmla="*/ 0 h 11184632"/>
              <a:gd name="connsiteX8" fmla="*/ 5282422 w 5282422"/>
              <a:gd name="connsiteY8" fmla="*/ 747515 h 11184632"/>
              <a:gd name="connsiteX9" fmla="*/ 5282422 w 5282422"/>
              <a:gd name="connsiteY9" fmla="*/ 10437115 h 11184632"/>
              <a:gd name="connsiteX10" fmla="*/ 4534906 w 5282422"/>
              <a:gd name="connsiteY10" fmla="*/ 11184632 h 11184632"/>
              <a:gd name="connsiteX11" fmla="*/ 747516 w 5282422"/>
              <a:gd name="connsiteY11" fmla="*/ 11184632 h 11184632"/>
              <a:gd name="connsiteX12" fmla="*/ 0 w 5282422"/>
              <a:gd name="connsiteY12" fmla="*/ 10437115 h 11184632"/>
              <a:gd name="connsiteX13" fmla="*/ 0 w 5282422"/>
              <a:gd name="connsiteY13" fmla="*/ 747515 h 11184632"/>
              <a:gd name="connsiteX14" fmla="*/ 747516 w 5282422"/>
              <a:gd name="connsiteY14" fmla="*/ 0 h 111846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5282422" h="11184632">
                <a:moveTo>
                  <a:pt x="747516" y="0"/>
                </a:moveTo>
                <a:lnTo>
                  <a:pt x="1289972" y="0"/>
                </a:lnTo>
                <a:lnTo>
                  <a:pt x="1289972" y="98673"/>
                </a:lnTo>
                <a:cubicBezTo>
                  <a:pt x="1289972" y="299139"/>
                  <a:pt x="1452482" y="461650"/>
                  <a:pt x="1652948" y="461650"/>
                </a:cubicBezTo>
                <a:lnTo>
                  <a:pt x="3629472" y="461650"/>
                </a:lnTo>
                <a:cubicBezTo>
                  <a:pt x="3829940" y="461650"/>
                  <a:pt x="3992450" y="299139"/>
                  <a:pt x="3992450" y="98673"/>
                </a:cubicBezTo>
                <a:lnTo>
                  <a:pt x="3992450" y="0"/>
                </a:lnTo>
                <a:lnTo>
                  <a:pt x="4534906" y="0"/>
                </a:lnTo>
                <a:cubicBezTo>
                  <a:pt x="4947748" y="0"/>
                  <a:pt x="5282422" y="334674"/>
                  <a:pt x="5282422" y="747515"/>
                </a:cubicBezTo>
                <a:lnTo>
                  <a:pt x="5282422" y="10437115"/>
                </a:lnTo>
                <a:cubicBezTo>
                  <a:pt x="5282422" y="10849957"/>
                  <a:pt x="4947748" y="11184632"/>
                  <a:pt x="4534906" y="11184632"/>
                </a:cubicBezTo>
                <a:lnTo>
                  <a:pt x="747516" y="11184632"/>
                </a:lnTo>
                <a:cubicBezTo>
                  <a:pt x="334674" y="11184632"/>
                  <a:pt x="0" y="10849957"/>
                  <a:pt x="0" y="10437115"/>
                </a:cubicBezTo>
                <a:lnTo>
                  <a:pt x="0" y="747515"/>
                </a:lnTo>
                <a:cubicBezTo>
                  <a:pt x="0" y="334674"/>
                  <a:pt x="334674" y="0"/>
                  <a:pt x="747516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6536655"/>
      </p:ext>
    </p:extLst>
  </p:cSld>
  <p:clrMapOvr>
    <a:masterClrMapping/>
  </p:clrMapOvr>
  <p:transition spd="slow" advClick="0" advTm="1000">
    <p:push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p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798809C4-F655-47F8-ACAB-29E67B6CF28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24377650" cy="13716000"/>
          </a:xfrm>
          <a:custGeom>
            <a:avLst/>
            <a:gdLst>
              <a:gd name="connsiteX0" fmla="*/ 0 w 24377650"/>
              <a:gd name="connsiteY0" fmla="*/ 0 h 13716000"/>
              <a:gd name="connsiteX1" fmla="*/ 24377650 w 24377650"/>
              <a:gd name="connsiteY1" fmla="*/ 0 h 13716000"/>
              <a:gd name="connsiteX2" fmla="*/ 24377650 w 24377650"/>
              <a:gd name="connsiteY2" fmla="*/ 13716000 h 13716000"/>
              <a:gd name="connsiteX3" fmla="*/ 0 w 24377650"/>
              <a:gd name="connsiteY3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377650" h="13716000">
                <a:moveTo>
                  <a:pt x="0" y="0"/>
                </a:moveTo>
                <a:lnTo>
                  <a:pt x="24377650" y="0"/>
                </a:lnTo>
                <a:lnTo>
                  <a:pt x="24377650" y="13716000"/>
                </a:lnTo>
                <a:lnTo>
                  <a:pt x="0" y="137160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ru-RU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038EA773-C01B-42F0-BCAE-7C6491467F3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857323" y="5423530"/>
            <a:ext cx="10663005" cy="6527908"/>
          </a:xfrm>
          <a:custGeom>
            <a:avLst/>
            <a:gdLst>
              <a:gd name="connsiteX0" fmla="*/ 0 w 10663005"/>
              <a:gd name="connsiteY0" fmla="*/ 0 h 6527908"/>
              <a:gd name="connsiteX1" fmla="*/ 10663005 w 10663005"/>
              <a:gd name="connsiteY1" fmla="*/ 0 h 6527908"/>
              <a:gd name="connsiteX2" fmla="*/ 10663005 w 10663005"/>
              <a:gd name="connsiteY2" fmla="*/ 6527908 h 6527908"/>
              <a:gd name="connsiteX3" fmla="*/ 0 w 10663005"/>
              <a:gd name="connsiteY3" fmla="*/ 6527908 h 6527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663005" h="6527908">
                <a:moveTo>
                  <a:pt x="0" y="0"/>
                </a:moveTo>
                <a:lnTo>
                  <a:pt x="10663005" y="0"/>
                </a:lnTo>
                <a:lnTo>
                  <a:pt x="10663005" y="6527908"/>
                </a:lnTo>
                <a:lnTo>
                  <a:pt x="0" y="6527908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0FC6585-83C8-434E-A9E7-ACAB29E4CEA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6102778" y="7462684"/>
            <a:ext cx="3453576" cy="3453576"/>
          </a:xfrm>
          <a:custGeom>
            <a:avLst/>
            <a:gdLst>
              <a:gd name="connsiteX0" fmla="*/ 1461324 w 2922648"/>
              <a:gd name="connsiteY0" fmla="*/ 0 h 2922648"/>
              <a:gd name="connsiteX1" fmla="*/ 2922648 w 2922648"/>
              <a:gd name="connsiteY1" fmla="*/ 1461324 h 2922648"/>
              <a:gd name="connsiteX2" fmla="*/ 1461324 w 2922648"/>
              <a:gd name="connsiteY2" fmla="*/ 2922648 h 2922648"/>
              <a:gd name="connsiteX3" fmla="*/ 0 w 2922648"/>
              <a:gd name="connsiteY3" fmla="*/ 1461324 h 2922648"/>
              <a:gd name="connsiteX4" fmla="*/ 1461324 w 2922648"/>
              <a:gd name="connsiteY4" fmla="*/ 0 h 29226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22648" h="2922648">
                <a:moveTo>
                  <a:pt x="1461324" y="0"/>
                </a:moveTo>
                <a:cubicBezTo>
                  <a:pt x="2268390" y="0"/>
                  <a:pt x="2922648" y="654257"/>
                  <a:pt x="2922648" y="1461324"/>
                </a:cubicBezTo>
                <a:cubicBezTo>
                  <a:pt x="2922648" y="2268391"/>
                  <a:pt x="2268390" y="2922648"/>
                  <a:pt x="1461324" y="2922648"/>
                </a:cubicBezTo>
                <a:cubicBezTo>
                  <a:pt x="654258" y="2922648"/>
                  <a:pt x="0" y="2268391"/>
                  <a:pt x="0" y="1461324"/>
                </a:cubicBezTo>
                <a:cubicBezTo>
                  <a:pt x="0" y="654257"/>
                  <a:pt x="654258" y="0"/>
                  <a:pt x="1461324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228600">
            <a:solidFill>
              <a:schemeClr val="bg1"/>
            </a:solidFill>
          </a:ln>
          <a:effectLst>
            <a:outerShdw blurRad="571500" sx="102000" sy="102000" algn="ctr" rotWithShape="0">
              <a:prstClr val="black">
                <a:alpha val="20000"/>
              </a:prstClr>
            </a:outerShdw>
          </a:effectLst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710788"/>
      </p:ext>
    </p:extLst>
  </p:cSld>
  <p:clrMapOvr>
    <a:masterClrMapping/>
  </p:clrMapOvr>
  <p:transition spd="slow" advClick="0" advTm="1000">
    <p:push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36FD7ED-4DD1-4320-B163-FFF374F7178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447937" y="3805510"/>
            <a:ext cx="5282422" cy="11184632"/>
          </a:xfrm>
          <a:custGeom>
            <a:avLst/>
            <a:gdLst>
              <a:gd name="connsiteX0" fmla="*/ 747516 w 5282422"/>
              <a:gd name="connsiteY0" fmla="*/ 0 h 11184632"/>
              <a:gd name="connsiteX1" fmla="*/ 1289972 w 5282422"/>
              <a:gd name="connsiteY1" fmla="*/ 0 h 11184632"/>
              <a:gd name="connsiteX2" fmla="*/ 1289972 w 5282422"/>
              <a:gd name="connsiteY2" fmla="*/ 98673 h 11184632"/>
              <a:gd name="connsiteX3" fmla="*/ 1652948 w 5282422"/>
              <a:gd name="connsiteY3" fmla="*/ 461650 h 11184632"/>
              <a:gd name="connsiteX4" fmla="*/ 3629472 w 5282422"/>
              <a:gd name="connsiteY4" fmla="*/ 461650 h 11184632"/>
              <a:gd name="connsiteX5" fmla="*/ 3992450 w 5282422"/>
              <a:gd name="connsiteY5" fmla="*/ 98673 h 11184632"/>
              <a:gd name="connsiteX6" fmla="*/ 3992450 w 5282422"/>
              <a:gd name="connsiteY6" fmla="*/ 0 h 11184632"/>
              <a:gd name="connsiteX7" fmla="*/ 4534906 w 5282422"/>
              <a:gd name="connsiteY7" fmla="*/ 0 h 11184632"/>
              <a:gd name="connsiteX8" fmla="*/ 5282422 w 5282422"/>
              <a:gd name="connsiteY8" fmla="*/ 747515 h 11184632"/>
              <a:gd name="connsiteX9" fmla="*/ 5282422 w 5282422"/>
              <a:gd name="connsiteY9" fmla="*/ 10437115 h 11184632"/>
              <a:gd name="connsiteX10" fmla="*/ 4534906 w 5282422"/>
              <a:gd name="connsiteY10" fmla="*/ 11184632 h 11184632"/>
              <a:gd name="connsiteX11" fmla="*/ 747516 w 5282422"/>
              <a:gd name="connsiteY11" fmla="*/ 11184632 h 11184632"/>
              <a:gd name="connsiteX12" fmla="*/ 0 w 5282422"/>
              <a:gd name="connsiteY12" fmla="*/ 10437115 h 11184632"/>
              <a:gd name="connsiteX13" fmla="*/ 0 w 5282422"/>
              <a:gd name="connsiteY13" fmla="*/ 747515 h 11184632"/>
              <a:gd name="connsiteX14" fmla="*/ 747516 w 5282422"/>
              <a:gd name="connsiteY14" fmla="*/ 0 h 111846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5282422" h="11184632">
                <a:moveTo>
                  <a:pt x="747516" y="0"/>
                </a:moveTo>
                <a:lnTo>
                  <a:pt x="1289972" y="0"/>
                </a:lnTo>
                <a:lnTo>
                  <a:pt x="1289972" y="98673"/>
                </a:lnTo>
                <a:cubicBezTo>
                  <a:pt x="1289972" y="299139"/>
                  <a:pt x="1452482" y="461650"/>
                  <a:pt x="1652948" y="461650"/>
                </a:cubicBezTo>
                <a:lnTo>
                  <a:pt x="3629472" y="461650"/>
                </a:lnTo>
                <a:cubicBezTo>
                  <a:pt x="3829940" y="461650"/>
                  <a:pt x="3992450" y="299139"/>
                  <a:pt x="3992450" y="98673"/>
                </a:cubicBezTo>
                <a:lnTo>
                  <a:pt x="3992450" y="0"/>
                </a:lnTo>
                <a:lnTo>
                  <a:pt x="4534906" y="0"/>
                </a:lnTo>
                <a:cubicBezTo>
                  <a:pt x="4947748" y="0"/>
                  <a:pt x="5282422" y="334674"/>
                  <a:pt x="5282422" y="747515"/>
                </a:cubicBezTo>
                <a:lnTo>
                  <a:pt x="5282422" y="10437115"/>
                </a:lnTo>
                <a:cubicBezTo>
                  <a:pt x="5282422" y="10849957"/>
                  <a:pt x="4947748" y="11184632"/>
                  <a:pt x="4534906" y="11184632"/>
                </a:cubicBezTo>
                <a:lnTo>
                  <a:pt x="747516" y="11184632"/>
                </a:lnTo>
                <a:cubicBezTo>
                  <a:pt x="334674" y="11184632"/>
                  <a:pt x="0" y="10849957"/>
                  <a:pt x="0" y="10437115"/>
                </a:cubicBezTo>
                <a:lnTo>
                  <a:pt x="0" y="747515"/>
                </a:lnTo>
                <a:cubicBezTo>
                  <a:pt x="0" y="334674"/>
                  <a:pt x="334674" y="0"/>
                  <a:pt x="747516" y="0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469900" sx="102000" sy="102000" algn="ctr" rotWithShape="0">
              <a:prstClr val="black">
                <a:alpha val="10000"/>
              </a:prstClr>
            </a:outerShdw>
          </a:effectLst>
        </p:spPr>
        <p:txBody>
          <a:bodyPr wrap="square">
            <a:noAutofit/>
          </a:bodyPr>
          <a:lstStyle/>
          <a:p>
            <a:endParaRPr lang="ru-RU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433A9DD-0A17-4E4C-BA6E-FEB7A51BD35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37519" y="5252054"/>
            <a:ext cx="5282422" cy="11184632"/>
          </a:xfrm>
          <a:custGeom>
            <a:avLst/>
            <a:gdLst>
              <a:gd name="connsiteX0" fmla="*/ 747516 w 5282422"/>
              <a:gd name="connsiteY0" fmla="*/ 0 h 11184632"/>
              <a:gd name="connsiteX1" fmla="*/ 1289972 w 5282422"/>
              <a:gd name="connsiteY1" fmla="*/ 0 h 11184632"/>
              <a:gd name="connsiteX2" fmla="*/ 1289972 w 5282422"/>
              <a:gd name="connsiteY2" fmla="*/ 98673 h 11184632"/>
              <a:gd name="connsiteX3" fmla="*/ 1652948 w 5282422"/>
              <a:gd name="connsiteY3" fmla="*/ 461650 h 11184632"/>
              <a:gd name="connsiteX4" fmla="*/ 3629472 w 5282422"/>
              <a:gd name="connsiteY4" fmla="*/ 461650 h 11184632"/>
              <a:gd name="connsiteX5" fmla="*/ 3992450 w 5282422"/>
              <a:gd name="connsiteY5" fmla="*/ 98673 h 11184632"/>
              <a:gd name="connsiteX6" fmla="*/ 3992450 w 5282422"/>
              <a:gd name="connsiteY6" fmla="*/ 0 h 11184632"/>
              <a:gd name="connsiteX7" fmla="*/ 4534906 w 5282422"/>
              <a:gd name="connsiteY7" fmla="*/ 0 h 11184632"/>
              <a:gd name="connsiteX8" fmla="*/ 5282422 w 5282422"/>
              <a:gd name="connsiteY8" fmla="*/ 747515 h 11184632"/>
              <a:gd name="connsiteX9" fmla="*/ 5282422 w 5282422"/>
              <a:gd name="connsiteY9" fmla="*/ 10437115 h 11184632"/>
              <a:gd name="connsiteX10" fmla="*/ 4534906 w 5282422"/>
              <a:gd name="connsiteY10" fmla="*/ 11184632 h 11184632"/>
              <a:gd name="connsiteX11" fmla="*/ 747516 w 5282422"/>
              <a:gd name="connsiteY11" fmla="*/ 11184632 h 11184632"/>
              <a:gd name="connsiteX12" fmla="*/ 0 w 5282422"/>
              <a:gd name="connsiteY12" fmla="*/ 10437115 h 11184632"/>
              <a:gd name="connsiteX13" fmla="*/ 0 w 5282422"/>
              <a:gd name="connsiteY13" fmla="*/ 747515 h 11184632"/>
              <a:gd name="connsiteX14" fmla="*/ 747516 w 5282422"/>
              <a:gd name="connsiteY14" fmla="*/ 0 h 111846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5282422" h="11184632">
                <a:moveTo>
                  <a:pt x="747516" y="0"/>
                </a:moveTo>
                <a:lnTo>
                  <a:pt x="1289972" y="0"/>
                </a:lnTo>
                <a:lnTo>
                  <a:pt x="1289972" y="98673"/>
                </a:lnTo>
                <a:cubicBezTo>
                  <a:pt x="1289972" y="299139"/>
                  <a:pt x="1452482" y="461650"/>
                  <a:pt x="1652948" y="461650"/>
                </a:cubicBezTo>
                <a:lnTo>
                  <a:pt x="3629472" y="461650"/>
                </a:lnTo>
                <a:cubicBezTo>
                  <a:pt x="3829940" y="461650"/>
                  <a:pt x="3992450" y="299139"/>
                  <a:pt x="3992450" y="98673"/>
                </a:cubicBezTo>
                <a:lnTo>
                  <a:pt x="3992450" y="0"/>
                </a:lnTo>
                <a:lnTo>
                  <a:pt x="4534906" y="0"/>
                </a:lnTo>
                <a:cubicBezTo>
                  <a:pt x="4947748" y="0"/>
                  <a:pt x="5282422" y="334674"/>
                  <a:pt x="5282422" y="747515"/>
                </a:cubicBezTo>
                <a:lnTo>
                  <a:pt x="5282422" y="10437115"/>
                </a:lnTo>
                <a:cubicBezTo>
                  <a:pt x="5282422" y="10849957"/>
                  <a:pt x="4947748" y="11184632"/>
                  <a:pt x="4534906" y="11184632"/>
                </a:cubicBezTo>
                <a:lnTo>
                  <a:pt x="747516" y="11184632"/>
                </a:lnTo>
                <a:cubicBezTo>
                  <a:pt x="334674" y="11184632"/>
                  <a:pt x="0" y="10849957"/>
                  <a:pt x="0" y="10437115"/>
                </a:cubicBezTo>
                <a:lnTo>
                  <a:pt x="0" y="747515"/>
                </a:lnTo>
                <a:cubicBezTo>
                  <a:pt x="0" y="334674"/>
                  <a:pt x="334674" y="0"/>
                  <a:pt x="747516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3252009"/>
      </p:ext>
    </p:extLst>
  </p:cSld>
  <p:clrMapOvr>
    <a:masterClrMapping/>
  </p:clrMapOvr>
  <p:transition spd="slow" advClick="0" advTm="1000">
    <p:push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 Fea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9509394-442A-4B56-B17C-95EAF343B2C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" y="0"/>
            <a:ext cx="24377650" cy="13716000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8104511-2AF9-4219-8C54-EB37BA77C2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155273" y="6194318"/>
            <a:ext cx="6223821" cy="6223820"/>
          </a:xfrm>
          <a:custGeom>
            <a:avLst/>
            <a:gdLst>
              <a:gd name="connsiteX0" fmla="*/ 3111909 w 6223821"/>
              <a:gd name="connsiteY0" fmla="*/ 0 h 6223820"/>
              <a:gd name="connsiteX1" fmla="*/ 6223821 w 6223821"/>
              <a:gd name="connsiteY1" fmla="*/ 3111910 h 6223820"/>
              <a:gd name="connsiteX2" fmla="*/ 3111909 w 6223821"/>
              <a:gd name="connsiteY2" fmla="*/ 6223820 h 6223820"/>
              <a:gd name="connsiteX3" fmla="*/ 0 w 6223821"/>
              <a:gd name="connsiteY3" fmla="*/ 3111910 h 6223820"/>
              <a:gd name="connsiteX4" fmla="*/ 3111909 w 6223821"/>
              <a:gd name="connsiteY4" fmla="*/ 0 h 6223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223821" h="6223820">
                <a:moveTo>
                  <a:pt x="3111909" y="0"/>
                </a:moveTo>
                <a:cubicBezTo>
                  <a:pt x="4830569" y="0"/>
                  <a:pt x="6223821" y="1393250"/>
                  <a:pt x="6223821" y="3111910"/>
                </a:cubicBezTo>
                <a:cubicBezTo>
                  <a:pt x="6223821" y="4830570"/>
                  <a:pt x="4830569" y="6223820"/>
                  <a:pt x="3111909" y="6223820"/>
                </a:cubicBezTo>
                <a:cubicBezTo>
                  <a:pt x="1393250" y="6223820"/>
                  <a:pt x="0" y="4830570"/>
                  <a:pt x="0" y="3111910"/>
                </a:cubicBezTo>
                <a:cubicBezTo>
                  <a:pt x="0" y="1393250"/>
                  <a:pt x="1393250" y="0"/>
                  <a:pt x="3111909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47748209"/>
      </p:ext>
    </p:extLst>
  </p:cSld>
  <p:clrMapOvr>
    <a:masterClrMapping/>
  </p:clrMapOvr>
  <p:transition spd="slow" advClick="0" advTm="1000">
    <p:push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atures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AF9560B-CD77-416F-9659-5A31F059121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332630" y="4483509"/>
            <a:ext cx="9232490" cy="9232490"/>
          </a:xfrm>
          <a:custGeom>
            <a:avLst/>
            <a:gdLst>
              <a:gd name="connsiteX0" fmla="*/ 4616245 w 9232490"/>
              <a:gd name="connsiteY0" fmla="*/ 0 h 9232490"/>
              <a:gd name="connsiteX1" fmla="*/ 9232490 w 9232490"/>
              <a:gd name="connsiteY1" fmla="*/ 4616245 h 9232490"/>
              <a:gd name="connsiteX2" fmla="*/ 4616245 w 9232490"/>
              <a:gd name="connsiteY2" fmla="*/ 9232490 h 9232490"/>
              <a:gd name="connsiteX3" fmla="*/ 0 w 9232490"/>
              <a:gd name="connsiteY3" fmla="*/ 4616245 h 9232490"/>
              <a:gd name="connsiteX4" fmla="*/ 4616245 w 9232490"/>
              <a:gd name="connsiteY4" fmla="*/ 0 h 9232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232490" h="9232490">
                <a:moveTo>
                  <a:pt x="4616245" y="0"/>
                </a:moveTo>
                <a:cubicBezTo>
                  <a:pt x="7165728" y="0"/>
                  <a:pt x="9232490" y="2066763"/>
                  <a:pt x="9232490" y="4616245"/>
                </a:cubicBezTo>
                <a:cubicBezTo>
                  <a:pt x="9232490" y="7165727"/>
                  <a:pt x="7165728" y="9232490"/>
                  <a:pt x="4616245" y="9232490"/>
                </a:cubicBezTo>
                <a:cubicBezTo>
                  <a:pt x="2066763" y="9232490"/>
                  <a:pt x="0" y="7165727"/>
                  <a:pt x="0" y="4616245"/>
                </a:cubicBezTo>
                <a:cubicBezTo>
                  <a:pt x="0" y="2066763"/>
                  <a:pt x="2066763" y="0"/>
                  <a:pt x="4616245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3484039"/>
      </p:ext>
    </p:extLst>
  </p:cSld>
  <p:clrMapOvr>
    <a:masterClrMapping/>
  </p:clrMapOvr>
  <p:transition spd="slow" advClick="0" advTm="1000">
    <p:push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xperti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071A52-5051-40DE-B566-66C38E615F1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136481" y="3530687"/>
            <a:ext cx="6223821" cy="6223820"/>
          </a:xfrm>
          <a:custGeom>
            <a:avLst/>
            <a:gdLst>
              <a:gd name="connsiteX0" fmla="*/ 3111909 w 6223821"/>
              <a:gd name="connsiteY0" fmla="*/ 0 h 6223820"/>
              <a:gd name="connsiteX1" fmla="*/ 6223821 w 6223821"/>
              <a:gd name="connsiteY1" fmla="*/ 3111910 h 6223820"/>
              <a:gd name="connsiteX2" fmla="*/ 3111909 w 6223821"/>
              <a:gd name="connsiteY2" fmla="*/ 6223820 h 6223820"/>
              <a:gd name="connsiteX3" fmla="*/ 0 w 6223821"/>
              <a:gd name="connsiteY3" fmla="*/ 3111910 h 6223820"/>
              <a:gd name="connsiteX4" fmla="*/ 3111909 w 6223821"/>
              <a:gd name="connsiteY4" fmla="*/ 0 h 6223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223821" h="6223820">
                <a:moveTo>
                  <a:pt x="3111909" y="0"/>
                </a:moveTo>
                <a:cubicBezTo>
                  <a:pt x="4830569" y="0"/>
                  <a:pt x="6223821" y="1393250"/>
                  <a:pt x="6223821" y="3111910"/>
                </a:cubicBezTo>
                <a:cubicBezTo>
                  <a:pt x="6223821" y="4830570"/>
                  <a:pt x="4830569" y="6223820"/>
                  <a:pt x="3111909" y="6223820"/>
                </a:cubicBezTo>
                <a:cubicBezTo>
                  <a:pt x="1393250" y="6223820"/>
                  <a:pt x="0" y="4830570"/>
                  <a:pt x="0" y="3111910"/>
                </a:cubicBezTo>
                <a:cubicBezTo>
                  <a:pt x="0" y="1393250"/>
                  <a:pt x="1393250" y="0"/>
                  <a:pt x="3111909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CA317878-09D0-407E-8DEE-F88218D09BC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2136481" y="8751032"/>
            <a:ext cx="6223821" cy="6223820"/>
          </a:xfrm>
          <a:custGeom>
            <a:avLst/>
            <a:gdLst>
              <a:gd name="connsiteX0" fmla="*/ 3111909 w 6223821"/>
              <a:gd name="connsiteY0" fmla="*/ 0 h 6223820"/>
              <a:gd name="connsiteX1" fmla="*/ 6223821 w 6223821"/>
              <a:gd name="connsiteY1" fmla="*/ 3111910 h 6223820"/>
              <a:gd name="connsiteX2" fmla="*/ 3111909 w 6223821"/>
              <a:gd name="connsiteY2" fmla="*/ 6223820 h 6223820"/>
              <a:gd name="connsiteX3" fmla="*/ 0 w 6223821"/>
              <a:gd name="connsiteY3" fmla="*/ 3111910 h 6223820"/>
              <a:gd name="connsiteX4" fmla="*/ 3111909 w 6223821"/>
              <a:gd name="connsiteY4" fmla="*/ 0 h 6223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223821" h="6223820">
                <a:moveTo>
                  <a:pt x="3111909" y="0"/>
                </a:moveTo>
                <a:cubicBezTo>
                  <a:pt x="4830569" y="0"/>
                  <a:pt x="6223821" y="1393250"/>
                  <a:pt x="6223821" y="3111910"/>
                </a:cubicBezTo>
                <a:cubicBezTo>
                  <a:pt x="6223821" y="4830570"/>
                  <a:pt x="4830569" y="6223820"/>
                  <a:pt x="3111909" y="6223820"/>
                </a:cubicBezTo>
                <a:cubicBezTo>
                  <a:pt x="1393250" y="6223820"/>
                  <a:pt x="0" y="4830570"/>
                  <a:pt x="0" y="3111910"/>
                </a:cubicBezTo>
                <a:cubicBezTo>
                  <a:pt x="0" y="1393250"/>
                  <a:pt x="1393250" y="0"/>
                  <a:pt x="3111909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8756829"/>
      </p:ext>
    </p:extLst>
  </p:cSld>
  <p:clrMapOvr>
    <a:masterClrMapping/>
  </p:clrMapOvr>
  <p:transition spd="slow" advClick="0" advTm="1000">
    <p:push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ep Gu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3D23719-2AFA-4724-8316-1F0241414D9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611699" y="7315199"/>
            <a:ext cx="5482358" cy="5482357"/>
          </a:xfrm>
          <a:custGeom>
            <a:avLst/>
            <a:gdLst>
              <a:gd name="connsiteX0" fmla="*/ 2741178 w 5482358"/>
              <a:gd name="connsiteY0" fmla="*/ 0 h 5482357"/>
              <a:gd name="connsiteX1" fmla="*/ 5482358 w 5482358"/>
              <a:gd name="connsiteY1" fmla="*/ 2741179 h 5482357"/>
              <a:gd name="connsiteX2" fmla="*/ 2741178 w 5482358"/>
              <a:gd name="connsiteY2" fmla="*/ 5482357 h 5482357"/>
              <a:gd name="connsiteX3" fmla="*/ 0 w 5482358"/>
              <a:gd name="connsiteY3" fmla="*/ 2741179 h 5482357"/>
              <a:gd name="connsiteX4" fmla="*/ 2741178 w 5482358"/>
              <a:gd name="connsiteY4" fmla="*/ 0 h 54823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482358" h="5482357">
                <a:moveTo>
                  <a:pt x="2741178" y="0"/>
                </a:moveTo>
                <a:cubicBezTo>
                  <a:pt x="4255089" y="0"/>
                  <a:pt x="5482358" y="1227268"/>
                  <a:pt x="5482358" y="2741179"/>
                </a:cubicBezTo>
                <a:cubicBezTo>
                  <a:pt x="5482358" y="4255089"/>
                  <a:pt x="4255089" y="5482357"/>
                  <a:pt x="2741178" y="5482357"/>
                </a:cubicBezTo>
                <a:cubicBezTo>
                  <a:pt x="1227268" y="5482357"/>
                  <a:pt x="0" y="4255089"/>
                  <a:pt x="0" y="2741179"/>
                </a:cubicBezTo>
                <a:cubicBezTo>
                  <a:pt x="0" y="1227268"/>
                  <a:pt x="1227268" y="0"/>
                  <a:pt x="2741178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7713662"/>
      </p:ext>
    </p:extLst>
  </p:cSld>
  <p:clrMapOvr>
    <a:masterClrMapping/>
  </p:clrMapOvr>
  <p:transition spd="slow" advClick="0" advTm="1000">
    <p:push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A43194D-ED29-4AE2-979F-82DAD18DFE5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"/>
            <a:ext cx="24377650" cy="13716000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46943000"/>
      </p:ext>
    </p:extLst>
  </p:cSld>
  <p:clrMapOvr>
    <a:masterClrMapping/>
  </p:clrMapOvr>
  <p:transition spd="slow" advClick="0" advTm="1000">
    <p:push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EFB45A43-C0E3-4500-907C-B4189CB923F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96128" y="4974433"/>
            <a:ext cx="3377463" cy="3377462"/>
          </a:xfrm>
          <a:custGeom>
            <a:avLst/>
            <a:gdLst>
              <a:gd name="connsiteX0" fmla="*/ 1688731 w 3377463"/>
              <a:gd name="connsiteY0" fmla="*/ 0 h 3377462"/>
              <a:gd name="connsiteX1" fmla="*/ 3377463 w 3377463"/>
              <a:gd name="connsiteY1" fmla="*/ 1688731 h 3377462"/>
              <a:gd name="connsiteX2" fmla="*/ 1688731 w 3377463"/>
              <a:gd name="connsiteY2" fmla="*/ 3377462 h 3377462"/>
              <a:gd name="connsiteX3" fmla="*/ 0 w 3377463"/>
              <a:gd name="connsiteY3" fmla="*/ 1688731 h 3377462"/>
              <a:gd name="connsiteX4" fmla="*/ 1688731 w 3377463"/>
              <a:gd name="connsiteY4" fmla="*/ 0 h 33774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77463" h="3377462">
                <a:moveTo>
                  <a:pt x="1688731" y="0"/>
                </a:moveTo>
                <a:cubicBezTo>
                  <a:pt x="2621391" y="0"/>
                  <a:pt x="3377463" y="756071"/>
                  <a:pt x="3377463" y="1688731"/>
                </a:cubicBezTo>
                <a:cubicBezTo>
                  <a:pt x="3377463" y="2621391"/>
                  <a:pt x="2621391" y="3377462"/>
                  <a:pt x="1688731" y="3377462"/>
                </a:cubicBezTo>
                <a:cubicBezTo>
                  <a:pt x="756071" y="3377462"/>
                  <a:pt x="0" y="2621391"/>
                  <a:pt x="0" y="1688731"/>
                </a:cubicBezTo>
                <a:cubicBezTo>
                  <a:pt x="0" y="756071"/>
                  <a:pt x="756071" y="0"/>
                  <a:pt x="1688731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F236283B-1846-4176-8DD4-B04D2D15D05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363150" y="4974433"/>
            <a:ext cx="3377462" cy="3377462"/>
          </a:xfrm>
          <a:custGeom>
            <a:avLst/>
            <a:gdLst>
              <a:gd name="connsiteX0" fmla="*/ 1688730 w 3377462"/>
              <a:gd name="connsiteY0" fmla="*/ 0 h 3377462"/>
              <a:gd name="connsiteX1" fmla="*/ 3377462 w 3377462"/>
              <a:gd name="connsiteY1" fmla="*/ 1688731 h 3377462"/>
              <a:gd name="connsiteX2" fmla="*/ 1688730 w 3377462"/>
              <a:gd name="connsiteY2" fmla="*/ 3377462 h 3377462"/>
              <a:gd name="connsiteX3" fmla="*/ 0 w 3377462"/>
              <a:gd name="connsiteY3" fmla="*/ 1688731 h 3377462"/>
              <a:gd name="connsiteX4" fmla="*/ 1688730 w 3377462"/>
              <a:gd name="connsiteY4" fmla="*/ 0 h 33774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77462" h="3377462">
                <a:moveTo>
                  <a:pt x="1688730" y="0"/>
                </a:moveTo>
                <a:cubicBezTo>
                  <a:pt x="2621392" y="0"/>
                  <a:pt x="3377462" y="756071"/>
                  <a:pt x="3377462" y="1688731"/>
                </a:cubicBezTo>
                <a:cubicBezTo>
                  <a:pt x="3377462" y="2621391"/>
                  <a:pt x="2621392" y="3377462"/>
                  <a:pt x="1688730" y="3377462"/>
                </a:cubicBezTo>
                <a:cubicBezTo>
                  <a:pt x="756071" y="3377462"/>
                  <a:pt x="0" y="2621391"/>
                  <a:pt x="0" y="1688731"/>
                </a:cubicBezTo>
                <a:cubicBezTo>
                  <a:pt x="0" y="756071"/>
                  <a:pt x="756071" y="0"/>
                  <a:pt x="168873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76190802-0C96-4311-A084-DC3EDEEBF41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870795" y="9121296"/>
            <a:ext cx="3377463" cy="3377462"/>
          </a:xfrm>
          <a:custGeom>
            <a:avLst/>
            <a:gdLst>
              <a:gd name="connsiteX0" fmla="*/ 1688731 w 3377463"/>
              <a:gd name="connsiteY0" fmla="*/ 0 h 3377462"/>
              <a:gd name="connsiteX1" fmla="*/ 3377463 w 3377463"/>
              <a:gd name="connsiteY1" fmla="*/ 1688731 h 3377462"/>
              <a:gd name="connsiteX2" fmla="*/ 1688731 w 3377463"/>
              <a:gd name="connsiteY2" fmla="*/ 3377462 h 3377462"/>
              <a:gd name="connsiteX3" fmla="*/ 0 w 3377463"/>
              <a:gd name="connsiteY3" fmla="*/ 1688731 h 3377462"/>
              <a:gd name="connsiteX4" fmla="*/ 1688731 w 3377463"/>
              <a:gd name="connsiteY4" fmla="*/ 0 h 33774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77463" h="3377462">
                <a:moveTo>
                  <a:pt x="1688731" y="0"/>
                </a:moveTo>
                <a:cubicBezTo>
                  <a:pt x="2621391" y="0"/>
                  <a:pt x="3377463" y="756071"/>
                  <a:pt x="3377463" y="1688731"/>
                </a:cubicBezTo>
                <a:cubicBezTo>
                  <a:pt x="3377463" y="2621391"/>
                  <a:pt x="2621391" y="3377462"/>
                  <a:pt x="1688731" y="3377462"/>
                </a:cubicBezTo>
                <a:cubicBezTo>
                  <a:pt x="756071" y="3377462"/>
                  <a:pt x="0" y="2621391"/>
                  <a:pt x="0" y="1688731"/>
                </a:cubicBezTo>
                <a:cubicBezTo>
                  <a:pt x="0" y="756071"/>
                  <a:pt x="756071" y="0"/>
                  <a:pt x="1688731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0904C5F6-E579-4C10-8AE8-E3B0C9A4305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03773" y="9121296"/>
            <a:ext cx="3377463" cy="3377462"/>
          </a:xfrm>
          <a:custGeom>
            <a:avLst/>
            <a:gdLst>
              <a:gd name="connsiteX0" fmla="*/ 1688731 w 3377463"/>
              <a:gd name="connsiteY0" fmla="*/ 0 h 3377462"/>
              <a:gd name="connsiteX1" fmla="*/ 3377463 w 3377463"/>
              <a:gd name="connsiteY1" fmla="*/ 1688731 h 3377462"/>
              <a:gd name="connsiteX2" fmla="*/ 1688731 w 3377463"/>
              <a:gd name="connsiteY2" fmla="*/ 3377462 h 3377462"/>
              <a:gd name="connsiteX3" fmla="*/ 0 w 3377463"/>
              <a:gd name="connsiteY3" fmla="*/ 1688731 h 3377462"/>
              <a:gd name="connsiteX4" fmla="*/ 1688731 w 3377463"/>
              <a:gd name="connsiteY4" fmla="*/ 0 h 33774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77463" h="3377462">
                <a:moveTo>
                  <a:pt x="1688731" y="0"/>
                </a:moveTo>
                <a:cubicBezTo>
                  <a:pt x="2621391" y="0"/>
                  <a:pt x="3377463" y="756071"/>
                  <a:pt x="3377463" y="1688731"/>
                </a:cubicBezTo>
                <a:cubicBezTo>
                  <a:pt x="3377463" y="2621391"/>
                  <a:pt x="2621391" y="3377462"/>
                  <a:pt x="1688731" y="3377462"/>
                </a:cubicBezTo>
                <a:cubicBezTo>
                  <a:pt x="756071" y="3377462"/>
                  <a:pt x="0" y="2621391"/>
                  <a:pt x="0" y="1688731"/>
                </a:cubicBezTo>
                <a:cubicBezTo>
                  <a:pt x="0" y="756071"/>
                  <a:pt x="756071" y="0"/>
                  <a:pt x="1688731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6858879"/>
      </p:ext>
    </p:extLst>
  </p:cSld>
  <p:clrMapOvr>
    <a:masterClrMapping/>
  </p:clrMapOvr>
  <p:transition spd="slow" advClick="0" advTm="1000">
    <p:push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ptop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89167DD-2193-48DF-93BE-A6BB8241178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175032" y="5119167"/>
            <a:ext cx="8027587" cy="4914501"/>
          </a:xfrm>
          <a:custGeom>
            <a:avLst/>
            <a:gdLst>
              <a:gd name="connsiteX0" fmla="*/ 0 w 8027587"/>
              <a:gd name="connsiteY0" fmla="*/ 0 h 4914501"/>
              <a:gd name="connsiteX1" fmla="*/ 8027587 w 8027587"/>
              <a:gd name="connsiteY1" fmla="*/ 0 h 4914501"/>
              <a:gd name="connsiteX2" fmla="*/ 8027587 w 8027587"/>
              <a:gd name="connsiteY2" fmla="*/ 4914501 h 4914501"/>
              <a:gd name="connsiteX3" fmla="*/ 0 w 8027587"/>
              <a:gd name="connsiteY3" fmla="*/ 4914501 h 49145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27587" h="4914501">
                <a:moveTo>
                  <a:pt x="0" y="0"/>
                </a:moveTo>
                <a:lnTo>
                  <a:pt x="8027587" y="0"/>
                </a:lnTo>
                <a:lnTo>
                  <a:pt x="8027587" y="4914501"/>
                </a:lnTo>
                <a:lnTo>
                  <a:pt x="0" y="4914501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8377475"/>
      </p:ext>
    </p:extLst>
  </p:cSld>
  <p:clrMapOvr>
    <a:masterClrMapping/>
  </p:clrMapOvr>
  <p:transition spd="slow" advClick="0" advTm="1000">
    <p:push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Me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DABC8368-C689-4444-9697-11306F8C7EB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995627" y="4760665"/>
            <a:ext cx="3870198" cy="3870198"/>
          </a:xfrm>
          <a:custGeom>
            <a:avLst/>
            <a:gdLst>
              <a:gd name="connsiteX0" fmla="*/ 1935099 w 3870198"/>
              <a:gd name="connsiteY0" fmla="*/ 0 h 3870198"/>
              <a:gd name="connsiteX1" fmla="*/ 3870198 w 3870198"/>
              <a:gd name="connsiteY1" fmla="*/ 1935099 h 3870198"/>
              <a:gd name="connsiteX2" fmla="*/ 1935099 w 3870198"/>
              <a:gd name="connsiteY2" fmla="*/ 3870198 h 3870198"/>
              <a:gd name="connsiteX3" fmla="*/ 0 w 3870198"/>
              <a:gd name="connsiteY3" fmla="*/ 1935099 h 3870198"/>
              <a:gd name="connsiteX4" fmla="*/ 1935099 w 3870198"/>
              <a:gd name="connsiteY4" fmla="*/ 0 h 38701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70198" h="3870198">
                <a:moveTo>
                  <a:pt x="1935099" y="0"/>
                </a:moveTo>
                <a:cubicBezTo>
                  <a:pt x="3003825" y="0"/>
                  <a:pt x="3870198" y="866373"/>
                  <a:pt x="3870198" y="1935099"/>
                </a:cubicBezTo>
                <a:cubicBezTo>
                  <a:pt x="3870198" y="3003825"/>
                  <a:pt x="3003825" y="3870198"/>
                  <a:pt x="1935099" y="3870198"/>
                </a:cubicBezTo>
                <a:cubicBezTo>
                  <a:pt x="866373" y="3870198"/>
                  <a:pt x="0" y="3003825"/>
                  <a:pt x="0" y="1935099"/>
                </a:cubicBezTo>
                <a:cubicBezTo>
                  <a:pt x="0" y="866373"/>
                  <a:pt x="866373" y="0"/>
                  <a:pt x="1935099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331199B-C816-417C-84A6-C1FA8C716BA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59039" y="4760665"/>
            <a:ext cx="3870198" cy="3870198"/>
          </a:xfrm>
          <a:custGeom>
            <a:avLst/>
            <a:gdLst>
              <a:gd name="connsiteX0" fmla="*/ 1935099 w 3870198"/>
              <a:gd name="connsiteY0" fmla="*/ 0 h 3870198"/>
              <a:gd name="connsiteX1" fmla="*/ 3870198 w 3870198"/>
              <a:gd name="connsiteY1" fmla="*/ 1935099 h 3870198"/>
              <a:gd name="connsiteX2" fmla="*/ 1935099 w 3870198"/>
              <a:gd name="connsiteY2" fmla="*/ 3870198 h 3870198"/>
              <a:gd name="connsiteX3" fmla="*/ 0 w 3870198"/>
              <a:gd name="connsiteY3" fmla="*/ 1935099 h 3870198"/>
              <a:gd name="connsiteX4" fmla="*/ 1935099 w 3870198"/>
              <a:gd name="connsiteY4" fmla="*/ 0 h 38701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70198" h="3870198">
                <a:moveTo>
                  <a:pt x="1935099" y="0"/>
                </a:moveTo>
                <a:cubicBezTo>
                  <a:pt x="3003825" y="0"/>
                  <a:pt x="3870198" y="866373"/>
                  <a:pt x="3870198" y="1935099"/>
                </a:cubicBezTo>
                <a:cubicBezTo>
                  <a:pt x="3870198" y="3003825"/>
                  <a:pt x="3003825" y="3870198"/>
                  <a:pt x="1935099" y="3870198"/>
                </a:cubicBezTo>
                <a:cubicBezTo>
                  <a:pt x="866373" y="3870198"/>
                  <a:pt x="0" y="3003825"/>
                  <a:pt x="0" y="1935099"/>
                </a:cubicBezTo>
                <a:cubicBezTo>
                  <a:pt x="0" y="866373"/>
                  <a:pt x="866373" y="0"/>
                  <a:pt x="1935099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CFE4579B-2816-4B56-A263-5DA3152C7DB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2922456" y="4760665"/>
            <a:ext cx="3870198" cy="3870198"/>
          </a:xfrm>
          <a:custGeom>
            <a:avLst/>
            <a:gdLst>
              <a:gd name="connsiteX0" fmla="*/ 1935099 w 3870198"/>
              <a:gd name="connsiteY0" fmla="*/ 0 h 3870198"/>
              <a:gd name="connsiteX1" fmla="*/ 3870198 w 3870198"/>
              <a:gd name="connsiteY1" fmla="*/ 1935099 h 3870198"/>
              <a:gd name="connsiteX2" fmla="*/ 1935099 w 3870198"/>
              <a:gd name="connsiteY2" fmla="*/ 3870198 h 3870198"/>
              <a:gd name="connsiteX3" fmla="*/ 0 w 3870198"/>
              <a:gd name="connsiteY3" fmla="*/ 1935099 h 3870198"/>
              <a:gd name="connsiteX4" fmla="*/ 1935099 w 3870198"/>
              <a:gd name="connsiteY4" fmla="*/ 0 h 38701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70198" h="3870198">
                <a:moveTo>
                  <a:pt x="1935099" y="0"/>
                </a:moveTo>
                <a:cubicBezTo>
                  <a:pt x="3003825" y="0"/>
                  <a:pt x="3870198" y="866373"/>
                  <a:pt x="3870198" y="1935099"/>
                </a:cubicBezTo>
                <a:cubicBezTo>
                  <a:pt x="3870198" y="3003825"/>
                  <a:pt x="3003825" y="3870198"/>
                  <a:pt x="1935099" y="3870198"/>
                </a:cubicBezTo>
                <a:cubicBezTo>
                  <a:pt x="866373" y="3870198"/>
                  <a:pt x="0" y="3003825"/>
                  <a:pt x="0" y="1935099"/>
                </a:cubicBezTo>
                <a:cubicBezTo>
                  <a:pt x="0" y="866373"/>
                  <a:pt x="866373" y="0"/>
                  <a:pt x="1935099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0DACBFE9-65AB-41D3-B3D9-62AEEF953A6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8385868" y="4760665"/>
            <a:ext cx="3870198" cy="3870198"/>
          </a:xfrm>
          <a:custGeom>
            <a:avLst/>
            <a:gdLst>
              <a:gd name="connsiteX0" fmla="*/ 1935100 w 3870198"/>
              <a:gd name="connsiteY0" fmla="*/ 0 h 3870198"/>
              <a:gd name="connsiteX1" fmla="*/ 3870198 w 3870198"/>
              <a:gd name="connsiteY1" fmla="*/ 1935099 h 3870198"/>
              <a:gd name="connsiteX2" fmla="*/ 1935100 w 3870198"/>
              <a:gd name="connsiteY2" fmla="*/ 3870198 h 3870198"/>
              <a:gd name="connsiteX3" fmla="*/ 0 w 3870198"/>
              <a:gd name="connsiteY3" fmla="*/ 1935099 h 3870198"/>
              <a:gd name="connsiteX4" fmla="*/ 1935100 w 3870198"/>
              <a:gd name="connsiteY4" fmla="*/ 0 h 38701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70198" h="3870198">
                <a:moveTo>
                  <a:pt x="1935100" y="0"/>
                </a:moveTo>
                <a:cubicBezTo>
                  <a:pt x="3003824" y="0"/>
                  <a:pt x="3870198" y="866373"/>
                  <a:pt x="3870198" y="1935099"/>
                </a:cubicBezTo>
                <a:cubicBezTo>
                  <a:pt x="3870198" y="3003825"/>
                  <a:pt x="3003824" y="3870198"/>
                  <a:pt x="1935100" y="3870198"/>
                </a:cubicBezTo>
                <a:cubicBezTo>
                  <a:pt x="866372" y="3870198"/>
                  <a:pt x="0" y="3003825"/>
                  <a:pt x="0" y="1935099"/>
                </a:cubicBezTo>
                <a:cubicBezTo>
                  <a:pt x="0" y="866373"/>
                  <a:pt x="866372" y="0"/>
                  <a:pt x="1935100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8690050"/>
      </p:ext>
    </p:extLst>
  </p:cSld>
  <p:clrMapOvr>
    <a:masterClrMapping/>
  </p:clrMapOvr>
  <p:transition spd="slow" advClick="0" advTm="1000">
    <p:push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c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9AFDCE0-21DA-42D9-AE33-CA9AE90CE9E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1"/>
            <a:ext cx="24377650" cy="13716000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F57310E-0034-4D0C-B6C6-427572DA36E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7904540" y="7079226"/>
            <a:ext cx="4601500" cy="4601498"/>
          </a:xfrm>
          <a:custGeom>
            <a:avLst/>
            <a:gdLst>
              <a:gd name="connsiteX0" fmla="*/ 2300750 w 4601500"/>
              <a:gd name="connsiteY0" fmla="*/ 0 h 4601498"/>
              <a:gd name="connsiteX1" fmla="*/ 4601500 w 4601500"/>
              <a:gd name="connsiteY1" fmla="*/ 2300749 h 4601498"/>
              <a:gd name="connsiteX2" fmla="*/ 2300750 w 4601500"/>
              <a:gd name="connsiteY2" fmla="*/ 4601498 h 4601498"/>
              <a:gd name="connsiteX3" fmla="*/ 0 w 4601500"/>
              <a:gd name="connsiteY3" fmla="*/ 2300749 h 4601498"/>
              <a:gd name="connsiteX4" fmla="*/ 2300750 w 4601500"/>
              <a:gd name="connsiteY4" fmla="*/ 0 h 46014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601500" h="4601498">
                <a:moveTo>
                  <a:pt x="2300750" y="0"/>
                </a:moveTo>
                <a:cubicBezTo>
                  <a:pt x="3571420" y="0"/>
                  <a:pt x="4601500" y="1030080"/>
                  <a:pt x="4601500" y="2300749"/>
                </a:cubicBezTo>
                <a:cubicBezTo>
                  <a:pt x="4601500" y="3571418"/>
                  <a:pt x="3571420" y="4601498"/>
                  <a:pt x="2300750" y="4601498"/>
                </a:cubicBezTo>
                <a:cubicBezTo>
                  <a:pt x="1030080" y="4601498"/>
                  <a:pt x="0" y="3571418"/>
                  <a:pt x="0" y="2300749"/>
                </a:cubicBezTo>
                <a:cubicBezTo>
                  <a:pt x="0" y="1030080"/>
                  <a:pt x="1030080" y="0"/>
                  <a:pt x="2300750" y="0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685800" sx="102000" sy="102000" algn="ctr" rotWithShape="0">
              <a:prstClr val="black">
                <a:alpha val="18000"/>
              </a:prstClr>
            </a:outerShdw>
          </a:effectLst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4798802"/>
      </p:ext>
    </p:extLst>
  </p:cSld>
  <p:clrMapOvr>
    <a:masterClrMapping/>
  </p:clrMapOvr>
  <p:transition spd="slow" advClick="0" advTm="1000">
    <p:push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atures #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CB22A49-5B4E-463C-A19D-C5DD19909F7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972386" y="7698657"/>
            <a:ext cx="12405264" cy="6017342"/>
          </a:xfrm>
          <a:custGeom>
            <a:avLst/>
            <a:gdLst>
              <a:gd name="connsiteX0" fmla="*/ 0 w 12405264"/>
              <a:gd name="connsiteY0" fmla="*/ 0 h 6017342"/>
              <a:gd name="connsiteX1" fmla="*/ 12405264 w 12405264"/>
              <a:gd name="connsiteY1" fmla="*/ 0 h 6017342"/>
              <a:gd name="connsiteX2" fmla="*/ 12405264 w 12405264"/>
              <a:gd name="connsiteY2" fmla="*/ 6017342 h 6017342"/>
              <a:gd name="connsiteX3" fmla="*/ 0 w 12405264"/>
              <a:gd name="connsiteY3" fmla="*/ 6017342 h 60173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405264" h="6017342">
                <a:moveTo>
                  <a:pt x="0" y="0"/>
                </a:moveTo>
                <a:lnTo>
                  <a:pt x="12405264" y="0"/>
                </a:lnTo>
                <a:lnTo>
                  <a:pt x="12405264" y="6017342"/>
                </a:lnTo>
                <a:lnTo>
                  <a:pt x="0" y="6017342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9044142"/>
      </p:ext>
    </p:extLst>
  </p:cSld>
  <p:clrMapOvr>
    <a:masterClrMapping/>
  </p:clrMapOvr>
  <p:transition spd="slow" advClick="0" advTm="1000">
    <p:push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s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263FAD1-9789-458D-AA06-1FCB0A28C9F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773086" y="1"/>
            <a:ext cx="12604565" cy="7287101"/>
          </a:xfrm>
          <a:custGeom>
            <a:avLst/>
            <a:gdLst>
              <a:gd name="connsiteX0" fmla="*/ 5221 w 12604565"/>
              <a:gd name="connsiteY0" fmla="*/ 0 h 7287101"/>
              <a:gd name="connsiteX1" fmla="*/ 12604565 w 12604565"/>
              <a:gd name="connsiteY1" fmla="*/ 0 h 7287101"/>
              <a:gd name="connsiteX2" fmla="*/ 12604565 w 12604565"/>
              <a:gd name="connsiteY2" fmla="*/ 4631756 h 7287101"/>
              <a:gd name="connsiteX3" fmla="*/ 12434613 w 12604565"/>
              <a:gd name="connsiteY3" fmla="*/ 4840220 h 7287101"/>
              <a:gd name="connsiteX4" fmla="*/ 7080619 w 12604565"/>
              <a:gd name="connsiteY4" fmla="*/ 7287101 h 7287101"/>
              <a:gd name="connsiteX5" fmla="*/ 0 w 12604565"/>
              <a:gd name="connsiteY5" fmla="*/ 206481 h 7287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604565" h="7287101">
                <a:moveTo>
                  <a:pt x="5221" y="0"/>
                </a:moveTo>
                <a:lnTo>
                  <a:pt x="12604565" y="0"/>
                </a:lnTo>
                <a:lnTo>
                  <a:pt x="12604565" y="4631756"/>
                </a:lnTo>
                <a:lnTo>
                  <a:pt x="12434613" y="4840220"/>
                </a:lnTo>
                <a:cubicBezTo>
                  <a:pt x="11136311" y="6339012"/>
                  <a:pt x="9219185" y="7287101"/>
                  <a:pt x="7080619" y="7287101"/>
                </a:cubicBezTo>
                <a:cubicBezTo>
                  <a:pt x="3170102" y="7287101"/>
                  <a:pt x="0" y="4116999"/>
                  <a:pt x="0" y="206481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6561906"/>
      </p:ext>
    </p:extLst>
  </p:cSld>
  <p:clrMapOvr>
    <a:masterClrMapping/>
  </p:clrMapOvr>
  <p:transition spd="slow" advClick="0" advTm="1000">
    <p:push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2C0FB54-141D-48CF-9E01-1E7C589E420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9803169"/>
            <a:ext cx="24377650" cy="3912830"/>
          </a:xfrm>
          <a:custGeom>
            <a:avLst/>
            <a:gdLst>
              <a:gd name="connsiteX0" fmla="*/ 0 w 24377650"/>
              <a:gd name="connsiteY0" fmla="*/ 0 h 3912830"/>
              <a:gd name="connsiteX1" fmla="*/ 24377650 w 24377650"/>
              <a:gd name="connsiteY1" fmla="*/ 0 h 3912830"/>
              <a:gd name="connsiteX2" fmla="*/ 24377650 w 24377650"/>
              <a:gd name="connsiteY2" fmla="*/ 3912830 h 3912830"/>
              <a:gd name="connsiteX3" fmla="*/ 0 w 24377650"/>
              <a:gd name="connsiteY3" fmla="*/ 3912830 h 3912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377650" h="3912830">
                <a:moveTo>
                  <a:pt x="0" y="0"/>
                </a:moveTo>
                <a:lnTo>
                  <a:pt x="24377650" y="0"/>
                </a:lnTo>
                <a:lnTo>
                  <a:pt x="24377650" y="3912830"/>
                </a:lnTo>
                <a:lnTo>
                  <a:pt x="0" y="391283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2390546"/>
      </p:ext>
    </p:extLst>
  </p:cSld>
  <p:clrMapOvr>
    <a:masterClrMapping/>
  </p:clrMapOvr>
  <p:transition spd="slow" advClick="0" advTm="1000">
    <p:push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oa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528B536-BDF7-41AF-B073-2768A1AEFE4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0"/>
            <a:ext cx="17344104" cy="13716000"/>
          </a:xfrm>
          <a:custGeom>
            <a:avLst/>
            <a:gdLst>
              <a:gd name="connsiteX0" fmla="*/ 0 w 16581416"/>
              <a:gd name="connsiteY0" fmla="*/ 0 h 13716000"/>
              <a:gd name="connsiteX1" fmla="*/ 16581416 w 16581416"/>
              <a:gd name="connsiteY1" fmla="*/ 0 h 13716000"/>
              <a:gd name="connsiteX2" fmla="*/ 16581416 w 16581416"/>
              <a:gd name="connsiteY2" fmla="*/ 13716000 h 13716000"/>
              <a:gd name="connsiteX3" fmla="*/ 0 w 16581416"/>
              <a:gd name="connsiteY3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581416" h="13716000">
                <a:moveTo>
                  <a:pt x="0" y="0"/>
                </a:moveTo>
                <a:lnTo>
                  <a:pt x="16581416" y="0"/>
                </a:lnTo>
                <a:lnTo>
                  <a:pt x="16581416" y="13716000"/>
                </a:lnTo>
                <a:lnTo>
                  <a:pt x="0" y="137160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795753"/>
      </p:ext>
    </p:extLst>
  </p:cSld>
  <p:clrMapOvr>
    <a:masterClrMapping/>
  </p:clrMapOvr>
  <p:transition spd="slow" advClick="0" advTm="1000">
    <p:push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ssion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8FB49074-D038-4AC0-8BE4-32844ECE3D7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823598" y="0"/>
            <a:ext cx="11554050" cy="13716000"/>
          </a:xfrm>
          <a:custGeom>
            <a:avLst/>
            <a:gdLst>
              <a:gd name="connsiteX0" fmla="*/ 0 w 11554050"/>
              <a:gd name="connsiteY0" fmla="*/ 0 h 13716000"/>
              <a:gd name="connsiteX1" fmla="*/ 11554050 w 11554050"/>
              <a:gd name="connsiteY1" fmla="*/ 0 h 13716000"/>
              <a:gd name="connsiteX2" fmla="*/ 11554050 w 11554050"/>
              <a:gd name="connsiteY2" fmla="*/ 13716000 h 13716000"/>
              <a:gd name="connsiteX3" fmla="*/ 10351894 w 11554050"/>
              <a:gd name="connsiteY3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54050" h="13716000">
                <a:moveTo>
                  <a:pt x="0" y="0"/>
                </a:moveTo>
                <a:lnTo>
                  <a:pt x="11554050" y="0"/>
                </a:lnTo>
                <a:lnTo>
                  <a:pt x="11554050" y="13716000"/>
                </a:lnTo>
                <a:lnTo>
                  <a:pt x="10351894" y="137160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4924351"/>
      </p:ext>
    </p:extLst>
  </p:cSld>
  <p:clrMapOvr>
    <a:masterClrMapping/>
  </p:clrMapOvr>
  <p:transition spd="slow" advClick="0" advTm="1000">
    <p:push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rvi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2218A079-5092-4D6F-AE2D-C9A691F680E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677008"/>
            <a:ext cx="24377650" cy="10038992"/>
          </a:xfrm>
          <a:custGeom>
            <a:avLst/>
            <a:gdLst>
              <a:gd name="connsiteX0" fmla="*/ 12131735 w 24377650"/>
              <a:gd name="connsiteY0" fmla="*/ 0 h 10038992"/>
              <a:gd name="connsiteX1" fmla="*/ 24085100 w 24377650"/>
              <a:gd name="connsiteY1" fmla="*/ 5991842 h 10038992"/>
              <a:gd name="connsiteX2" fmla="*/ 24377650 w 24377650"/>
              <a:gd name="connsiteY2" fmla="*/ 6403237 h 10038992"/>
              <a:gd name="connsiteX3" fmla="*/ 24377650 w 24377650"/>
              <a:gd name="connsiteY3" fmla="*/ 10038992 h 10038992"/>
              <a:gd name="connsiteX4" fmla="*/ 0 w 24377650"/>
              <a:gd name="connsiteY4" fmla="*/ 10038992 h 10038992"/>
              <a:gd name="connsiteX5" fmla="*/ 0 w 24377650"/>
              <a:gd name="connsiteY5" fmla="*/ 6242672 h 10038992"/>
              <a:gd name="connsiteX6" fmla="*/ 178369 w 24377650"/>
              <a:gd name="connsiteY6" fmla="*/ 5991842 h 10038992"/>
              <a:gd name="connsiteX7" fmla="*/ 12131735 w 24377650"/>
              <a:gd name="connsiteY7" fmla="*/ 0 h 10038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377650" h="10038992">
                <a:moveTo>
                  <a:pt x="12131735" y="0"/>
                </a:moveTo>
                <a:cubicBezTo>
                  <a:pt x="17023240" y="0"/>
                  <a:pt x="21364840" y="2354425"/>
                  <a:pt x="24085100" y="5991842"/>
                </a:cubicBezTo>
                <a:lnTo>
                  <a:pt x="24377650" y="6403237"/>
                </a:lnTo>
                <a:lnTo>
                  <a:pt x="24377650" y="10038992"/>
                </a:lnTo>
                <a:lnTo>
                  <a:pt x="0" y="10038992"/>
                </a:lnTo>
                <a:lnTo>
                  <a:pt x="0" y="6242672"/>
                </a:lnTo>
                <a:lnTo>
                  <a:pt x="178369" y="5991842"/>
                </a:lnTo>
                <a:cubicBezTo>
                  <a:pt x="2898630" y="2354425"/>
                  <a:pt x="7240230" y="0"/>
                  <a:pt x="12131735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6293753"/>
      </p:ext>
    </p:extLst>
  </p:cSld>
  <p:clrMapOvr>
    <a:masterClrMapping/>
  </p:clrMapOvr>
  <p:transition spd="slow" advClick="0" advTm="1000">
    <p:push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wca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267593C-DCE6-40E5-9899-5386C4C7544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0"/>
            <a:ext cx="11451406" cy="6626683"/>
          </a:xfrm>
          <a:custGeom>
            <a:avLst/>
            <a:gdLst>
              <a:gd name="connsiteX0" fmla="*/ 0 w 11451406"/>
              <a:gd name="connsiteY0" fmla="*/ 0 h 6626683"/>
              <a:gd name="connsiteX1" fmla="*/ 11451406 w 11451406"/>
              <a:gd name="connsiteY1" fmla="*/ 0 h 6626683"/>
              <a:gd name="connsiteX2" fmla="*/ 11451406 w 11451406"/>
              <a:gd name="connsiteY2" fmla="*/ 4996178 h 6626683"/>
              <a:gd name="connsiteX3" fmla="*/ 9820901 w 11451406"/>
              <a:gd name="connsiteY3" fmla="*/ 6626683 h 6626683"/>
              <a:gd name="connsiteX4" fmla="*/ 0 w 11451406"/>
              <a:gd name="connsiteY4" fmla="*/ 6626683 h 66266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1406" h="6626683">
                <a:moveTo>
                  <a:pt x="0" y="0"/>
                </a:moveTo>
                <a:lnTo>
                  <a:pt x="11451406" y="0"/>
                </a:lnTo>
                <a:lnTo>
                  <a:pt x="11451406" y="4996178"/>
                </a:lnTo>
                <a:cubicBezTo>
                  <a:pt x="11451406" y="5896681"/>
                  <a:pt x="10721404" y="6626683"/>
                  <a:pt x="9820901" y="6626683"/>
                </a:cubicBezTo>
                <a:lnTo>
                  <a:pt x="0" y="66266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9836095"/>
      </p:ext>
    </p:extLst>
  </p:cSld>
  <p:clrMapOvr>
    <a:masterClrMapping/>
  </p:clrMapOvr>
  <p:transition spd="slow" advClick="0" advTm="1000">
    <p:push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s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C94FB15-D5DC-4E06-8DFE-6BEC93D3321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05081" y="0"/>
            <a:ext cx="11130507" cy="13715999"/>
          </a:xfrm>
          <a:custGeom>
            <a:avLst/>
            <a:gdLst>
              <a:gd name="connsiteX0" fmla="*/ 0 w 11130507"/>
              <a:gd name="connsiteY0" fmla="*/ 0 h 13715999"/>
              <a:gd name="connsiteX1" fmla="*/ 11130507 w 11130507"/>
              <a:gd name="connsiteY1" fmla="*/ 0 h 13715999"/>
              <a:gd name="connsiteX2" fmla="*/ 11130507 w 11130507"/>
              <a:gd name="connsiteY2" fmla="*/ 13715999 h 13715999"/>
              <a:gd name="connsiteX3" fmla="*/ 0 w 11130507"/>
              <a:gd name="connsiteY3" fmla="*/ 13715999 h 13715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130507" h="13715999">
                <a:moveTo>
                  <a:pt x="0" y="0"/>
                </a:moveTo>
                <a:lnTo>
                  <a:pt x="11130507" y="0"/>
                </a:lnTo>
                <a:lnTo>
                  <a:pt x="11130507" y="13715999"/>
                </a:lnTo>
                <a:lnTo>
                  <a:pt x="0" y="13715999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6842544"/>
      </p:ext>
    </p:extLst>
  </p:cSld>
  <p:clrMapOvr>
    <a:masterClrMapping/>
  </p:clrMapOvr>
  <p:transition spd="slow" advClick="0" advTm="1000">
    <p:push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s #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502ACCA-141A-4969-8C13-412577859E7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-1"/>
            <a:ext cx="12188825" cy="13716000"/>
          </a:xfrm>
          <a:custGeom>
            <a:avLst/>
            <a:gdLst>
              <a:gd name="connsiteX0" fmla="*/ 0 w 12188825"/>
              <a:gd name="connsiteY0" fmla="*/ 0 h 13716000"/>
              <a:gd name="connsiteX1" fmla="*/ 12188825 w 12188825"/>
              <a:gd name="connsiteY1" fmla="*/ 0 h 13716000"/>
              <a:gd name="connsiteX2" fmla="*/ 12188825 w 12188825"/>
              <a:gd name="connsiteY2" fmla="*/ 13716000 h 13716000"/>
              <a:gd name="connsiteX3" fmla="*/ 0 w 12188825"/>
              <a:gd name="connsiteY3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88825" h="13716000">
                <a:moveTo>
                  <a:pt x="0" y="0"/>
                </a:moveTo>
                <a:lnTo>
                  <a:pt x="12188825" y="0"/>
                </a:lnTo>
                <a:lnTo>
                  <a:pt x="12188825" y="13716000"/>
                </a:lnTo>
                <a:lnTo>
                  <a:pt x="0" y="137160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7403882"/>
      </p:ext>
    </p:extLst>
  </p:cSld>
  <p:clrMapOvr>
    <a:masterClrMapping/>
  </p:clrMapOvr>
  <p:transition spd="slow" advClick="0" advTm="1000">
    <p:push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0CA81E6C-810D-4EF0-9337-5BDEDBC6E85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" y="-1"/>
            <a:ext cx="24377651" cy="8760542"/>
          </a:xfrm>
          <a:custGeom>
            <a:avLst/>
            <a:gdLst>
              <a:gd name="connsiteX0" fmla="*/ 0 w 24377651"/>
              <a:gd name="connsiteY0" fmla="*/ 0 h 8760542"/>
              <a:gd name="connsiteX1" fmla="*/ 24377651 w 24377651"/>
              <a:gd name="connsiteY1" fmla="*/ 0 h 8760542"/>
              <a:gd name="connsiteX2" fmla="*/ 24377651 w 24377651"/>
              <a:gd name="connsiteY2" fmla="*/ 8760542 h 8760542"/>
              <a:gd name="connsiteX3" fmla="*/ 0 w 24377651"/>
              <a:gd name="connsiteY3" fmla="*/ 8760542 h 8760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377651" h="8760542">
                <a:moveTo>
                  <a:pt x="0" y="0"/>
                </a:moveTo>
                <a:lnTo>
                  <a:pt x="24377651" y="0"/>
                </a:lnTo>
                <a:lnTo>
                  <a:pt x="24377651" y="8760542"/>
                </a:lnTo>
                <a:lnTo>
                  <a:pt x="0" y="8760542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7944898"/>
      </p:ext>
    </p:extLst>
  </p:cSld>
  <p:clrMapOvr>
    <a:masterClrMapping/>
  </p:clrMapOvr>
  <p:transition spd="slow" advClick="0" advTm="1000">
    <p:push/>
  </p:transition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B9F77B6-C588-4901-88C3-0C16D55B4E35}"/>
              </a:ext>
            </a:extLst>
          </p:cNvPr>
          <p:cNvSpPr/>
          <p:nvPr userDrawn="1"/>
        </p:nvSpPr>
        <p:spPr>
          <a:xfrm>
            <a:off x="0" y="0"/>
            <a:ext cx="24377650" cy="13716000"/>
          </a:xfrm>
          <a:prstGeom prst="rect">
            <a:avLst/>
          </a:prstGeom>
          <a:gradFill>
            <a:gsLst>
              <a:gs pos="0">
                <a:srgbClr val="F6F3FF"/>
              </a:gs>
              <a:gs pos="61000">
                <a:srgbClr val="F2F2F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6" r:id="rId2"/>
    <p:sldLayoutId id="2147483758" r:id="rId3"/>
    <p:sldLayoutId id="2147483759" r:id="rId4"/>
    <p:sldLayoutId id="2147483760" r:id="rId5"/>
    <p:sldLayoutId id="2147483761" r:id="rId6"/>
    <p:sldLayoutId id="2147483762" r:id="rId7"/>
    <p:sldLayoutId id="2147483763" r:id="rId8"/>
    <p:sldLayoutId id="2147483764" r:id="rId9"/>
    <p:sldLayoutId id="2147483765" r:id="rId10"/>
    <p:sldLayoutId id="2147483766" r:id="rId11"/>
    <p:sldLayoutId id="2147483767" r:id="rId12"/>
    <p:sldLayoutId id="2147483768" r:id="rId13"/>
    <p:sldLayoutId id="2147483769" r:id="rId14"/>
    <p:sldLayoutId id="2147483770" r:id="rId15"/>
    <p:sldLayoutId id="2147483771" r:id="rId16"/>
    <p:sldLayoutId id="2147483772" r:id="rId17"/>
    <p:sldLayoutId id="2147483773" r:id="rId18"/>
    <p:sldLayoutId id="2147483774" r:id="rId19"/>
    <p:sldLayoutId id="2147483775" r:id="rId20"/>
    <p:sldLayoutId id="2147483776" r:id="rId21"/>
    <p:sldLayoutId id="2147483777" r:id="rId22"/>
    <p:sldLayoutId id="2147483778" r:id="rId23"/>
    <p:sldLayoutId id="2147483779" r:id="rId24"/>
    <p:sldLayoutId id="2147483780" r:id="rId25"/>
    <p:sldLayoutId id="2147483781" r:id="rId26"/>
    <p:sldLayoutId id="2147483782" r:id="rId27"/>
    <p:sldLayoutId id="2147483783" r:id="rId28"/>
    <p:sldLayoutId id="2147483784" r:id="rId29"/>
    <p:sldLayoutId id="2147483785" r:id="rId30"/>
    <p:sldLayoutId id="2147483786" r:id="rId31"/>
    <p:sldLayoutId id="2147483787" r:id="rId32"/>
    <p:sldLayoutId id="2147483788" r:id="rId33"/>
  </p:sldLayoutIdLst>
  <p:transition spd="slow" advClick="0" advTm="1000">
    <p:push/>
  </p:transition>
  <p:hf hdr="0" ftr="0" dt="0"/>
  <p:txStyles>
    <p:titleStyle>
      <a:lvl1pPr algn="l" defTabSz="1827213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lang="en-US" sz="6000" kern="1200">
          <a:solidFill>
            <a:schemeClr val="tx1"/>
          </a:solidFill>
          <a:latin typeface="Lato Light" charset="0"/>
          <a:ea typeface="Lato Light" charset="0"/>
          <a:cs typeface="Lato Light" charset="0"/>
        </a:defRPr>
      </a:lvl1pPr>
      <a:lvl2pPr algn="l" defTabSz="1827213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6000">
          <a:solidFill>
            <a:schemeClr val="tx1"/>
          </a:solidFill>
          <a:latin typeface="Lato Light" pitchFamily="34" charset="0"/>
          <a:ea typeface="Lato Light" pitchFamily="34" charset="0"/>
          <a:cs typeface="Lato Light" pitchFamily="34" charset="0"/>
        </a:defRPr>
      </a:lvl2pPr>
      <a:lvl3pPr algn="l" defTabSz="1827213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6000">
          <a:solidFill>
            <a:schemeClr val="tx1"/>
          </a:solidFill>
          <a:latin typeface="Lato Light" pitchFamily="34" charset="0"/>
          <a:ea typeface="Lato Light" pitchFamily="34" charset="0"/>
          <a:cs typeface="Lato Light" pitchFamily="34" charset="0"/>
        </a:defRPr>
      </a:lvl3pPr>
      <a:lvl4pPr algn="l" defTabSz="1827213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6000">
          <a:solidFill>
            <a:schemeClr val="tx1"/>
          </a:solidFill>
          <a:latin typeface="Lato Light" pitchFamily="34" charset="0"/>
          <a:ea typeface="Lato Light" pitchFamily="34" charset="0"/>
          <a:cs typeface="Lato Light" pitchFamily="34" charset="0"/>
        </a:defRPr>
      </a:lvl4pPr>
      <a:lvl5pPr algn="l" defTabSz="1827213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6000">
          <a:solidFill>
            <a:schemeClr val="tx1"/>
          </a:solidFill>
          <a:latin typeface="Lato Light" pitchFamily="34" charset="0"/>
          <a:ea typeface="Lato Light" pitchFamily="34" charset="0"/>
          <a:cs typeface="Lato Light" pitchFamily="34" charset="0"/>
        </a:defRPr>
      </a:lvl5pPr>
      <a:lvl6pPr marL="457200" algn="l" defTabSz="1827213" rtl="0" fontAlgn="base">
        <a:lnSpc>
          <a:spcPct val="90000"/>
        </a:lnSpc>
        <a:spcBef>
          <a:spcPct val="0"/>
        </a:spcBef>
        <a:spcAft>
          <a:spcPct val="0"/>
        </a:spcAft>
        <a:defRPr sz="6000">
          <a:solidFill>
            <a:schemeClr val="tx1"/>
          </a:solidFill>
          <a:latin typeface="Lato Light" pitchFamily="34" charset="0"/>
          <a:ea typeface="Lato Light" pitchFamily="34" charset="0"/>
          <a:cs typeface="Lato Light" pitchFamily="34" charset="0"/>
        </a:defRPr>
      </a:lvl6pPr>
      <a:lvl7pPr marL="914400" algn="l" defTabSz="1827213" rtl="0" fontAlgn="base">
        <a:lnSpc>
          <a:spcPct val="90000"/>
        </a:lnSpc>
        <a:spcBef>
          <a:spcPct val="0"/>
        </a:spcBef>
        <a:spcAft>
          <a:spcPct val="0"/>
        </a:spcAft>
        <a:defRPr sz="6000">
          <a:solidFill>
            <a:schemeClr val="tx1"/>
          </a:solidFill>
          <a:latin typeface="Lato Light" pitchFamily="34" charset="0"/>
          <a:ea typeface="Lato Light" pitchFamily="34" charset="0"/>
          <a:cs typeface="Lato Light" pitchFamily="34" charset="0"/>
        </a:defRPr>
      </a:lvl7pPr>
      <a:lvl8pPr marL="1371600" algn="l" defTabSz="1827213" rtl="0" fontAlgn="base">
        <a:lnSpc>
          <a:spcPct val="90000"/>
        </a:lnSpc>
        <a:spcBef>
          <a:spcPct val="0"/>
        </a:spcBef>
        <a:spcAft>
          <a:spcPct val="0"/>
        </a:spcAft>
        <a:defRPr sz="6000">
          <a:solidFill>
            <a:schemeClr val="tx1"/>
          </a:solidFill>
          <a:latin typeface="Lato Light" pitchFamily="34" charset="0"/>
          <a:ea typeface="Lato Light" pitchFamily="34" charset="0"/>
          <a:cs typeface="Lato Light" pitchFamily="34" charset="0"/>
        </a:defRPr>
      </a:lvl8pPr>
      <a:lvl9pPr marL="1828800" algn="l" defTabSz="1827213" rtl="0" fontAlgn="base">
        <a:lnSpc>
          <a:spcPct val="90000"/>
        </a:lnSpc>
        <a:spcBef>
          <a:spcPct val="0"/>
        </a:spcBef>
        <a:spcAft>
          <a:spcPct val="0"/>
        </a:spcAft>
        <a:defRPr sz="6000">
          <a:solidFill>
            <a:schemeClr val="tx1"/>
          </a:solidFill>
          <a:latin typeface="Lato Light" pitchFamily="34" charset="0"/>
          <a:ea typeface="Lato Light" pitchFamily="34" charset="0"/>
          <a:cs typeface="Lato Light" pitchFamily="34" charset="0"/>
        </a:defRPr>
      </a:lvl9pPr>
    </p:titleStyle>
    <p:bodyStyle>
      <a:lvl1pPr marL="455613" indent="-455613" algn="l" defTabSz="1827213" rtl="0" eaLnBrk="0" fontAlgn="base" hangingPunct="0">
        <a:lnSpc>
          <a:spcPct val="90000"/>
        </a:lnSpc>
        <a:spcBef>
          <a:spcPts val="2000"/>
        </a:spcBef>
        <a:spcAft>
          <a:spcPct val="0"/>
        </a:spcAft>
        <a:buFont typeface="Arial" charset="0"/>
        <a:buChar char="•"/>
        <a:defRPr lang="en-US" sz="4800" kern="1200" dirty="0">
          <a:solidFill>
            <a:schemeClr val="tx1"/>
          </a:solidFill>
          <a:latin typeface="Lato Light" charset="0"/>
          <a:ea typeface="Lato Light" charset="0"/>
          <a:cs typeface="Lato Light" charset="0"/>
        </a:defRPr>
      </a:lvl1pPr>
      <a:lvl2pPr marL="1370013" indent="-455613" algn="l" defTabSz="1827213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charset="0"/>
        <a:buChar char="•"/>
        <a:defRPr lang="en-US" sz="4000" kern="1200" dirty="0">
          <a:solidFill>
            <a:schemeClr val="tx1"/>
          </a:solidFill>
          <a:latin typeface="Lato Light" charset="0"/>
          <a:ea typeface="Lato Light" charset="0"/>
          <a:cs typeface="Lato Light" charset="0"/>
        </a:defRPr>
      </a:lvl2pPr>
      <a:lvl3pPr marL="2284413" indent="-455613" algn="l" defTabSz="1827213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charset="0"/>
        <a:buChar char="•"/>
        <a:defRPr lang="en-US" sz="3600" kern="1200" dirty="0">
          <a:solidFill>
            <a:schemeClr val="tx1"/>
          </a:solidFill>
          <a:latin typeface="Lato Light" charset="0"/>
          <a:ea typeface="Lato Light" charset="0"/>
          <a:cs typeface="Lato Light" charset="0"/>
        </a:defRPr>
      </a:lvl3pPr>
      <a:lvl4pPr marL="3198813" indent="-455613" algn="l" defTabSz="1827213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charset="0"/>
        <a:buChar char="•"/>
        <a:defRPr lang="en-US" sz="3200" kern="1200" dirty="0">
          <a:solidFill>
            <a:schemeClr val="tx1"/>
          </a:solidFill>
          <a:latin typeface="Lato Light" charset="0"/>
          <a:ea typeface="Lato Light" charset="0"/>
          <a:cs typeface="Lato Light" charset="0"/>
        </a:defRPr>
      </a:lvl4pPr>
      <a:lvl5pPr marL="4113213" indent="-455613" algn="l" defTabSz="1827213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charset="0"/>
        <a:buChar char="•"/>
        <a:defRPr lang="en-US" sz="3200" kern="1200" dirty="0">
          <a:solidFill>
            <a:schemeClr val="tx1"/>
          </a:solidFill>
          <a:latin typeface="Lato Light" charset="0"/>
          <a:ea typeface="Lato Light" charset="0"/>
          <a:cs typeface="Lato Light" charset="0"/>
        </a:defRPr>
      </a:lvl5pPr>
      <a:lvl6pPr marL="5028194" indent="-457109" algn="l" defTabSz="182843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2411" indent="-457109" algn="l" defTabSz="182843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6628" indent="-457109" algn="l" defTabSz="182843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0846" indent="-457109" algn="l" defTabSz="182843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434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217" algn="l" defTabSz="1828434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434" algn="l" defTabSz="1828434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2651" algn="l" defTabSz="1828434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6868" algn="l" defTabSz="1828434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086" algn="l" defTabSz="1828434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5303" algn="l" defTabSz="1828434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399520" algn="l" defTabSz="1828434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3737" algn="l" defTabSz="1828434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Rectangle: Rounded Corners 140">
            <a:extLst>
              <a:ext uri="{FF2B5EF4-FFF2-40B4-BE49-F238E27FC236}">
                <a16:creationId xmlns:a16="http://schemas.microsoft.com/office/drawing/2014/main" id="{920A737A-F474-0626-6F1F-38933363CF6D}"/>
              </a:ext>
            </a:extLst>
          </p:cNvPr>
          <p:cNvSpPr/>
          <p:nvPr/>
        </p:nvSpPr>
        <p:spPr>
          <a:xfrm>
            <a:off x="20645714" y="6000509"/>
            <a:ext cx="3334873" cy="699247"/>
          </a:xfrm>
          <a:prstGeom prst="roundRect">
            <a:avLst/>
          </a:prstGeom>
          <a:solidFill>
            <a:srgbClr val="307DC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IN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3BBB739-2421-2DD0-4EA9-F5458F4EC45E}"/>
              </a:ext>
            </a:extLst>
          </p:cNvPr>
          <p:cNvSpPr/>
          <p:nvPr/>
        </p:nvSpPr>
        <p:spPr>
          <a:xfrm>
            <a:off x="10076329" y="2779059"/>
            <a:ext cx="5898777" cy="6580094"/>
          </a:xfrm>
          <a:prstGeom prst="rect">
            <a:avLst/>
          </a:prstGeom>
          <a:noFill/>
          <a:ln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217866E-B3C6-3F60-99B3-4ADB3B44D317}"/>
              </a:ext>
            </a:extLst>
          </p:cNvPr>
          <p:cNvSpPr/>
          <p:nvPr/>
        </p:nvSpPr>
        <p:spPr>
          <a:xfrm>
            <a:off x="322288" y="2779059"/>
            <a:ext cx="1515035" cy="9538447"/>
          </a:xfrm>
          <a:prstGeom prst="roundRect">
            <a:avLst/>
          </a:prstGeom>
          <a:solidFill>
            <a:srgbClr val="007DA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9F3D33F-AF15-6988-F4A2-2C44431AB540}"/>
              </a:ext>
            </a:extLst>
          </p:cNvPr>
          <p:cNvSpPr/>
          <p:nvPr/>
        </p:nvSpPr>
        <p:spPr>
          <a:xfrm>
            <a:off x="3191435" y="2801235"/>
            <a:ext cx="2241177" cy="1111623"/>
          </a:xfrm>
          <a:prstGeom prst="roundRect">
            <a:avLst/>
          </a:prstGeom>
          <a:solidFill>
            <a:srgbClr val="00924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A2EA0E1-5F1C-7E54-56BD-3FCC63A0F229}"/>
              </a:ext>
            </a:extLst>
          </p:cNvPr>
          <p:cNvSpPr/>
          <p:nvPr/>
        </p:nvSpPr>
        <p:spPr>
          <a:xfrm>
            <a:off x="6795247" y="2779059"/>
            <a:ext cx="2241177" cy="5540188"/>
          </a:xfrm>
          <a:prstGeom prst="roundRect">
            <a:avLst/>
          </a:prstGeom>
          <a:solidFill>
            <a:srgbClr val="C32F9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solidFill>
                <a:srgbClr val="F23ADC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B1A57F7-E1CC-FDE8-64EB-415858D21309}"/>
              </a:ext>
            </a:extLst>
          </p:cNvPr>
          <p:cNvSpPr/>
          <p:nvPr/>
        </p:nvSpPr>
        <p:spPr>
          <a:xfrm>
            <a:off x="6795247" y="11205883"/>
            <a:ext cx="2241177" cy="1111623"/>
          </a:xfrm>
          <a:prstGeom prst="roundRect">
            <a:avLst/>
          </a:prstGeom>
          <a:solidFill>
            <a:srgbClr val="804ED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C5C8249-D24C-447B-5CEE-00F8531AD2BF}"/>
              </a:ext>
            </a:extLst>
          </p:cNvPr>
          <p:cNvSpPr/>
          <p:nvPr/>
        </p:nvSpPr>
        <p:spPr>
          <a:xfrm>
            <a:off x="3191434" y="11205883"/>
            <a:ext cx="2241177" cy="1111623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9C83DA3-50AC-91EE-6AFD-316DCD1FE607}"/>
              </a:ext>
            </a:extLst>
          </p:cNvPr>
          <p:cNvCxnSpPr>
            <a:cxnSpLocks/>
          </p:cNvCxnSpPr>
          <p:nvPr/>
        </p:nvCxnSpPr>
        <p:spPr>
          <a:xfrm>
            <a:off x="1828800" y="3334870"/>
            <a:ext cx="1362635" cy="0"/>
          </a:xfrm>
          <a:prstGeom prst="straightConnector1">
            <a:avLst/>
          </a:prstGeom>
          <a:ln w="7620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8361BAC-1F62-FCA3-79A7-FEA309AD7C37}"/>
              </a:ext>
            </a:extLst>
          </p:cNvPr>
          <p:cNvCxnSpPr>
            <a:cxnSpLocks/>
          </p:cNvCxnSpPr>
          <p:nvPr/>
        </p:nvCxnSpPr>
        <p:spPr>
          <a:xfrm>
            <a:off x="5432612" y="3334870"/>
            <a:ext cx="1362635" cy="0"/>
          </a:xfrm>
          <a:prstGeom prst="straightConnector1">
            <a:avLst/>
          </a:prstGeom>
          <a:ln w="7620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ABF0B54-B79F-64AF-309E-4700B3D7CA66}"/>
              </a:ext>
            </a:extLst>
          </p:cNvPr>
          <p:cNvCxnSpPr>
            <a:cxnSpLocks/>
          </p:cNvCxnSpPr>
          <p:nvPr/>
        </p:nvCxnSpPr>
        <p:spPr>
          <a:xfrm rot="10800000">
            <a:off x="1828800" y="11761694"/>
            <a:ext cx="1362635" cy="0"/>
          </a:xfrm>
          <a:prstGeom prst="straightConnector1">
            <a:avLst/>
          </a:prstGeom>
          <a:ln w="7620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DF32238-9671-3FAF-7F82-9D9F4D669984}"/>
              </a:ext>
            </a:extLst>
          </p:cNvPr>
          <p:cNvCxnSpPr>
            <a:cxnSpLocks/>
          </p:cNvCxnSpPr>
          <p:nvPr/>
        </p:nvCxnSpPr>
        <p:spPr>
          <a:xfrm rot="10800000">
            <a:off x="5432612" y="11761694"/>
            <a:ext cx="1362635" cy="0"/>
          </a:xfrm>
          <a:prstGeom prst="straightConnector1">
            <a:avLst/>
          </a:prstGeom>
          <a:ln w="7620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1220420-29C0-0314-9F24-8786D0BA48BA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1837323" y="7548282"/>
            <a:ext cx="4832421" cy="1"/>
          </a:xfrm>
          <a:prstGeom prst="straightConnector1">
            <a:avLst/>
          </a:prstGeom>
          <a:ln w="7620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B6473685-EA58-AED7-C8C5-E45B89009DE1}"/>
              </a:ext>
            </a:extLst>
          </p:cNvPr>
          <p:cNvSpPr/>
          <p:nvPr/>
        </p:nvSpPr>
        <p:spPr>
          <a:xfrm>
            <a:off x="10076329" y="9861173"/>
            <a:ext cx="5898777" cy="1021976"/>
          </a:xfrm>
          <a:prstGeom prst="roundRect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E15CC9D3-EDB6-2FE4-4FC8-E4C9FA169753}"/>
              </a:ext>
            </a:extLst>
          </p:cNvPr>
          <p:cNvSpPr/>
          <p:nvPr/>
        </p:nvSpPr>
        <p:spPr>
          <a:xfrm>
            <a:off x="10551459" y="3711388"/>
            <a:ext cx="4948517" cy="914400"/>
          </a:xfrm>
          <a:prstGeom prst="roundRect">
            <a:avLst/>
          </a:prstGeom>
          <a:solidFill>
            <a:srgbClr val="8198B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BCE07448-41A0-F37A-C489-989E8E72561A}"/>
              </a:ext>
            </a:extLst>
          </p:cNvPr>
          <p:cNvSpPr/>
          <p:nvPr/>
        </p:nvSpPr>
        <p:spPr>
          <a:xfrm>
            <a:off x="10551459" y="4793309"/>
            <a:ext cx="4948517" cy="914400"/>
          </a:xfrm>
          <a:prstGeom prst="roundRect">
            <a:avLst/>
          </a:prstGeom>
          <a:solidFill>
            <a:srgbClr val="8198B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6FA69FAC-2273-6948-90E1-977193960967}"/>
              </a:ext>
            </a:extLst>
          </p:cNvPr>
          <p:cNvSpPr/>
          <p:nvPr/>
        </p:nvSpPr>
        <p:spPr>
          <a:xfrm>
            <a:off x="10551459" y="5875230"/>
            <a:ext cx="4948517" cy="914400"/>
          </a:xfrm>
          <a:prstGeom prst="roundRect">
            <a:avLst/>
          </a:prstGeom>
          <a:solidFill>
            <a:srgbClr val="8198B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559E362D-B060-BFA7-478F-D3D27E6E3279}"/>
              </a:ext>
            </a:extLst>
          </p:cNvPr>
          <p:cNvSpPr/>
          <p:nvPr/>
        </p:nvSpPr>
        <p:spPr>
          <a:xfrm>
            <a:off x="10551459" y="6957150"/>
            <a:ext cx="4948517" cy="914400"/>
          </a:xfrm>
          <a:prstGeom prst="roundRect">
            <a:avLst/>
          </a:prstGeom>
          <a:solidFill>
            <a:srgbClr val="8198B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F37DA89-14C1-5C4B-9BA0-AF8683161C19}"/>
              </a:ext>
            </a:extLst>
          </p:cNvPr>
          <p:cNvSpPr/>
          <p:nvPr/>
        </p:nvSpPr>
        <p:spPr>
          <a:xfrm>
            <a:off x="10551459" y="8039070"/>
            <a:ext cx="4948517" cy="914400"/>
          </a:xfrm>
          <a:prstGeom prst="roundRect">
            <a:avLst/>
          </a:prstGeom>
          <a:solidFill>
            <a:srgbClr val="8198B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C5D1BA25-7B33-A089-2588-6552B28286DB}"/>
              </a:ext>
            </a:extLst>
          </p:cNvPr>
          <p:cNvSpPr/>
          <p:nvPr/>
        </p:nvSpPr>
        <p:spPr>
          <a:xfrm>
            <a:off x="10076329" y="11295530"/>
            <a:ext cx="2779060" cy="1021976"/>
          </a:xfrm>
          <a:prstGeom prst="roundRect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C29AFE9E-17B8-B2CC-6295-14687F70B836}"/>
              </a:ext>
            </a:extLst>
          </p:cNvPr>
          <p:cNvSpPr/>
          <p:nvPr/>
        </p:nvSpPr>
        <p:spPr>
          <a:xfrm>
            <a:off x="13196046" y="11317706"/>
            <a:ext cx="2779060" cy="1021976"/>
          </a:xfrm>
          <a:prstGeom prst="roundRect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487966AD-7995-5398-2B3C-1D2F45648903}"/>
              </a:ext>
            </a:extLst>
          </p:cNvPr>
          <p:cNvSpPr/>
          <p:nvPr/>
        </p:nvSpPr>
        <p:spPr>
          <a:xfrm>
            <a:off x="16477127" y="3068738"/>
            <a:ext cx="3334873" cy="699247"/>
          </a:xfrm>
          <a:prstGeom prst="roundRect">
            <a:avLst/>
          </a:prstGeom>
          <a:solidFill>
            <a:srgbClr val="307DC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IN"/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A0C912CD-7198-DE55-9EA9-C88C12F0583E}"/>
              </a:ext>
            </a:extLst>
          </p:cNvPr>
          <p:cNvSpPr/>
          <p:nvPr/>
        </p:nvSpPr>
        <p:spPr>
          <a:xfrm>
            <a:off x="16477127" y="3920385"/>
            <a:ext cx="3334873" cy="699247"/>
          </a:xfrm>
          <a:prstGeom prst="roundRect">
            <a:avLst/>
          </a:prstGeom>
          <a:solidFill>
            <a:srgbClr val="307DC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6A13CF8E-3886-37E9-6D99-4C4FC524876D}"/>
              </a:ext>
            </a:extLst>
          </p:cNvPr>
          <p:cNvSpPr/>
          <p:nvPr/>
        </p:nvSpPr>
        <p:spPr>
          <a:xfrm>
            <a:off x="16477127" y="4894729"/>
            <a:ext cx="3334873" cy="699247"/>
          </a:xfrm>
          <a:prstGeom prst="roundRect">
            <a:avLst/>
          </a:prstGeom>
          <a:solidFill>
            <a:srgbClr val="307DC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79594A13-3C04-0115-65B5-9E16034FF3C5}"/>
              </a:ext>
            </a:extLst>
          </p:cNvPr>
          <p:cNvSpPr/>
          <p:nvPr/>
        </p:nvSpPr>
        <p:spPr>
          <a:xfrm>
            <a:off x="16477127" y="5982806"/>
            <a:ext cx="3334873" cy="699247"/>
          </a:xfrm>
          <a:prstGeom prst="roundRect">
            <a:avLst/>
          </a:prstGeom>
          <a:solidFill>
            <a:srgbClr val="307DC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BE255E45-60F8-BD7A-1E1E-3AE637631544}"/>
              </a:ext>
            </a:extLst>
          </p:cNvPr>
          <p:cNvSpPr/>
          <p:nvPr/>
        </p:nvSpPr>
        <p:spPr>
          <a:xfrm>
            <a:off x="16477127" y="6957150"/>
            <a:ext cx="3334873" cy="699247"/>
          </a:xfrm>
          <a:prstGeom prst="roundRect">
            <a:avLst/>
          </a:prstGeom>
          <a:solidFill>
            <a:srgbClr val="307DC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6D8DBEC7-BAAA-80E0-9E5D-7A503E305DB4}"/>
              </a:ext>
            </a:extLst>
          </p:cNvPr>
          <p:cNvSpPr/>
          <p:nvPr/>
        </p:nvSpPr>
        <p:spPr>
          <a:xfrm>
            <a:off x="16477127" y="7808797"/>
            <a:ext cx="3334873" cy="699247"/>
          </a:xfrm>
          <a:prstGeom prst="roundRect">
            <a:avLst/>
          </a:prstGeom>
          <a:solidFill>
            <a:srgbClr val="307DC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E251C402-67B6-69D5-7B68-2807820FD1D3}"/>
              </a:ext>
            </a:extLst>
          </p:cNvPr>
          <p:cNvCxnSpPr>
            <a:stCxn id="7" idx="3"/>
            <a:endCxn id="31" idx="1"/>
          </p:cNvCxnSpPr>
          <p:nvPr/>
        </p:nvCxnSpPr>
        <p:spPr>
          <a:xfrm flipV="1">
            <a:off x="9036424" y="4168588"/>
            <a:ext cx="1515035" cy="1380565"/>
          </a:xfrm>
          <a:prstGeom prst="straightConnector1">
            <a:avLst/>
          </a:prstGeom>
          <a:ln w="5715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4E698E1-1822-8DED-20B9-780C300541AA}"/>
              </a:ext>
            </a:extLst>
          </p:cNvPr>
          <p:cNvCxnSpPr>
            <a:stCxn id="7" idx="3"/>
            <a:endCxn id="32" idx="1"/>
          </p:cNvCxnSpPr>
          <p:nvPr/>
        </p:nvCxnSpPr>
        <p:spPr>
          <a:xfrm flipV="1">
            <a:off x="9036424" y="5250509"/>
            <a:ext cx="1515035" cy="298644"/>
          </a:xfrm>
          <a:prstGeom prst="straightConnector1">
            <a:avLst/>
          </a:prstGeom>
          <a:ln w="5715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D16C4BF-EA8A-FA20-A6B0-64A9024A3987}"/>
              </a:ext>
            </a:extLst>
          </p:cNvPr>
          <p:cNvCxnSpPr>
            <a:stCxn id="7" idx="3"/>
            <a:endCxn id="33" idx="1"/>
          </p:cNvCxnSpPr>
          <p:nvPr/>
        </p:nvCxnSpPr>
        <p:spPr>
          <a:xfrm>
            <a:off x="9036424" y="5549153"/>
            <a:ext cx="1515035" cy="783277"/>
          </a:xfrm>
          <a:prstGeom prst="straightConnector1">
            <a:avLst/>
          </a:prstGeom>
          <a:ln w="5715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BDEBCFFC-200C-E724-2AE2-E2E7808F2101}"/>
              </a:ext>
            </a:extLst>
          </p:cNvPr>
          <p:cNvCxnSpPr>
            <a:stCxn id="7" idx="3"/>
            <a:endCxn id="34" idx="1"/>
          </p:cNvCxnSpPr>
          <p:nvPr/>
        </p:nvCxnSpPr>
        <p:spPr>
          <a:xfrm>
            <a:off x="9036424" y="5549153"/>
            <a:ext cx="1515035" cy="1865197"/>
          </a:xfrm>
          <a:prstGeom prst="straightConnector1">
            <a:avLst/>
          </a:prstGeom>
          <a:ln w="5715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EF673757-AD6C-82B0-009C-A1347C9A3221}"/>
              </a:ext>
            </a:extLst>
          </p:cNvPr>
          <p:cNvCxnSpPr>
            <a:stCxn id="7" idx="3"/>
            <a:endCxn id="35" idx="1"/>
          </p:cNvCxnSpPr>
          <p:nvPr/>
        </p:nvCxnSpPr>
        <p:spPr>
          <a:xfrm>
            <a:off x="9036424" y="5549153"/>
            <a:ext cx="1515035" cy="2947117"/>
          </a:xfrm>
          <a:prstGeom prst="straightConnector1">
            <a:avLst/>
          </a:prstGeom>
          <a:ln w="5715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E0A0DB8-29A5-E6F5-E3CA-22037EEF8BF9}"/>
              </a:ext>
            </a:extLst>
          </p:cNvPr>
          <p:cNvCxnSpPr>
            <a:cxnSpLocks/>
            <a:stCxn id="31" idx="3"/>
            <a:endCxn id="39" idx="1"/>
          </p:cNvCxnSpPr>
          <p:nvPr/>
        </p:nvCxnSpPr>
        <p:spPr>
          <a:xfrm flipV="1">
            <a:off x="15499976" y="3418362"/>
            <a:ext cx="977151" cy="750226"/>
          </a:xfrm>
          <a:prstGeom prst="straightConnector1">
            <a:avLst/>
          </a:prstGeom>
          <a:ln w="5715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1416B14-F6B1-0A5B-B709-A7601FE94EEE}"/>
              </a:ext>
            </a:extLst>
          </p:cNvPr>
          <p:cNvCxnSpPr>
            <a:cxnSpLocks/>
            <a:stCxn id="31" idx="3"/>
            <a:endCxn id="40" idx="1"/>
          </p:cNvCxnSpPr>
          <p:nvPr/>
        </p:nvCxnSpPr>
        <p:spPr>
          <a:xfrm>
            <a:off x="15499976" y="4168588"/>
            <a:ext cx="977151" cy="101421"/>
          </a:xfrm>
          <a:prstGeom prst="straightConnector1">
            <a:avLst/>
          </a:prstGeom>
          <a:ln w="5715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DDBA318B-DC8C-C11B-CEAE-8196D5A5F730}"/>
              </a:ext>
            </a:extLst>
          </p:cNvPr>
          <p:cNvCxnSpPr>
            <a:cxnSpLocks/>
            <a:stCxn id="32" idx="3"/>
            <a:endCxn id="41" idx="1"/>
          </p:cNvCxnSpPr>
          <p:nvPr/>
        </p:nvCxnSpPr>
        <p:spPr>
          <a:xfrm flipV="1">
            <a:off x="15499976" y="5244353"/>
            <a:ext cx="977151" cy="6156"/>
          </a:xfrm>
          <a:prstGeom prst="straightConnector1">
            <a:avLst/>
          </a:prstGeom>
          <a:ln w="5715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09CB3E9E-13AB-3948-0536-DB640A0E9738}"/>
              </a:ext>
            </a:extLst>
          </p:cNvPr>
          <p:cNvCxnSpPr>
            <a:cxnSpLocks/>
            <a:stCxn id="33" idx="3"/>
            <a:endCxn id="42" idx="1"/>
          </p:cNvCxnSpPr>
          <p:nvPr/>
        </p:nvCxnSpPr>
        <p:spPr>
          <a:xfrm>
            <a:off x="15499976" y="6332430"/>
            <a:ext cx="977151" cy="0"/>
          </a:xfrm>
          <a:prstGeom prst="straightConnector1">
            <a:avLst/>
          </a:prstGeom>
          <a:ln w="5715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95D85E0B-0940-8FE0-4054-34C91B648DDE}"/>
              </a:ext>
            </a:extLst>
          </p:cNvPr>
          <p:cNvCxnSpPr>
            <a:cxnSpLocks/>
            <a:stCxn id="34" idx="3"/>
            <a:endCxn id="43" idx="1"/>
          </p:cNvCxnSpPr>
          <p:nvPr/>
        </p:nvCxnSpPr>
        <p:spPr>
          <a:xfrm flipV="1">
            <a:off x="15499976" y="7306774"/>
            <a:ext cx="977151" cy="107576"/>
          </a:xfrm>
          <a:prstGeom prst="straightConnector1">
            <a:avLst/>
          </a:prstGeom>
          <a:ln w="5715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5C8C7766-7D59-BE40-722A-60165D331130}"/>
              </a:ext>
            </a:extLst>
          </p:cNvPr>
          <p:cNvCxnSpPr>
            <a:cxnSpLocks/>
            <a:stCxn id="34" idx="3"/>
            <a:endCxn id="44" idx="1"/>
          </p:cNvCxnSpPr>
          <p:nvPr/>
        </p:nvCxnSpPr>
        <p:spPr>
          <a:xfrm>
            <a:off x="15499976" y="7414350"/>
            <a:ext cx="977151" cy="744071"/>
          </a:xfrm>
          <a:prstGeom prst="straightConnector1">
            <a:avLst/>
          </a:prstGeom>
          <a:ln w="5715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36C878D7-5506-FD83-6F33-12E59006560A}"/>
              </a:ext>
            </a:extLst>
          </p:cNvPr>
          <p:cNvCxnSpPr>
            <a:cxnSpLocks/>
            <a:stCxn id="42" idx="3"/>
          </p:cNvCxnSpPr>
          <p:nvPr/>
        </p:nvCxnSpPr>
        <p:spPr>
          <a:xfrm flipV="1">
            <a:off x="19812000" y="6332429"/>
            <a:ext cx="833714" cy="1"/>
          </a:xfrm>
          <a:prstGeom prst="straightConnector1">
            <a:avLst/>
          </a:prstGeom>
          <a:ln w="5715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F70DCE62-F669-E899-A87E-465F8074B8A0}"/>
              </a:ext>
            </a:extLst>
          </p:cNvPr>
          <p:cNvSpPr txBox="1"/>
          <p:nvPr/>
        </p:nvSpPr>
        <p:spPr>
          <a:xfrm>
            <a:off x="160474" y="7317450"/>
            <a:ext cx="18386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Client</a:t>
            </a:r>
            <a:endParaRPr lang="en-IN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EB3CB04-2301-B190-65FE-3DCCB0D949B6}"/>
              </a:ext>
            </a:extLst>
          </p:cNvPr>
          <p:cNvSpPr txBox="1"/>
          <p:nvPr/>
        </p:nvSpPr>
        <p:spPr>
          <a:xfrm>
            <a:off x="3392692" y="2941548"/>
            <a:ext cx="183866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+mn-lt"/>
              </a:rPr>
              <a:t>Identity</a:t>
            </a:r>
          </a:p>
          <a:p>
            <a:pPr algn="ctr"/>
            <a:r>
              <a:rPr lang="en-US" sz="2400" dirty="0">
                <a:solidFill>
                  <a:schemeClr val="bg1"/>
                </a:solidFill>
                <a:latin typeface="+mn-lt"/>
              </a:rPr>
              <a:t>Provider</a:t>
            </a:r>
            <a:endParaRPr lang="en-IN" sz="24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E20AE06-BB0B-C381-337A-EBD52E0E6713}"/>
              </a:ext>
            </a:extLst>
          </p:cNvPr>
          <p:cNvSpPr txBox="1"/>
          <p:nvPr/>
        </p:nvSpPr>
        <p:spPr>
          <a:xfrm>
            <a:off x="6996505" y="5133654"/>
            <a:ext cx="183866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+mn-lt"/>
              </a:rPr>
              <a:t>API</a:t>
            </a:r>
          </a:p>
          <a:p>
            <a:pPr algn="ctr"/>
            <a:r>
              <a:rPr lang="en-US" sz="2400" dirty="0">
                <a:solidFill>
                  <a:schemeClr val="bg1"/>
                </a:solidFill>
                <a:latin typeface="+mn-lt"/>
              </a:rPr>
              <a:t>Gateway</a:t>
            </a:r>
            <a:endParaRPr lang="en-IN" sz="24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F67CD8B-BAF6-60C7-CACA-358F7D781343}"/>
              </a:ext>
            </a:extLst>
          </p:cNvPr>
          <p:cNvSpPr txBox="1"/>
          <p:nvPr/>
        </p:nvSpPr>
        <p:spPr>
          <a:xfrm>
            <a:off x="3423622" y="11530861"/>
            <a:ext cx="18386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+mn-lt"/>
              </a:rPr>
              <a:t>CDN</a:t>
            </a:r>
            <a:endParaRPr lang="en-IN" sz="24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601FDCA-BE2F-173F-DE60-0B761D8A9D45}"/>
              </a:ext>
            </a:extLst>
          </p:cNvPr>
          <p:cNvSpPr txBox="1"/>
          <p:nvPr/>
        </p:nvSpPr>
        <p:spPr>
          <a:xfrm>
            <a:off x="6996505" y="11346195"/>
            <a:ext cx="183866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+mn-lt"/>
              </a:rPr>
              <a:t>Static</a:t>
            </a:r>
          </a:p>
          <a:p>
            <a:pPr algn="ctr"/>
            <a:r>
              <a:rPr lang="en-US" sz="2400" dirty="0">
                <a:solidFill>
                  <a:schemeClr val="bg1"/>
                </a:solidFill>
                <a:latin typeface="+mn-lt"/>
              </a:rPr>
              <a:t>Content</a:t>
            </a:r>
            <a:endParaRPr lang="en-IN" sz="24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78" name="Hexagon 77">
            <a:extLst>
              <a:ext uri="{FF2B5EF4-FFF2-40B4-BE49-F238E27FC236}">
                <a16:creationId xmlns:a16="http://schemas.microsoft.com/office/drawing/2014/main" id="{CCA61B7B-0B12-9C56-B94F-E72255F955E4}"/>
              </a:ext>
            </a:extLst>
          </p:cNvPr>
          <p:cNvSpPr/>
          <p:nvPr/>
        </p:nvSpPr>
        <p:spPr>
          <a:xfrm>
            <a:off x="10883153" y="3956243"/>
            <a:ext cx="534230" cy="460543"/>
          </a:xfrm>
          <a:prstGeom prst="hexagon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9" name="Hexagon 78">
            <a:extLst>
              <a:ext uri="{FF2B5EF4-FFF2-40B4-BE49-F238E27FC236}">
                <a16:creationId xmlns:a16="http://schemas.microsoft.com/office/drawing/2014/main" id="{F9CC943C-928F-376E-CB33-028B321FA00F}"/>
              </a:ext>
            </a:extLst>
          </p:cNvPr>
          <p:cNvSpPr/>
          <p:nvPr/>
        </p:nvSpPr>
        <p:spPr>
          <a:xfrm>
            <a:off x="10883153" y="5022445"/>
            <a:ext cx="534230" cy="460543"/>
          </a:xfrm>
          <a:prstGeom prst="hexagon">
            <a:avLst/>
          </a:prstGeom>
          <a:solidFill>
            <a:schemeClr val="accent3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0" name="Hexagon 79">
            <a:extLst>
              <a:ext uri="{FF2B5EF4-FFF2-40B4-BE49-F238E27FC236}">
                <a16:creationId xmlns:a16="http://schemas.microsoft.com/office/drawing/2014/main" id="{524D16FA-4B50-0172-CE61-62BD03D52412}"/>
              </a:ext>
            </a:extLst>
          </p:cNvPr>
          <p:cNvSpPr/>
          <p:nvPr/>
        </p:nvSpPr>
        <p:spPr>
          <a:xfrm>
            <a:off x="10883153" y="6098214"/>
            <a:ext cx="534230" cy="460543"/>
          </a:xfrm>
          <a:prstGeom prst="hexagon">
            <a:avLst/>
          </a:prstGeom>
          <a:solidFill>
            <a:schemeClr val="accent4">
              <a:lumMod val="5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1" name="Hexagon 80">
            <a:extLst>
              <a:ext uri="{FF2B5EF4-FFF2-40B4-BE49-F238E27FC236}">
                <a16:creationId xmlns:a16="http://schemas.microsoft.com/office/drawing/2014/main" id="{0DB88369-1C92-EFCC-AA3E-35CDABD79503}"/>
              </a:ext>
            </a:extLst>
          </p:cNvPr>
          <p:cNvSpPr/>
          <p:nvPr/>
        </p:nvSpPr>
        <p:spPr>
          <a:xfrm>
            <a:off x="10883153" y="7190773"/>
            <a:ext cx="534230" cy="460543"/>
          </a:xfrm>
          <a:prstGeom prst="hexagon">
            <a:avLst/>
          </a:prstGeom>
          <a:solidFill>
            <a:schemeClr val="accent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2" name="Hexagon 81">
            <a:extLst>
              <a:ext uri="{FF2B5EF4-FFF2-40B4-BE49-F238E27FC236}">
                <a16:creationId xmlns:a16="http://schemas.microsoft.com/office/drawing/2014/main" id="{4861CD8D-8884-BCA6-70C1-AB9ED82146BF}"/>
              </a:ext>
            </a:extLst>
          </p:cNvPr>
          <p:cNvSpPr/>
          <p:nvPr/>
        </p:nvSpPr>
        <p:spPr>
          <a:xfrm>
            <a:off x="10883153" y="8265998"/>
            <a:ext cx="534230" cy="460543"/>
          </a:xfrm>
          <a:prstGeom prst="hexago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441B948-7741-88DA-E706-9E4F31DB7B79}"/>
              </a:ext>
            </a:extLst>
          </p:cNvPr>
          <p:cNvSpPr txBox="1"/>
          <p:nvPr/>
        </p:nvSpPr>
        <p:spPr>
          <a:xfrm>
            <a:off x="11656871" y="3955681"/>
            <a:ext cx="18386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CMDB</a:t>
            </a:r>
            <a:endParaRPr lang="en-IN" sz="24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74A2350-52D2-C04E-FF04-EF13E7F43165}"/>
              </a:ext>
            </a:extLst>
          </p:cNvPr>
          <p:cNvSpPr txBox="1"/>
          <p:nvPr/>
        </p:nvSpPr>
        <p:spPr>
          <a:xfrm>
            <a:off x="11656871" y="5013520"/>
            <a:ext cx="28838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Security / RBAC</a:t>
            </a:r>
            <a:endParaRPr lang="en-IN" sz="24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4BAB8E8-B5AF-916F-1191-488C6203CAA8}"/>
              </a:ext>
            </a:extLst>
          </p:cNvPr>
          <p:cNvSpPr txBox="1"/>
          <p:nvPr/>
        </p:nvSpPr>
        <p:spPr>
          <a:xfrm>
            <a:off x="11656871" y="6098214"/>
            <a:ext cx="18386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Workflow</a:t>
            </a:r>
            <a:endParaRPr lang="en-IN" sz="24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2DABFC0-64B2-8BB5-7BBB-4783DE1FC45A}"/>
              </a:ext>
            </a:extLst>
          </p:cNvPr>
          <p:cNvSpPr txBox="1"/>
          <p:nvPr/>
        </p:nvSpPr>
        <p:spPr>
          <a:xfrm>
            <a:off x="11656871" y="7183517"/>
            <a:ext cx="18386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Monitoring</a:t>
            </a:r>
            <a:endParaRPr lang="en-IN" sz="24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8B42FB5-FCAE-13F8-089A-0BD09B453CB2}"/>
              </a:ext>
            </a:extLst>
          </p:cNvPr>
          <p:cNvSpPr txBox="1"/>
          <p:nvPr/>
        </p:nvSpPr>
        <p:spPr>
          <a:xfrm>
            <a:off x="11656871" y="8264876"/>
            <a:ext cx="18386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Analytic</a:t>
            </a:r>
            <a:endParaRPr lang="en-IN" sz="24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31FEC98-52E4-6386-1CAC-2B6DD27BBF5E}"/>
              </a:ext>
            </a:extLst>
          </p:cNvPr>
          <p:cNvSpPr txBox="1"/>
          <p:nvPr/>
        </p:nvSpPr>
        <p:spPr>
          <a:xfrm>
            <a:off x="10378663" y="9956663"/>
            <a:ext cx="529410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+mn-lt"/>
              </a:rPr>
              <a:t>Data layer</a:t>
            </a:r>
          </a:p>
          <a:p>
            <a:pPr algn="ctr"/>
            <a:r>
              <a:rPr lang="en-US" sz="2400" dirty="0">
                <a:latin typeface="+mn-lt"/>
              </a:rPr>
              <a:t>Postgresql + Metric DB + Log DB</a:t>
            </a:r>
            <a:endParaRPr lang="en-IN" sz="2400" dirty="0">
              <a:latin typeface="+mn-lt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72AF261-DD3F-D93E-E33B-FCE27C9207BD}"/>
              </a:ext>
            </a:extLst>
          </p:cNvPr>
          <p:cNvSpPr txBox="1"/>
          <p:nvPr/>
        </p:nvSpPr>
        <p:spPr>
          <a:xfrm>
            <a:off x="10226456" y="11575686"/>
            <a:ext cx="24788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+mn-lt"/>
              </a:rPr>
              <a:t>Management</a:t>
            </a:r>
            <a:endParaRPr lang="en-IN" sz="2400" dirty="0">
              <a:latin typeface="+mn-lt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86104F5-C4FC-D415-12B0-4D2766966161}"/>
              </a:ext>
            </a:extLst>
          </p:cNvPr>
          <p:cNvSpPr txBox="1"/>
          <p:nvPr/>
        </p:nvSpPr>
        <p:spPr>
          <a:xfrm>
            <a:off x="13346173" y="11413196"/>
            <a:ext cx="247880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+mn-lt"/>
              </a:rPr>
              <a:t>Service</a:t>
            </a:r>
          </a:p>
          <a:p>
            <a:pPr algn="ctr"/>
            <a:r>
              <a:rPr lang="en-US" sz="2400" dirty="0">
                <a:latin typeface="+mn-lt"/>
              </a:rPr>
              <a:t>Discovery</a:t>
            </a:r>
            <a:endParaRPr lang="en-IN" sz="2400" dirty="0">
              <a:latin typeface="+mn-lt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76E1928-EBA8-8057-15A7-1DE601C35608}"/>
              </a:ext>
            </a:extLst>
          </p:cNvPr>
          <p:cNvSpPr txBox="1"/>
          <p:nvPr/>
        </p:nvSpPr>
        <p:spPr>
          <a:xfrm>
            <a:off x="11615986" y="3014391"/>
            <a:ext cx="24788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+mn-lt"/>
              </a:rPr>
              <a:t>Microservices</a:t>
            </a:r>
            <a:endParaRPr lang="en-IN" sz="2400" b="1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+mn-lt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595402B-4DA1-D03D-6D39-DAC3563A5010}"/>
              </a:ext>
            </a:extLst>
          </p:cNvPr>
          <p:cNvSpPr txBox="1"/>
          <p:nvPr/>
        </p:nvSpPr>
        <p:spPr>
          <a:xfrm>
            <a:off x="17087820" y="3189793"/>
            <a:ext cx="18386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AWS API</a:t>
            </a:r>
            <a:endParaRPr lang="en-IN" sz="24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E371EFA-EA2F-C006-90B5-15F084E69F6E}"/>
              </a:ext>
            </a:extLst>
          </p:cNvPr>
          <p:cNvSpPr txBox="1"/>
          <p:nvPr/>
        </p:nvSpPr>
        <p:spPr>
          <a:xfrm>
            <a:off x="17087820" y="4039175"/>
            <a:ext cx="23071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ServiceNow</a:t>
            </a:r>
            <a:endParaRPr lang="en-IN" sz="24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BC50842-4FE1-6786-0A63-9F6CACD182DB}"/>
              </a:ext>
            </a:extLst>
          </p:cNvPr>
          <p:cNvSpPr txBox="1"/>
          <p:nvPr/>
        </p:nvSpPr>
        <p:spPr>
          <a:xfrm>
            <a:off x="17087820" y="5049339"/>
            <a:ext cx="23071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AD Connector</a:t>
            </a:r>
            <a:endParaRPr lang="en-IN" sz="24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7FEBC0D-5044-EF1E-B3FF-27E39C5A6C60}"/>
              </a:ext>
            </a:extLst>
          </p:cNvPr>
          <p:cNvSpPr txBox="1"/>
          <p:nvPr/>
        </p:nvSpPr>
        <p:spPr>
          <a:xfrm>
            <a:off x="17087820" y="6127104"/>
            <a:ext cx="23071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Lambda</a:t>
            </a:r>
            <a:endParaRPr lang="en-IN" sz="24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CC4A240-99EA-FA5E-5433-D010FF81FBE7}"/>
              </a:ext>
            </a:extLst>
          </p:cNvPr>
          <p:cNvSpPr txBox="1"/>
          <p:nvPr/>
        </p:nvSpPr>
        <p:spPr>
          <a:xfrm>
            <a:off x="17087820" y="7086617"/>
            <a:ext cx="23071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AWS API</a:t>
            </a:r>
            <a:endParaRPr lang="en-IN" sz="24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5D9F0519-4E0A-C3CE-A4F6-9630B3309D8E}"/>
              </a:ext>
            </a:extLst>
          </p:cNvPr>
          <p:cNvSpPr txBox="1"/>
          <p:nvPr/>
        </p:nvSpPr>
        <p:spPr>
          <a:xfrm>
            <a:off x="17087820" y="7927587"/>
            <a:ext cx="23071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ServiceNow</a:t>
            </a:r>
            <a:endParaRPr lang="en-IN" sz="24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BBCA795F-A12E-A1C1-1510-4562C79C16A3}"/>
              </a:ext>
            </a:extLst>
          </p:cNvPr>
          <p:cNvSpPr txBox="1"/>
          <p:nvPr/>
        </p:nvSpPr>
        <p:spPr>
          <a:xfrm>
            <a:off x="21313767" y="6131871"/>
            <a:ext cx="23071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AWS Step</a:t>
            </a:r>
            <a:endParaRPr lang="en-IN" sz="24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pic>
        <p:nvPicPr>
          <p:cNvPr id="116" name="Picture 115">
            <a:extLst>
              <a:ext uri="{FF2B5EF4-FFF2-40B4-BE49-F238E27FC236}">
                <a16:creationId xmlns:a16="http://schemas.microsoft.com/office/drawing/2014/main" id="{570D8E8D-1889-B102-8AA1-3D1810B570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80230" y="6162365"/>
            <a:ext cx="381000" cy="381000"/>
          </a:xfrm>
          <a:prstGeom prst="rect">
            <a:avLst/>
          </a:prstGeom>
        </p:spPr>
      </p:pic>
      <p:pic>
        <p:nvPicPr>
          <p:cNvPr id="120" name="Picture 119">
            <a:extLst>
              <a:ext uri="{FF2B5EF4-FFF2-40B4-BE49-F238E27FC236}">
                <a16:creationId xmlns:a16="http://schemas.microsoft.com/office/drawing/2014/main" id="{8E285DF4-B64C-4235-7D89-0221A941C3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34063" y="6162365"/>
            <a:ext cx="381000" cy="381000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96B171D-08EB-E84E-33FC-C148211DCBBE}"/>
              </a:ext>
            </a:extLst>
          </p:cNvPr>
          <p:cNvCxnSpPr>
            <a:cxnSpLocks/>
          </p:cNvCxnSpPr>
          <p:nvPr/>
        </p:nvCxnSpPr>
        <p:spPr>
          <a:xfrm>
            <a:off x="11310717" y="9359153"/>
            <a:ext cx="0" cy="502020"/>
          </a:xfrm>
          <a:prstGeom prst="straightConnector1">
            <a:avLst/>
          </a:prstGeom>
          <a:ln w="76200">
            <a:solidFill>
              <a:schemeClr val="tx1">
                <a:lumMod val="65000"/>
                <a:lumOff val="3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8BB2982-D606-0080-7DDA-00163CE7BFD6}"/>
              </a:ext>
            </a:extLst>
          </p:cNvPr>
          <p:cNvCxnSpPr>
            <a:cxnSpLocks/>
          </p:cNvCxnSpPr>
          <p:nvPr/>
        </p:nvCxnSpPr>
        <p:spPr>
          <a:xfrm>
            <a:off x="14603876" y="9359153"/>
            <a:ext cx="0" cy="502020"/>
          </a:xfrm>
          <a:prstGeom prst="straightConnector1">
            <a:avLst/>
          </a:prstGeom>
          <a:ln w="76200">
            <a:solidFill>
              <a:schemeClr val="tx1">
                <a:lumMod val="65000"/>
                <a:lumOff val="35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9CEBBC3-D59D-3E66-98A4-74B2F642E88C}"/>
              </a:ext>
            </a:extLst>
          </p:cNvPr>
          <p:cNvCxnSpPr>
            <a:cxnSpLocks/>
          </p:cNvCxnSpPr>
          <p:nvPr/>
        </p:nvCxnSpPr>
        <p:spPr>
          <a:xfrm>
            <a:off x="11310717" y="10883149"/>
            <a:ext cx="0" cy="442387"/>
          </a:xfrm>
          <a:prstGeom prst="straightConnector1">
            <a:avLst/>
          </a:prstGeom>
          <a:ln w="76200">
            <a:solidFill>
              <a:schemeClr val="tx1">
                <a:lumMod val="65000"/>
                <a:lumOff val="3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31B9523-631B-EC5B-59FB-C1548168B641}"/>
              </a:ext>
            </a:extLst>
          </p:cNvPr>
          <p:cNvCxnSpPr>
            <a:cxnSpLocks/>
          </p:cNvCxnSpPr>
          <p:nvPr/>
        </p:nvCxnSpPr>
        <p:spPr>
          <a:xfrm>
            <a:off x="14603876" y="10883149"/>
            <a:ext cx="0" cy="442387"/>
          </a:xfrm>
          <a:prstGeom prst="straightConnector1">
            <a:avLst/>
          </a:prstGeom>
          <a:ln w="76200">
            <a:solidFill>
              <a:schemeClr val="tx1">
                <a:lumMod val="65000"/>
                <a:lumOff val="35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95A9EC3-6F89-F600-9CAB-2687657CF254}"/>
              </a:ext>
            </a:extLst>
          </p:cNvPr>
          <p:cNvCxnSpPr>
            <a:cxnSpLocks/>
            <a:endCxn id="38" idx="1"/>
          </p:cNvCxnSpPr>
          <p:nvPr/>
        </p:nvCxnSpPr>
        <p:spPr>
          <a:xfrm>
            <a:off x="12871161" y="11807685"/>
            <a:ext cx="324885" cy="21009"/>
          </a:xfrm>
          <a:prstGeom prst="straightConnector1">
            <a:avLst/>
          </a:prstGeom>
          <a:ln w="7620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3406731"/>
      </p:ext>
    </p:extLst>
  </p:cSld>
  <p:clrMapOvr>
    <a:masterClrMapping/>
  </p:clrMapOvr>
  <p:transition spd="slow" advClick="0" advTm="1000">
    <p:push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48">
            <a:extLst>
              <a:ext uri="{FF2B5EF4-FFF2-40B4-BE49-F238E27FC236}">
                <a16:creationId xmlns:a16="http://schemas.microsoft.com/office/drawing/2014/main" id="{F7A06317-D222-414E-B9F8-3375604396B6}"/>
              </a:ext>
            </a:extLst>
          </p:cNvPr>
          <p:cNvSpPr txBox="1"/>
          <p:nvPr/>
        </p:nvSpPr>
        <p:spPr>
          <a:xfrm>
            <a:off x="3885087" y="1929675"/>
            <a:ext cx="4954405" cy="92333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accent2"/>
                </a:solidFill>
                <a:latin typeface="+mn-lt"/>
                <a:cs typeface="Poppins SemiBold" panose="00000700000000000000" pitchFamily="2" charset="0"/>
              </a:rPr>
              <a:t>     Frontend</a:t>
            </a:r>
            <a:endParaRPr lang="ru-RU" sz="5400" b="1" dirty="0">
              <a:solidFill>
                <a:schemeClr val="accent2"/>
              </a:solidFill>
              <a:latin typeface="+mn-lt"/>
              <a:cs typeface="Poppins SemiBold" panose="00000700000000000000" pitchFamily="2" charset="0"/>
            </a:endParaRP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A733878A-A245-40C1-8EEC-1E1FD729F312}"/>
              </a:ext>
            </a:extLst>
          </p:cNvPr>
          <p:cNvCxnSpPr>
            <a:cxnSpLocks/>
          </p:cNvCxnSpPr>
          <p:nvPr/>
        </p:nvCxnSpPr>
        <p:spPr>
          <a:xfrm>
            <a:off x="11975692" y="1367452"/>
            <a:ext cx="0" cy="11040090"/>
          </a:xfrm>
          <a:prstGeom prst="line">
            <a:avLst/>
          </a:prstGeom>
          <a:ln w="76200"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1"/>
            </a:gra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7758686-D713-BCD8-1AD8-44A56F0972A8}"/>
              </a:ext>
            </a:extLst>
          </p:cNvPr>
          <p:cNvGrpSpPr/>
          <p:nvPr/>
        </p:nvGrpSpPr>
        <p:grpSpPr>
          <a:xfrm>
            <a:off x="2987040" y="3280013"/>
            <a:ext cx="6750498" cy="5864758"/>
            <a:chOff x="1605280" y="3280013"/>
            <a:chExt cx="6750498" cy="5864758"/>
          </a:xfrm>
        </p:grpSpPr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196F05B3-E444-4D63-8CD6-BE83C2405E8E}"/>
                </a:ext>
              </a:extLst>
            </p:cNvPr>
            <p:cNvSpPr txBox="1"/>
            <p:nvPr/>
          </p:nvSpPr>
          <p:spPr>
            <a:xfrm>
              <a:off x="2236806" y="3280013"/>
              <a:ext cx="6118972" cy="14688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40000"/>
                </a:lnSpc>
              </a:pPr>
              <a:r>
                <a:rPr lang="en-US" sz="3200" dirty="0">
                  <a:solidFill>
                    <a:schemeClr val="accent2"/>
                  </a:solidFill>
                  <a:latin typeface="+mj-lt"/>
                  <a:cs typeface="Poppins Medium" panose="00000600000000000000" pitchFamily="2" charset="0"/>
                </a:rPr>
                <a:t>UX designs &amp; Prototyping</a:t>
              </a:r>
            </a:p>
            <a:p>
              <a:pPr lvl="0">
                <a:lnSpc>
                  <a:spcPct val="140000"/>
                </a:lnSpc>
                <a:spcBef>
                  <a:spcPts val="1200"/>
                </a:spcBef>
              </a:pPr>
              <a:r>
                <a:rPr lang="en-US" sz="2700" dirty="0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Figma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6E0F335-34DA-374C-A2E6-1F1047649C9A}"/>
                </a:ext>
              </a:extLst>
            </p:cNvPr>
            <p:cNvSpPr txBox="1"/>
            <p:nvPr/>
          </p:nvSpPr>
          <p:spPr>
            <a:xfrm>
              <a:off x="2236806" y="5477960"/>
              <a:ext cx="6118972" cy="14688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40000"/>
                </a:lnSpc>
              </a:pPr>
              <a:r>
                <a:rPr lang="en-US" sz="3200" dirty="0">
                  <a:solidFill>
                    <a:schemeClr val="accent2"/>
                  </a:solidFill>
                  <a:latin typeface="+mj-lt"/>
                  <a:cs typeface="Poppins Medium" panose="00000600000000000000" pitchFamily="2" charset="0"/>
                </a:rPr>
                <a:t>Core Web UI</a:t>
              </a:r>
            </a:p>
            <a:p>
              <a:pPr lvl="0">
                <a:lnSpc>
                  <a:spcPct val="140000"/>
                </a:lnSpc>
                <a:spcBef>
                  <a:spcPts val="1200"/>
                </a:spcBef>
              </a:pPr>
              <a:r>
                <a:rPr lang="en-US" sz="2700" dirty="0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HTML5 / CSS3 / </a:t>
              </a:r>
              <a:r>
                <a:rPr lang="en-US" sz="2700" dirty="0" err="1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Javascript</a:t>
              </a:r>
              <a:endParaRPr lang="en-US" sz="2700" dirty="0">
                <a:solidFill>
                  <a:schemeClr val="tx2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B8CD960-B9B1-5942-F569-FDDA339948E1}"/>
                </a:ext>
              </a:extLst>
            </p:cNvPr>
            <p:cNvSpPr txBox="1"/>
            <p:nvPr/>
          </p:nvSpPr>
          <p:spPr>
            <a:xfrm>
              <a:off x="2236806" y="7675907"/>
              <a:ext cx="6118972" cy="14688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40000"/>
                </a:lnSpc>
              </a:pPr>
              <a:r>
                <a:rPr lang="en-US" sz="3200" dirty="0">
                  <a:solidFill>
                    <a:schemeClr val="accent2"/>
                  </a:solidFill>
                  <a:latin typeface="+mj-lt"/>
                  <a:cs typeface="Poppins Medium" panose="00000600000000000000" pitchFamily="2" charset="0"/>
                </a:rPr>
                <a:t>Web Framework</a:t>
              </a:r>
            </a:p>
            <a:p>
              <a:pPr lvl="0">
                <a:lnSpc>
                  <a:spcPct val="140000"/>
                </a:lnSpc>
                <a:spcBef>
                  <a:spcPts val="1200"/>
                </a:spcBef>
              </a:pPr>
              <a:r>
                <a:rPr lang="en-US" sz="2700" dirty="0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React.js / Redux</a:t>
              </a:r>
            </a:p>
          </p:txBody>
        </p:sp>
        <p:sp>
          <p:nvSpPr>
            <p:cNvPr id="7" name="Diamond 6">
              <a:extLst>
                <a:ext uri="{FF2B5EF4-FFF2-40B4-BE49-F238E27FC236}">
                  <a16:creationId xmlns:a16="http://schemas.microsoft.com/office/drawing/2014/main" id="{3FF8C45B-F71F-BEFD-0486-AA55813AC6D8}"/>
                </a:ext>
              </a:extLst>
            </p:cNvPr>
            <p:cNvSpPr/>
            <p:nvPr/>
          </p:nvSpPr>
          <p:spPr>
            <a:xfrm>
              <a:off x="1605280" y="3566160"/>
              <a:ext cx="264160" cy="264160"/>
            </a:xfrm>
            <a:prstGeom prst="diamond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8" name="Diamond 7">
              <a:extLst>
                <a:ext uri="{FF2B5EF4-FFF2-40B4-BE49-F238E27FC236}">
                  <a16:creationId xmlns:a16="http://schemas.microsoft.com/office/drawing/2014/main" id="{737A447F-66AF-D613-0350-F299F710A9AA}"/>
                </a:ext>
              </a:extLst>
            </p:cNvPr>
            <p:cNvSpPr/>
            <p:nvPr/>
          </p:nvSpPr>
          <p:spPr>
            <a:xfrm>
              <a:off x="1605280" y="5781040"/>
              <a:ext cx="264160" cy="264160"/>
            </a:xfrm>
            <a:prstGeom prst="diamond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9" name="Diamond 8">
              <a:extLst>
                <a:ext uri="{FF2B5EF4-FFF2-40B4-BE49-F238E27FC236}">
                  <a16:creationId xmlns:a16="http://schemas.microsoft.com/office/drawing/2014/main" id="{9EEB8309-C9CA-A9E9-5C55-86AFA8494BE0}"/>
                </a:ext>
              </a:extLst>
            </p:cNvPr>
            <p:cNvSpPr/>
            <p:nvPr/>
          </p:nvSpPr>
          <p:spPr>
            <a:xfrm>
              <a:off x="1605280" y="7965440"/>
              <a:ext cx="264160" cy="264160"/>
            </a:xfrm>
            <a:prstGeom prst="diamond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DFB01A2D-30FB-68B7-2E3A-A672D2A02FB4}"/>
              </a:ext>
            </a:extLst>
          </p:cNvPr>
          <p:cNvSpPr txBox="1"/>
          <p:nvPr/>
        </p:nvSpPr>
        <p:spPr>
          <a:xfrm>
            <a:off x="15223647" y="1929675"/>
            <a:ext cx="4954405" cy="92333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accent2"/>
                </a:solidFill>
                <a:latin typeface="+mn-lt"/>
                <a:cs typeface="Poppins SemiBold" panose="00000700000000000000" pitchFamily="2" charset="0"/>
              </a:rPr>
              <a:t>     Backend</a:t>
            </a:r>
            <a:endParaRPr lang="ru-RU" sz="5400" b="1" dirty="0">
              <a:solidFill>
                <a:schemeClr val="accent2"/>
              </a:solidFill>
              <a:latin typeface="+mn-lt"/>
              <a:cs typeface="Poppins SemiBold" panose="00000700000000000000" pitchFamily="2" charset="0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7E747F6-66EF-FD69-A259-BBB9CB93AFB5}"/>
              </a:ext>
            </a:extLst>
          </p:cNvPr>
          <p:cNvGrpSpPr/>
          <p:nvPr/>
        </p:nvGrpSpPr>
        <p:grpSpPr>
          <a:xfrm>
            <a:off x="14528800" y="3280013"/>
            <a:ext cx="6750498" cy="7294610"/>
            <a:chOff x="14325600" y="3280013"/>
            <a:chExt cx="6750498" cy="729461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2614DED-6BF9-E8D7-0367-9E66B1571EF5}"/>
                </a:ext>
              </a:extLst>
            </p:cNvPr>
            <p:cNvSpPr txBox="1"/>
            <p:nvPr/>
          </p:nvSpPr>
          <p:spPr>
            <a:xfrm>
              <a:off x="14957126" y="3280013"/>
              <a:ext cx="6118972" cy="2204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40000"/>
                </a:lnSpc>
              </a:pPr>
              <a:r>
                <a:rPr lang="en-US" sz="3200" dirty="0">
                  <a:solidFill>
                    <a:schemeClr val="accent2"/>
                  </a:solidFill>
                  <a:latin typeface="+mj-lt"/>
                  <a:cs typeface="Poppins Medium" panose="00000600000000000000" pitchFamily="2" charset="0"/>
                </a:rPr>
                <a:t>API Development</a:t>
              </a:r>
            </a:p>
            <a:p>
              <a:pPr lvl="0">
                <a:lnSpc>
                  <a:spcPct val="140000"/>
                </a:lnSpc>
                <a:spcBef>
                  <a:spcPts val="1200"/>
                </a:spcBef>
              </a:pPr>
              <a:r>
                <a:rPr lang="en-US" sz="2700" dirty="0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Golang / </a:t>
              </a:r>
              <a:r>
                <a:rPr lang="en-US" sz="2700" dirty="0" err="1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Node.Js</a:t>
              </a:r>
              <a:r>
                <a:rPr lang="en-US" sz="2700" dirty="0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 / </a:t>
              </a:r>
              <a:r>
                <a:rPr lang="en-US" sz="2700" dirty="0" err="1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Springboot</a:t>
              </a:r>
              <a:r>
                <a:rPr lang="en-US" sz="2700" dirty="0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 / </a:t>
              </a:r>
            </a:p>
            <a:p>
              <a:pPr lvl="0">
                <a:lnSpc>
                  <a:spcPct val="140000"/>
                </a:lnSpc>
                <a:spcBef>
                  <a:spcPts val="1200"/>
                </a:spcBef>
              </a:pPr>
              <a:r>
                <a:rPr lang="en-US" sz="2700" dirty="0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Lambda </a:t>
              </a:r>
            </a:p>
          </p:txBody>
        </p:sp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B7444FC-06B1-33B9-AF92-068AD05AF314}"/>
                </a:ext>
              </a:extLst>
            </p:cNvPr>
            <p:cNvSpPr/>
            <p:nvPr/>
          </p:nvSpPr>
          <p:spPr>
            <a:xfrm>
              <a:off x="14325600" y="3566160"/>
              <a:ext cx="264160" cy="264160"/>
            </a:xfrm>
            <a:prstGeom prst="diamond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4618DF1-A80A-22F2-DB90-95DD364ED862}"/>
                </a:ext>
              </a:extLst>
            </p:cNvPr>
            <p:cNvSpPr txBox="1"/>
            <p:nvPr/>
          </p:nvSpPr>
          <p:spPr>
            <a:xfrm>
              <a:off x="14957126" y="5759053"/>
              <a:ext cx="6118972" cy="2204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40000"/>
                </a:lnSpc>
              </a:pPr>
              <a:r>
                <a:rPr lang="en-US" sz="3200" dirty="0">
                  <a:solidFill>
                    <a:schemeClr val="accent2"/>
                  </a:solidFill>
                  <a:latin typeface="+mj-lt"/>
                  <a:cs typeface="Poppins Medium" panose="00000600000000000000" pitchFamily="2" charset="0"/>
                </a:rPr>
                <a:t>Tests</a:t>
              </a:r>
            </a:p>
            <a:p>
              <a:pPr lvl="0">
                <a:lnSpc>
                  <a:spcPct val="140000"/>
                </a:lnSpc>
                <a:spcBef>
                  <a:spcPts val="1200"/>
                </a:spcBef>
              </a:pPr>
              <a:r>
                <a:rPr lang="en-US" sz="2700" dirty="0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Junit5 / Cucumber BDD / </a:t>
              </a:r>
            </a:p>
            <a:p>
              <a:pPr lvl="0">
                <a:lnSpc>
                  <a:spcPct val="140000"/>
                </a:lnSpc>
                <a:spcBef>
                  <a:spcPts val="1200"/>
                </a:spcBef>
              </a:pPr>
              <a:r>
                <a:rPr lang="en-US" sz="2700" dirty="0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Gatling / Postman</a:t>
              </a:r>
            </a:p>
          </p:txBody>
        </p:sp>
        <p:sp>
          <p:nvSpPr>
            <p:cNvPr id="15" name="Diamond 14">
              <a:extLst>
                <a:ext uri="{FF2B5EF4-FFF2-40B4-BE49-F238E27FC236}">
                  <a16:creationId xmlns:a16="http://schemas.microsoft.com/office/drawing/2014/main" id="{F173868E-D022-192D-BCD3-85BA4A76A3C1}"/>
                </a:ext>
              </a:extLst>
            </p:cNvPr>
            <p:cNvSpPr/>
            <p:nvPr/>
          </p:nvSpPr>
          <p:spPr>
            <a:xfrm>
              <a:off x="14325600" y="6045200"/>
              <a:ext cx="264160" cy="264160"/>
            </a:xfrm>
            <a:prstGeom prst="diamond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D5C7D30-FB7A-B842-5ACA-95AABA858438}"/>
                </a:ext>
              </a:extLst>
            </p:cNvPr>
            <p:cNvSpPr txBox="1"/>
            <p:nvPr/>
          </p:nvSpPr>
          <p:spPr>
            <a:xfrm>
              <a:off x="14957126" y="8370173"/>
              <a:ext cx="6118972" cy="2204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40000"/>
                </a:lnSpc>
              </a:pPr>
              <a:r>
                <a:rPr lang="en-US" sz="3200" dirty="0">
                  <a:solidFill>
                    <a:schemeClr val="accent2"/>
                  </a:solidFill>
                  <a:latin typeface="+mj-lt"/>
                  <a:cs typeface="Poppins Medium" panose="00000600000000000000" pitchFamily="2" charset="0"/>
                </a:rPr>
                <a:t>Data Bases</a:t>
              </a:r>
            </a:p>
            <a:p>
              <a:pPr lvl="0">
                <a:lnSpc>
                  <a:spcPct val="140000"/>
                </a:lnSpc>
                <a:spcBef>
                  <a:spcPts val="1200"/>
                </a:spcBef>
              </a:pPr>
              <a:r>
                <a:rPr lang="en-US" sz="2700" dirty="0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Postgres, OpenSearch, metric DB,</a:t>
              </a:r>
            </a:p>
            <a:p>
              <a:pPr lvl="0">
                <a:lnSpc>
                  <a:spcPct val="140000"/>
                </a:lnSpc>
                <a:spcBef>
                  <a:spcPts val="1200"/>
                </a:spcBef>
              </a:pPr>
              <a:r>
                <a:rPr lang="en-US" sz="2700" dirty="0" err="1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LogDB</a:t>
              </a:r>
              <a:r>
                <a:rPr lang="en-US" sz="2700" dirty="0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, </a:t>
              </a:r>
              <a:r>
                <a:rPr lang="en-US" sz="2700" dirty="0" err="1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GraphDB</a:t>
              </a:r>
              <a:endParaRPr lang="en-US" sz="2700" dirty="0">
                <a:solidFill>
                  <a:schemeClr val="tx2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17" name="Diamond 16">
              <a:extLst>
                <a:ext uri="{FF2B5EF4-FFF2-40B4-BE49-F238E27FC236}">
                  <a16:creationId xmlns:a16="http://schemas.microsoft.com/office/drawing/2014/main" id="{6512085A-88BA-27F6-BEF3-C8234B6126F2}"/>
                </a:ext>
              </a:extLst>
            </p:cNvPr>
            <p:cNvSpPr/>
            <p:nvPr/>
          </p:nvSpPr>
          <p:spPr>
            <a:xfrm>
              <a:off x="14325600" y="8656320"/>
              <a:ext cx="264160" cy="264160"/>
            </a:xfrm>
            <a:prstGeom prst="diamond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</p:spTree>
    <p:extLst>
      <p:ext uri="{BB962C8B-B14F-4D97-AF65-F5344CB8AC3E}">
        <p14:creationId xmlns:p14="http://schemas.microsoft.com/office/powerpoint/2010/main" val="29602342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Rectangle: Rounded Corners 1097">
            <a:extLst>
              <a:ext uri="{FF2B5EF4-FFF2-40B4-BE49-F238E27FC236}">
                <a16:creationId xmlns:a16="http://schemas.microsoft.com/office/drawing/2014/main" id="{46A36E14-A81D-F9BC-217F-212D60B3DFD1}"/>
              </a:ext>
            </a:extLst>
          </p:cNvPr>
          <p:cNvSpPr/>
          <p:nvPr/>
        </p:nvSpPr>
        <p:spPr>
          <a:xfrm>
            <a:off x="9748930" y="5669038"/>
            <a:ext cx="2514496" cy="1005840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25" name="Rectangle: Rounded Corners 1024">
            <a:extLst>
              <a:ext uri="{FF2B5EF4-FFF2-40B4-BE49-F238E27FC236}">
                <a16:creationId xmlns:a16="http://schemas.microsoft.com/office/drawing/2014/main" id="{49E3A12D-4D1F-B148-8EAC-F453ED2A19E7}"/>
              </a:ext>
            </a:extLst>
          </p:cNvPr>
          <p:cNvSpPr/>
          <p:nvPr/>
        </p:nvSpPr>
        <p:spPr>
          <a:xfrm>
            <a:off x="128229" y="7147562"/>
            <a:ext cx="664253" cy="510540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DB39BB3-7471-491C-24F7-1D7F188FEF9A}"/>
              </a:ext>
            </a:extLst>
          </p:cNvPr>
          <p:cNvSpPr txBox="1"/>
          <p:nvPr/>
        </p:nvSpPr>
        <p:spPr>
          <a:xfrm>
            <a:off x="9438601" y="297944"/>
            <a:ext cx="75008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chemeClr val="accent2"/>
                </a:solidFill>
                <a:latin typeface="+mn-lt"/>
                <a:cs typeface="Poppins Medium" panose="00000600000000000000" pitchFamily="2" charset="0"/>
              </a:rPr>
              <a:t>Project Timeline</a:t>
            </a:r>
            <a:endParaRPr lang="ru-RU" sz="4800" b="1" dirty="0">
              <a:solidFill>
                <a:schemeClr val="accent2"/>
              </a:solidFill>
              <a:latin typeface="+mn-lt"/>
              <a:cs typeface="Poppins Medium" panose="000006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F89EC4F-B791-A2E3-B184-F78950B9C71C}"/>
              </a:ext>
            </a:extLst>
          </p:cNvPr>
          <p:cNvSpPr/>
          <p:nvPr/>
        </p:nvSpPr>
        <p:spPr>
          <a:xfrm>
            <a:off x="2148563" y="1703294"/>
            <a:ext cx="22080968" cy="830997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A866594-256F-AC2E-F52F-2217CD3CEFF4}"/>
              </a:ext>
            </a:extLst>
          </p:cNvPr>
          <p:cNvCxnSpPr>
            <a:cxnSpLocks/>
          </p:cNvCxnSpPr>
          <p:nvPr/>
        </p:nvCxnSpPr>
        <p:spPr>
          <a:xfrm>
            <a:off x="3987225" y="1992630"/>
            <a:ext cx="0" cy="54166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929A25D-6331-3028-A34E-477E2D187F49}"/>
              </a:ext>
            </a:extLst>
          </p:cNvPr>
          <p:cNvCxnSpPr>
            <a:cxnSpLocks/>
          </p:cNvCxnSpPr>
          <p:nvPr/>
        </p:nvCxnSpPr>
        <p:spPr>
          <a:xfrm>
            <a:off x="5825886" y="1992630"/>
            <a:ext cx="0" cy="54166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72B1119-3288-F908-FDA8-02D56FBAF86D}"/>
              </a:ext>
            </a:extLst>
          </p:cNvPr>
          <p:cNvCxnSpPr>
            <a:cxnSpLocks/>
          </p:cNvCxnSpPr>
          <p:nvPr/>
        </p:nvCxnSpPr>
        <p:spPr>
          <a:xfrm>
            <a:off x="7664547" y="1992630"/>
            <a:ext cx="0" cy="54166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4D783ED-3B47-6A63-9CA1-33A70C4C4D28}"/>
              </a:ext>
            </a:extLst>
          </p:cNvPr>
          <p:cNvCxnSpPr>
            <a:cxnSpLocks/>
          </p:cNvCxnSpPr>
          <p:nvPr/>
        </p:nvCxnSpPr>
        <p:spPr>
          <a:xfrm>
            <a:off x="9503208" y="1992630"/>
            <a:ext cx="0" cy="54166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299EBF9-E863-2A01-AA65-EE08F3E02E04}"/>
              </a:ext>
            </a:extLst>
          </p:cNvPr>
          <p:cNvCxnSpPr>
            <a:cxnSpLocks/>
          </p:cNvCxnSpPr>
          <p:nvPr/>
        </p:nvCxnSpPr>
        <p:spPr>
          <a:xfrm>
            <a:off x="11341869" y="1992630"/>
            <a:ext cx="0" cy="54166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817ABF8-0D3D-793B-D85F-DC9A03CD8611}"/>
              </a:ext>
            </a:extLst>
          </p:cNvPr>
          <p:cNvCxnSpPr>
            <a:cxnSpLocks/>
          </p:cNvCxnSpPr>
          <p:nvPr/>
        </p:nvCxnSpPr>
        <p:spPr>
          <a:xfrm>
            <a:off x="13180530" y="1992630"/>
            <a:ext cx="0" cy="54166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F8AE0DD-6E6F-6646-8508-9E8EB3F23E81}"/>
              </a:ext>
            </a:extLst>
          </p:cNvPr>
          <p:cNvCxnSpPr>
            <a:cxnSpLocks/>
          </p:cNvCxnSpPr>
          <p:nvPr/>
        </p:nvCxnSpPr>
        <p:spPr>
          <a:xfrm>
            <a:off x="15019191" y="1992630"/>
            <a:ext cx="0" cy="54166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0F952FE-4206-8F26-9D9B-E03CFB06E72C}"/>
              </a:ext>
            </a:extLst>
          </p:cNvPr>
          <p:cNvCxnSpPr>
            <a:cxnSpLocks/>
          </p:cNvCxnSpPr>
          <p:nvPr/>
        </p:nvCxnSpPr>
        <p:spPr>
          <a:xfrm>
            <a:off x="16857852" y="1992630"/>
            <a:ext cx="0" cy="54166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5B33969-3FA5-D934-C55F-2674D4858133}"/>
              </a:ext>
            </a:extLst>
          </p:cNvPr>
          <p:cNvCxnSpPr>
            <a:cxnSpLocks/>
          </p:cNvCxnSpPr>
          <p:nvPr/>
        </p:nvCxnSpPr>
        <p:spPr>
          <a:xfrm>
            <a:off x="18696513" y="1988021"/>
            <a:ext cx="0" cy="54166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5D1EDEE-CCD4-6FDE-A051-C9A6B0E19F87}"/>
              </a:ext>
            </a:extLst>
          </p:cNvPr>
          <p:cNvCxnSpPr>
            <a:cxnSpLocks/>
          </p:cNvCxnSpPr>
          <p:nvPr/>
        </p:nvCxnSpPr>
        <p:spPr>
          <a:xfrm>
            <a:off x="20535174" y="1988020"/>
            <a:ext cx="0" cy="54166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23C2D6E-3D0A-8B71-934E-FBA4FA6DFA6D}"/>
              </a:ext>
            </a:extLst>
          </p:cNvPr>
          <p:cNvCxnSpPr>
            <a:cxnSpLocks/>
          </p:cNvCxnSpPr>
          <p:nvPr/>
        </p:nvCxnSpPr>
        <p:spPr>
          <a:xfrm>
            <a:off x="22373836" y="1996729"/>
            <a:ext cx="0" cy="54166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584773B8-83A6-57E8-62F0-CFFD1644F7A4}"/>
              </a:ext>
            </a:extLst>
          </p:cNvPr>
          <p:cNvSpPr txBox="1"/>
          <p:nvPr/>
        </p:nvSpPr>
        <p:spPr>
          <a:xfrm>
            <a:off x="2162009" y="1905815"/>
            <a:ext cx="18386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+mn-lt"/>
              </a:rPr>
              <a:t>M1 S1</a:t>
            </a:r>
            <a:endParaRPr lang="en-IN" sz="24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BEFE1E3-9BBD-C6B0-AEA0-8F60D6D4FAA9}"/>
              </a:ext>
            </a:extLst>
          </p:cNvPr>
          <p:cNvSpPr txBox="1"/>
          <p:nvPr/>
        </p:nvSpPr>
        <p:spPr>
          <a:xfrm>
            <a:off x="4017703" y="1905815"/>
            <a:ext cx="18386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+mn-lt"/>
              </a:rPr>
              <a:t>M1 S2</a:t>
            </a:r>
            <a:endParaRPr lang="en-IN" sz="24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DDF670D-EF71-506A-A88A-C0D8239BD7C8}"/>
              </a:ext>
            </a:extLst>
          </p:cNvPr>
          <p:cNvSpPr txBox="1"/>
          <p:nvPr/>
        </p:nvSpPr>
        <p:spPr>
          <a:xfrm>
            <a:off x="5856363" y="1905815"/>
            <a:ext cx="18386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+mn-lt"/>
              </a:rPr>
              <a:t>M2 S3</a:t>
            </a:r>
            <a:endParaRPr lang="en-IN" sz="24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C626246-7156-A39E-C8EB-6BC4842C4803}"/>
              </a:ext>
            </a:extLst>
          </p:cNvPr>
          <p:cNvSpPr txBox="1"/>
          <p:nvPr/>
        </p:nvSpPr>
        <p:spPr>
          <a:xfrm>
            <a:off x="7700403" y="1905815"/>
            <a:ext cx="18386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+mn-lt"/>
              </a:rPr>
              <a:t>M2 S4</a:t>
            </a:r>
            <a:endParaRPr lang="en-IN" sz="24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5656BF8-2178-F4A6-565D-5C5B5BB47BD1}"/>
              </a:ext>
            </a:extLst>
          </p:cNvPr>
          <p:cNvSpPr txBox="1"/>
          <p:nvPr/>
        </p:nvSpPr>
        <p:spPr>
          <a:xfrm>
            <a:off x="9527471" y="1905815"/>
            <a:ext cx="18386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+mn-lt"/>
              </a:rPr>
              <a:t>M3 S5</a:t>
            </a:r>
            <a:endParaRPr lang="en-IN" sz="24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CF3A5A3-1E69-F60E-46A7-C2C8354D5166}"/>
              </a:ext>
            </a:extLst>
          </p:cNvPr>
          <p:cNvSpPr txBox="1"/>
          <p:nvPr/>
        </p:nvSpPr>
        <p:spPr>
          <a:xfrm>
            <a:off x="11373243" y="1905815"/>
            <a:ext cx="18386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+mn-lt"/>
              </a:rPr>
              <a:t>M3 S6</a:t>
            </a:r>
            <a:endParaRPr lang="en-IN" sz="24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BA0CCC5-37D8-A3DD-BC36-A8429046A9FE}"/>
              </a:ext>
            </a:extLst>
          </p:cNvPr>
          <p:cNvSpPr txBox="1"/>
          <p:nvPr/>
        </p:nvSpPr>
        <p:spPr>
          <a:xfrm>
            <a:off x="13220331" y="1905815"/>
            <a:ext cx="18386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+mn-lt"/>
              </a:rPr>
              <a:t>M4 S7</a:t>
            </a:r>
            <a:endParaRPr lang="en-IN" sz="24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017EF0C-37AF-BD25-AA5A-286ACE950826}"/>
              </a:ext>
            </a:extLst>
          </p:cNvPr>
          <p:cNvSpPr txBox="1"/>
          <p:nvPr/>
        </p:nvSpPr>
        <p:spPr>
          <a:xfrm>
            <a:off x="15057471" y="1905815"/>
            <a:ext cx="18386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+mn-lt"/>
              </a:rPr>
              <a:t>M4 S8</a:t>
            </a:r>
            <a:endParaRPr lang="en-IN" sz="24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E319E01-3D0E-9B2A-E1E2-4B6FB2A7F2CD}"/>
              </a:ext>
            </a:extLst>
          </p:cNvPr>
          <p:cNvSpPr txBox="1"/>
          <p:nvPr/>
        </p:nvSpPr>
        <p:spPr>
          <a:xfrm>
            <a:off x="16896697" y="1905815"/>
            <a:ext cx="18386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+mn-lt"/>
              </a:rPr>
              <a:t>M5 S9</a:t>
            </a:r>
            <a:endParaRPr lang="en-IN" sz="24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6FFB86-A630-EA25-5F80-50B61AC206DD}"/>
              </a:ext>
            </a:extLst>
          </p:cNvPr>
          <p:cNvSpPr txBox="1"/>
          <p:nvPr/>
        </p:nvSpPr>
        <p:spPr>
          <a:xfrm>
            <a:off x="18730577" y="1905815"/>
            <a:ext cx="18386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+mn-lt"/>
              </a:rPr>
              <a:t>M5 S10</a:t>
            </a:r>
            <a:endParaRPr lang="en-IN" sz="24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3F629-BF8B-1D5D-E115-AA2BE48484D5}"/>
              </a:ext>
            </a:extLst>
          </p:cNvPr>
          <p:cNvSpPr txBox="1"/>
          <p:nvPr/>
        </p:nvSpPr>
        <p:spPr>
          <a:xfrm>
            <a:off x="20569537" y="1905815"/>
            <a:ext cx="18386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+mn-lt"/>
              </a:rPr>
              <a:t>M6 S11</a:t>
            </a:r>
            <a:endParaRPr lang="en-IN" sz="24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AE289A-6300-7198-9421-260A9E6F0BC7}"/>
              </a:ext>
            </a:extLst>
          </p:cNvPr>
          <p:cNvSpPr txBox="1"/>
          <p:nvPr/>
        </p:nvSpPr>
        <p:spPr>
          <a:xfrm>
            <a:off x="22413577" y="1905815"/>
            <a:ext cx="18386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+mn-lt"/>
              </a:rPr>
              <a:t>M6 S12</a:t>
            </a:r>
            <a:endParaRPr lang="en-IN" sz="2400" dirty="0">
              <a:solidFill>
                <a:schemeClr val="bg1"/>
              </a:solidFill>
              <a:latin typeface="+mn-lt"/>
            </a:endParaRP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1D7F7C4A-1712-007B-3452-2EBF66799C54}"/>
              </a:ext>
            </a:extLst>
          </p:cNvPr>
          <p:cNvCxnSpPr/>
          <p:nvPr/>
        </p:nvCxnSpPr>
        <p:spPr>
          <a:xfrm>
            <a:off x="2162009" y="2538390"/>
            <a:ext cx="0" cy="1611579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65782D6-B516-D6E6-2840-5DFFB78A2805}"/>
              </a:ext>
            </a:extLst>
          </p:cNvPr>
          <p:cNvCxnSpPr/>
          <p:nvPr/>
        </p:nvCxnSpPr>
        <p:spPr>
          <a:xfrm>
            <a:off x="2580627" y="2551891"/>
            <a:ext cx="0" cy="1611579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29A24E8-6880-882F-10A8-AB3BDFAD3320}"/>
              </a:ext>
            </a:extLst>
          </p:cNvPr>
          <p:cNvCxnSpPr/>
          <p:nvPr/>
        </p:nvCxnSpPr>
        <p:spPr>
          <a:xfrm>
            <a:off x="4062186" y="2563465"/>
            <a:ext cx="0" cy="1611579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4E9E46D-3990-3D3A-CB54-AED80DB7A2E6}"/>
              </a:ext>
            </a:extLst>
          </p:cNvPr>
          <p:cNvCxnSpPr>
            <a:cxnSpLocks/>
          </p:cNvCxnSpPr>
          <p:nvPr/>
        </p:nvCxnSpPr>
        <p:spPr>
          <a:xfrm>
            <a:off x="5852957" y="3246373"/>
            <a:ext cx="0" cy="1082559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A95E86B-034C-046A-1819-75407839A471}"/>
              </a:ext>
            </a:extLst>
          </p:cNvPr>
          <p:cNvCxnSpPr>
            <a:cxnSpLocks/>
          </p:cNvCxnSpPr>
          <p:nvPr/>
        </p:nvCxnSpPr>
        <p:spPr>
          <a:xfrm>
            <a:off x="6791193" y="2563465"/>
            <a:ext cx="0" cy="2876636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704B820-08F2-E828-48E4-5B69508EB730}"/>
              </a:ext>
            </a:extLst>
          </p:cNvPr>
          <p:cNvCxnSpPr>
            <a:cxnSpLocks/>
          </p:cNvCxnSpPr>
          <p:nvPr/>
        </p:nvCxnSpPr>
        <p:spPr>
          <a:xfrm>
            <a:off x="9605768" y="2551891"/>
            <a:ext cx="0" cy="4589224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E87C867-9D0D-BEDC-6010-FAECFD6B3D74}"/>
              </a:ext>
            </a:extLst>
          </p:cNvPr>
          <p:cNvCxnSpPr>
            <a:cxnSpLocks/>
          </p:cNvCxnSpPr>
          <p:nvPr/>
        </p:nvCxnSpPr>
        <p:spPr>
          <a:xfrm>
            <a:off x="13180530" y="2538390"/>
            <a:ext cx="0" cy="2876636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2E2F3C14-53AA-726B-6C96-AAC303A6E2B1}"/>
              </a:ext>
            </a:extLst>
          </p:cNvPr>
          <p:cNvSpPr txBox="1"/>
          <p:nvPr/>
        </p:nvSpPr>
        <p:spPr>
          <a:xfrm>
            <a:off x="2091204" y="2628895"/>
            <a:ext cx="4894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+mn-lt"/>
              </a:rPr>
              <a:t>S0</a:t>
            </a:r>
            <a:endParaRPr lang="en-IN" sz="16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10716DE-6206-E6CE-4D94-29A63A6C1C8F}"/>
              </a:ext>
            </a:extLst>
          </p:cNvPr>
          <p:cNvSpPr txBox="1"/>
          <p:nvPr/>
        </p:nvSpPr>
        <p:spPr>
          <a:xfrm>
            <a:off x="2533696" y="2628895"/>
            <a:ext cx="4894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+mn-lt"/>
              </a:rPr>
              <a:t>S1</a:t>
            </a:r>
            <a:endParaRPr lang="en-IN" sz="16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17563EE-0D22-431C-FC92-46A71DE8C6B0}"/>
              </a:ext>
            </a:extLst>
          </p:cNvPr>
          <p:cNvSpPr txBox="1"/>
          <p:nvPr/>
        </p:nvSpPr>
        <p:spPr>
          <a:xfrm>
            <a:off x="3815062" y="2628895"/>
            <a:ext cx="4894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+mn-lt"/>
              </a:rPr>
              <a:t>S2</a:t>
            </a:r>
            <a:endParaRPr lang="en-IN" sz="16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9F99E3B-6C60-DC42-EC7F-9D1CB602FD83}"/>
              </a:ext>
            </a:extLst>
          </p:cNvPr>
          <p:cNvSpPr txBox="1"/>
          <p:nvPr/>
        </p:nvSpPr>
        <p:spPr>
          <a:xfrm>
            <a:off x="5577161" y="2628895"/>
            <a:ext cx="4894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+mn-lt"/>
              </a:rPr>
              <a:t>S3</a:t>
            </a:r>
            <a:endParaRPr lang="en-IN" sz="16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4DC904F-E962-0ED8-FDF2-D46A91AA4109}"/>
              </a:ext>
            </a:extLst>
          </p:cNvPr>
          <p:cNvSpPr txBox="1"/>
          <p:nvPr/>
        </p:nvSpPr>
        <p:spPr>
          <a:xfrm>
            <a:off x="7415821" y="2628895"/>
            <a:ext cx="4894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+mn-lt"/>
              </a:rPr>
              <a:t>S4</a:t>
            </a:r>
            <a:endParaRPr lang="en-IN" sz="16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EB882BE-6CDC-A5D4-7454-2C0E0C13DFBE}"/>
              </a:ext>
            </a:extLst>
          </p:cNvPr>
          <p:cNvSpPr txBox="1"/>
          <p:nvPr/>
        </p:nvSpPr>
        <p:spPr>
          <a:xfrm>
            <a:off x="9263288" y="2628895"/>
            <a:ext cx="4894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+mn-lt"/>
              </a:rPr>
              <a:t>S5</a:t>
            </a:r>
            <a:endParaRPr lang="en-IN" sz="16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A75E05A-E9A2-7195-EDA0-A6942244BCB7}"/>
              </a:ext>
            </a:extLst>
          </p:cNvPr>
          <p:cNvSpPr txBox="1"/>
          <p:nvPr/>
        </p:nvSpPr>
        <p:spPr>
          <a:xfrm>
            <a:off x="11093142" y="2628895"/>
            <a:ext cx="4894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+mn-lt"/>
              </a:rPr>
              <a:t>S6</a:t>
            </a:r>
            <a:endParaRPr lang="en-IN" sz="16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3D71E48-CCA1-287B-DC49-71B618E45CAE}"/>
              </a:ext>
            </a:extLst>
          </p:cNvPr>
          <p:cNvSpPr txBox="1"/>
          <p:nvPr/>
        </p:nvSpPr>
        <p:spPr>
          <a:xfrm>
            <a:off x="12944336" y="2628895"/>
            <a:ext cx="4894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+mn-lt"/>
              </a:rPr>
              <a:t>S7</a:t>
            </a:r>
            <a:endParaRPr lang="en-IN" sz="16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5EDB58D-4F1D-A3D6-973E-EC064202D9CA}"/>
              </a:ext>
            </a:extLst>
          </p:cNvPr>
          <p:cNvSpPr txBox="1"/>
          <p:nvPr/>
        </p:nvSpPr>
        <p:spPr>
          <a:xfrm>
            <a:off x="14774190" y="2628895"/>
            <a:ext cx="4894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+mn-lt"/>
              </a:rPr>
              <a:t>S8</a:t>
            </a:r>
            <a:endParaRPr lang="en-IN" sz="16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6E1CA2D-0F0B-8F56-1FF3-CA49E5B8B223}"/>
              </a:ext>
            </a:extLst>
          </p:cNvPr>
          <p:cNvSpPr txBox="1"/>
          <p:nvPr/>
        </p:nvSpPr>
        <p:spPr>
          <a:xfrm>
            <a:off x="16615787" y="2628895"/>
            <a:ext cx="4894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+mn-lt"/>
              </a:rPr>
              <a:t>S9</a:t>
            </a:r>
            <a:endParaRPr lang="en-IN" sz="16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8AEF85F-C33B-D2AD-CFBD-CA07F521518C}"/>
              </a:ext>
            </a:extLst>
          </p:cNvPr>
          <p:cNvSpPr txBox="1"/>
          <p:nvPr/>
        </p:nvSpPr>
        <p:spPr>
          <a:xfrm>
            <a:off x="18426202" y="2628895"/>
            <a:ext cx="4894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+mn-lt"/>
              </a:rPr>
              <a:t>S10</a:t>
            </a:r>
            <a:endParaRPr lang="en-IN" sz="16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E432757-1507-9E4C-2A6C-47C92D838CFE}"/>
              </a:ext>
            </a:extLst>
          </p:cNvPr>
          <p:cNvSpPr txBox="1"/>
          <p:nvPr/>
        </p:nvSpPr>
        <p:spPr>
          <a:xfrm>
            <a:off x="20291104" y="2628895"/>
            <a:ext cx="4894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+mn-lt"/>
              </a:rPr>
              <a:t>S11</a:t>
            </a:r>
            <a:endParaRPr lang="en-IN" sz="16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58B252C-2499-6B47-3A5D-90010DD246B3}"/>
              </a:ext>
            </a:extLst>
          </p:cNvPr>
          <p:cNvSpPr txBox="1"/>
          <p:nvPr/>
        </p:nvSpPr>
        <p:spPr>
          <a:xfrm>
            <a:off x="22133394" y="2628895"/>
            <a:ext cx="4894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+mn-lt"/>
              </a:rPr>
              <a:t>S12</a:t>
            </a:r>
            <a:endParaRPr lang="en-IN" sz="16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900709E-529A-C514-0C81-C14396220DE6}"/>
              </a:ext>
            </a:extLst>
          </p:cNvPr>
          <p:cNvSpPr txBox="1"/>
          <p:nvPr/>
        </p:nvSpPr>
        <p:spPr>
          <a:xfrm rot="16200000">
            <a:off x="-458977" y="9469430"/>
            <a:ext cx="18386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+mn-lt"/>
              </a:rPr>
              <a:t>Iteration 1</a:t>
            </a:r>
            <a:endParaRPr lang="en-IN" sz="24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024" name="Rectangle: Rounded Corners 1023">
            <a:extLst>
              <a:ext uri="{FF2B5EF4-FFF2-40B4-BE49-F238E27FC236}">
                <a16:creationId xmlns:a16="http://schemas.microsoft.com/office/drawing/2014/main" id="{DE04263F-454D-5DED-EFA4-5197C09548C7}"/>
              </a:ext>
            </a:extLst>
          </p:cNvPr>
          <p:cNvSpPr/>
          <p:nvPr/>
        </p:nvSpPr>
        <p:spPr>
          <a:xfrm>
            <a:off x="128228" y="3369255"/>
            <a:ext cx="664253" cy="3488746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ABA162F-09BE-284B-E5A3-8759BECD591B}"/>
              </a:ext>
            </a:extLst>
          </p:cNvPr>
          <p:cNvSpPr txBox="1"/>
          <p:nvPr/>
        </p:nvSpPr>
        <p:spPr>
          <a:xfrm rot="16200000">
            <a:off x="-458976" y="4882797"/>
            <a:ext cx="18386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+mn-lt"/>
              </a:rPr>
              <a:t>Sprints</a:t>
            </a:r>
            <a:endParaRPr lang="en-IN" sz="24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027" name="Rectangle: Rounded Corners 1026">
            <a:extLst>
              <a:ext uri="{FF2B5EF4-FFF2-40B4-BE49-F238E27FC236}">
                <a16:creationId xmlns:a16="http://schemas.microsoft.com/office/drawing/2014/main" id="{E47AC029-CCC4-45A3-275E-197729AF26FA}"/>
              </a:ext>
            </a:extLst>
          </p:cNvPr>
          <p:cNvSpPr/>
          <p:nvPr/>
        </p:nvSpPr>
        <p:spPr>
          <a:xfrm rot="5400000">
            <a:off x="3881321" y="2678231"/>
            <a:ext cx="664253" cy="3224877"/>
          </a:xfrm>
          <a:prstGeom prst="roundRect">
            <a:avLst/>
          </a:prstGeom>
          <a:solidFill>
            <a:srgbClr val="FF000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028" name="TextBox 1027">
            <a:extLst>
              <a:ext uri="{FF2B5EF4-FFF2-40B4-BE49-F238E27FC236}">
                <a16:creationId xmlns:a16="http://schemas.microsoft.com/office/drawing/2014/main" id="{388AB72B-56CD-0D6D-9089-499F71DCA3F0}"/>
              </a:ext>
            </a:extLst>
          </p:cNvPr>
          <p:cNvSpPr txBox="1"/>
          <p:nvPr/>
        </p:nvSpPr>
        <p:spPr>
          <a:xfrm>
            <a:off x="2894871" y="4059837"/>
            <a:ext cx="26371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+mn-lt"/>
              </a:rPr>
              <a:t>Design Sprints</a:t>
            </a:r>
            <a:endParaRPr lang="en-IN" sz="24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029" name="Rectangle: Rounded Corners 1028">
            <a:extLst>
              <a:ext uri="{FF2B5EF4-FFF2-40B4-BE49-F238E27FC236}">
                <a16:creationId xmlns:a16="http://schemas.microsoft.com/office/drawing/2014/main" id="{BC3B2B04-8A74-5A2B-9A8B-285A8FB11541}"/>
              </a:ext>
            </a:extLst>
          </p:cNvPr>
          <p:cNvSpPr/>
          <p:nvPr/>
        </p:nvSpPr>
        <p:spPr>
          <a:xfrm>
            <a:off x="4062186" y="4815840"/>
            <a:ext cx="15794358" cy="725556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30" name="TextBox 1029">
            <a:extLst>
              <a:ext uri="{FF2B5EF4-FFF2-40B4-BE49-F238E27FC236}">
                <a16:creationId xmlns:a16="http://schemas.microsoft.com/office/drawing/2014/main" id="{1CC8DEC2-63BC-B8F8-ECC1-8387B86794EF}"/>
              </a:ext>
            </a:extLst>
          </p:cNvPr>
          <p:cNvSpPr txBox="1"/>
          <p:nvPr/>
        </p:nvSpPr>
        <p:spPr>
          <a:xfrm>
            <a:off x="10111319" y="4947786"/>
            <a:ext cx="36960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+mn-lt"/>
              </a:rPr>
              <a:t>Development  Sprints</a:t>
            </a:r>
            <a:endParaRPr lang="en-IN" sz="24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031" name="Rectangle: Rounded Corners 1030">
            <a:extLst>
              <a:ext uri="{FF2B5EF4-FFF2-40B4-BE49-F238E27FC236}">
                <a16:creationId xmlns:a16="http://schemas.microsoft.com/office/drawing/2014/main" id="{32763C66-9FB4-DD49-E886-0DFC6C8CBD2D}"/>
              </a:ext>
            </a:extLst>
          </p:cNvPr>
          <p:cNvSpPr/>
          <p:nvPr/>
        </p:nvSpPr>
        <p:spPr>
          <a:xfrm>
            <a:off x="16857852" y="3894299"/>
            <a:ext cx="7371680" cy="725556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32" name="TextBox 1031">
            <a:extLst>
              <a:ext uri="{FF2B5EF4-FFF2-40B4-BE49-F238E27FC236}">
                <a16:creationId xmlns:a16="http://schemas.microsoft.com/office/drawing/2014/main" id="{F73C02F7-E985-2963-F050-61ED55D860AA}"/>
              </a:ext>
            </a:extLst>
          </p:cNvPr>
          <p:cNvSpPr txBox="1"/>
          <p:nvPr/>
        </p:nvSpPr>
        <p:spPr>
          <a:xfrm>
            <a:off x="18169210" y="4026245"/>
            <a:ext cx="47489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+mn-lt"/>
              </a:rPr>
              <a:t>Production Movement Sprints</a:t>
            </a:r>
            <a:endParaRPr lang="en-IN" sz="24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033" name="Rectangle: Rounded Corners 1032">
            <a:extLst>
              <a:ext uri="{FF2B5EF4-FFF2-40B4-BE49-F238E27FC236}">
                <a16:creationId xmlns:a16="http://schemas.microsoft.com/office/drawing/2014/main" id="{67396458-52A3-2EC8-52E6-B2E03C17DC57}"/>
              </a:ext>
            </a:extLst>
          </p:cNvPr>
          <p:cNvSpPr/>
          <p:nvPr/>
        </p:nvSpPr>
        <p:spPr>
          <a:xfrm>
            <a:off x="963238" y="5654041"/>
            <a:ext cx="1921223" cy="1005840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34" name="TextBox 1033">
            <a:extLst>
              <a:ext uri="{FF2B5EF4-FFF2-40B4-BE49-F238E27FC236}">
                <a16:creationId xmlns:a16="http://schemas.microsoft.com/office/drawing/2014/main" id="{1B28B7F4-6F48-AA2E-A6FF-D12D2B165EAA}"/>
              </a:ext>
            </a:extLst>
          </p:cNvPr>
          <p:cNvSpPr txBox="1"/>
          <p:nvPr/>
        </p:nvSpPr>
        <p:spPr>
          <a:xfrm>
            <a:off x="969974" y="5864574"/>
            <a:ext cx="18504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+mn-lt"/>
              </a:rPr>
              <a:t>Requirement </a:t>
            </a:r>
          </a:p>
          <a:p>
            <a:pPr algn="ctr"/>
            <a:r>
              <a:rPr lang="en-US" sz="1600" dirty="0">
                <a:latin typeface="+mn-lt"/>
              </a:rPr>
              <a:t>Documentation</a:t>
            </a:r>
            <a:endParaRPr lang="en-IN" sz="1600" dirty="0">
              <a:latin typeface="+mn-lt"/>
            </a:endParaRPr>
          </a:p>
        </p:txBody>
      </p:sp>
      <p:sp>
        <p:nvSpPr>
          <p:cNvPr id="1039" name="Rectangle: Rounded Corners 1038">
            <a:extLst>
              <a:ext uri="{FF2B5EF4-FFF2-40B4-BE49-F238E27FC236}">
                <a16:creationId xmlns:a16="http://schemas.microsoft.com/office/drawing/2014/main" id="{812032FF-898F-D6B4-907F-9FC1438E5B6C}"/>
              </a:ext>
            </a:extLst>
          </p:cNvPr>
          <p:cNvSpPr/>
          <p:nvPr/>
        </p:nvSpPr>
        <p:spPr>
          <a:xfrm>
            <a:off x="3145274" y="5654041"/>
            <a:ext cx="1921223" cy="1005840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36" name="TextBox 1035">
            <a:extLst>
              <a:ext uri="{FF2B5EF4-FFF2-40B4-BE49-F238E27FC236}">
                <a16:creationId xmlns:a16="http://schemas.microsoft.com/office/drawing/2014/main" id="{989CE7CC-E299-B37E-0F9F-0C43408E0957}"/>
              </a:ext>
            </a:extLst>
          </p:cNvPr>
          <p:cNvSpPr txBox="1"/>
          <p:nvPr/>
        </p:nvSpPr>
        <p:spPr>
          <a:xfrm>
            <a:off x="3145274" y="5864574"/>
            <a:ext cx="19212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+mn-lt"/>
              </a:rPr>
              <a:t>INFRA PROVISIONING</a:t>
            </a:r>
          </a:p>
        </p:txBody>
      </p:sp>
      <p:sp>
        <p:nvSpPr>
          <p:cNvPr id="1040" name="Rectangle: Rounded Corners 1039">
            <a:extLst>
              <a:ext uri="{FF2B5EF4-FFF2-40B4-BE49-F238E27FC236}">
                <a16:creationId xmlns:a16="http://schemas.microsoft.com/office/drawing/2014/main" id="{850492F6-291C-C6B8-111D-D7B5FD7BED09}"/>
              </a:ext>
            </a:extLst>
          </p:cNvPr>
          <p:cNvSpPr/>
          <p:nvPr/>
        </p:nvSpPr>
        <p:spPr>
          <a:xfrm>
            <a:off x="1227019" y="6836315"/>
            <a:ext cx="1450190" cy="664254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42" name="TextBox 1041">
            <a:extLst>
              <a:ext uri="{FF2B5EF4-FFF2-40B4-BE49-F238E27FC236}">
                <a16:creationId xmlns:a16="http://schemas.microsoft.com/office/drawing/2014/main" id="{7073B757-69D9-1A1E-DF2B-B7EAA7F3B7DF}"/>
              </a:ext>
            </a:extLst>
          </p:cNvPr>
          <p:cNvSpPr txBox="1"/>
          <p:nvPr/>
        </p:nvSpPr>
        <p:spPr>
          <a:xfrm>
            <a:off x="1237210" y="6999165"/>
            <a:ext cx="14298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+mn-lt"/>
              </a:rPr>
              <a:t>Use case</a:t>
            </a:r>
            <a:endParaRPr lang="en-IN" sz="1600" dirty="0">
              <a:latin typeface="+mn-lt"/>
            </a:endParaRPr>
          </a:p>
        </p:txBody>
      </p:sp>
      <p:sp>
        <p:nvSpPr>
          <p:cNvPr id="1043" name="Rectangle: Rounded Corners 1042">
            <a:extLst>
              <a:ext uri="{FF2B5EF4-FFF2-40B4-BE49-F238E27FC236}">
                <a16:creationId xmlns:a16="http://schemas.microsoft.com/office/drawing/2014/main" id="{1986C605-BF68-9710-C8BA-10C46636229C}"/>
              </a:ext>
            </a:extLst>
          </p:cNvPr>
          <p:cNvSpPr/>
          <p:nvPr/>
        </p:nvSpPr>
        <p:spPr>
          <a:xfrm>
            <a:off x="3145275" y="6825865"/>
            <a:ext cx="1921222" cy="664254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44" name="TextBox 1043">
            <a:extLst>
              <a:ext uri="{FF2B5EF4-FFF2-40B4-BE49-F238E27FC236}">
                <a16:creationId xmlns:a16="http://schemas.microsoft.com/office/drawing/2014/main" id="{58C4CAB0-66B0-2E7B-301F-8EC273C0151B}"/>
              </a:ext>
            </a:extLst>
          </p:cNvPr>
          <p:cNvSpPr txBox="1"/>
          <p:nvPr/>
        </p:nvSpPr>
        <p:spPr>
          <a:xfrm>
            <a:off x="3181456" y="6988715"/>
            <a:ext cx="18488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+mn-lt"/>
              </a:rPr>
              <a:t>INFRASTRUCTURE </a:t>
            </a:r>
            <a:endParaRPr lang="en-IN" sz="1600" dirty="0">
              <a:latin typeface="+mn-lt"/>
            </a:endParaRPr>
          </a:p>
        </p:txBody>
      </p:sp>
      <p:cxnSp>
        <p:nvCxnSpPr>
          <p:cNvPr id="1046" name="Straight Connector 1045">
            <a:extLst>
              <a:ext uri="{FF2B5EF4-FFF2-40B4-BE49-F238E27FC236}">
                <a16:creationId xmlns:a16="http://schemas.microsoft.com/office/drawing/2014/main" id="{4FB2008B-7F66-EFB3-185C-A3189CAE367A}"/>
              </a:ext>
            </a:extLst>
          </p:cNvPr>
          <p:cNvCxnSpPr>
            <a:stCxn id="1042" idx="1"/>
          </p:cNvCxnSpPr>
          <p:nvPr/>
        </p:nvCxnSpPr>
        <p:spPr>
          <a:xfrm flipH="1">
            <a:off x="969974" y="7168442"/>
            <a:ext cx="267236" cy="75635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8" name="Straight Connector 1047">
            <a:extLst>
              <a:ext uri="{FF2B5EF4-FFF2-40B4-BE49-F238E27FC236}">
                <a16:creationId xmlns:a16="http://schemas.microsoft.com/office/drawing/2014/main" id="{41135B23-8B76-AEC7-6BA5-BCA61EAEDA11}"/>
              </a:ext>
            </a:extLst>
          </p:cNvPr>
          <p:cNvCxnSpPr>
            <a:cxnSpLocks/>
          </p:cNvCxnSpPr>
          <p:nvPr/>
        </p:nvCxnSpPr>
        <p:spPr>
          <a:xfrm>
            <a:off x="972128" y="7920990"/>
            <a:ext cx="0" cy="433197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50" name="TextBox 1049">
            <a:extLst>
              <a:ext uri="{FF2B5EF4-FFF2-40B4-BE49-F238E27FC236}">
                <a16:creationId xmlns:a16="http://schemas.microsoft.com/office/drawing/2014/main" id="{E48C2588-EC20-4667-987F-808F75147C3B}"/>
              </a:ext>
            </a:extLst>
          </p:cNvPr>
          <p:cNvSpPr txBox="1"/>
          <p:nvPr/>
        </p:nvSpPr>
        <p:spPr>
          <a:xfrm>
            <a:off x="861582" y="8614661"/>
            <a:ext cx="18504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+mn-lt"/>
              </a:rPr>
              <a:t>Activities</a:t>
            </a:r>
            <a:endParaRPr lang="en-IN" sz="1600" b="1" dirty="0">
              <a:latin typeface="+mn-lt"/>
            </a:endParaRPr>
          </a:p>
        </p:txBody>
      </p:sp>
      <p:sp>
        <p:nvSpPr>
          <p:cNvPr id="1053" name="TextBox 1052">
            <a:extLst>
              <a:ext uri="{FF2B5EF4-FFF2-40B4-BE49-F238E27FC236}">
                <a16:creationId xmlns:a16="http://schemas.microsoft.com/office/drawing/2014/main" id="{3400692B-ABEC-AFC9-85A0-EE1A73F20105}"/>
              </a:ext>
            </a:extLst>
          </p:cNvPr>
          <p:cNvSpPr txBox="1"/>
          <p:nvPr/>
        </p:nvSpPr>
        <p:spPr>
          <a:xfrm>
            <a:off x="1071881" y="8953215"/>
            <a:ext cx="15534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+mn-lt"/>
              </a:rPr>
              <a:t>Use case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+mn-lt"/>
              </a:rPr>
              <a:t>UX Design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+mn-lt"/>
              </a:rPr>
              <a:t>Review</a:t>
            </a:r>
            <a:endParaRPr lang="en-IN" sz="1600" dirty="0">
              <a:latin typeface="+mn-lt"/>
            </a:endParaRPr>
          </a:p>
        </p:txBody>
      </p:sp>
      <p:sp>
        <p:nvSpPr>
          <p:cNvPr id="1054" name="TextBox 1053">
            <a:extLst>
              <a:ext uri="{FF2B5EF4-FFF2-40B4-BE49-F238E27FC236}">
                <a16:creationId xmlns:a16="http://schemas.microsoft.com/office/drawing/2014/main" id="{25E73031-AEAE-5E43-1730-74178462A30B}"/>
              </a:ext>
            </a:extLst>
          </p:cNvPr>
          <p:cNvSpPr txBox="1"/>
          <p:nvPr/>
        </p:nvSpPr>
        <p:spPr>
          <a:xfrm>
            <a:off x="861582" y="10389392"/>
            <a:ext cx="18504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+mn-lt"/>
              </a:rPr>
              <a:t>Artifacts</a:t>
            </a:r>
            <a:endParaRPr lang="en-IN" sz="1600" b="1" dirty="0">
              <a:latin typeface="+mn-lt"/>
            </a:endParaRPr>
          </a:p>
        </p:txBody>
      </p:sp>
      <p:sp>
        <p:nvSpPr>
          <p:cNvPr id="1055" name="TextBox 1054">
            <a:extLst>
              <a:ext uri="{FF2B5EF4-FFF2-40B4-BE49-F238E27FC236}">
                <a16:creationId xmlns:a16="http://schemas.microsoft.com/office/drawing/2014/main" id="{C8D3E2DF-EC65-41B1-756C-F9D447B90146}"/>
              </a:ext>
            </a:extLst>
          </p:cNvPr>
          <p:cNvSpPr txBox="1"/>
          <p:nvPr/>
        </p:nvSpPr>
        <p:spPr>
          <a:xfrm>
            <a:off x="1071881" y="10727946"/>
            <a:ext cx="15534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+mn-lt"/>
              </a:rPr>
              <a:t>Use case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+mn-lt"/>
              </a:rPr>
              <a:t>Design Prototype</a:t>
            </a:r>
            <a:endParaRPr lang="en-IN" sz="1600" dirty="0">
              <a:latin typeface="+mn-lt"/>
            </a:endParaRPr>
          </a:p>
        </p:txBody>
      </p:sp>
      <p:cxnSp>
        <p:nvCxnSpPr>
          <p:cNvPr id="1058" name="Straight Connector 1057">
            <a:extLst>
              <a:ext uri="{FF2B5EF4-FFF2-40B4-BE49-F238E27FC236}">
                <a16:creationId xmlns:a16="http://schemas.microsoft.com/office/drawing/2014/main" id="{270146FD-5F74-8F15-7724-A311A2C77F00}"/>
              </a:ext>
            </a:extLst>
          </p:cNvPr>
          <p:cNvCxnSpPr>
            <a:cxnSpLocks/>
            <a:stCxn id="1043" idx="1"/>
          </p:cNvCxnSpPr>
          <p:nvPr/>
        </p:nvCxnSpPr>
        <p:spPr>
          <a:xfrm flipH="1">
            <a:off x="2859334" y="7157992"/>
            <a:ext cx="285941" cy="71030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9" name="Straight Connector 1058">
            <a:extLst>
              <a:ext uri="{FF2B5EF4-FFF2-40B4-BE49-F238E27FC236}">
                <a16:creationId xmlns:a16="http://schemas.microsoft.com/office/drawing/2014/main" id="{957D6881-1D79-73C8-C5A9-09BA58B00408}"/>
              </a:ext>
            </a:extLst>
          </p:cNvPr>
          <p:cNvCxnSpPr>
            <a:cxnSpLocks/>
          </p:cNvCxnSpPr>
          <p:nvPr/>
        </p:nvCxnSpPr>
        <p:spPr>
          <a:xfrm>
            <a:off x="2861488" y="7864488"/>
            <a:ext cx="0" cy="433197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60" name="TextBox 1059">
            <a:extLst>
              <a:ext uri="{FF2B5EF4-FFF2-40B4-BE49-F238E27FC236}">
                <a16:creationId xmlns:a16="http://schemas.microsoft.com/office/drawing/2014/main" id="{E08A85CB-5D0F-6336-B453-8D782F9C0431}"/>
              </a:ext>
            </a:extLst>
          </p:cNvPr>
          <p:cNvSpPr txBox="1"/>
          <p:nvPr/>
        </p:nvSpPr>
        <p:spPr>
          <a:xfrm>
            <a:off x="2750942" y="8558159"/>
            <a:ext cx="18504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+mn-lt"/>
              </a:rPr>
              <a:t>Activities</a:t>
            </a:r>
            <a:endParaRPr lang="en-IN" sz="1600" b="1" dirty="0">
              <a:latin typeface="+mn-lt"/>
            </a:endParaRPr>
          </a:p>
        </p:txBody>
      </p:sp>
      <p:sp>
        <p:nvSpPr>
          <p:cNvPr id="1061" name="TextBox 1060">
            <a:extLst>
              <a:ext uri="{FF2B5EF4-FFF2-40B4-BE49-F238E27FC236}">
                <a16:creationId xmlns:a16="http://schemas.microsoft.com/office/drawing/2014/main" id="{C807337E-AD03-9B3C-92F5-738753E43905}"/>
              </a:ext>
            </a:extLst>
          </p:cNvPr>
          <p:cNvSpPr txBox="1"/>
          <p:nvPr/>
        </p:nvSpPr>
        <p:spPr>
          <a:xfrm>
            <a:off x="2961241" y="8896713"/>
            <a:ext cx="192122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+mn-lt"/>
              </a:rPr>
              <a:t>Provision DRS infrastructure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+mn-lt"/>
              </a:rPr>
              <a:t>Provision Cross Region replication </a:t>
            </a:r>
          </a:p>
        </p:txBody>
      </p:sp>
      <p:sp>
        <p:nvSpPr>
          <p:cNvPr id="1062" name="TextBox 1061">
            <a:extLst>
              <a:ext uri="{FF2B5EF4-FFF2-40B4-BE49-F238E27FC236}">
                <a16:creationId xmlns:a16="http://schemas.microsoft.com/office/drawing/2014/main" id="{437F3BC4-284F-0F62-ABBB-55F7827DF537}"/>
              </a:ext>
            </a:extLst>
          </p:cNvPr>
          <p:cNvSpPr txBox="1"/>
          <p:nvPr/>
        </p:nvSpPr>
        <p:spPr>
          <a:xfrm>
            <a:off x="2735926" y="10403494"/>
            <a:ext cx="18504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+mn-lt"/>
              </a:rPr>
              <a:t>Artifacts</a:t>
            </a:r>
            <a:endParaRPr lang="en-IN" sz="1600" b="1" dirty="0">
              <a:latin typeface="+mn-lt"/>
            </a:endParaRPr>
          </a:p>
        </p:txBody>
      </p:sp>
      <p:sp>
        <p:nvSpPr>
          <p:cNvPr id="1063" name="TextBox 1062">
            <a:extLst>
              <a:ext uri="{FF2B5EF4-FFF2-40B4-BE49-F238E27FC236}">
                <a16:creationId xmlns:a16="http://schemas.microsoft.com/office/drawing/2014/main" id="{2AC730F9-20EA-F0FC-11EF-68E18D8C40C6}"/>
              </a:ext>
            </a:extLst>
          </p:cNvPr>
          <p:cNvSpPr txBox="1"/>
          <p:nvPr/>
        </p:nvSpPr>
        <p:spPr>
          <a:xfrm>
            <a:off x="2961241" y="10813737"/>
            <a:ext cx="185040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+mn-lt"/>
              </a:rPr>
              <a:t>Provisioned Infra and DRS setup.</a:t>
            </a:r>
          </a:p>
        </p:txBody>
      </p:sp>
      <p:sp>
        <p:nvSpPr>
          <p:cNvPr id="1065" name="Rectangle: Rounded Corners 1064">
            <a:extLst>
              <a:ext uri="{FF2B5EF4-FFF2-40B4-BE49-F238E27FC236}">
                <a16:creationId xmlns:a16="http://schemas.microsoft.com/office/drawing/2014/main" id="{6AA44668-2C62-3A49-F6CD-4EFD2CE29364}"/>
              </a:ext>
            </a:extLst>
          </p:cNvPr>
          <p:cNvSpPr/>
          <p:nvPr/>
        </p:nvSpPr>
        <p:spPr>
          <a:xfrm>
            <a:off x="5168877" y="7147562"/>
            <a:ext cx="664253" cy="510540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66" name="TextBox 1065">
            <a:extLst>
              <a:ext uri="{FF2B5EF4-FFF2-40B4-BE49-F238E27FC236}">
                <a16:creationId xmlns:a16="http://schemas.microsoft.com/office/drawing/2014/main" id="{E46927B3-26F2-A155-EC1B-4C31A3BEB602}"/>
              </a:ext>
            </a:extLst>
          </p:cNvPr>
          <p:cNvSpPr txBox="1"/>
          <p:nvPr/>
        </p:nvSpPr>
        <p:spPr>
          <a:xfrm rot="16200000">
            <a:off x="4581671" y="9469430"/>
            <a:ext cx="18386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+mn-lt"/>
              </a:rPr>
              <a:t>Iteration 2</a:t>
            </a:r>
            <a:endParaRPr lang="en-IN" sz="24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067" name="Rectangle: Rounded Corners 1066">
            <a:extLst>
              <a:ext uri="{FF2B5EF4-FFF2-40B4-BE49-F238E27FC236}">
                <a16:creationId xmlns:a16="http://schemas.microsoft.com/office/drawing/2014/main" id="{E7F05341-AB83-ED49-C62F-D5B8F5095B7B}"/>
              </a:ext>
            </a:extLst>
          </p:cNvPr>
          <p:cNvSpPr/>
          <p:nvPr/>
        </p:nvSpPr>
        <p:spPr>
          <a:xfrm>
            <a:off x="6103858" y="5654041"/>
            <a:ext cx="2537222" cy="1005840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68" name="TextBox 1067">
            <a:extLst>
              <a:ext uri="{FF2B5EF4-FFF2-40B4-BE49-F238E27FC236}">
                <a16:creationId xmlns:a16="http://schemas.microsoft.com/office/drawing/2014/main" id="{8DDAD349-7C9B-48B1-7487-B17E6E1E2805}"/>
              </a:ext>
            </a:extLst>
          </p:cNvPr>
          <p:cNvSpPr txBox="1"/>
          <p:nvPr/>
        </p:nvSpPr>
        <p:spPr>
          <a:xfrm>
            <a:off x="6411857" y="5864574"/>
            <a:ext cx="19212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+mn-lt"/>
              </a:rPr>
              <a:t>Automation Backbone</a:t>
            </a:r>
          </a:p>
        </p:txBody>
      </p:sp>
      <p:sp>
        <p:nvSpPr>
          <p:cNvPr id="1069" name="Rectangle: Rounded Corners 1068">
            <a:extLst>
              <a:ext uri="{FF2B5EF4-FFF2-40B4-BE49-F238E27FC236}">
                <a16:creationId xmlns:a16="http://schemas.microsoft.com/office/drawing/2014/main" id="{80A592D0-6992-1B90-8EA7-C02F98D979CF}"/>
              </a:ext>
            </a:extLst>
          </p:cNvPr>
          <p:cNvSpPr/>
          <p:nvPr/>
        </p:nvSpPr>
        <p:spPr>
          <a:xfrm>
            <a:off x="6271498" y="6825865"/>
            <a:ext cx="1921222" cy="664254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70" name="TextBox 1069">
            <a:extLst>
              <a:ext uri="{FF2B5EF4-FFF2-40B4-BE49-F238E27FC236}">
                <a16:creationId xmlns:a16="http://schemas.microsoft.com/office/drawing/2014/main" id="{8E085457-CD8E-4B0E-AFCD-5D3D5CD4A04D}"/>
              </a:ext>
            </a:extLst>
          </p:cNvPr>
          <p:cNvSpPr txBox="1"/>
          <p:nvPr/>
        </p:nvSpPr>
        <p:spPr>
          <a:xfrm>
            <a:off x="6321748" y="6858001"/>
            <a:ext cx="18488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+mn-lt"/>
              </a:rPr>
              <a:t>Automate with Step/Lambda</a:t>
            </a:r>
            <a:endParaRPr lang="en-IN" sz="1600" dirty="0">
              <a:latin typeface="+mn-lt"/>
            </a:endParaRPr>
          </a:p>
        </p:txBody>
      </p:sp>
      <p:cxnSp>
        <p:nvCxnSpPr>
          <p:cNvPr id="1071" name="Straight Connector 1070">
            <a:extLst>
              <a:ext uri="{FF2B5EF4-FFF2-40B4-BE49-F238E27FC236}">
                <a16:creationId xmlns:a16="http://schemas.microsoft.com/office/drawing/2014/main" id="{D6DB699D-9F0E-8922-61BC-1D5F03CA85A2}"/>
              </a:ext>
            </a:extLst>
          </p:cNvPr>
          <p:cNvCxnSpPr>
            <a:cxnSpLocks/>
            <a:stCxn id="1069" idx="1"/>
          </p:cNvCxnSpPr>
          <p:nvPr/>
        </p:nvCxnSpPr>
        <p:spPr>
          <a:xfrm flipH="1">
            <a:off x="5985557" y="7157992"/>
            <a:ext cx="285941" cy="71030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Straight Connector 1071">
            <a:extLst>
              <a:ext uri="{FF2B5EF4-FFF2-40B4-BE49-F238E27FC236}">
                <a16:creationId xmlns:a16="http://schemas.microsoft.com/office/drawing/2014/main" id="{0EA4274F-FAB1-9201-4787-EDECFA39963C}"/>
              </a:ext>
            </a:extLst>
          </p:cNvPr>
          <p:cNvCxnSpPr>
            <a:cxnSpLocks/>
          </p:cNvCxnSpPr>
          <p:nvPr/>
        </p:nvCxnSpPr>
        <p:spPr>
          <a:xfrm>
            <a:off x="5987711" y="7864488"/>
            <a:ext cx="0" cy="433197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73" name="TextBox 1072">
            <a:extLst>
              <a:ext uri="{FF2B5EF4-FFF2-40B4-BE49-F238E27FC236}">
                <a16:creationId xmlns:a16="http://schemas.microsoft.com/office/drawing/2014/main" id="{46EB7999-24DB-4A4B-5168-8C4C93DFA950}"/>
              </a:ext>
            </a:extLst>
          </p:cNvPr>
          <p:cNvSpPr txBox="1"/>
          <p:nvPr/>
        </p:nvSpPr>
        <p:spPr>
          <a:xfrm>
            <a:off x="5877165" y="8558159"/>
            <a:ext cx="18504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+mn-lt"/>
              </a:rPr>
              <a:t>Activities</a:t>
            </a:r>
            <a:endParaRPr lang="en-IN" sz="1600" b="1" dirty="0">
              <a:latin typeface="+mn-lt"/>
            </a:endParaRPr>
          </a:p>
        </p:txBody>
      </p:sp>
      <p:sp>
        <p:nvSpPr>
          <p:cNvPr id="1074" name="TextBox 1073">
            <a:extLst>
              <a:ext uri="{FF2B5EF4-FFF2-40B4-BE49-F238E27FC236}">
                <a16:creationId xmlns:a16="http://schemas.microsoft.com/office/drawing/2014/main" id="{1972B42F-110B-0684-8B32-FB3C105E4D59}"/>
              </a:ext>
            </a:extLst>
          </p:cNvPr>
          <p:cNvSpPr txBox="1"/>
          <p:nvPr/>
        </p:nvSpPr>
        <p:spPr>
          <a:xfrm>
            <a:off x="5861910" y="10450318"/>
            <a:ext cx="18504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+mn-lt"/>
              </a:rPr>
              <a:t>Artifacts</a:t>
            </a:r>
            <a:endParaRPr lang="en-IN" sz="1600" b="1" dirty="0">
              <a:latin typeface="+mn-lt"/>
            </a:endParaRPr>
          </a:p>
        </p:txBody>
      </p:sp>
      <p:sp>
        <p:nvSpPr>
          <p:cNvPr id="1075" name="TextBox 1074">
            <a:extLst>
              <a:ext uri="{FF2B5EF4-FFF2-40B4-BE49-F238E27FC236}">
                <a16:creationId xmlns:a16="http://schemas.microsoft.com/office/drawing/2014/main" id="{29556253-B3AE-C00E-89DD-80D50ABD1DED}"/>
              </a:ext>
            </a:extLst>
          </p:cNvPr>
          <p:cNvSpPr txBox="1"/>
          <p:nvPr/>
        </p:nvSpPr>
        <p:spPr>
          <a:xfrm>
            <a:off x="6189087" y="10885061"/>
            <a:ext cx="18504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+mn-lt"/>
              </a:rPr>
              <a:t>Automation Scripts</a:t>
            </a:r>
          </a:p>
        </p:txBody>
      </p:sp>
      <p:sp>
        <p:nvSpPr>
          <p:cNvPr id="1085" name="TextBox 1084">
            <a:extLst>
              <a:ext uri="{FF2B5EF4-FFF2-40B4-BE49-F238E27FC236}">
                <a16:creationId xmlns:a16="http://schemas.microsoft.com/office/drawing/2014/main" id="{9D49E1FB-4749-AE68-97F4-E4B9580F7C5C}"/>
              </a:ext>
            </a:extLst>
          </p:cNvPr>
          <p:cNvSpPr txBox="1"/>
          <p:nvPr/>
        </p:nvSpPr>
        <p:spPr>
          <a:xfrm>
            <a:off x="6018119" y="8953255"/>
            <a:ext cx="20547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+mn-lt"/>
              </a:rPr>
              <a:t>Develop Automations routine in  Aws step and lambda</a:t>
            </a:r>
          </a:p>
        </p:txBody>
      </p:sp>
      <p:sp>
        <p:nvSpPr>
          <p:cNvPr id="1086" name="Rectangle: Rounded Corners 1085">
            <a:extLst>
              <a:ext uri="{FF2B5EF4-FFF2-40B4-BE49-F238E27FC236}">
                <a16:creationId xmlns:a16="http://schemas.microsoft.com/office/drawing/2014/main" id="{DF73A4D8-E83F-7BCC-9E6B-10AF4F443DCF}"/>
              </a:ext>
            </a:extLst>
          </p:cNvPr>
          <p:cNvSpPr/>
          <p:nvPr/>
        </p:nvSpPr>
        <p:spPr>
          <a:xfrm>
            <a:off x="8766632" y="7141115"/>
            <a:ext cx="664253" cy="510540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87" name="TextBox 1086">
            <a:extLst>
              <a:ext uri="{FF2B5EF4-FFF2-40B4-BE49-F238E27FC236}">
                <a16:creationId xmlns:a16="http://schemas.microsoft.com/office/drawing/2014/main" id="{48DBB185-A37B-663D-0A76-E297DB7C4394}"/>
              </a:ext>
            </a:extLst>
          </p:cNvPr>
          <p:cNvSpPr txBox="1"/>
          <p:nvPr/>
        </p:nvSpPr>
        <p:spPr>
          <a:xfrm rot="16200000">
            <a:off x="8179426" y="9462983"/>
            <a:ext cx="18386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+mn-lt"/>
              </a:rPr>
              <a:t>Iteration 3</a:t>
            </a:r>
            <a:endParaRPr lang="en-IN" sz="24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088" name="TextBox 1087">
            <a:extLst>
              <a:ext uri="{FF2B5EF4-FFF2-40B4-BE49-F238E27FC236}">
                <a16:creationId xmlns:a16="http://schemas.microsoft.com/office/drawing/2014/main" id="{0C79B39A-4882-40DF-BDED-D514D744CCEA}"/>
              </a:ext>
            </a:extLst>
          </p:cNvPr>
          <p:cNvSpPr txBox="1"/>
          <p:nvPr/>
        </p:nvSpPr>
        <p:spPr>
          <a:xfrm>
            <a:off x="9748931" y="5879571"/>
            <a:ext cx="25144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+mn-lt"/>
              </a:rPr>
              <a:t>Implementation </a:t>
            </a:r>
          </a:p>
          <a:p>
            <a:pPr algn="ctr"/>
            <a:r>
              <a:rPr lang="en-US" sz="1600" dirty="0">
                <a:latin typeface="+mn-lt"/>
              </a:rPr>
              <a:t>IT 3 Modules</a:t>
            </a:r>
            <a:endParaRPr lang="en-IN" sz="1600" dirty="0">
              <a:latin typeface="+mn-lt"/>
            </a:endParaRPr>
          </a:p>
        </p:txBody>
      </p:sp>
      <p:sp>
        <p:nvSpPr>
          <p:cNvPr id="1089" name="Rectangle: Rounded Corners 1088">
            <a:extLst>
              <a:ext uri="{FF2B5EF4-FFF2-40B4-BE49-F238E27FC236}">
                <a16:creationId xmlns:a16="http://schemas.microsoft.com/office/drawing/2014/main" id="{70BD0D21-2CF9-99D7-84AE-CBD74BFB29C4}"/>
              </a:ext>
            </a:extLst>
          </p:cNvPr>
          <p:cNvSpPr/>
          <p:nvPr/>
        </p:nvSpPr>
        <p:spPr>
          <a:xfrm>
            <a:off x="9899733" y="6819418"/>
            <a:ext cx="1921222" cy="664254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90" name="TextBox 1089">
            <a:extLst>
              <a:ext uri="{FF2B5EF4-FFF2-40B4-BE49-F238E27FC236}">
                <a16:creationId xmlns:a16="http://schemas.microsoft.com/office/drawing/2014/main" id="{4EC08F07-8824-A786-2141-4AC020436C3C}"/>
              </a:ext>
            </a:extLst>
          </p:cNvPr>
          <p:cNvSpPr txBox="1"/>
          <p:nvPr/>
        </p:nvSpPr>
        <p:spPr>
          <a:xfrm>
            <a:off x="9935914" y="6982268"/>
            <a:ext cx="18488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+mn-lt"/>
              </a:rPr>
              <a:t>Implementation</a:t>
            </a:r>
            <a:endParaRPr lang="en-IN" sz="1600" dirty="0">
              <a:latin typeface="+mn-lt"/>
            </a:endParaRPr>
          </a:p>
        </p:txBody>
      </p:sp>
      <p:cxnSp>
        <p:nvCxnSpPr>
          <p:cNvPr id="1091" name="Straight Connector 1090">
            <a:extLst>
              <a:ext uri="{FF2B5EF4-FFF2-40B4-BE49-F238E27FC236}">
                <a16:creationId xmlns:a16="http://schemas.microsoft.com/office/drawing/2014/main" id="{4980EC7C-AABA-D808-837A-8B50FDA3996C}"/>
              </a:ext>
            </a:extLst>
          </p:cNvPr>
          <p:cNvCxnSpPr>
            <a:cxnSpLocks/>
            <a:stCxn id="1089" idx="1"/>
          </p:cNvCxnSpPr>
          <p:nvPr/>
        </p:nvCxnSpPr>
        <p:spPr>
          <a:xfrm flipH="1">
            <a:off x="9613792" y="7151545"/>
            <a:ext cx="285941" cy="71030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2" name="Straight Connector 1091">
            <a:extLst>
              <a:ext uri="{FF2B5EF4-FFF2-40B4-BE49-F238E27FC236}">
                <a16:creationId xmlns:a16="http://schemas.microsoft.com/office/drawing/2014/main" id="{FFB49B1D-8662-2C2C-3A2A-233CC413A286}"/>
              </a:ext>
            </a:extLst>
          </p:cNvPr>
          <p:cNvCxnSpPr>
            <a:cxnSpLocks/>
          </p:cNvCxnSpPr>
          <p:nvPr/>
        </p:nvCxnSpPr>
        <p:spPr>
          <a:xfrm>
            <a:off x="9615946" y="7858041"/>
            <a:ext cx="0" cy="433197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3" name="TextBox 1092">
            <a:extLst>
              <a:ext uri="{FF2B5EF4-FFF2-40B4-BE49-F238E27FC236}">
                <a16:creationId xmlns:a16="http://schemas.microsoft.com/office/drawing/2014/main" id="{762713C8-BFE1-1299-A486-9C462414F5A6}"/>
              </a:ext>
            </a:extLst>
          </p:cNvPr>
          <p:cNvSpPr txBox="1"/>
          <p:nvPr/>
        </p:nvSpPr>
        <p:spPr>
          <a:xfrm>
            <a:off x="9307280" y="8551712"/>
            <a:ext cx="18504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+mn-lt"/>
              </a:rPr>
              <a:t>Activities</a:t>
            </a:r>
            <a:endParaRPr lang="en-IN" sz="1600" b="1" dirty="0">
              <a:latin typeface="+mn-lt"/>
            </a:endParaRPr>
          </a:p>
        </p:txBody>
      </p:sp>
      <p:sp>
        <p:nvSpPr>
          <p:cNvPr id="1094" name="TextBox 1093">
            <a:extLst>
              <a:ext uri="{FF2B5EF4-FFF2-40B4-BE49-F238E27FC236}">
                <a16:creationId xmlns:a16="http://schemas.microsoft.com/office/drawing/2014/main" id="{4CE65FD2-23A4-51BF-0D04-EB34C8B222F7}"/>
              </a:ext>
            </a:extLst>
          </p:cNvPr>
          <p:cNvSpPr txBox="1"/>
          <p:nvPr/>
        </p:nvSpPr>
        <p:spPr>
          <a:xfrm>
            <a:off x="9307280" y="10326443"/>
            <a:ext cx="18504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+mn-lt"/>
              </a:rPr>
              <a:t>Artifacts</a:t>
            </a:r>
            <a:endParaRPr lang="en-IN" sz="1600" b="1" dirty="0">
              <a:latin typeface="+mn-lt"/>
            </a:endParaRPr>
          </a:p>
        </p:txBody>
      </p:sp>
      <p:sp>
        <p:nvSpPr>
          <p:cNvPr id="1095" name="TextBox 1094">
            <a:extLst>
              <a:ext uri="{FF2B5EF4-FFF2-40B4-BE49-F238E27FC236}">
                <a16:creationId xmlns:a16="http://schemas.microsoft.com/office/drawing/2014/main" id="{1B66E511-3935-EDBE-4425-E5382AD294B5}"/>
              </a:ext>
            </a:extLst>
          </p:cNvPr>
          <p:cNvSpPr txBox="1"/>
          <p:nvPr/>
        </p:nvSpPr>
        <p:spPr>
          <a:xfrm>
            <a:off x="9715699" y="10664997"/>
            <a:ext cx="18504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+mn-lt"/>
              </a:rPr>
              <a:t>IT 3 Modules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+mn-lt"/>
              </a:rPr>
              <a:t>User Guide</a:t>
            </a:r>
            <a:endParaRPr lang="en-IN" sz="1600" dirty="0">
              <a:latin typeface="+mn-lt"/>
            </a:endParaRPr>
          </a:p>
        </p:txBody>
      </p:sp>
      <p:sp>
        <p:nvSpPr>
          <p:cNvPr id="1096" name="TextBox 1095">
            <a:extLst>
              <a:ext uri="{FF2B5EF4-FFF2-40B4-BE49-F238E27FC236}">
                <a16:creationId xmlns:a16="http://schemas.microsoft.com/office/drawing/2014/main" id="{B7464B50-BAB9-4BC8-1126-344B9B735259}"/>
              </a:ext>
            </a:extLst>
          </p:cNvPr>
          <p:cNvSpPr txBox="1"/>
          <p:nvPr/>
        </p:nvSpPr>
        <p:spPr>
          <a:xfrm>
            <a:off x="9646354" y="8946808"/>
            <a:ext cx="205476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+mn-lt"/>
              </a:rPr>
              <a:t>Implement IT 3 Modules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+mn-lt"/>
              </a:rPr>
              <a:t>Deployment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+mn-lt"/>
              </a:rPr>
              <a:t>User Guide</a:t>
            </a:r>
            <a:endParaRPr lang="en-IN" sz="1600" dirty="0">
              <a:latin typeface="+mn-lt"/>
            </a:endParaRPr>
          </a:p>
        </p:txBody>
      </p:sp>
      <p:sp>
        <p:nvSpPr>
          <p:cNvPr id="1100" name="Rectangle: Rounded Corners 1099">
            <a:extLst>
              <a:ext uri="{FF2B5EF4-FFF2-40B4-BE49-F238E27FC236}">
                <a16:creationId xmlns:a16="http://schemas.microsoft.com/office/drawing/2014/main" id="{ACF65FF7-2725-8239-F6CF-95EC5C51E932}"/>
              </a:ext>
            </a:extLst>
          </p:cNvPr>
          <p:cNvSpPr/>
          <p:nvPr/>
        </p:nvSpPr>
        <p:spPr>
          <a:xfrm>
            <a:off x="13321196" y="5669038"/>
            <a:ext cx="2901869" cy="1005840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01" name="Rectangle: Rounded Corners 1100">
            <a:extLst>
              <a:ext uri="{FF2B5EF4-FFF2-40B4-BE49-F238E27FC236}">
                <a16:creationId xmlns:a16="http://schemas.microsoft.com/office/drawing/2014/main" id="{01055D35-A5A9-98EA-6D08-1308C6547CCB}"/>
              </a:ext>
            </a:extLst>
          </p:cNvPr>
          <p:cNvSpPr/>
          <p:nvPr/>
        </p:nvSpPr>
        <p:spPr>
          <a:xfrm>
            <a:off x="12386218" y="7141115"/>
            <a:ext cx="664253" cy="510540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02" name="TextBox 1101">
            <a:extLst>
              <a:ext uri="{FF2B5EF4-FFF2-40B4-BE49-F238E27FC236}">
                <a16:creationId xmlns:a16="http://schemas.microsoft.com/office/drawing/2014/main" id="{84E70FE0-F4EA-191D-42E8-7EBB3E96027F}"/>
              </a:ext>
            </a:extLst>
          </p:cNvPr>
          <p:cNvSpPr txBox="1"/>
          <p:nvPr/>
        </p:nvSpPr>
        <p:spPr>
          <a:xfrm rot="16200000">
            <a:off x="11799013" y="9462983"/>
            <a:ext cx="18386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+mn-lt"/>
              </a:rPr>
              <a:t>Iteration 4</a:t>
            </a:r>
            <a:endParaRPr lang="en-IN" sz="24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103" name="TextBox 1102">
            <a:extLst>
              <a:ext uri="{FF2B5EF4-FFF2-40B4-BE49-F238E27FC236}">
                <a16:creationId xmlns:a16="http://schemas.microsoft.com/office/drawing/2014/main" id="{7AEE7DBB-2E8A-17C2-BCED-837CCEC32CAC}"/>
              </a:ext>
            </a:extLst>
          </p:cNvPr>
          <p:cNvSpPr txBox="1"/>
          <p:nvPr/>
        </p:nvSpPr>
        <p:spPr>
          <a:xfrm>
            <a:off x="13507274" y="5858127"/>
            <a:ext cx="25144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+mn-lt"/>
              </a:rPr>
              <a:t>Implementation </a:t>
            </a:r>
          </a:p>
          <a:p>
            <a:pPr algn="ctr"/>
            <a:r>
              <a:rPr lang="en-US" sz="1600" dirty="0">
                <a:latin typeface="+mn-lt"/>
              </a:rPr>
              <a:t>IT 4 Modules</a:t>
            </a:r>
            <a:endParaRPr lang="en-IN" sz="1600" dirty="0">
              <a:latin typeface="+mn-lt"/>
            </a:endParaRPr>
          </a:p>
        </p:txBody>
      </p:sp>
      <p:sp>
        <p:nvSpPr>
          <p:cNvPr id="1104" name="Rectangle: Rounded Corners 1103">
            <a:extLst>
              <a:ext uri="{FF2B5EF4-FFF2-40B4-BE49-F238E27FC236}">
                <a16:creationId xmlns:a16="http://schemas.microsoft.com/office/drawing/2014/main" id="{CA3C5AFC-2CF2-ADDE-8A1E-05E79F44895A}"/>
              </a:ext>
            </a:extLst>
          </p:cNvPr>
          <p:cNvSpPr/>
          <p:nvPr/>
        </p:nvSpPr>
        <p:spPr>
          <a:xfrm>
            <a:off x="13519318" y="6819418"/>
            <a:ext cx="1921222" cy="664254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05" name="TextBox 1104">
            <a:extLst>
              <a:ext uri="{FF2B5EF4-FFF2-40B4-BE49-F238E27FC236}">
                <a16:creationId xmlns:a16="http://schemas.microsoft.com/office/drawing/2014/main" id="{F3201F0A-13BC-C375-D75D-6B22E1451EF3}"/>
              </a:ext>
            </a:extLst>
          </p:cNvPr>
          <p:cNvSpPr txBox="1"/>
          <p:nvPr/>
        </p:nvSpPr>
        <p:spPr>
          <a:xfrm>
            <a:off x="13555499" y="6982268"/>
            <a:ext cx="18488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+mn-lt"/>
              </a:rPr>
              <a:t>Implementation</a:t>
            </a:r>
            <a:endParaRPr lang="en-IN" sz="1600" dirty="0">
              <a:latin typeface="+mn-lt"/>
            </a:endParaRPr>
          </a:p>
        </p:txBody>
      </p:sp>
      <p:cxnSp>
        <p:nvCxnSpPr>
          <p:cNvPr id="1106" name="Straight Connector 1105">
            <a:extLst>
              <a:ext uri="{FF2B5EF4-FFF2-40B4-BE49-F238E27FC236}">
                <a16:creationId xmlns:a16="http://schemas.microsoft.com/office/drawing/2014/main" id="{D858450A-63C4-B4B7-8C56-5B62699048F5}"/>
              </a:ext>
            </a:extLst>
          </p:cNvPr>
          <p:cNvCxnSpPr>
            <a:cxnSpLocks/>
            <a:stCxn id="1104" idx="1"/>
          </p:cNvCxnSpPr>
          <p:nvPr/>
        </p:nvCxnSpPr>
        <p:spPr>
          <a:xfrm flipH="1">
            <a:off x="13233377" y="7151545"/>
            <a:ext cx="285941" cy="71030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Straight Connector 1106">
            <a:extLst>
              <a:ext uri="{FF2B5EF4-FFF2-40B4-BE49-F238E27FC236}">
                <a16:creationId xmlns:a16="http://schemas.microsoft.com/office/drawing/2014/main" id="{3AD2C5C3-B775-49D5-34AB-C0E62A4709FE}"/>
              </a:ext>
            </a:extLst>
          </p:cNvPr>
          <p:cNvCxnSpPr>
            <a:cxnSpLocks/>
          </p:cNvCxnSpPr>
          <p:nvPr/>
        </p:nvCxnSpPr>
        <p:spPr>
          <a:xfrm>
            <a:off x="13235531" y="7858041"/>
            <a:ext cx="0" cy="433197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08" name="TextBox 1107">
            <a:extLst>
              <a:ext uri="{FF2B5EF4-FFF2-40B4-BE49-F238E27FC236}">
                <a16:creationId xmlns:a16="http://schemas.microsoft.com/office/drawing/2014/main" id="{11E6DC28-C13D-273C-E4E6-CAEAB8453FBD}"/>
              </a:ext>
            </a:extLst>
          </p:cNvPr>
          <p:cNvSpPr txBox="1"/>
          <p:nvPr/>
        </p:nvSpPr>
        <p:spPr>
          <a:xfrm>
            <a:off x="12926865" y="8551712"/>
            <a:ext cx="18504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+mn-lt"/>
              </a:rPr>
              <a:t>Activities</a:t>
            </a:r>
            <a:endParaRPr lang="en-IN" sz="1600" b="1" dirty="0">
              <a:latin typeface="+mn-lt"/>
            </a:endParaRPr>
          </a:p>
        </p:txBody>
      </p:sp>
      <p:sp>
        <p:nvSpPr>
          <p:cNvPr id="1109" name="TextBox 1108">
            <a:extLst>
              <a:ext uri="{FF2B5EF4-FFF2-40B4-BE49-F238E27FC236}">
                <a16:creationId xmlns:a16="http://schemas.microsoft.com/office/drawing/2014/main" id="{80995F04-BEB8-413C-9ACC-907B5CC10FC8}"/>
              </a:ext>
            </a:extLst>
          </p:cNvPr>
          <p:cNvSpPr txBox="1"/>
          <p:nvPr/>
        </p:nvSpPr>
        <p:spPr>
          <a:xfrm>
            <a:off x="12926865" y="10326443"/>
            <a:ext cx="18504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+mn-lt"/>
              </a:rPr>
              <a:t>Artifacts</a:t>
            </a:r>
            <a:endParaRPr lang="en-IN" sz="1600" b="1" dirty="0">
              <a:latin typeface="+mn-lt"/>
            </a:endParaRPr>
          </a:p>
        </p:txBody>
      </p:sp>
      <p:sp>
        <p:nvSpPr>
          <p:cNvPr id="1110" name="TextBox 1109">
            <a:extLst>
              <a:ext uri="{FF2B5EF4-FFF2-40B4-BE49-F238E27FC236}">
                <a16:creationId xmlns:a16="http://schemas.microsoft.com/office/drawing/2014/main" id="{EB0A6497-5644-5420-055E-D2F21AC29298}"/>
              </a:ext>
            </a:extLst>
          </p:cNvPr>
          <p:cNvSpPr txBox="1"/>
          <p:nvPr/>
        </p:nvSpPr>
        <p:spPr>
          <a:xfrm>
            <a:off x="13335284" y="10664997"/>
            <a:ext cx="18504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+mn-lt"/>
              </a:rPr>
              <a:t>IT 4 Modules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+mn-lt"/>
              </a:rPr>
              <a:t>User Guide</a:t>
            </a:r>
            <a:endParaRPr lang="en-IN" sz="1600" dirty="0">
              <a:latin typeface="+mn-lt"/>
            </a:endParaRPr>
          </a:p>
        </p:txBody>
      </p:sp>
      <p:sp>
        <p:nvSpPr>
          <p:cNvPr id="1111" name="TextBox 1110">
            <a:extLst>
              <a:ext uri="{FF2B5EF4-FFF2-40B4-BE49-F238E27FC236}">
                <a16:creationId xmlns:a16="http://schemas.microsoft.com/office/drawing/2014/main" id="{91B7D2A9-89E6-625B-BB64-09774DCB3A55}"/>
              </a:ext>
            </a:extLst>
          </p:cNvPr>
          <p:cNvSpPr txBox="1"/>
          <p:nvPr/>
        </p:nvSpPr>
        <p:spPr>
          <a:xfrm>
            <a:off x="13265939" y="8946808"/>
            <a:ext cx="205476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+mn-lt"/>
              </a:rPr>
              <a:t>Implement IT 4 Modules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+mn-lt"/>
              </a:rPr>
              <a:t>Deployment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+mn-lt"/>
              </a:rPr>
              <a:t>User Guide</a:t>
            </a:r>
            <a:endParaRPr lang="en-IN" sz="1600" dirty="0">
              <a:latin typeface="+mn-lt"/>
            </a:endParaRPr>
          </a:p>
        </p:txBody>
      </p:sp>
      <p:sp>
        <p:nvSpPr>
          <p:cNvPr id="1112" name="Rectangle: Rounded Corners 1111">
            <a:extLst>
              <a:ext uri="{FF2B5EF4-FFF2-40B4-BE49-F238E27FC236}">
                <a16:creationId xmlns:a16="http://schemas.microsoft.com/office/drawing/2014/main" id="{146B1BB8-C6EB-C45D-6BCA-0000A7323A5B}"/>
              </a:ext>
            </a:extLst>
          </p:cNvPr>
          <p:cNvSpPr/>
          <p:nvPr/>
        </p:nvSpPr>
        <p:spPr>
          <a:xfrm>
            <a:off x="16225162" y="7141115"/>
            <a:ext cx="664253" cy="510540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13" name="TextBox 1112">
            <a:extLst>
              <a:ext uri="{FF2B5EF4-FFF2-40B4-BE49-F238E27FC236}">
                <a16:creationId xmlns:a16="http://schemas.microsoft.com/office/drawing/2014/main" id="{9088DA70-D8CC-AD4D-2853-BC01EC8C1959}"/>
              </a:ext>
            </a:extLst>
          </p:cNvPr>
          <p:cNvSpPr txBox="1"/>
          <p:nvPr/>
        </p:nvSpPr>
        <p:spPr>
          <a:xfrm rot="16200000">
            <a:off x="15637957" y="9462983"/>
            <a:ext cx="18386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+mn-lt"/>
              </a:rPr>
              <a:t>Iteration 5</a:t>
            </a:r>
            <a:endParaRPr lang="en-IN" sz="24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114" name="Rectangle: Rounded Corners 1113">
            <a:extLst>
              <a:ext uri="{FF2B5EF4-FFF2-40B4-BE49-F238E27FC236}">
                <a16:creationId xmlns:a16="http://schemas.microsoft.com/office/drawing/2014/main" id="{85DF2900-E7DA-0FB0-8411-B69E568790E0}"/>
              </a:ext>
            </a:extLst>
          </p:cNvPr>
          <p:cNvSpPr/>
          <p:nvPr/>
        </p:nvSpPr>
        <p:spPr>
          <a:xfrm>
            <a:off x="16896696" y="5669038"/>
            <a:ext cx="4335679" cy="1005840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15" name="TextBox 1114">
            <a:extLst>
              <a:ext uri="{FF2B5EF4-FFF2-40B4-BE49-F238E27FC236}">
                <a16:creationId xmlns:a16="http://schemas.microsoft.com/office/drawing/2014/main" id="{AD62B095-3C37-5ACF-44B7-126A9ED380DE}"/>
              </a:ext>
            </a:extLst>
          </p:cNvPr>
          <p:cNvSpPr txBox="1"/>
          <p:nvPr/>
        </p:nvSpPr>
        <p:spPr>
          <a:xfrm>
            <a:off x="17613601" y="6002681"/>
            <a:ext cx="29018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+mn-lt"/>
              </a:rPr>
              <a:t>Prod Environment Set up</a:t>
            </a:r>
            <a:endParaRPr lang="en-IN" sz="1600" dirty="0">
              <a:latin typeface="+mn-lt"/>
            </a:endParaRPr>
          </a:p>
        </p:txBody>
      </p:sp>
      <p:sp>
        <p:nvSpPr>
          <p:cNvPr id="1116" name="Rectangle: Rounded Corners 1115">
            <a:extLst>
              <a:ext uri="{FF2B5EF4-FFF2-40B4-BE49-F238E27FC236}">
                <a16:creationId xmlns:a16="http://schemas.microsoft.com/office/drawing/2014/main" id="{209DFC71-8504-0E21-D2C8-8827CABE95B8}"/>
              </a:ext>
            </a:extLst>
          </p:cNvPr>
          <p:cNvSpPr/>
          <p:nvPr/>
        </p:nvSpPr>
        <p:spPr>
          <a:xfrm>
            <a:off x="21633633" y="5669038"/>
            <a:ext cx="2514496" cy="1005840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17" name="TextBox 1116">
            <a:extLst>
              <a:ext uri="{FF2B5EF4-FFF2-40B4-BE49-F238E27FC236}">
                <a16:creationId xmlns:a16="http://schemas.microsoft.com/office/drawing/2014/main" id="{CB148F52-104E-1F30-1341-DD780538F1E3}"/>
              </a:ext>
            </a:extLst>
          </p:cNvPr>
          <p:cNvSpPr txBox="1"/>
          <p:nvPr/>
        </p:nvSpPr>
        <p:spPr>
          <a:xfrm>
            <a:off x="21633634" y="6002681"/>
            <a:ext cx="25144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+mn-lt"/>
              </a:rPr>
              <a:t>Acceptance</a:t>
            </a:r>
            <a:endParaRPr lang="en-IN" sz="1600" dirty="0">
              <a:latin typeface="+mn-lt"/>
            </a:endParaRPr>
          </a:p>
        </p:txBody>
      </p:sp>
      <p:sp>
        <p:nvSpPr>
          <p:cNvPr id="1118" name="Rectangle: Rounded Corners 1117">
            <a:extLst>
              <a:ext uri="{FF2B5EF4-FFF2-40B4-BE49-F238E27FC236}">
                <a16:creationId xmlns:a16="http://schemas.microsoft.com/office/drawing/2014/main" id="{81396F39-9153-A9CA-B1E1-2166F77F4573}"/>
              </a:ext>
            </a:extLst>
          </p:cNvPr>
          <p:cNvSpPr/>
          <p:nvPr/>
        </p:nvSpPr>
        <p:spPr>
          <a:xfrm>
            <a:off x="17322648" y="6819418"/>
            <a:ext cx="1921222" cy="664254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19" name="TextBox 1118">
            <a:extLst>
              <a:ext uri="{FF2B5EF4-FFF2-40B4-BE49-F238E27FC236}">
                <a16:creationId xmlns:a16="http://schemas.microsoft.com/office/drawing/2014/main" id="{6CA29CE1-E764-AF82-5E75-A569E248DACC}"/>
              </a:ext>
            </a:extLst>
          </p:cNvPr>
          <p:cNvSpPr txBox="1"/>
          <p:nvPr/>
        </p:nvSpPr>
        <p:spPr>
          <a:xfrm>
            <a:off x="17358829" y="6982268"/>
            <a:ext cx="18488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+mn-lt"/>
              </a:rPr>
              <a:t>Implementation</a:t>
            </a:r>
            <a:endParaRPr lang="en-IN" sz="1600" dirty="0">
              <a:latin typeface="+mn-lt"/>
            </a:endParaRPr>
          </a:p>
        </p:txBody>
      </p:sp>
      <p:cxnSp>
        <p:nvCxnSpPr>
          <p:cNvPr id="1120" name="Straight Connector 1119">
            <a:extLst>
              <a:ext uri="{FF2B5EF4-FFF2-40B4-BE49-F238E27FC236}">
                <a16:creationId xmlns:a16="http://schemas.microsoft.com/office/drawing/2014/main" id="{C27B26F0-CB5D-AC31-A77C-DEA3B23A7EF6}"/>
              </a:ext>
            </a:extLst>
          </p:cNvPr>
          <p:cNvCxnSpPr>
            <a:cxnSpLocks/>
            <a:stCxn id="1118" idx="1"/>
          </p:cNvCxnSpPr>
          <p:nvPr/>
        </p:nvCxnSpPr>
        <p:spPr>
          <a:xfrm flipH="1">
            <a:off x="17036707" y="7151545"/>
            <a:ext cx="285941" cy="71030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Straight Connector 1120">
            <a:extLst>
              <a:ext uri="{FF2B5EF4-FFF2-40B4-BE49-F238E27FC236}">
                <a16:creationId xmlns:a16="http://schemas.microsoft.com/office/drawing/2014/main" id="{0C5BEC7B-6A51-0432-3816-8B765D0A51FC}"/>
              </a:ext>
            </a:extLst>
          </p:cNvPr>
          <p:cNvCxnSpPr>
            <a:cxnSpLocks/>
          </p:cNvCxnSpPr>
          <p:nvPr/>
        </p:nvCxnSpPr>
        <p:spPr>
          <a:xfrm>
            <a:off x="17038861" y="7858041"/>
            <a:ext cx="0" cy="433197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2" name="TextBox 1121">
            <a:extLst>
              <a:ext uri="{FF2B5EF4-FFF2-40B4-BE49-F238E27FC236}">
                <a16:creationId xmlns:a16="http://schemas.microsoft.com/office/drawing/2014/main" id="{2436CDDA-22E7-6392-BBCE-C0FA3C9C3532}"/>
              </a:ext>
            </a:extLst>
          </p:cNvPr>
          <p:cNvSpPr txBox="1"/>
          <p:nvPr/>
        </p:nvSpPr>
        <p:spPr>
          <a:xfrm>
            <a:off x="16730195" y="8551712"/>
            <a:ext cx="18504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+mn-lt"/>
              </a:rPr>
              <a:t>Activities</a:t>
            </a:r>
            <a:endParaRPr lang="en-IN" sz="1600" b="1" dirty="0">
              <a:latin typeface="+mn-lt"/>
            </a:endParaRPr>
          </a:p>
        </p:txBody>
      </p:sp>
      <p:sp>
        <p:nvSpPr>
          <p:cNvPr id="1123" name="TextBox 1122">
            <a:extLst>
              <a:ext uri="{FF2B5EF4-FFF2-40B4-BE49-F238E27FC236}">
                <a16:creationId xmlns:a16="http://schemas.microsoft.com/office/drawing/2014/main" id="{C8DC7849-93FD-EF9D-A0A0-E0C17D6CF709}"/>
              </a:ext>
            </a:extLst>
          </p:cNvPr>
          <p:cNvSpPr txBox="1"/>
          <p:nvPr/>
        </p:nvSpPr>
        <p:spPr>
          <a:xfrm>
            <a:off x="16730195" y="10326443"/>
            <a:ext cx="18504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+mn-lt"/>
              </a:rPr>
              <a:t>Artifacts</a:t>
            </a:r>
            <a:endParaRPr lang="en-IN" sz="1600" b="1" dirty="0">
              <a:latin typeface="+mn-lt"/>
            </a:endParaRPr>
          </a:p>
        </p:txBody>
      </p:sp>
      <p:sp>
        <p:nvSpPr>
          <p:cNvPr id="1124" name="TextBox 1123">
            <a:extLst>
              <a:ext uri="{FF2B5EF4-FFF2-40B4-BE49-F238E27FC236}">
                <a16:creationId xmlns:a16="http://schemas.microsoft.com/office/drawing/2014/main" id="{3D214F89-2D84-B173-512B-8322F34EFB71}"/>
              </a:ext>
            </a:extLst>
          </p:cNvPr>
          <p:cNvSpPr txBox="1"/>
          <p:nvPr/>
        </p:nvSpPr>
        <p:spPr>
          <a:xfrm>
            <a:off x="17138614" y="10664997"/>
            <a:ext cx="18504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+mn-lt"/>
              </a:rPr>
              <a:t>IT 5 Modules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+mn-lt"/>
              </a:rPr>
              <a:t>User Guide</a:t>
            </a:r>
            <a:endParaRPr lang="en-IN" sz="1600" dirty="0">
              <a:latin typeface="+mn-lt"/>
            </a:endParaRPr>
          </a:p>
        </p:txBody>
      </p:sp>
      <p:sp>
        <p:nvSpPr>
          <p:cNvPr id="1125" name="TextBox 1124">
            <a:extLst>
              <a:ext uri="{FF2B5EF4-FFF2-40B4-BE49-F238E27FC236}">
                <a16:creationId xmlns:a16="http://schemas.microsoft.com/office/drawing/2014/main" id="{EC8A807E-4237-EE04-14CE-D6FFA87DB800}"/>
              </a:ext>
            </a:extLst>
          </p:cNvPr>
          <p:cNvSpPr txBox="1"/>
          <p:nvPr/>
        </p:nvSpPr>
        <p:spPr>
          <a:xfrm>
            <a:off x="17069269" y="8946808"/>
            <a:ext cx="205476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+mn-lt"/>
              </a:rPr>
              <a:t>Implement IT 5  Modules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+mn-lt"/>
              </a:rPr>
              <a:t>Feed Back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+mn-lt"/>
              </a:rPr>
              <a:t>User Guide</a:t>
            </a:r>
            <a:endParaRPr lang="en-IN" sz="1600" dirty="0">
              <a:latin typeface="+mn-lt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2186313-2B0C-618B-BBBC-3F106D60821D}"/>
              </a:ext>
            </a:extLst>
          </p:cNvPr>
          <p:cNvSpPr/>
          <p:nvPr/>
        </p:nvSpPr>
        <p:spPr>
          <a:xfrm>
            <a:off x="19791661" y="7260546"/>
            <a:ext cx="1921222" cy="664254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301F98-8090-08AD-6AD7-C5656D7E1BBD}"/>
              </a:ext>
            </a:extLst>
          </p:cNvPr>
          <p:cNvSpPr txBox="1"/>
          <p:nvPr/>
        </p:nvSpPr>
        <p:spPr>
          <a:xfrm>
            <a:off x="19827842" y="7423396"/>
            <a:ext cx="18488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+mn-lt"/>
              </a:rPr>
              <a:t>Deployment</a:t>
            </a:r>
            <a:endParaRPr lang="en-IN" sz="1600" dirty="0">
              <a:latin typeface="+mn-lt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EEDF010-F5B6-D838-E2E6-7D19690B874C}"/>
              </a:ext>
            </a:extLst>
          </p:cNvPr>
          <p:cNvCxnSpPr>
            <a:cxnSpLocks/>
            <a:stCxn id="4" idx="1"/>
          </p:cNvCxnSpPr>
          <p:nvPr/>
        </p:nvCxnSpPr>
        <p:spPr>
          <a:xfrm flipH="1">
            <a:off x="19505720" y="7592673"/>
            <a:ext cx="285941" cy="71030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2A9651E-5B81-D94F-9078-189C2B7CC77B}"/>
              </a:ext>
            </a:extLst>
          </p:cNvPr>
          <p:cNvCxnSpPr>
            <a:cxnSpLocks/>
          </p:cNvCxnSpPr>
          <p:nvPr/>
        </p:nvCxnSpPr>
        <p:spPr>
          <a:xfrm>
            <a:off x="19507874" y="8299169"/>
            <a:ext cx="0" cy="389084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CD5865F-8AA7-4CA1-3EE8-24C61A475771}"/>
              </a:ext>
            </a:extLst>
          </p:cNvPr>
          <p:cNvSpPr txBox="1"/>
          <p:nvPr/>
        </p:nvSpPr>
        <p:spPr>
          <a:xfrm>
            <a:off x="19199208" y="8992840"/>
            <a:ext cx="18504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+mn-lt"/>
              </a:rPr>
              <a:t>Activities</a:t>
            </a:r>
            <a:endParaRPr lang="en-IN" sz="1600" b="1" dirty="0">
              <a:latin typeface="+mn-lt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A9F2AF9-D520-894E-3128-1D0AD1594D18}"/>
              </a:ext>
            </a:extLst>
          </p:cNvPr>
          <p:cNvSpPr txBox="1"/>
          <p:nvPr/>
        </p:nvSpPr>
        <p:spPr>
          <a:xfrm>
            <a:off x="19199208" y="10767571"/>
            <a:ext cx="18504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+mn-lt"/>
              </a:rPr>
              <a:t>Artifacts</a:t>
            </a:r>
            <a:endParaRPr lang="en-IN" sz="1600" b="1" dirty="0">
              <a:latin typeface="+mn-lt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199B29D-3AE3-DB91-2D5D-06E66CED8529}"/>
              </a:ext>
            </a:extLst>
          </p:cNvPr>
          <p:cNvSpPr txBox="1"/>
          <p:nvPr/>
        </p:nvSpPr>
        <p:spPr>
          <a:xfrm>
            <a:off x="19607627" y="11106125"/>
            <a:ext cx="18504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+mn-lt"/>
              </a:rPr>
              <a:t>Production App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AC299E2-61F8-A153-2237-6557374C329E}"/>
              </a:ext>
            </a:extLst>
          </p:cNvPr>
          <p:cNvSpPr txBox="1"/>
          <p:nvPr/>
        </p:nvSpPr>
        <p:spPr>
          <a:xfrm>
            <a:off x="19538282" y="9387936"/>
            <a:ext cx="20547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+mn-lt"/>
              </a:rPr>
              <a:t>Deployment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+mn-lt"/>
              </a:rPr>
              <a:t>Release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+mn-lt"/>
              </a:rPr>
              <a:t>Operation</a:t>
            </a:r>
            <a:endParaRPr lang="en-IN" sz="1600" dirty="0">
              <a:latin typeface="+mn-lt"/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8217A1D8-39A5-9050-706B-FCEB87CDB8BA}"/>
              </a:ext>
            </a:extLst>
          </p:cNvPr>
          <p:cNvSpPr/>
          <p:nvPr/>
        </p:nvSpPr>
        <p:spPr>
          <a:xfrm>
            <a:off x="22232786" y="6819418"/>
            <a:ext cx="1921222" cy="664254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6492F3B-D8D6-0093-8944-8696909E0DA5}"/>
              </a:ext>
            </a:extLst>
          </p:cNvPr>
          <p:cNvSpPr txBox="1"/>
          <p:nvPr/>
        </p:nvSpPr>
        <p:spPr>
          <a:xfrm>
            <a:off x="22268967" y="6982268"/>
            <a:ext cx="18488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+mn-lt"/>
              </a:rPr>
              <a:t>Verification</a:t>
            </a:r>
            <a:endParaRPr lang="en-IN" sz="1600" dirty="0">
              <a:latin typeface="+mn-lt"/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DCEF9461-8C05-ECAF-5DA4-B8C55683D2D9}"/>
              </a:ext>
            </a:extLst>
          </p:cNvPr>
          <p:cNvCxnSpPr>
            <a:cxnSpLocks/>
            <a:stCxn id="40" idx="1"/>
          </p:cNvCxnSpPr>
          <p:nvPr/>
        </p:nvCxnSpPr>
        <p:spPr>
          <a:xfrm flipH="1">
            <a:off x="21946845" y="7151545"/>
            <a:ext cx="285941" cy="71030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EFC61A95-F4EF-2173-1596-D327D4DF0ADC}"/>
              </a:ext>
            </a:extLst>
          </p:cNvPr>
          <p:cNvCxnSpPr>
            <a:cxnSpLocks/>
          </p:cNvCxnSpPr>
          <p:nvPr/>
        </p:nvCxnSpPr>
        <p:spPr>
          <a:xfrm>
            <a:off x="21948999" y="7858041"/>
            <a:ext cx="0" cy="433197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328ED537-6664-2ACB-3E24-AFAB8BDAE5CA}"/>
              </a:ext>
            </a:extLst>
          </p:cNvPr>
          <p:cNvSpPr txBox="1"/>
          <p:nvPr/>
        </p:nvSpPr>
        <p:spPr>
          <a:xfrm>
            <a:off x="21640333" y="8551712"/>
            <a:ext cx="18504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+mn-lt"/>
              </a:rPr>
              <a:t>Activities</a:t>
            </a:r>
            <a:endParaRPr lang="en-IN" sz="1600" b="1" dirty="0">
              <a:latin typeface="+mn-lt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125057D-84BB-0C89-9691-2B2B693490EE}"/>
              </a:ext>
            </a:extLst>
          </p:cNvPr>
          <p:cNvSpPr txBox="1"/>
          <p:nvPr/>
        </p:nvSpPr>
        <p:spPr>
          <a:xfrm>
            <a:off x="21640333" y="10326443"/>
            <a:ext cx="18504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+mn-lt"/>
              </a:rPr>
              <a:t>Artifacts</a:t>
            </a:r>
            <a:endParaRPr lang="en-IN" sz="1600" b="1" dirty="0">
              <a:latin typeface="+mn-lt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53AE888-4C89-EFF1-2FBB-FCDE8962027F}"/>
              </a:ext>
            </a:extLst>
          </p:cNvPr>
          <p:cNvSpPr txBox="1"/>
          <p:nvPr/>
        </p:nvSpPr>
        <p:spPr>
          <a:xfrm>
            <a:off x="22048752" y="10664997"/>
            <a:ext cx="1850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+mn-lt"/>
              </a:rPr>
              <a:t>ATP Results</a:t>
            </a:r>
          </a:p>
        </p:txBody>
      </p:sp>
      <p:sp>
        <p:nvSpPr>
          <p:cNvPr id="1026" name="TextBox 1025">
            <a:extLst>
              <a:ext uri="{FF2B5EF4-FFF2-40B4-BE49-F238E27FC236}">
                <a16:creationId xmlns:a16="http://schemas.microsoft.com/office/drawing/2014/main" id="{E8F48C99-0F22-8FB0-616D-381B54EF9258}"/>
              </a:ext>
            </a:extLst>
          </p:cNvPr>
          <p:cNvSpPr txBox="1"/>
          <p:nvPr/>
        </p:nvSpPr>
        <p:spPr>
          <a:xfrm>
            <a:off x="21979407" y="8946808"/>
            <a:ext cx="20547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+mn-lt"/>
              </a:rPr>
              <a:t>Test/</a:t>
            </a:r>
          </a:p>
          <a:p>
            <a:r>
              <a:rPr lang="en-IN" sz="1600" dirty="0">
                <a:latin typeface="+mn-lt"/>
              </a:rPr>
              <a:t>      Change</a:t>
            </a:r>
          </a:p>
        </p:txBody>
      </p:sp>
    </p:spTree>
    <p:extLst>
      <p:ext uri="{BB962C8B-B14F-4D97-AF65-F5344CB8AC3E}">
        <p14:creationId xmlns:p14="http://schemas.microsoft.com/office/powerpoint/2010/main" val="2218254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642DEE4F-0E0B-5771-EF31-1F19CF1B4CDB}"/>
              </a:ext>
            </a:extLst>
          </p:cNvPr>
          <p:cNvCxnSpPr>
            <a:cxnSpLocks/>
          </p:cNvCxnSpPr>
          <p:nvPr/>
        </p:nvCxnSpPr>
        <p:spPr>
          <a:xfrm>
            <a:off x="2454581" y="2346161"/>
            <a:ext cx="3324585" cy="0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EDA6102C-E34F-FA77-98EF-AD9002C7CC77}"/>
              </a:ext>
            </a:extLst>
          </p:cNvPr>
          <p:cNvCxnSpPr>
            <a:cxnSpLocks/>
          </p:cNvCxnSpPr>
          <p:nvPr/>
        </p:nvCxnSpPr>
        <p:spPr>
          <a:xfrm>
            <a:off x="2471144" y="5026409"/>
            <a:ext cx="3324585" cy="0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9CDBC5C-3CA6-61B2-B5D5-11E8A4D486F9}"/>
              </a:ext>
            </a:extLst>
          </p:cNvPr>
          <p:cNvCxnSpPr>
            <a:cxnSpLocks/>
          </p:cNvCxnSpPr>
          <p:nvPr/>
        </p:nvCxnSpPr>
        <p:spPr>
          <a:xfrm>
            <a:off x="2471138" y="12768975"/>
            <a:ext cx="3324585" cy="0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5A0BD5CB-917C-11A7-3C30-FABD4CA431D3}"/>
              </a:ext>
            </a:extLst>
          </p:cNvPr>
          <p:cNvCxnSpPr>
            <a:cxnSpLocks/>
          </p:cNvCxnSpPr>
          <p:nvPr/>
        </p:nvCxnSpPr>
        <p:spPr>
          <a:xfrm>
            <a:off x="2464514" y="11112456"/>
            <a:ext cx="3324585" cy="0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D061EA9B-BD65-D982-32B8-6FBF550822AF}"/>
              </a:ext>
            </a:extLst>
          </p:cNvPr>
          <p:cNvCxnSpPr>
            <a:cxnSpLocks/>
          </p:cNvCxnSpPr>
          <p:nvPr/>
        </p:nvCxnSpPr>
        <p:spPr>
          <a:xfrm>
            <a:off x="2487707" y="8571361"/>
            <a:ext cx="3324585" cy="0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5ABAF50-206F-91D9-028A-F69C64965C1C}"/>
              </a:ext>
            </a:extLst>
          </p:cNvPr>
          <p:cNvSpPr/>
          <p:nvPr/>
        </p:nvSpPr>
        <p:spPr>
          <a:xfrm>
            <a:off x="5748827" y="11946831"/>
            <a:ext cx="17081356" cy="1400076"/>
          </a:xfrm>
          <a:prstGeom prst="roundRect">
            <a:avLst>
              <a:gd name="adj" fmla="val 8152"/>
            </a:avLst>
          </a:prstGeom>
          <a:gradFill flip="none" rotWithShape="1">
            <a:gsLst>
              <a:gs pos="0">
                <a:schemeClr val="accent1">
                  <a:lumMod val="60000"/>
                  <a:lumOff val="40000"/>
                  <a:tint val="66000"/>
                  <a:satMod val="160000"/>
                </a:schemeClr>
              </a:gs>
              <a:gs pos="50000">
                <a:schemeClr val="accent1">
                  <a:lumMod val="60000"/>
                  <a:lumOff val="40000"/>
                  <a:tint val="44500"/>
                  <a:satMod val="160000"/>
                </a:schemeClr>
              </a:gs>
              <a:gs pos="100000">
                <a:schemeClr val="accent1">
                  <a:lumMod val="60000"/>
                  <a:lumOff val="4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AFDC549-2F39-E6B3-C043-D2AD97ED7551}"/>
              </a:ext>
            </a:extLst>
          </p:cNvPr>
          <p:cNvGrpSpPr/>
          <p:nvPr/>
        </p:nvGrpSpPr>
        <p:grpSpPr>
          <a:xfrm>
            <a:off x="13174447" y="12094988"/>
            <a:ext cx="2360338" cy="1084296"/>
            <a:chOff x="1450964" y="740269"/>
            <a:chExt cx="1111137" cy="510436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0528940-13EC-2763-B8FC-ED015E960055}"/>
                </a:ext>
              </a:extLst>
            </p:cNvPr>
            <p:cNvSpPr/>
            <p:nvPr/>
          </p:nvSpPr>
          <p:spPr>
            <a:xfrm>
              <a:off x="1450964" y="740269"/>
              <a:ext cx="1064241" cy="472332"/>
            </a:xfrm>
            <a:prstGeom prst="rect">
              <a:avLst/>
            </a:prstGeom>
            <a:solidFill>
              <a:srgbClr val="FFFF00"/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118" dirty="0">
                <a:solidFill>
                  <a:schemeClr val="tx1"/>
                </a:solidFill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294A6A0-F5E7-24FE-5A22-903C01866A53}"/>
                </a:ext>
              </a:extLst>
            </p:cNvPr>
            <p:cNvSpPr/>
            <p:nvPr/>
          </p:nvSpPr>
          <p:spPr>
            <a:xfrm>
              <a:off x="1497860" y="778373"/>
              <a:ext cx="1064241" cy="472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2400" dirty="0">
                  <a:solidFill>
                    <a:schemeClr val="tx1"/>
                  </a:solidFill>
                </a:rPr>
                <a:t>DevSecOps Engineer</a:t>
              </a:r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70090748-32E7-1C6A-13E7-27D0066921BD}"/>
              </a:ext>
            </a:extLst>
          </p:cNvPr>
          <p:cNvSpPr/>
          <p:nvPr/>
        </p:nvSpPr>
        <p:spPr>
          <a:xfrm>
            <a:off x="2224838" y="1192694"/>
            <a:ext cx="240253" cy="12066103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60000"/>
                  <a:lumOff val="40000"/>
                  <a:tint val="66000"/>
                  <a:satMod val="160000"/>
                </a:schemeClr>
              </a:gs>
              <a:gs pos="50000">
                <a:schemeClr val="accent1">
                  <a:lumMod val="60000"/>
                  <a:lumOff val="40000"/>
                  <a:tint val="44500"/>
                  <a:satMod val="160000"/>
                </a:schemeClr>
              </a:gs>
              <a:gs pos="100000">
                <a:schemeClr val="accent1">
                  <a:lumMod val="60000"/>
                  <a:lumOff val="40000"/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D5D0E20-A752-313D-AE94-56017AA671A0}"/>
              </a:ext>
            </a:extLst>
          </p:cNvPr>
          <p:cNvSpPr txBox="1"/>
          <p:nvPr/>
        </p:nvSpPr>
        <p:spPr>
          <a:xfrm>
            <a:off x="2384577" y="12285442"/>
            <a:ext cx="3364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dirty="0">
                <a:latin typeface="Raleway SemiBold" pitchFamily="2" charset="0"/>
              </a:rPr>
              <a:t>DEVSECOPS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1D11213-2A12-919A-FCC6-3F4589FD6EEF}"/>
              </a:ext>
            </a:extLst>
          </p:cNvPr>
          <p:cNvSpPr txBox="1"/>
          <p:nvPr/>
        </p:nvSpPr>
        <p:spPr>
          <a:xfrm rot="16200000">
            <a:off x="-2256818" y="7295180"/>
            <a:ext cx="79054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dirty="0">
                <a:latin typeface="Raleway SemiBold" pitchFamily="2" charset="0"/>
              </a:rPr>
              <a:t>PRODUCT TEAM</a:t>
            </a:r>
          </a:p>
        </p:txBody>
      </p:sp>
      <p:sp>
        <p:nvSpPr>
          <p:cNvPr id="97" name="Rectangle: Rounded Corners 96">
            <a:extLst>
              <a:ext uri="{FF2B5EF4-FFF2-40B4-BE49-F238E27FC236}">
                <a16:creationId xmlns:a16="http://schemas.microsoft.com/office/drawing/2014/main" id="{2BD629CB-998F-AA72-D640-C77E5467B140}"/>
              </a:ext>
            </a:extLst>
          </p:cNvPr>
          <p:cNvSpPr/>
          <p:nvPr/>
        </p:nvSpPr>
        <p:spPr>
          <a:xfrm>
            <a:off x="5762081" y="10280376"/>
            <a:ext cx="17081356" cy="1400076"/>
          </a:xfrm>
          <a:prstGeom prst="roundRect">
            <a:avLst>
              <a:gd name="adj" fmla="val 8152"/>
            </a:avLst>
          </a:prstGeom>
          <a:gradFill flip="none" rotWithShape="1">
            <a:gsLst>
              <a:gs pos="0">
                <a:schemeClr val="accent1">
                  <a:lumMod val="60000"/>
                  <a:lumOff val="40000"/>
                  <a:tint val="66000"/>
                  <a:satMod val="160000"/>
                </a:schemeClr>
              </a:gs>
              <a:gs pos="50000">
                <a:schemeClr val="accent1">
                  <a:lumMod val="60000"/>
                  <a:lumOff val="40000"/>
                  <a:tint val="44500"/>
                  <a:satMod val="160000"/>
                </a:schemeClr>
              </a:gs>
              <a:gs pos="100000">
                <a:schemeClr val="accent1">
                  <a:lumMod val="60000"/>
                  <a:lumOff val="4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8278FFA-5211-1BBD-626C-D8FA43D497B1}"/>
              </a:ext>
            </a:extLst>
          </p:cNvPr>
          <p:cNvGrpSpPr/>
          <p:nvPr/>
        </p:nvGrpSpPr>
        <p:grpSpPr>
          <a:xfrm>
            <a:off x="10829481" y="10428533"/>
            <a:ext cx="2360338" cy="1084296"/>
            <a:chOff x="1450964" y="740269"/>
            <a:chExt cx="1111137" cy="510436"/>
          </a:xfrm>
        </p:grpSpPr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4F08015A-40E9-E080-F5D3-641E326C1854}"/>
                </a:ext>
              </a:extLst>
            </p:cNvPr>
            <p:cNvSpPr/>
            <p:nvPr/>
          </p:nvSpPr>
          <p:spPr>
            <a:xfrm>
              <a:off x="1450964" y="740269"/>
              <a:ext cx="1064241" cy="472332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118" dirty="0">
                <a:solidFill>
                  <a:schemeClr val="tx1"/>
                </a:solidFill>
              </a:endParaRPr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F053AEA7-CA3F-37C1-1219-9E60F517082C}"/>
                </a:ext>
              </a:extLst>
            </p:cNvPr>
            <p:cNvSpPr/>
            <p:nvPr/>
          </p:nvSpPr>
          <p:spPr>
            <a:xfrm>
              <a:off x="1497860" y="778373"/>
              <a:ext cx="1064241" cy="472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2400" dirty="0">
                  <a:solidFill>
                    <a:schemeClr val="tx1"/>
                  </a:solidFill>
                </a:rPr>
                <a:t>Test</a:t>
              </a:r>
            </a:p>
            <a:p>
              <a:pPr algn="ctr"/>
              <a:r>
                <a:rPr lang="en-IN" sz="2400" dirty="0">
                  <a:solidFill>
                    <a:schemeClr val="tx1"/>
                  </a:solidFill>
                </a:rPr>
                <a:t>Engineer</a:t>
              </a: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71E7F827-6717-D436-7584-E1D7FC01DCA1}"/>
              </a:ext>
            </a:extLst>
          </p:cNvPr>
          <p:cNvGrpSpPr/>
          <p:nvPr/>
        </p:nvGrpSpPr>
        <p:grpSpPr>
          <a:xfrm>
            <a:off x="15235820" y="10428533"/>
            <a:ext cx="2360338" cy="1084296"/>
            <a:chOff x="1450964" y="740269"/>
            <a:chExt cx="1111137" cy="510436"/>
          </a:xfrm>
        </p:grpSpPr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E53766AA-CC98-0B9C-79A4-03A0183DAD68}"/>
                </a:ext>
              </a:extLst>
            </p:cNvPr>
            <p:cNvSpPr/>
            <p:nvPr/>
          </p:nvSpPr>
          <p:spPr>
            <a:xfrm>
              <a:off x="1450964" y="740269"/>
              <a:ext cx="1064241" cy="472332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118" dirty="0">
                <a:solidFill>
                  <a:schemeClr val="tx1"/>
                </a:solidFill>
              </a:endParaRPr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A0E4055C-017F-49A2-A5CD-88EDFFF1BEEF}"/>
                </a:ext>
              </a:extLst>
            </p:cNvPr>
            <p:cNvSpPr/>
            <p:nvPr/>
          </p:nvSpPr>
          <p:spPr>
            <a:xfrm>
              <a:off x="1497860" y="778373"/>
              <a:ext cx="1064241" cy="472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2400" dirty="0">
                  <a:solidFill>
                    <a:schemeClr val="tx1"/>
                  </a:solidFill>
                </a:rPr>
                <a:t>Test</a:t>
              </a:r>
            </a:p>
            <a:p>
              <a:pPr algn="ctr"/>
              <a:r>
                <a:rPr lang="en-IN" sz="2400" dirty="0">
                  <a:solidFill>
                    <a:schemeClr val="tx1"/>
                  </a:solidFill>
                </a:rPr>
                <a:t>Engineer</a:t>
              </a:r>
            </a:p>
          </p:txBody>
        </p:sp>
      </p:grpSp>
      <p:sp>
        <p:nvSpPr>
          <p:cNvPr id="110" name="TextBox 109">
            <a:extLst>
              <a:ext uri="{FF2B5EF4-FFF2-40B4-BE49-F238E27FC236}">
                <a16:creationId xmlns:a16="http://schemas.microsoft.com/office/drawing/2014/main" id="{B9C8FCE4-3020-0D74-C6A9-C4E354191182}"/>
              </a:ext>
            </a:extLst>
          </p:cNvPr>
          <p:cNvSpPr txBox="1"/>
          <p:nvPr/>
        </p:nvSpPr>
        <p:spPr>
          <a:xfrm>
            <a:off x="2377953" y="10628923"/>
            <a:ext cx="3364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dirty="0">
                <a:latin typeface="Raleway SemiBold" pitchFamily="2" charset="0"/>
              </a:rPr>
              <a:t>TEST TEAM</a:t>
            </a:r>
          </a:p>
        </p:txBody>
      </p:sp>
      <p:sp>
        <p:nvSpPr>
          <p:cNvPr id="111" name="Rectangle: Rounded Corners 110">
            <a:extLst>
              <a:ext uri="{FF2B5EF4-FFF2-40B4-BE49-F238E27FC236}">
                <a16:creationId xmlns:a16="http://schemas.microsoft.com/office/drawing/2014/main" id="{595AB359-4E86-8943-1CB6-EE214C964576}"/>
              </a:ext>
            </a:extLst>
          </p:cNvPr>
          <p:cNvSpPr/>
          <p:nvPr/>
        </p:nvSpPr>
        <p:spPr>
          <a:xfrm>
            <a:off x="5742203" y="6738729"/>
            <a:ext cx="17101234" cy="3265323"/>
          </a:xfrm>
          <a:prstGeom prst="roundRect">
            <a:avLst>
              <a:gd name="adj" fmla="val 8152"/>
            </a:avLst>
          </a:prstGeom>
          <a:gradFill flip="none" rotWithShape="1">
            <a:gsLst>
              <a:gs pos="0">
                <a:schemeClr val="accent1">
                  <a:lumMod val="60000"/>
                  <a:lumOff val="40000"/>
                  <a:tint val="66000"/>
                  <a:satMod val="160000"/>
                </a:schemeClr>
              </a:gs>
              <a:gs pos="50000">
                <a:schemeClr val="accent1">
                  <a:lumMod val="60000"/>
                  <a:lumOff val="40000"/>
                  <a:tint val="44500"/>
                  <a:satMod val="160000"/>
                </a:schemeClr>
              </a:gs>
              <a:gs pos="100000">
                <a:schemeClr val="accent1">
                  <a:lumMod val="60000"/>
                  <a:lumOff val="4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66323A5F-4EF9-F05D-B3BD-2E9E3BD5DD32}"/>
              </a:ext>
            </a:extLst>
          </p:cNvPr>
          <p:cNvSpPr/>
          <p:nvPr/>
        </p:nvSpPr>
        <p:spPr>
          <a:xfrm>
            <a:off x="7712765" y="6738729"/>
            <a:ext cx="6380922" cy="3265323"/>
          </a:xfrm>
          <a:prstGeom prst="rect">
            <a:avLst/>
          </a:prstGeom>
          <a:ln>
            <a:noFill/>
          </a:ln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F49AB7B9-64EE-B72A-0123-58CB75DDFF87}"/>
              </a:ext>
            </a:extLst>
          </p:cNvPr>
          <p:cNvGrpSpPr/>
          <p:nvPr/>
        </p:nvGrpSpPr>
        <p:grpSpPr>
          <a:xfrm>
            <a:off x="8090922" y="7301026"/>
            <a:ext cx="2360338" cy="1084296"/>
            <a:chOff x="1450964" y="740269"/>
            <a:chExt cx="1111137" cy="510436"/>
          </a:xfrm>
        </p:grpSpPr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6539D2E1-F162-3439-587C-EBF05B3505B3}"/>
                </a:ext>
              </a:extLst>
            </p:cNvPr>
            <p:cNvSpPr/>
            <p:nvPr/>
          </p:nvSpPr>
          <p:spPr>
            <a:xfrm>
              <a:off x="1450964" y="740269"/>
              <a:ext cx="1064241" cy="47233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118" dirty="0">
                <a:solidFill>
                  <a:schemeClr val="tx1"/>
                </a:solidFill>
              </a:endParaRPr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EC1AFB2-4815-00DE-7DAB-2760E6DFB3C0}"/>
                </a:ext>
              </a:extLst>
            </p:cNvPr>
            <p:cNvSpPr/>
            <p:nvPr/>
          </p:nvSpPr>
          <p:spPr>
            <a:xfrm>
              <a:off x="1497860" y="778373"/>
              <a:ext cx="1064241" cy="472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2400" dirty="0">
                  <a:solidFill>
                    <a:schemeClr val="tx1"/>
                  </a:solidFill>
                </a:rPr>
                <a:t>Api-Lead Developer</a:t>
              </a:r>
            </a:p>
          </p:txBody>
        </p: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6728463A-9B72-2D01-FB2E-0AD6B8710D62}"/>
              </a:ext>
            </a:extLst>
          </p:cNvPr>
          <p:cNvGrpSpPr/>
          <p:nvPr/>
        </p:nvGrpSpPr>
        <p:grpSpPr>
          <a:xfrm>
            <a:off x="8090922" y="8735570"/>
            <a:ext cx="2360338" cy="1084296"/>
            <a:chOff x="1450964" y="740269"/>
            <a:chExt cx="1111137" cy="510436"/>
          </a:xfrm>
        </p:grpSpPr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8211A83E-2790-1FCF-F495-B28B81B39121}"/>
                </a:ext>
              </a:extLst>
            </p:cNvPr>
            <p:cNvSpPr/>
            <p:nvPr/>
          </p:nvSpPr>
          <p:spPr>
            <a:xfrm>
              <a:off x="1450964" y="740269"/>
              <a:ext cx="1064241" cy="47233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118" dirty="0">
                <a:solidFill>
                  <a:schemeClr val="tx1"/>
                </a:solidFill>
              </a:endParaRPr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03EBE286-9626-6BB2-9A5C-5397C95A46F0}"/>
                </a:ext>
              </a:extLst>
            </p:cNvPr>
            <p:cNvSpPr/>
            <p:nvPr/>
          </p:nvSpPr>
          <p:spPr>
            <a:xfrm>
              <a:off x="1497860" y="778373"/>
              <a:ext cx="1064241" cy="472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4</a:t>
              </a:r>
              <a:r>
                <a:rPr lang="en-US" sz="2400" dirty="0">
                  <a:solidFill>
                    <a:schemeClr val="tx1"/>
                  </a:solidFill>
                </a:rPr>
                <a:t> </a:t>
              </a:r>
              <a:r>
                <a:rPr lang="en-IN" sz="2400" dirty="0">
                  <a:solidFill>
                    <a:schemeClr val="tx1"/>
                  </a:solidFill>
                </a:rPr>
                <a:t>Api Senior</a:t>
              </a:r>
            </a:p>
            <a:p>
              <a:pPr algn="ctr"/>
              <a:r>
                <a:rPr lang="en-IN" sz="2400" dirty="0">
                  <a:solidFill>
                    <a:schemeClr val="tx1"/>
                  </a:solidFill>
                </a:rPr>
                <a:t>Developer</a:t>
              </a:r>
            </a:p>
          </p:txBody>
        </p: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679BB2D0-47B7-D2D1-AC1D-3D4C12E6D5DD}"/>
              </a:ext>
            </a:extLst>
          </p:cNvPr>
          <p:cNvGrpSpPr/>
          <p:nvPr/>
        </p:nvGrpSpPr>
        <p:grpSpPr>
          <a:xfrm>
            <a:off x="10986518" y="7301026"/>
            <a:ext cx="2360338" cy="1084296"/>
            <a:chOff x="1450964" y="740269"/>
            <a:chExt cx="1111137" cy="510436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66F4BA9F-DDA7-3632-3997-52C9D071FE73}"/>
                </a:ext>
              </a:extLst>
            </p:cNvPr>
            <p:cNvSpPr/>
            <p:nvPr/>
          </p:nvSpPr>
          <p:spPr>
            <a:xfrm>
              <a:off x="1450964" y="740269"/>
              <a:ext cx="1064241" cy="47233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118" dirty="0">
                <a:solidFill>
                  <a:schemeClr val="tx1"/>
                </a:solidFill>
              </a:endParaRPr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0376B596-7F1D-DA1D-A0B7-0A6BFE2200B8}"/>
                </a:ext>
              </a:extLst>
            </p:cNvPr>
            <p:cNvSpPr/>
            <p:nvPr/>
          </p:nvSpPr>
          <p:spPr>
            <a:xfrm>
              <a:off x="1497860" y="778373"/>
              <a:ext cx="1064241" cy="472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2400" dirty="0">
                  <a:solidFill>
                    <a:schemeClr val="tx1"/>
                  </a:solidFill>
                </a:rPr>
                <a:t>Api-Lead Developer</a:t>
              </a:r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9BBBBF21-B682-8141-EC9E-B42864EEE5BA}"/>
              </a:ext>
            </a:extLst>
          </p:cNvPr>
          <p:cNvGrpSpPr/>
          <p:nvPr/>
        </p:nvGrpSpPr>
        <p:grpSpPr>
          <a:xfrm>
            <a:off x="10986518" y="8735570"/>
            <a:ext cx="2360338" cy="1084296"/>
            <a:chOff x="1450964" y="740269"/>
            <a:chExt cx="1111137" cy="510436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E441AC09-37A8-B7B7-4E53-ACA8EC46674E}"/>
                </a:ext>
              </a:extLst>
            </p:cNvPr>
            <p:cNvSpPr/>
            <p:nvPr/>
          </p:nvSpPr>
          <p:spPr>
            <a:xfrm>
              <a:off x="1450964" y="740269"/>
              <a:ext cx="1064241" cy="47233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118" dirty="0">
                <a:solidFill>
                  <a:schemeClr val="tx1"/>
                </a:solidFill>
              </a:endParaRPr>
            </a:p>
          </p:txBody>
        </p:sp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4D6760FB-0D2D-2620-3CD3-A0EAF90A2A50}"/>
                </a:ext>
              </a:extLst>
            </p:cNvPr>
            <p:cNvSpPr/>
            <p:nvPr/>
          </p:nvSpPr>
          <p:spPr>
            <a:xfrm>
              <a:off x="1497860" y="778373"/>
              <a:ext cx="1064241" cy="472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4</a:t>
              </a:r>
              <a:r>
                <a:rPr lang="en-US" sz="2400" dirty="0">
                  <a:solidFill>
                    <a:schemeClr val="tx1"/>
                  </a:solidFill>
                </a:rPr>
                <a:t> </a:t>
              </a:r>
              <a:r>
                <a:rPr lang="en-IN" sz="2400" dirty="0">
                  <a:solidFill>
                    <a:schemeClr val="tx1"/>
                  </a:solidFill>
                </a:rPr>
                <a:t>Api Senior</a:t>
              </a:r>
            </a:p>
            <a:p>
              <a:pPr algn="ctr"/>
              <a:r>
                <a:rPr lang="en-IN" sz="2400" dirty="0">
                  <a:solidFill>
                    <a:schemeClr val="tx1"/>
                  </a:solidFill>
                </a:rPr>
                <a:t>Developer</a:t>
              </a:r>
            </a:p>
          </p:txBody>
        </p:sp>
      </p:grpSp>
      <p:sp>
        <p:nvSpPr>
          <p:cNvPr id="127" name="Rectangle 126">
            <a:extLst>
              <a:ext uri="{FF2B5EF4-FFF2-40B4-BE49-F238E27FC236}">
                <a16:creationId xmlns:a16="http://schemas.microsoft.com/office/drawing/2014/main" id="{2FA06532-37A3-F708-2030-681E5E220286}"/>
              </a:ext>
            </a:extLst>
          </p:cNvPr>
          <p:cNvSpPr/>
          <p:nvPr/>
        </p:nvSpPr>
        <p:spPr>
          <a:xfrm>
            <a:off x="15279738" y="6722166"/>
            <a:ext cx="6380922" cy="326532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2835866C-C61A-B703-2647-01EC69E0A7F6}"/>
              </a:ext>
            </a:extLst>
          </p:cNvPr>
          <p:cNvGrpSpPr/>
          <p:nvPr/>
        </p:nvGrpSpPr>
        <p:grpSpPr>
          <a:xfrm>
            <a:off x="17231595" y="7301026"/>
            <a:ext cx="2360338" cy="1084296"/>
            <a:chOff x="1450964" y="740269"/>
            <a:chExt cx="1111137" cy="510436"/>
          </a:xfrm>
        </p:grpSpPr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5F72754C-CA2E-5CC3-96B7-BD0362042ECF}"/>
                </a:ext>
              </a:extLst>
            </p:cNvPr>
            <p:cNvSpPr/>
            <p:nvPr/>
          </p:nvSpPr>
          <p:spPr>
            <a:xfrm>
              <a:off x="1450964" y="740269"/>
              <a:ext cx="1064241" cy="47233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118" dirty="0">
                <a:solidFill>
                  <a:schemeClr val="tx1"/>
                </a:solidFill>
              </a:endParaRPr>
            </a:p>
          </p:txBody>
        </p:sp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0266C624-CF09-A3A7-F57D-F8E4D0D27BB6}"/>
                </a:ext>
              </a:extLst>
            </p:cNvPr>
            <p:cNvSpPr/>
            <p:nvPr/>
          </p:nvSpPr>
          <p:spPr>
            <a:xfrm>
              <a:off x="1497860" y="778373"/>
              <a:ext cx="1064241" cy="472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2400" dirty="0">
                  <a:solidFill>
                    <a:schemeClr val="tx1"/>
                  </a:solidFill>
                </a:rPr>
                <a:t>UI-Lead Developer</a:t>
              </a:r>
            </a:p>
          </p:txBody>
        </p:sp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EE0B7179-96C8-8B58-D56F-544F25C78D3C}"/>
              </a:ext>
            </a:extLst>
          </p:cNvPr>
          <p:cNvGrpSpPr/>
          <p:nvPr/>
        </p:nvGrpSpPr>
        <p:grpSpPr>
          <a:xfrm>
            <a:off x="17261409" y="8735570"/>
            <a:ext cx="2360338" cy="1084296"/>
            <a:chOff x="1450964" y="740269"/>
            <a:chExt cx="1111137" cy="510436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F999757E-5572-8F87-83C1-DA071BBFB2BE}"/>
                </a:ext>
              </a:extLst>
            </p:cNvPr>
            <p:cNvSpPr/>
            <p:nvPr/>
          </p:nvSpPr>
          <p:spPr>
            <a:xfrm>
              <a:off x="1450964" y="740269"/>
              <a:ext cx="1064241" cy="47233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118" dirty="0">
                <a:solidFill>
                  <a:schemeClr val="tx1"/>
                </a:solidFill>
              </a:endParaRPr>
            </a:p>
          </p:txBody>
        </p: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9C46EF06-9AA6-3B3C-FC9D-D0637E8E3DC0}"/>
                </a:ext>
              </a:extLst>
            </p:cNvPr>
            <p:cNvSpPr/>
            <p:nvPr/>
          </p:nvSpPr>
          <p:spPr>
            <a:xfrm>
              <a:off x="1497860" y="778373"/>
              <a:ext cx="1064241" cy="472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2</a:t>
              </a:r>
              <a:r>
                <a:rPr lang="en-US" sz="2400" dirty="0">
                  <a:solidFill>
                    <a:schemeClr val="tx1"/>
                  </a:solidFill>
                </a:rPr>
                <a:t> </a:t>
              </a:r>
              <a:r>
                <a:rPr lang="en-IN" sz="2400" dirty="0">
                  <a:solidFill>
                    <a:schemeClr val="tx1"/>
                  </a:solidFill>
                </a:rPr>
                <a:t>UI Senior</a:t>
              </a:r>
            </a:p>
            <a:p>
              <a:pPr algn="ctr"/>
              <a:r>
                <a:rPr lang="en-IN" sz="2400" dirty="0">
                  <a:solidFill>
                    <a:schemeClr val="tx1"/>
                  </a:solidFill>
                </a:rPr>
                <a:t>Developer</a:t>
              </a:r>
            </a:p>
          </p:txBody>
        </p:sp>
      </p:grpSp>
      <p:sp>
        <p:nvSpPr>
          <p:cNvPr id="135" name="TextBox 134">
            <a:extLst>
              <a:ext uri="{FF2B5EF4-FFF2-40B4-BE49-F238E27FC236}">
                <a16:creationId xmlns:a16="http://schemas.microsoft.com/office/drawing/2014/main" id="{5749E7EC-A3C2-7DD0-C9B3-B83044846FE1}"/>
              </a:ext>
            </a:extLst>
          </p:cNvPr>
          <p:cNvSpPr txBox="1"/>
          <p:nvPr/>
        </p:nvSpPr>
        <p:spPr>
          <a:xfrm>
            <a:off x="2401146" y="8077447"/>
            <a:ext cx="3364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dirty="0">
                <a:latin typeface="Raleway SemiBold" pitchFamily="2" charset="0"/>
              </a:rPr>
              <a:t>DEV TEAM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5A759BDC-31B6-9A05-E9B0-3F9B9E201297}"/>
              </a:ext>
            </a:extLst>
          </p:cNvPr>
          <p:cNvSpPr txBox="1"/>
          <p:nvPr/>
        </p:nvSpPr>
        <p:spPr>
          <a:xfrm>
            <a:off x="7683451" y="6768572"/>
            <a:ext cx="62811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dirty="0">
                <a:solidFill>
                  <a:schemeClr val="bg1"/>
                </a:solidFill>
                <a:latin typeface="Raleway SemiBold" pitchFamily="2" charset="0"/>
              </a:rPr>
              <a:t>BACKEND – Team Size 10 Engineers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EEED981-F582-377E-05D3-07328C9ECD0A}"/>
              </a:ext>
            </a:extLst>
          </p:cNvPr>
          <p:cNvSpPr txBox="1"/>
          <p:nvPr/>
        </p:nvSpPr>
        <p:spPr>
          <a:xfrm>
            <a:off x="15399514" y="6768572"/>
            <a:ext cx="62108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dirty="0">
                <a:solidFill>
                  <a:schemeClr val="bg1"/>
                </a:solidFill>
                <a:latin typeface="Raleway SemiBold" pitchFamily="2" charset="0"/>
              </a:rPr>
              <a:t>FRONTEND – Team Size 3 Engineers</a:t>
            </a:r>
          </a:p>
        </p:txBody>
      </p:sp>
      <p:sp>
        <p:nvSpPr>
          <p:cNvPr id="138" name="Rectangle: Rounded Corners 137">
            <a:extLst>
              <a:ext uri="{FF2B5EF4-FFF2-40B4-BE49-F238E27FC236}">
                <a16:creationId xmlns:a16="http://schemas.microsoft.com/office/drawing/2014/main" id="{55DEB121-9AFB-8F9E-88E6-3AABF1C156C0}"/>
              </a:ext>
            </a:extLst>
          </p:cNvPr>
          <p:cNvSpPr/>
          <p:nvPr/>
        </p:nvSpPr>
        <p:spPr>
          <a:xfrm>
            <a:off x="5725640" y="3193777"/>
            <a:ext cx="17101234" cy="3265323"/>
          </a:xfrm>
          <a:prstGeom prst="roundRect">
            <a:avLst>
              <a:gd name="adj" fmla="val 8152"/>
            </a:avLst>
          </a:prstGeom>
          <a:gradFill flip="none" rotWithShape="1">
            <a:gsLst>
              <a:gs pos="0">
                <a:schemeClr val="accent1">
                  <a:lumMod val="60000"/>
                  <a:lumOff val="40000"/>
                  <a:tint val="66000"/>
                  <a:satMod val="160000"/>
                </a:schemeClr>
              </a:gs>
              <a:gs pos="50000">
                <a:schemeClr val="accent1">
                  <a:lumMod val="60000"/>
                  <a:lumOff val="40000"/>
                  <a:tint val="44500"/>
                  <a:satMod val="160000"/>
                </a:schemeClr>
              </a:gs>
              <a:gs pos="100000">
                <a:schemeClr val="accent1">
                  <a:lumMod val="60000"/>
                  <a:lumOff val="4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E835AF50-54A0-28C7-B365-AE81ED9BBC03}"/>
              </a:ext>
            </a:extLst>
          </p:cNvPr>
          <p:cNvGrpSpPr/>
          <p:nvPr/>
        </p:nvGrpSpPr>
        <p:grpSpPr>
          <a:xfrm>
            <a:off x="12507202" y="3497658"/>
            <a:ext cx="2360338" cy="1084296"/>
            <a:chOff x="1450964" y="740269"/>
            <a:chExt cx="1111137" cy="510436"/>
          </a:xfrm>
        </p:grpSpPr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E81A8E1D-BAD4-A9F7-654A-28B231D31F80}"/>
                </a:ext>
              </a:extLst>
            </p:cNvPr>
            <p:cNvSpPr/>
            <p:nvPr/>
          </p:nvSpPr>
          <p:spPr>
            <a:xfrm>
              <a:off x="1450964" y="740269"/>
              <a:ext cx="1064241" cy="472332"/>
            </a:xfrm>
            <a:prstGeom prst="rect">
              <a:avLst/>
            </a:prstGeom>
            <a:solidFill>
              <a:schemeClr val="accent5"/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118" dirty="0">
                <a:solidFill>
                  <a:schemeClr val="tx1"/>
                </a:solidFill>
              </a:endParaRPr>
            </a:p>
          </p:txBody>
        </p: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7D7143E4-941D-FB1E-0565-3C40911D9398}"/>
                </a:ext>
              </a:extLst>
            </p:cNvPr>
            <p:cNvSpPr/>
            <p:nvPr/>
          </p:nvSpPr>
          <p:spPr>
            <a:xfrm>
              <a:off x="1497860" y="778373"/>
              <a:ext cx="1064241" cy="472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UX Lead</a:t>
              </a:r>
            </a:p>
          </p:txBody>
        </p:sp>
      </p:grp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C3F5B68E-DA53-94B9-EAC6-E2438E6B53C3}"/>
              </a:ext>
            </a:extLst>
          </p:cNvPr>
          <p:cNvGrpSpPr/>
          <p:nvPr/>
        </p:nvGrpSpPr>
        <p:grpSpPr>
          <a:xfrm>
            <a:off x="10969955" y="5190618"/>
            <a:ext cx="2360338" cy="1084296"/>
            <a:chOff x="1450964" y="740269"/>
            <a:chExt cx="1111137" cy="510436"/>
          </a:xfrm>
        </p:grpSpPr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73FD16AF-1F19-917B-1195-A953EAA2A8E4}"/>
                </a:ext>
              </a:extLst>
            </p:cNvPr>
            <p:cNvSpPr/>
            <p:nvPr/>
          </p:nvSpPr>
          <p:spPr>
            <a:xfrm>
              <a:off x="1450964" y="740269"/>
              <a:ext cx="1064241" cy="472332"/>
            </a:xfrm>
            <a:prstGeom prst="rect">
              <a:avLst/>
            </a:prstGeom>
            <a:solidFill>
              <a:schemeClr val="accent5"/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118" dirty="0">
                <a:solidFill>
                  <a:schemeClr val="tx1"/>
                </a:solidFill>
              </a:endParaRPr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B312F2C7-88D0-0DE0-F8D1-2ABB7E54EAC0}"/>
                </a:ext>
              </a:extLst>
            </p:cNvPr>
            <p:cNvSpPr/>
            <p:nvPr/>
          </p:nvSpPr>
          <p:spPr>
            <a:xfrm>
              <a:off x="1497860" y="778373"/>
              <a:ext cx="1064241" cy="472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UX Senior</a:t>
              </a:r>
            </a:p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Engineer</a:t>
              </a:r>
              <a:endParaRPr lang="en-IN" sz="2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62" name="TextBox 161">
            <a:extLst>
              <a:ext uri="{FF2B5EF4-FFF2-40B4-BE49-F238E27FC236}">
                <a16:creationId xmlns:a16="http://schemas.microsoft.com/office/drawing/2014/main" id="{ACC94574-0D75-6DAA-76BC-62FBE7D21629}"/>
              </a:ext>
            </a:extLst>
          </p:cNvPr>
          <p:cNvSpPr txBox="1"/>
          <p:nvPr/>
        </p:nvSpPr>
        <p:spPr>
          <a:xfrm>
            <a:off x="2434278" y="4532932"/>
            <a:ext cx="3364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dirty="0">
                <a:latin typeface="Raleway SemiBold" pitchFamily="2" charset="0"/>
              </a:rPr>
              <a:t>UX TEAM</a:t>
            </a:r>
          </a:p>
        </p:txBody>
      </p: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9AD4CA5D-8AA5-6782-4EDF-969237939DB9}"/>
              </a:ext>
            </a:extLst>
          </p:cNvPr>
          <p:cNvGrpSpPr/>
          <p:nvPr/>
        </p:nvGrpSpPr>
        <p:grpSpPr>
          <a:xfrm>
            <a:off x="14054392" y="5190618"/>
            <a:ext cx="2360338" cy="1084296"/>
            <a:chOff x="1450964" y="740269"/>
            <a:chExt cx="1111137" cy="510436"/>
          </a:xfrm>
        </p:grpSpPr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B97615E3-727A-8102-EA1D-0834D4DA3CE4}"/>
                </a:ext>
              </a:extLst>
            </p:cNvPr>
            <p:cNvSpPr/>
            <p:nvPr/>
          </p:nvSpPr>
          <p:spPr>
            <a:xfrm>
              <a:off x="1450964" y="740269"/>
              <a:ext cx="1064241" cy="472332"/>
            </a:xfrm>
            <a:prstGeom prst="rect">
              <a:avLst/>
            </a:prstGeom>
            <a:solidFill>
              <a:schemeClr val="accent5"/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118" dirty="0">
                <a:solidFill>
                  <a:schemeClr val="tx1"/>
                </a:solidFill>
              </a:endParaRPr>
            </a:p>
          </p:txBody>
        </p:sp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38658DDC-F519-196A-2476-DC2A23DD4919}"/>
                </a:ext>
              </a:extLst>
            </p:cNvPr>
            <p:cNvSpPr/>
            <p:nvPr/>
          </p:nvSpPr>
          <p:spPr>
            <a:xfrm>
              <a:off x="1497860" y="778373"/>
              <a:ext cx="1064241" cy="472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UX Senior</a:t>
              </a:r>
            </a:p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Engineer</a:t>
              </a:r>
              <a:endParaRPr lang="en-IN" sz="2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68" name="Rectangle: Rounded Corners 167">
            <a:extLst>
              <a:ext uri="{FF2B5EF4-FFF2-40B4-BE49-F238E27FC236}">
                <a16:creationId xmlns:a16="http://schemas.microsoft.com/office/drawing/2014/main" id="{E51A85DC-4066-E205-E27B-90B50008F725}"/>
              </a:ext>
            </a:extLst>
          </p:cNvPr>
          <p:cNvSpPr/>
          <p:nvPr/>
        </p:nvSpPr>
        <p:spPr>
          <a:xfrm>
            <a:off x="5762080" y="1543899"/>
            <a:ext cx="17081356" cy="1400076"/>
          </a:xfrm>
          <a:prstGeom prst="roundRect">
            <a:avLst>
              <a:gd name="adj" fmla="val 8152"/>
            </a:avLst>
          </a:prstGeom>
          <a:gradFill flip="none" rotWithShape="1">
            <a:gsLst>
              <a:gs pos="0">
                <a:schemeClr val="accent1">
                  <a:lumMod val="60000"/>
                  <a:lumOff val="40000"/>
                  <a:tint val="66000"/>
                  <a:satMod val="160000"/>
                </a:schemeClr>
              </a:gs>
              <a:gs pos="50000">
                <a:schemeClr val="accent1">
                  <a:lumMod val="60000"/>
                  <a:lumOff val="40000"/>
                  <a:tint val="44500"/>
                  <a:satMod val="160000"/>
                </a:schemeClr>
              </a:gs>
              <a:gs pos="100000">
                <a:schemeClr val="accent1">
                  <a:lumMod val="60000"/>
                  <a:lumOff val="4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B4AD1FCD-E076-A627-3102-064B0F8654C8}"/>
              </a:ext>
            </a:extLst>
          </p:cNvPr>
          <p:cNvGrpSpPr/>
          <p:nvPr/>
        </p:nvGrpSpPr>
        <p:grpSpPr>
          <a:xfrm>
            <a:off x="12460819" y="1692056"/>
            <a:ext cx="2360338" cy="1084296"/>
            <a:chOff x="1450964" y="740269"/>
            <a:chExt cx="1111137" cy="510436"/>
          </a:xfrm>
        </p:grpSpPr>
        <p:sp>
          <p:nvSpPr>
            <p:cNvPr id="170" name="Rectangle 169">
              <a:extLst>
                <a:ext uri="{FF2B5EF4-FFF2-40B4-BE49-F238E27FC236}">
                  <a16:creationId xmlns:a16="http://schemas.microsoft.com/office/drawing/2014/main" id="{7CEB934B-FD12-8282-0718-CD84E9A69B53}"/>
                </a:ext>
              </a:extLst>
            </p:cNvPr>
            <p:cNvSpPr/>
            <p:nvPr/>
          </p:nvSpPr>
          <p:spPr>
            <a:xfrm>
              <a:off x="1450964" y="740269"/>
              <a:ext cx="1064241" cy="472332"/>
            </a:xfrm>
            <a:prstGeom prst="rect">
              <a:avLst/>
            </a:prstGeom>
            <a:solidFill>
              <a:srgbClr val="00B050"/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118" dirty="0">
                <a:solidFill>
                  <a:schemeClr val="tx1"/>
                </a:solidFill>
              </a:endParaRPr>
            </a:p>
          </p:txBody>
        </p:sp>
        <p:sp>
          <p:nvSpPr>
            <p:cNvPr id="171" name="Rectangle 170">
              <a:extLst>
                <a:ext uri="{FF2B5EF4-FFF2-40B4-BE49-F238E27FC236}">
                  <a16:creationId xmlns:a16="http://schemas.microsoft.com/office/drawing/2014/main" id="{8DCEA423-2410-0DE3-33A2-C84615F3B76D}"/>
                </a:ext>
              </a:extLst>
            </p:cNvPr>
            <p:cNvSpPr/>
            <p:nvPr/>
          </p:nvSpPr>
          <p:spPr>
            <a:xfrm>
              <a:off x="1497860" y="778373"/>
              <a:ext cx="1064241" cy="472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2400" dirty="0">
                  <a:solidFill>
                    <a:schemeClr val="tx1"/>
                  </a:solidFill>
                </a:rPr>
                <a:t>Scrum Master</a:t>
              </a:r>
            </a:p>
          </p:txBody>
        </p:sp>
      </p:grpSp>
      <p:sp>
        <p:nvSpPr>
          <p:cNvPr id="172" name="TextBox 171">
            <a:extLst>
              <a:ext uri="{FF2B5EF4-FFF2-40B4-BE49-F238E27FC236}">
                <a16:creationId xmlns:a16="http://schemas.microsoft.com/office/drawing/2014/main" id="{C7665D10-3038-9736-A27D-F633F24BADA8}"/>
              </a:ext>
            </a:extLst>
          </p:cNvPr>
          <p:cNvSpPr txBox="1"/>
          <p:nvPr/>
        </p:nvSpPr>
        <p:spPr>
          <a:xfrm>
            <a:off x="2397830" y="1892670"/>
            <a:ext cx="3364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dirty="0">
                <a:latin typeface="Raleway SemiBold" pitchFamily="2" charset="0"/>
              </a:rPr>
              <a:t>SCRUM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15964EF2-88A3-F4E0-12F9-ABE948FC1670}"/>
              </a:ext>
            </a:extLst>
          </p:cNvPr>
          <p:cNvSpPr txBox="1"/>
          <p:nvPr/>
        </p:nvSpPr>
        <p:spPr>
          <a:xfrm>
            <a:off x="10093630" y="324972"/>
            <a:ext cx="512320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2"/>
                </a:solidFill>
                <a:latin typeface="+mn-lt"/>
                <a:cs typeface="Poppins Medium" panose="00000600000000000000" pitchFamily="2" charset="0"/>
              </a:rPr>
              <a:t>Proposed Team</a:t>
            </a:r>
            <a:endParaRPr lang="ru-RU" sz="4800" b="1" dirty="0">
              <a:solidFill>
                <a:schemeClr val="accent2"/>
              </a:solidFill>
              <a:latin typeface="+mn-lt"/>
              <a:cs typeface="Poppins Medium" panose="00000600000000000000" pitchFamily="2" charset="0"/>
            </a:endParaRPr>
          </a:p>
        </p:txBody>
      </p: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169BF190-962A-7B66-B9D4-C1697B5B6686}"/>
              </a:ext>
            </a:extLst>
          </p:cNvPr>
          <p:cNvCxnSpPr>
            <a:cxnSpLocks/>
          </p:cNvCxnSpPr>
          <p:nvPr/>
        </p:nvCxnSpPr>
        <p:spPr>
          <a:xfrm>
            <a:off x="12079003" y="4870173"/>
            <a:ext cx="3200735" cy="0"/>
          </a:xfrm>
          <a:prstGeom prst="line">
            <a:avLst/>
          </a:prstGeom>
          <a:ln w="28575">
            <a:solidFill>
              <a:srgbClr val="9F61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E6C9F1DE-531E-5634-343E-937FE73D9815}"/>
              </a:ext>
            </a:extLst>
          </p:cNvPr>
          <p:cNvCxnSpPr>
            <a:cxnSpLocks/>
          </p:cNvCxnSpPr>
          <p:nvPr/>
        </p:nvCxnSpPr>
        <p:spPr>
          <a:xfrm>
            <a:off x="12079003" y="4873488"/>
            <a:ext cx="0" cy="393066"/>
          </a:xfrm>
          <a:prstGeom prst="line">
            <a:avLst/>
          </a:prstGeom>
          <a:ln w="28575">
            <a:solidFill>
              <a:srgbClr val="9F61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AEEF6FB1-ADF3-7509-4160-43364A9764FF}"/>
              </a:ext>
            </a:extLst>
          </p:cNvPr>
          <p:cNvCxnSpPr>
            <a:cxnSpLocks/>
          </p:cNvCxnSpPr>
          <p:nvPr/>
        </p:nvCxnSpPr>
        <p:spPr>
          <a:xfrm>
            <a:off x="15272772" y="4873488"/>
            <a:ext cx="0" cy="393066"/>
          </a:xfrm>
          <a:prstGeom prst="line">
            <a:avLst/>
          </a:prstGeom>
          <a:ln w="28575">
            <a:solidFill>
              <a:srgbClr val="9F61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D61147FA-B0E0-E8D6-8A5E-FDF209ED78E9}"/>
              </a:ext>
            </a:extLst>
          </p:cNvPr>
          <p:cNvCxnSpPr>
            <a:cxnSpLocks/>
          </p:cNvCxnSpPr>
          <p:nvPr/>
        </p:nvCxnSpPr>
        <p:spPr>
          <a:xfrm>
            <a:off x="13705703" y="4588565"/>
            <a:ext cx="0" cy="281608"/>
          </a:xfrm>
          <a:prstGeom prst="line">
            <a:avLst/>
          </a:prstGeom>
          <a:ln w="28575">
            <a:solidFill>
              <a:srgbClr val="9F61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8BA4CC19-83D0-C0B0-DCB8-CDB40F381E80}"/>
              </a:ext>
            </a:extLst>
          </p:cNvPr>
          <p:cNvCxnSpPr>
            <a:cxnSpLocks/>
          </p:cNvCxnSpPr>
          <p:nvPr/>
        </p:nvCxnSpPr>
        <p:spPr>
          <a:xfrm>
            <a:off x="9266234" y="8391930"/>
            <a:ext cx="0" cy="393066"/>
          </a:xfrm>
          <a:prstGeom prst="line">
            <a:avLst/>
          </a:prstGeom>
          <a:ln w="28575">
            <a:solidFill>
              <a:srgbClr val="9EE0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96818FE5-4FC4-DA4C-AC0B-00D2957838E1}"/>
              </a:ext>
            </a:extLst>
          </p:cNvPr>
          <p:cNvCxnSpPr>
            <a:cxnSpLocks/>
          </p:cNvCxnSpPr>
          <p:nvPr/>
        </p:nvCxnSpPr>
        <p:spPr>
          <a:xfrm>
            <a:off x="12171769" y="8391930"/>
            <a:ext cx="0" cy="393066"/>
          </a:xfrm>
          <a:prstGeom prst="line">
            <a:avLst/>
          </a:prstGeom>
          <a:ln w="28575">
            <a:solidFill>
              <a:srgbClr val="9EE0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8E8F4196-3BCD-913E-89F6-5DEB1EB9FB2F}"/>
              </a:ext>
            </a:extLst>
          </p:cNvPr>
          <p:cNvCxnSpPr>
            <a:cxnSpLocks/>
          </p:cNvCxnSpPr>
          <p:nvPr/>
        </p:nvCxnSpPr>
        <p:spPr>
          <a:xfrm>
            <a:off x="18456598" y="8391930"/>
            <a:ext cx="0" cy="393066"/>
          </a:xfrm>
          <a:prstGeom prst="line">
            <a:avLst/>
          </a:prstGeom>
          <a:ln w="28575">
            <a:solidFill>
              <a:srgbClr val="9EE0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0E8FD04-318A-EE85-EBB7-38FE229A4BDB}"/>
              </a:ext>
            </a:extLst>
          </p:cNvPr>
          <p:cNvSpPr txBox="1"/>
          <p:nvPr/>
        </p:nvSpPr>
        <p:spPr>
          <a:xfrm>
            <a:off x="6207829" y="3558910"/>
            <a:ext cx="41438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Team Size – 3 Engineers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B1579D-E0F5-B3BC-9156-9A83ADFF5C3C}"/>
              </a:ext>
            </a:extLst>
          </p:cNvPr>
          <p:cNvSpPr txBox="1"/>
          <p:nvPr/>
        </p:nvSpPr>
        <p:spPr>
          <a:xfrm>
            <a:off x="5679509" y="10437230"/>
            <a:ext cx="41438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Team Size – 2 Engineers</a:t>
            </a:r>
          </a:p>
        </p:txBody>
      </p:sp>
    </p:spTree>
    <p:extLst>
      <p:ext uri="{BB962C8B-B14F-4D97-AF65-F5344CB8AC3E}">
        <p14:creationId xmlns:p14="http://schemas.microsoft.com/office/powerpoint/2010/main" val="35257572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B6CBF93-FDED-5E20-A845-C0C6D15000DC}"/>
              </a:ext>
            </a:extLst>
          </p:cNvPr>
          <p:cNvSpPr txBox="1"/>
          <p:nvPr/>
        </p:nvSpPr>
        <p:spPr>
          <a:xfrm>
            <a:off x="7542908" y="650092"/>
            <a:ext cx="98713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2"/>
                </a:solidFill>
                <a:latin typeface="+mn-lt"/>
                <a:cs typeface="Poppins Medium" panose="00000600000000000000" pitchFamily="2" charset="0"/>
              </a:rPr>
              <a:t>Backend Bandwidth Allocation</a:t>
            </a:r>
            <a:endParaRPr lang="ru-RU" sz="4800" b="1" dirty="0">
              <a:solidFill>
                <a:schemeClr val="accent2"/>
              </a:solidFill>
              <a:latin typeface="+mn-lt"/>
              <a:cs typeface="Poppins Medium" panose="00000600000000000000" pitchFamily="2" charset="0"/>
            </a:endParaRPr>
          </a:p>
        </p:txBody>
      </p: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6BE38B70-65FD-1A31-B549-1DE85A4454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6950200"/>
              </p:ext>
            </p:extLst>
          </p:nvPr>
        </p:nvGraphicFramePr>
        <p:xfrm>
          <a:off x="1524000" y="2090984"/>
          <a:ext cx="21468081" cy="104058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914">
                  <a:extLst>
                    <a:ext uri="{9D8B030D-6E8A-4147-A177-3AD203B41FA5}">
                      <a16:colId xmlns:a16="http://schemas.microsoft.com/office/drawing/2014/main" val="1330232464"/>
                    </a:ext>
                  </a:extLst>
                </a:gridCol>
                <a:gridCol w="5152572">
                  <a:extLst>
                    <a:ext uri="{9D8B030D-6E8A-4147-A177-3AD203B41FA5}">
                      <a16:colId xmlns:a16="http://schemas.microsoft.com/office/drawing/2014/main" val="3644617438"/>
                    </a:ext>
                  </a:extLst>
                </a:gridCol>
                <a:gridCol w="10814595">
                  <a:extLst>
                    <a:ext uri="{9D8B030D-6E8A-4147-A177-3AD203B41FA5}">
                      <a16:colId xmlns:a16="http://schemas.microsoft.com/office/drawing/2014/main" val="3453447567"/>
                    </a:ext>
                  </a:extLst>
                </a:gridCol>
              </a:tblGrid>
              <a:tr h="1486545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Modules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Api Engineer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Key Activities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47481196"/>
                  </a:ext>
                </a:extLst>
              </a:tr>
              <a:tr h="1486545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CMDB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Open Api specification / Data Design +</a:t>
                      </a:r>
                    </a:p>
                    <a:p>
                      <a:pPr algn="ctr"/>
                      <a:r>
                        <a:rPr lang="en-IN" dirty="0"/>
                        <a:t>Spring Boot Api’s + GitOps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18960268"/>
                  </a:ext>
                </a:extLst>
              </a:tr>
              <a:tr h="1486545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Security/RBAC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User/Role/Group/Transaction/ Session / Authentication/ MFA / Activity Logs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99337558"/>
                  </a:ext>
                </a:extLst>
              </a:tr>
              <a:tr h="1486545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Workflow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Automation flows using Aws steps and lambdas (Golang / node / python)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6021285"/>
                  </a:ext>
                </a:extLst>
              </a:tr>
              <a:tr h="1486545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Monitoring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Write routines for continuous data collection and implements algorithms deduce SLA’s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29958047"/>
                  </a:ext>
                </a:extLst>
              </a:tr>
              <a:tr h="1486545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Analytics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Write Reports and Analytics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32010438"/>
                  </a:ext>
                </a:extLst>
              </a:tr>
              <a:tr h="1486545"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30482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99266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Default Theme">
  <a:themeElements>
    <a:clrScheme name="Scheme #1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D22FE"/>
      </a:accent1>
      <a:accent2>
        <a:srgbClr val="FF6E0F"/>
      </a:accent2>
      <a:accent3>
        <a:srgbClr val="FFD753"/>
      </a:accent3>
      <a:accent4>
        <a:srgbClr val="77E1C3"/>
      </a:accent4>
      <a:accent5>
        <a:srgbClr val="9F61F1"/>
      </a:accent5>
      <a:accent6>
        <a:srgbClr val="0DB1F8"/>
      </a:accent6>
      <a:hlink>
        <a:srgbClr val="0563C1"/>
      </a:hlink>
      <a:folHlink>
        <a:srgbClr val="954F72"/>
      </a:folHlink>
    </a:clrScheme>
    <a:fontScheme name="Corporate">
      <a:majorFont>
        <a:latin typeface="Poppins SemiBold"/>
        <a:ea typeface=""/>
        <a:cs typeface=""/>
      </a:majorFont>
      <a:minorFont>
        <a:latin typeface="Poppi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169550</TotalTime>
  <Words>425</Words>
  <Application>Microsoft Office PowerPoint</Application>
  <PresentationFormat>Custom</PresentationFormat>
  <Paragraphs>195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5" baseType="lpstr">
      <vt:lpstr>Arial</vt:lpstr>
      <vt:lpstr>Calibri</vt:lpstr>
      <vt:lpstr>Calibri Light</vt:lpstr>
      <vt:lpstr>Lato Light</vt:lpstr>
      <vt:lpstr>Poppins</vt:lpstr>
      <vt:lpstr>Poppins Light</vt:lpstr>
      <vt:lpstr>Poppins SemiBold</vt:lpstr>
      <vt:lpstr>Raleway SemiBold</vt:lpstr>
      <vt:lpstr>Roboto</vt:lpstr>
      <vt:lpstr>Default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Аларон</dc:creator>
  <cp:lastModifiedBy>Papu Bhattacharya</cp:lastModifiedBy>
  <cp:revision>10382</cp:revision>
  <dcterms:created xsi:type="dcterms:W3CDTF">2014-11-12T21:47:38Z</dcterms:created>
  <dcterms:modified xsi:type="dcterms:W3CDTF">2023-07-18T07:04:19Z</dcterms:modified>
</cp:coreProperties>
</file>