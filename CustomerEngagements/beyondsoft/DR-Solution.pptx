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8" r:id="rId2"/>
    <p:sldId id="269" r:id="rId3"/>
    <p:sldId id="270" r:id="rId4"/>
    <p:sldId id="264" r:id="rId5"/>
    <p:sldId id="262" r:id="rId6"/>
  </p:sldIdLst>
  <p:sldSz cx="24377650" cy="13716000"/>
  <p:notesSz cx="6858000" cy="9144000"/>
  <p:defaultTextStyle>
    <a:defPPr>
      <a:defRPr lang="en-US"/>
    </a:defPPr>
    <a:lvl1pPr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1pPr>
    <a:lvl2pPr marL="912813" indent="-4556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2pPr>
    <a:lvl3pPr marL="1827213" indent="-9128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3pPr>
    <a:lvl4pPr marL="2741613" indent="-13700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4pPr>
    <a:lvl5pPr marL="3656013" indent="-18272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B99E56-7DD4-48A7-A918-C544B662C52F}">
          <p14:sldIdLst>
            <p14:sldId id="268"/>
            <p14:sldId id="269"/>
            <p14:sldId id="270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813" userDrawn="1">
          <p15:clr>
            <a:srgbClr val="A4A3A4"/>
          </p15:clr>
        </p15:guide>
        <p15:guide id="2" orient="horz" pos="827" userDrawn="1">
          <p15:clr>
            <a:srgbClr val="A4A3A4"/>
          </p15:clr>
        </p15:guide>
        <p15:guide id="4" pos="14482" userDrawn="1">
          <p15:clr>
            <a:srgbClr val="A4A3A4"/>
          </p15:clr>
        </p15:guide>
        <p15:guide id="5" pos="8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E0FC"/>
    <a:srgbClr val="9F61F1"/>
    <a:srgbClr val="D9D9D9"/>
    <a:srgbClr val="E6E6E6"/>
    <a:srgbClr val="F6F3FF"/>
    <a:srgbClr val="E9E1FF"/>
    <a:srgbClr val="F2F2F2"/>
    <a:srgbClr val="FDFDFD"/>
    <a:srgbClr val="FF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3" autoAdjust="0"/>
    <p:restoredTop sz="96279" autoAdjust="0"/>
  </p:normalViewPr>
  <p:slideViewPr>
    <p:cSldViewPr snapToGrid="0" snapToObjects="1">
      <p:cViewPr varScale="1">
        <p:scale>
          <a:sx n="44" d="100"/>
          <a:sy n="44" d="100"/>
        </p:scale>
        <p:origin x="68" y="52"/>
      </p:cViewPr>
      <p:guideLst>
        <p:guide orient="horz" pos="7813"/>
        <p:guide orient="horz" pos="827"/>
        <p:guide pos="14482"/>
        <p:guide pos="829"/>
      </p:guideLst>
    </p:cSldViewPr>
  </p:slideViewPr>
  <p:outlineViewPr>
    <p:cViewPr>
      <p:scale>
        <a:sx n="33" d="100"/>
        <a:sy n="33" d="100"/>
      </p:scale>
      <p:origin x="0" y="-274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2" d="100"/>
        <a:sy n="52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4884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A3908CAB-18D1-4856-A43D-D6B68E51C1A9}" type="datetimeFigureOut">
              <a:rPr lang="ru-RU"/>
              <a:pPr>
                <a:defRPr/>
              </a:pPr>
              <a:t>15.07.2023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35EAE6DB-E82E-4377-AE0F-D0B3BE59AD35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127448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fld id="{A49E4EC9-73E2-4694-B0B4-8400B1233370}" type="datetimeFigureOut">
              <a:rPr lang="en-US"/>
              <a:pPr>
                <a:defRPr/>
              </a:pPr>
              <a:t>7/15/2023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fld id="{E03A06C9-5463-4157-95AD-15011390AC3C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70172397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1pPr>
    <a:lvl2pPr marL="9128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2pPr>
    <a:lvl3pPr marL="18272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3pPr>
    <a:lvl4pPr marL="27416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4pPr>
    <a:lvl5pPr marL="36560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5pPr>
    <a:lvl6pPr marL="4571086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5303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399520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3737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132828"/>
      </p:ext>
    </p:extLst>
  </p:cSld>
  <p:clrMapOvr>
    <a:masterClrMapping/>
  </p:clrMapOvr>
  <p:transition spd="slow" advClick="0" advTm="1000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B53DD456-4BA4-4FC2-A05A-F1434FA376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708905" y="3771649"/>
            <a:ext cx="7676256" cy="7676256"/>
          </a:xfrm>
          <a:custGeom>
            <a:avLst/>
            <a:gdLst>
              <a:gd name="connsiteX0" fmla="*/ 3293546 w 6587092"/>
              <a:gd name="connsiteY0" fmla="*/ 0 h 6587092"/>
              <a:gd name="connsiteX1" fmla="*/ 6587092 w 6587092"/>
              <a:gd name="connsiteY1" fmla="*/ 3293546 h 6587092"/>
              <a:gd name="connsiteX2" fmla="*/ 3293546 w 6587092"/>
              <a:gd name="connsiteY2" fmla="*/ 6587092 h 6587092"/>
              <a:gd name="connsiteX3" fmla="*/ 0 w 6587092"/>
              <a:gd name="connsiteY3" fmla="*/ 3293546 h 6587092"/>
              <a:gd name="connsiteX4" fmla="*/ 3293546 w 6587092"/>
              <a:gd name="connsiteY4" fmla="*/ 0 h 6587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87092" h="6587092">
                <a:moveTo>
                  <a:pt x="3293546" y="0"/>
                </a:moveTo>
                <a:cubicBezTo>
                  <a:pt x="5112522" y="0"/>
                  <a:pt x="6587092" y="1474571"/>
                  <a:pt x="6587092" y="3293546"/>
                </a:cubicBezTo>
                <a:cubicBezTo>
                  <a:pt x="6587092" y="5112521"/>
                  <a:pt x="5112522" y="6587092"/>
                  <a:pt x="3293546" y="6587092"/>
                </a:cubicBezTo>
                <a:cubicBezTo>
                  <a:pt x="1474571" y="6587092"/>
                  <a:pt x="0" y="5112521"/>
                  <a:pt x="0" y="3293546"/>
                </a:cubicBezTo>
                <a:cubicBezTo>
                  <a:pt x="0" y="1474571"/>
                  <a:pt x="1474571" y="0"/>
                  <a:pt x="3293546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52415"/>
      </p:ext>
    </p:extLst>
  </p:cSld>
  <p:clrMapOvr>
    <a:masterClrMapping/>
  </p:clrMapOvr>
  <p:transition spd="slow" advClick="0" advTm="1000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41E2D9C-0C39-4F69-AE45-05CB23F432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45948" y="3093219"/>
            <a:ext cx="7656977" cy="7656977"/>
          </a:xfrm>
          <a:custGeom>
            <a:avLst/>
            <a:gdLst>
              <a:gd name="connsiteX0" fmla="*/ 3828489 w 7656977"/>
              <a:gd name="connsiteY0" fmla="*/ 0 h 7656977"/>
              <a:gd name="connsiteX1" fmla="*/ 7656977 w 7656977"/>
              <a:gd name="connsiteY1" fmla="*/ 3828489 h 7656977"/>
              <a:gd name="connsiteX2" fmla="*/ 3828489 w 7656977"/>
              <a:gd name="connsiteY2" fmla="*/ 7656977 h 7656977"/>
              <a:gd name="connsiteX3" fmla="*/ 0 w 7656977"/>
              <a:gd name="connsiteY3" fmla="*/ 3828489 h 7656977"/>
              <a:gd name="connsiteX4" fmla="*/ 3828489 w 7656977"/>
              <a:gd name="connsiteY4" fmla="*/ 0 h 765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56977" h="7656977">
                <a:moveTo>
                  <a:pt x="3828489" y="0"/>
                </a:moveTo>
                <a:cubicBezTo>
                  <a:pt x="5942905" y="0"/>
                  <a:pt x="7656977" y="1714073"/>
                  <a:pt x="7656977" y="3828489"/>
                </a:cubicBezTo>
                <a:cubicBezTo>
                  <a:pt x="7656977" y="5942904"/>
                  <a:pt x="5942905" y="7656977"/>
                  <a:pt x="3828489" y="7656977"/>
                </a:cubicBezTo>
                <a:cubicBezTo>
                  <a:pt x="1714073" y="7656977"/>
                  <a:pt x="0" y="5942904"/>
                  <a:pt x="0" y="3828489"/>
                </a:cubicBezTo>
                <a:cubicBezTo>
                  <a:pt x="0" y="1714073"/>
                  <a:pt x="1714073" y="0"/>
                  <a:pt x="382848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9305CF9-2241-4860-9F97-BF3A021AE2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847576" y="9253693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269044"/>
      </p:ext>
    </p:extLst>
  </p:cSld>
  <p:clrMapOvr>
    <a:masterClrMapping/>
  </p:clrMapOvr>
  <p:transition spd="slow" advClick="0" advTm="1000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5E5BF4-CC61-4B71-8148-D241079E8A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079041" y="5716445"/>
            <a:ext cx="8298609" cy="7999555"/>
          </a:xfrm>
          <a:custGeom>
            <a:avLst/>
            <a:gdLst>
              <a:gd name="connsiteX0" fmla="*/ 4850571 w 8298609"/>
              <a:gd name="connsiteY0" fmla="*/ 0 h 7999555"/>
              <a:gd name="connsiteX1" fmla="*/ 8280441 w 8298609"/>
              <a:gd name="connsiteY1" fmla="*/ 1420699 h 7999555"/>
              <a:gd name="connsiteX2" fmla="*/ 8298609 w 8298609"/>
              <a:gd name="connsiteY2" fmla="*/ 1439755 h 7999555"/>
              <a:gd name="connsiteX3" fmla="*/ 8298609 w 8298609"/>
              <a:gd name="connsiteY3" fmla="*/ 7999555 h 7999555"/>
              <a:gd name="connsiteX4" fmla="*/ 1162705 w 8298609"/>
              <a:gd name="connsiteY4" fmla="*/ 7999555 h 7999555"/>
              <a:gd name="connsiteX5" fmla="*/ 1107635 w 8298609"/>
              <a:gd name="connsiteY5" fmla="*/ 7935981 h 7999555"/>
              <a:gd name="connsiteX6" fmla="*/ 0 w 8298609"/>
              <a:gd name="connsiteY6" fmla="*/ 4850569 h 7999555"/>
              <a:gd name="connsiteX7" fmla="*/ 4850571 w 8298609"/>
              <a:gd name="connsiteY7" fmla="*/ 0 h 7999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98609" h="7999555">
                <a:moveTo>
                  <a:pt x="4850571" y="0"/>
                </a:moveTo>
                <a:cubicBezTo>
                  <a:pt x="6190019" y="0"/>
                  <a:pt x="7402661" y="542919"/>
                  <a:pt x="8280441" y="1420699"/>
                </a:cubicBezTo>
                <a:lnTo>
                  <a:pt x="8298609" y="1439755"/>
                </a:lnTo>
                <a:lnTo>
                  <a:pt x="8298609" y="7999555"/>
                </a:lnTo>
                <a:lnTo>
                  <a:pt x="1162705" y="7999555"/>
                </a:lnTo>
                <a:lnTo>
                  <a:pt x="1107635" y="7935981"/>
                </a:lnTo>
                <a:cubicBezTo>
                  <a:pt x="415672" y="7097517"/>
                  <a:pt x="0" y="6022586"/>
                  <a:pt x="0" y="4850569"/>
                </a:cubicBezTo>
                <a:cubicBezTo>
                  <a:pt x="0" y="2171674"/>
                  <a:pt x="2171675" y="0"/>
                  <a:pt x="48505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699907"/>
      </p:ext>
    </p:extLst>
  </p:cSld>
  <p:clrMapOvr>
    <a:masterClrMapping/>
  </p:clrMapOvr>
  <p:transition spd="slow" advClick="0" advTm="1000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535E98D-447A-4CF4-9E4F-88CDB2C119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0686" y="9076711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04408"/>
      </p:ext>
    </p:extLst>
  </p:cSld>
  <p:clrMapOvr>
    <a:masterClrMapping/>
  </p:clrMapOvr>
  <p:transition spd="slow" advClick="0" advTm="1000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9FE983-B45C-46B1-8A95-C9979E66D9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817456"/>
      </p:ext>
    </p:extLst>
  </p:cSld>
  <p:clrMapOvr>
    <a:masterClrMapping/>
  </p:clrMapOvr>
  <p:transition spd="slow" advClick="0" advTm="1000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CA3416D-D29D-4FF1-B9D3-D2DF6510B25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" y="6588992"/>
            <a:ext cx="24377647" cy="7127008"/>
          </a:xfrm>
          <a:custGeom>
            <a:avLst/>
            <a:gdLst>
              <a:gd name="connsiteX0" fmla="*/ 0 w 24377647"/>
              <a:gd name="connsiteY0" fmla="*/ 0 h 7127008"/>
              <a:gd name="connsiteX1" fmla="*/ 211181 w 24377647"/>
              <a:gd name="connsiteY1" fmla="*/ 187389 h 7127008"/>
              <a:gd name="connsiteX2" fmla="*/ 12188826 w 24377647"/>
              <a:gd name="connsiteY2" fmla="*/ 4650509 h 7127008"/>
              <a:gd name="connsiteX3" fmla="*/ 24166471 w 24377647"/>
              <a:gd name="connsiteY3" fmla="*/ 187389 h 7127008"/>
              <a:gd name="connsiteX4" fmla="*/ 24377647 w 24377647"/>
              <a:gd name="connsiteY4" fmla="*/ 6 h 7127008"/>
              <a:gd name="connsiteX5" fmla="*/ 24377647 w 24377647"/>
              <a:gd name="connsiteY5" fmla="*/ 7127008 h 7127008"/>
              <a:gd name="connsiteX6" fmla="*/ 0 w 24377647"/>
              <a:gd name="connsiteY6" fmla="*/ 7127008 h 712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377647" h="7127008">
                <a:moveTo>
                  <a:pt x="0" y="0"/>
                </a:moveTo>
                <a:lnTo>
                  <a:pt x="211181" y="187389"/>
                </a:lnTo>
                <a:cubicBezTo>
                  <a:pt x="3421226" y="2968032"/>
                  <a:pt x="7608544" y="4650509"/>
                  <a:pt x="12188826" y="4650509"/>
                </a:cubicBezTo>
                <a:cubicBezTo>
                  <a:pt x="16769108" y="4650509"/>
                  <a:pt x="20956427" y="2968032"/>
                  <a:pt x="24166471" y="187389"/>
                </a:cubicBezTo>
                <a:lnTo>
                  <a:pt x="24377647" y="6"/>
                </a:lnTo>
                <a:lnTo>
                  <a:pt x="24377647" y="7127008"/>
                </a:lnTo>
                <a:lnTo>
                  <a:pt x="0" y="71270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848253"/>
      </p:ext>
    </p:extLst>
  </p:cSld>
  <p:clrMapOvr>
    <a:masterClrMapping/>
  </p:clrMapOvr>
  <p:transition spd="slow" advClick="0" advTm="1000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 Cho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3FDC7E2B-EFE4-4784-8F9E-612B9F6A41A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506600"/>
      </p:ext>
    </p:extLst>
  </p:cSld>
  <p:clrMapOvr>
    <a:masterClrMapping/>
  </p:clrMapOvr>
  <p:transition spd="slow" advClick="0" advTm="1000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ACDAC25C-60AC-4A60-A161-03239555D8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58479" y="6985611"/>
            <a:ext cx="6017908" cy="6017908"/>
          </a:xfrm>
          <a:custGeom>
            <a:avLst/>
            <a:gdLst>
              <a:gd name="connsiteX0" fmla="*/ 2543202 w 5086404"/>
              <a:gd name="connsiteY0" fmla="*/ 0 h 5086404"/>
              <a:gd name="connsiteX1" fmla="*/ 5086404 w 5086404"/>
              <a:gd name="connsiteY1" fmla="*/ 2543202 h 5086404"/>
              <a:gd name="connsiteX2" fmla="*/ 2543202 w 5086404"/>
              <a:gd name="connsiteY2" fmla="*/ 5086404 h 5086404"/>
              <a:gd name="connsiteX3" fmla="*/ 0 w 5086404"/>
              <a:gd name="connsiteY3" fmla="*/ 2543202 h 5086404"/>
              <a:gd name="connsiteX4" fmla="*/ 2543202 w 5086404"/>
              <a:gd name="connsiteY4" fmla="*/ 0 h 5086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86404" h="5086404">
                <a:moveTo>
                  <a:pt x="2543202" y="0"/>
                </a:moveTo>
                <a:cubicBezTo>
                  <a:pt x="3947774" y="0"/>
                  <a:pt x="5086404" y="1138630"/>
                  <a:pt x="5086404" y="2543202"/>
                </a:cubicBezTo>
                <a:cubicBezTo>
                  <a:pt x="5086404" y="3947774"/>
                  <a:pt x="3947774" y="5086404"/>
                  <a:pt x="2543202" y="5086404"/>
                </a:cubicBezTo>
                <a:cubicBezTo>
                  <a:pt x="1138630" y="5086404"/>
                  <a:pt x="0" y="3947774"/>
                  <a:pt x="0" y="2543202"/>
                </a:cubicBezTo>
                <a:cubicBezTo>
                  <a:pt x="0" y="1138630"/>
                  <a:pt x="1138630" y="0"/>
                  <a:pt x="254320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13072"/>
      </p:ext>
    </p:extLst>
  </p:cSld>
  <p:clrMapOvr>
    <a:masterClrMapping/>
  </p:clrMapOvr>
  <p:transition spd="slow" advClick="0" advTm="1000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73C6E91-4F7B-420E-8AAE-8AD5B77571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9774595"/>
            <a:ext cx="24377651" cy="3941405"/>
          </a:xfrm>
          <a:custGeom>
            <a:avLst/>
            <a:gdLst>
              <a:gd name="connsiteX0" fmla="*/ 0 w 24377651"/>
              <a:gd name="connsiteY0" fmla="*/ 0 h 3111143"/>
              <a:gd name="connsiteX1" fmla="*/ 24377651 w 24377651"/>
              <a:gd name="connsiteY1" fmla="*/ 0 h 3111143"/>
              <a:gd name="connsiteX2" fmla="*/ 24377651 w 24377651"/>
              <a:gd name="connsiteY2" fmla="*/ 3111143 h 3111143"/>
              <a:gd name="connsiteX3" fmla="*/ 10323512 w 24377651"/>
              <a:gd name="connsiteY3" fmla="*/ 3111143 h 3111143"/>
              <a:gd name="connsiteX4" fmla="*/ 4541838 w 24377651"/>
              <a:gd name="connsiteY4" fmla="*/ 3111143 h 3111143"/>
              <a:gd name="connsiteX5" fmla="*/ 0 w 24377651"/>
              <a:gd name="connsiteY5" fmla="*/ 3111143 h 3111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377651" h="3111143">
                <a:moveTo>
                  <a:pt x="0" y="0"/>
                </a:moveTo>
                <a:lnTo>
                  <a:pt x="24377651" y="0"/>
                </a:lnTo>
                <a:lnTo>
                  <a:pt x="24377651" y="3111143"/>
                </a:lnTo>
                <a:lnTo>
                  <a:pt x="10323512" y="3111143"/>
                </a:lnTo>
                <a:lnTo>
                  <a:pt x="4541838" y="3111143"/>
                </a:lnTo>
                <a:lnTo>
                  <a:pt x="0" y="311114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9C606E6-3034-4369-8F0B-ACDCA462A3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950837" y="5464174"/>
            <a:ext cx="6475976" cy="6475976"/>
          </a:xfrm>
          <a:custGeom>
            <a:avLst/>
            <a:gdLst>
              <a:gd name="connsiteX0" fmla="*/ 3237988 w 6475976"/>
              <a:gd name="connsiteY0" fmla="*/ 0 h 6475976"/>
              <a:gd name="connsiteX1" fmla="*/ 6475976 w 6475976"/>
              <a:gd name="connsiteY1" fmla="*/ 3237988 h 6475976"/>
              <a:gd name="connsiteX2" fmla="*/ 3237988 w 6475976"/>
              <a:gd name="connsiteY2" fmla="*/ 6475976 h 6475976"/>
              <a:gd name="connsiteX3" fmla="*/ 0 w 6475976"/>
              <a:gd name="connsiteY3" fmla="*/ 3237988 h 6475976"/>
              <a:gd name="connsiteX4" fmla="*/ 3237988 w 6475976"/>
              <a:gd name="connsiteY4" fmla="*/ 0 h 6475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75976" h="6475976">
                <a:moveTo>
                  <a:pt x="3237988" y="0"/>
                </a:moveTo>
                <a:cubicBezTo>
                  <a:pt x="5026279" y="0"/>
                  <a:pt x="6475976" y="1449697"/>
                  <a:pt x="6475976" y="3237988"/>
                </a:cubicBezTo>
                <a:cubicBezTo>
                  <a:pt x="6475976" y="5026279"/>
                  <a:pt x="5026279" y="6475976"/>
                  <a:pt x="3237988" y="6475976"/>
                </a:cubicBezTo>
                <a:cubicBezTo>
                  <a:pt x="1449697" y="6475976"/>
                  <a:pt x="0" y="5026279"/>
                  <a:pt x="0" y="3237988"/>
                </a:cubicBezTo>
                <a:cubicBezTo>
                  <a:pt x="0" y="1449697"/>
                  <a:pt x="1449697" y="0"/>
                  <a:pt x="3237988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093695"/>
      </p:ext>
    </p:extLst>
  </p:cSld>
  <p:clrMapOvr>
    <a:masterClrMapping/>
  </p:clrMapOvr>
  <p:transition spd="slow" advClick="0" advTm="1000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7C900C1-ED5E-4A22-A88A-DAA9FBF63F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259816" y="8937526"/>
            <a:ext cx="10691587" cy="4778474"/>
          </a:xfrm>
          <a:custGeom>
            <a:avLst/>
            <a:gdLst>
              <a:gd name="connsiteX0" fmla="*/ 5345793 w 10691587"/>
              <a:gd name="connsiteY0" fmla="*/ 0 h 4778474"/>
              <a:gd name="connsiteX1" fmla="*/ 10672008 w 10691587"/>
              <a:gd name="connsiteY1" fmla="*/ 4582270 h 4778474"/>
              <a:gd name="connsiteX2" fmla="*/ 10691587 w 10691587"/>
              <a:gd name="connsiteY2" fmla="*/ 4778474 h 4778474"/>
              <a:gd name="connsiteX3" fmla="*/ 0 w 10691587"/>
              <a:gd name="connsiteY3" fmla="*/ 4778474 h 4778474"/>
              <a:gd name="connsiteX4" fmla="*/ 19578 w 10691587"/>
              <a:gd name="connsiteY4" fmla="*/ 4582270 h 4778474"/>
              <a:gd name="connsiteX5" fmla="*/ 5345793 w 10691587"/>
              <a:gd name="connsiteY5" fmla="*/ 0 h 4778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691587" h="4778474">
                <a:moveTo>
                  <a:pt x="5345793" y="0"/>
                </a:moveTo>
                <a:cubicBezTo>
                  <a:pt x="8047211" y="0"/>
                  <a:pt x="10284094" y="1988902"/>
                  <a:pt x="10672008" y="4582270"/>
                </a:cubicBezTo>
                <a:lnTo>
                  <a:pt x="10691587" y="4778474"/>
                </a:lnTo>
                <a:lnTo>
                  <a:pt x="0" y="4778474"/>
                </a:lnTo>
                <a:lnTo>
                  <a:pt x="19578" y="4582270"/>
                </a:lnTo>
                <a:cubicBezTo>
                  <a:pt x="407492" y="1988902"/>
                  <a:pt x="2644377" y="0"/>
                  <a:pt x="534579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1704812"/>
      </p:ext>
    </p:extLst>
  </p:cSld>
  <p:clrMapOvr>
    <a:masterClrMapping/>
  </p:clrMapOvr>
  <p:transition spd="slow" advClick="0" advTm="1000">
    <p:push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482BAD0-DBFD-40A1-BC7E-AFDB365040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79152" y="120669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536655"/>
      </p:ext>
    </p:extLst>
  </p:cSld>
  <p:clrMapOvr>
    <a:masterClrMapping/>
  </p:clrMapOvr>
  <p:transition spd="slow" advClick="0" advTm="1000">
    <p:push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98809C4-F655-47F8-ACAB-29E67B6CF28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24377650" cy="13716000"/>
          </a:xfrm>
          <a:custGeom>
            <a:avLst/>
            <a:gdLst>
              <a:gd name="connsiteX0" fmla="*/ 0 w 24377650"/>
              <a:gd name="connsiteY0" fmla="*/ 0 h 13716000"/>
              <a:gd name="connsiteX1" fmla="*/ 24377650 w 24377650"/>
              <a:gd name="connsiteY1" fmla="*/ 0 h 13716000"/>
              <a:gd name="connsiteX2" fmla="*/ 24377650 w 24377650"/>
              <a:gd name="connsiteY2" fmla="*/ 13716000 h 13716000"/>
              <a:gd name="connsiteX3" fmla="*/ 0 w 243776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13716000">
                <a:moveTo>
                  <a:pt x="0" y="0"/>
                </a:moveTo>
                <a:lnTo>
                  <a:pt x="24377650" y="0"/>
                </a:lnTo>
                <a:lnTo>
                  <a:pt x="24377650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38EA773-C01B-42F0-BCAE-7C6491467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857323" y="5423530"/>
            <a:ext cx="10663005" cy="6527908"/>
          </a:xfrm>
          <a:custGeom>
            <a:avLst/>
            <a:gdLst>
              <a:gd name="connsiteX0" fmla="*/ 0 w 10663005"/>
              <a:gd name="connsiteY0" fmla="*/ 0 h 6527908"/>
              <a:gd name="connsiteX1" fmla="*/ 10663005 w 10663005"/>
              <a:gd name="connsiteY1" fmla="*/ 0 h 6527908"/>
              <a:gd name="connsiteX2" fmla="*/ 10663005 w 10663005"/>
              <a:gd name="connsiteY2" fmla="*/ 6527908 h 6527908"/>
              <a:gd name="connsiteX3" fmla="*/ 0 w 10663005"/>
              <a:gd name="connsiteY3" fmla="*/ 6527908 h 6527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63005" h="6527908">
                <a:moveTo>
                  <a:pt x="0" y="0"/>
                </a:moveTo>
                <a:lnTo>
                  <a:pt x="10663005" y="0"/>
                </a:lnTo>
                <a:lnTo>
                  <a:pt x="10663005" y="6527908"/>
                </a:lnTo>
                <a:lnTo>
                  <a:pt x="0" y="652790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0FC6585-83C8-434E-A9E7-ACAB29E4CE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102778" y="7462684"/>
            <a:ext cx="3453576" cy="3453576"/>
          </a:xfrm>
          <a:custGeom>
            <a:avLst/>
            <a:gdLst>
              <a:gd name="connsiteX0" fmla="*/ 1461324 w 2922648"/>
              <a:gd name="connsiteY0" fmla="*/ 0 h 2922648"/>
              <a:gd name="connsiteX1" fmla="*/ 2922648 w 2922648"/>
              <a:gd name="connsiteY1" fmla="*/ 1461324 h 2922648"/>
              <a:gd name="connsiteX2" fmla="*/ 1461324 w 2922648"/>
              <a:gd name="connsiteY2" fmla="*/ 2922648 h 2922648"/>
              <a:gd name="connsiteX3" fmla="*/ 0 w 2922648"/>
              <a:gd name="connsiteY3" fmla="*/ 1461324 h 2922648"/>
              <a:gd name="connsiteX4" fmla="*/ 1461324 w 2922648"/>
              <a:gd name="connsiteY4" fmla="*/ 0 h 2922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22648" h="2922648">
                <a:moveTo>
                  <a:pt x="1461324" y="0"/>
                </a:moveTo>
                <a:cubicBezTo>
                  <a:pt x="2268390" y="0"/>
                  <a:pt x="2922648" y="654257"/>
                  <a:pt x="2922648" y="1461324"/>
                </a:cubicBezTo>
                <a:cubicBezTo>
                  <a:pt x="2922648" y="2268391"/>
                  <a:pt x="2268390" y="2922648"/>
                  <a:pt x="1461324" y="2922648"/>
                </a:cubicBezTo>
                <a:cubicBezTo>
                  <a:pt x="654258" y="2922648"/>
                  <a:pt x="0" y="2268391"/>
                  <a:pt x="0" y="1461324"/>
                </a:cubicBezTo>
                <a:cubicBezTo>
                  <a:pt x="0" y="654257"/>
                  <a:pt x="654258" y="0"/>
                  <a:pt x="1461324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28600">
            <a:solidFill>
              <a:schemeClr val="bg1"/>
            </a:solidFill>
          </a:ln>
          <a:effectLst>
            <a:outerShdw blurRad="571500" sx="102000" sy="102000" algn="ctr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710788"/>
      </p:ext>
    </p:extLst>
  </p:cSld>
  <p:clrMapOvr>
    <a:masterClrMapping/>
  </p:clrMapOvr>
  <p:transition spd="slow" advClick="0" advTm="1000">
    <p:push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36FD7ED-4DD1-4320-B163-FFF374F7178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447937" y="380551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469900" sx="102000" sy="102000" algn="ctr" rotWithShape="0">
              <a:prstClr val="black">
                <a:alpha val="1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433A9DD-0A17-4E4C-BA6E-FEB7A51BD35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7519" y="5252054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3252009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 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9509394-442A-4B56-B17C-95EAF343B2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8104511-2AF9-4219-8C54-EB37BA77C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5273" y="6194318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7748209"/>
      </p:ext>
    </p:extLst>
  </p:cSld>
  <p:clrMapOvr>
    <a:masterClrMapping/>
  </p:clrMapOvr>
  <p:transition spd="slow" advClick="0" advTm="1000">
    <p:push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AF9560B-CD77-416F-9659-5A31F0591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332630" y="4483509"/>
            <a:ext cx="9232490" cy="9232490"/>
          </a:xfrm>
          <a:custGeom>
            <a:avLst/>
            <a:gdLst>
              <a:gd name="connsiteX0" fmla="*/ 4616245 w 9232490"/>
              <a:gd name="connsiteY0" fmla="*/ 0 h 9232490"/>
              <a:gd name="connsiteX1" fmla="*/ 9232490 w 9232490"/>
              <a:gd name="connsiteY1" fmla="*/ 4616245 h 9232490"/>
              <a:gd name="connsiteX2" fmla="*/ 4616245 w 9232490"/>
              <a:gd name="connsiteY2" fmla="*/ 9232490 h 9232490"/>
              <a:gd name="connsiteX3" fmla="*/ 0 w 9232490"/>
              <a:gd name="connsiteY3" fmla="*/ 4616245 h 9232490"/>
              <a:gd name="connsiteX4" fmla="*/ 4616245 w 9232490"/>
              <a:gd name="connsiteY4" fmla="*/ 0 h 9232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32490" h="9232490">
                <a:moveTo>
                  <a:pt x="4616245" y="0"/>
                </a:moveTo>
                <a:cubicBezTo>
                  <a:pt x="7165728" y="0"/>
                  <a:pt x="9232490" y="2066763"/>
                  <a:pt x="9232490" y="4616245"/>
                </a:cubicBezTo>
                <a:cubicBezTo>
                  <a:pt x="9232490" y="7165727"/>
                  <a:pt x="7165728" y="9232490"/>
                  <a:pt x="4616245" y="9232490"/>
                </a:cubicBezTo>
                <a:cubicBezTo>
                  <a:pt x="2066763" y="9232490"/>
                  <a:pt x="0" y="7165727"/>
                  <a:pt x="0" y="4616245"/>
                </a:cubicBezTo>
                <a:cubicBezTo>
                  <a:pt x="0" y="2066763"/>
                  <a:pt x="2066763" y="0"/>
                  <a:pt x="461624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484039"/>
      </p:ext>
    </p:extLst>
  </p:cSld>
  <p:clrMapOvr>
    <a:masterClrMapping/>
  </p:clrMapOvr>
  <p:transition spd="slow" advClick="0" advTm="1000">
    <p:push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pert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071A52-5051-40DE-B566-66C38E615F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36481" y="3530687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A317878-09D0-407E-8DEE-F88218D09BC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136481" y="8751032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756829"/>
      </p:ext>
    </p:extLst>
  </p:cSld>
  <p:clrMapOvr>
    <a:masterClrMapping/>
  </p:clrMapOvr>
  <p:transition spd="slow" advClick="0" advTm="1000">
    <p:push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3D23719-2AFA-4724-8316-1F0241414D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11699" y="7315199"/>
            <a:ext cx="5482358" cy="5482357"/>
          </a:xfrm>
          <a:custGeom>
            <a:avLst/>
            <a:gdLst>
              <a:gd name="connsiteX0" fmla="*/ 2741178 w 5482358"/>
              <a:gd name="connsiteY0" fmla="*/ 0 h 5482357"/>
              <a:gd name="connsiteX1" fmla="*/ 5482358 w 5482358"/>
              <a:gd name="connsiteY1" fmla="*/ 2741179 h 5482357"/>
              <a:gd name="connsiteX2" fmla="*/ 2741178 w 5482358"/>
              <a:gd name="connsiteY2" fmla="*/ 5482357 h 5482357"/>
              <a:gd name="connsiteX3" fmla="*/ 0 w 5482358"/>
              <a:gd name="connsiteY3" fmla="*/ 2741179 h 5482357"/>
              <a:gd name="connsiteX4" fmla="*/ 2741178 w 5482358"/>
              <a:gd name="connsiteY4" fmla="*/ 0 h 5482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2358" h="5482357">
                <a:moveTo>
                  <a:pt x="2741178" y="0"/>
                </a:moveTo>
                <a:cubicBezTo>
                  <a:pt x="4255089" y="0"/>
                  <a:pt x="5482358" y="1227268"/>
                  <a:pt x="5482358" y="2741179"/>
                </a:cubicBezTo>
                <a:cubicBezTo>
                  <a:pt x="5482358" y="4255089"/>
                  <a:pt x="4255089" y="5482357"/>
                  <a:pt x="2741178" y="5482357"/>
                </a:cubicBezTo>
                <a:cubicBezTo>
                  <a:pt x="1227268" y="5482357"/>
                  <a:pt x="0" y="4255089"/>
                  <a:pt x="0" y="2741179"/>
                </a:cubicBezTo>
                <a:cubicBezTo>
                  <a:pt x="0" y="1227268"/>
                  <a:pt x="1227268" y="0"/>
                  <a:pt x="27411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7713662"/>
      </p:ext>
    </p:extLst>
  </p:cSld>
  <p:clrMapOvr>
    <a:masterClrMapping/>
  </p:clrMapOvr>
  <p:transition spd="slow" advClick="0" advTm="1000">
    <p:push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43194D-ED29-4AE2-979F-82DAD18DFE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6943000"/>
      </p:ext>
    </p:extLst>
  </p:cSld>
  <p:clrMapOvr>
    <a:masterClrMapping/>
  </p:clrMapOvr>
  <p:transition spd="slow" advClick="0" advTm="1000">
    <p:push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FB45A43-C0E3-4500-907C-B4189CB923F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6128" y="4974433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236283B-1846-4176-8DD4-B04D2D15D0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363150" y="4974433"/>
            <a:ext cx="3377462" cy="3377462"/>
          </a:xfrm>
          <a:custGeom>
            <a:avLst/>
            <a:gdLst>
              <a:gd name="connsiteX0" fmla="*/ 1688730 w 3377462"/>
              <a:gd name="connsiteY0" fmla="*/ 0 h 3377462"/>
              <a:gd name="connsiteX1" fmla="*/ 3377462 w 3377462"/>
              <a:gd name="connsiteY1" fmla="*/ 1688731 h 3377462"/>
              <a:gd name="connsiteX2" fmla="*/ 1688730 w 3377462"/>
              <a:gd name="connsiteY2" fmla="*/ 3377462 h 3377462"/>
              <a:gd name="connsiteX3" fmla="*/ 0 w 3377462"/>
              <a:gd name="connsiteY3" fmla="*/ 1688731 h 3377462"/>
              <a:gd name="connsiteX4" fmla="*/ 1688730 w 3377462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2" h="3377462">
                <a:moveTo>
                  <a:pt x="1688730" y="0"/>
                </a:moveTo>
                <a:cubicBezTo>
                  <a:pt x="2621392" y="0"/>
                  <a:pt x="3377462" y="756071"/>
                  <a:pt x="3377462" y="1688731"/>
                </a:cubicBezTo>
                <a:cubicBezTo>
                  <a:pt x="3377462" y="2621391"/>
                  <a:pt x="2621392" y="3377462"/>
                  <a:pt x="1688730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6190802-0C96-4311-A084-DC3EDEEBF41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870795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04C5F6-E579-4C10-8AE8-E3B0C9A43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3773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858879"/>
      </p:ext>
    </p:extLst>
  </p:cSld>
  <p:clrMapOvr>
    <a:masterClrMapping/>
  </p:clrMapOvr>
  <p:transition spd="slow" advClick="0" advTm="1000">
    <p:push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9167DD-2193-48DF-93BE-A6BB824117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175032" y="5119167"/>
            <a:ext cx="8027587" cy="4914501"/>
          </a:xfrm>
          <a:custGeom>
            <a:avLst/>
            <a:gdLst>
              <a:gd name="connsiteX0" fmla="*/ 0 w 8027587"/>
              <a:gd name="connsiteY0" fmla="*/ 0 h 4914501"/>
              <a:gd name="connsiteX1" fmla="*/ 8027587 w 8027587"/>
              <a:gd name="connsiteY1" fmla="*/ 0 h 4914501"/>
              <a:gd name="connsiteX2" fmla="*/ 8027587 w 8027587"/>
              <a:gd name="connsiteY2" fmla="*/ 4914501 h 4914501"/>
              <a:gd name="connsiteX3" fmla="*/ 0 w 8027587"/>
              <a:gd name="connsiteY3" fmla="*/ 4914501 h 491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27587" h="4914501">
                <a:moveTo>
                  <a:pt x="0" y="0"/>
                </a:moveTo>
                <a:lnTo>
                  <a:pt x="8027587" y="0"/>
                </a:lnTo>
                <a:lnTo>
                  <a:pt x="8027587" y="4914501"/>
                </a:lnTo>
                <a:lnTo>
                  <a:pt x="0" y="491450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8377475"/>
      </p:ext>
    </p:extLst>
  </p:cSld>
  <p:clrMapOvr>
    <a:masterClrMapping/>
  </p:clrMapOvr>
  <p:transition spd="slow" advClick="0" advTm="1000">
    <p:push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BC8368-C689-4444-9697-11306F8C7E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995627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331199B-C816-417C-84A6-C1FA8C716B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59039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FE4579B-2816-4B56-A263-5DA3152C7D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922456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DACBFE9-65AB-41D3-B3D9-62AEEF953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385868" y="4760665"/>
            <a:ext cx="3870198" cy="3870198"/>
          </a:xfrm>
          <a:custGeom>
            <a:avLst/>
            <a:gdLst>
              <a:gd name="connsiteX0" fmla="*/ 1935100 w 3870198"/>
              <a:gd name="connsiteY0" fmla="*/ 0 h 3870198"/>
              <a:gd name="connsiteX1" fmla="*/ 3870198 w 3870198"/>
              <a:gd name="connsiteY1" fmla="*/ 1935099 h 3870198"/>
              <a:gd name="connsiteX2" fmla="*/ 1935100 w 3870198"/>
              <a:gd name="connsiteY2" fmla="*/ 3870198 h 3870198"/>
              <a:gd name="connsiteX3" fmla="*/ 0 w 3870198"/>
              <a:gd name="connsiteY3" fmla="*/ 1935099 h 3870198"/>
              <a:gd name="connsiteX4" fmla="*/ 1935100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100" y="0"/>
                </a:moveTo>
                <a:cubicBezTo>
                  <a:pt x="3003824" y="0"/>
                  <a:pt x="3870198" y="866373"/>
                  <a:pt x="3870198" y="1935099"/>
                </a:cubicBezTo>
                <a:cubicBezTo>
                  <a:pt x="3870198" y="3003825"/>
                  <a:pt x="3003824" y="3870198"/>
                  <a:pt x="1935100" y="3870198"/>
                </a:cubicBezTo>
                <a:cubicBezTo>
                  <a:pt x="866372" y="3870198"/>
                  <a:pt x="0" y="3003825"/>
                  <a:pt x="0" y="1935099"/>
                </a:cubicBezTo>
                <a:cubicBezTo>
                  <a:pt x="0" y="866373"/>
                  <a:pt x="866372" y="0"/>
                  <a:pt x="1935100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690050"/>
      </p:ext>
    </p:extLst>
  </p:cSld>
  <p:clrMapOvr>
    <a:masterClrMapping/>
  </p:clrMapOvr>
  <p:transition spd="slow" advClick="0" advTm="1000">
    <p:push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AFDCE0-21DA-42D9-AE33-CA9AE90CE9E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F57310E-0034-4D0C-B6C6-427572DA3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904540" y="7079226"/>
            <a:ext cx="4601500" cy="4601498"/>
          </a:xfrm>
          <a:custGeom>
            <a:avLst/>
            <a:gdLst>
              <a:gd name="connsiteX0" fmla="*/ 2300750 w 4601500"/>
              <a:gd name="connsiteY0" fmla="*/ 0 h 4601498"/>
              <a:gd name="connsiteX1" fmla="*/ 4601500 w 4601500"/>
              <a:gd name="connsiteY1" fmla="*/ 2300749 h 4601498"/>
              <a:gd name="connsiteX2" fmla="*/ 2300750 w 4601500"/>
              <a:gd name="connsiteY2" fmla="*/ 4601498 h 4601498"/>
              <a:gd name="connsiteX3" fmla="*/ 0 w 4601500"/>
              <a:gd name="connsiteY3" fmla="*/ 2300749 h 4601498"/>
              <a:gd name="connsiteX4" fmla="*/ 2300750 w 4601500"/>
              <a:gd name="connsiteY4" fmla="*/ 0 h 4601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01500" h="4601498">
                <a:moveTo>
                  <a:pt x="2300750" y="0"/>
                </a:moveTo>
                <a:cubicBezTo>
                  <a:pt x="3571420" y="0"/>
                  <a:pt x="4601500" y="1030080"/>
                  <a:pt x="4601500" y="2300749"/>
                </a:cubicBezTo>
                <a:cubicBezTo>
                  <a:pt x="4601500" y="3571418"/>
                  <a:pt x="3571420" y="4601498"/>
                  <a:pt x="2300750" y="4601498"/>
                </a:cubicBezTo>
                <a:cubicBezTo>
                  <a:pt x="1030080" y="4601498"/>
                  <a:pt x="0" y="3571418"/>
                  <a:pt x="0" y="2300749"/>
                </a:cubicBezTo>
                <a:cubicBezTo>
                  <a:pt x="0" y="1030080"/>
                  <a:pt x="1030080" y="0"/>
                  <a:pt x="2300750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685800" sx="102000" sy="102000" algn="ctr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4798802"/>
      </p:ext>
    </p:extLst>
  </p:cSld>
  <p:clrMapOvr>
    <a:masterClrMapping/>
  </p:clrMapOvr>
  <p:transition spd="slow" advClick="0" advTm="1000">
    <p:push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B22A49-5B4E-463C-A19D-C5DD19909F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972386" y="7698657"/>
            <a:ext cx="12405264" cy="6017342"/>
          </a:xfrm>
          <a:custGeom>
            <a:avLst/>
            <a:gdLst>
              <a:gd name="connsiteX0" fmla="*/ 0 w 12405264"/>
              <a:gd name="connsiteY0" fmla="*/ 0 h 6017342"/>
              <a:gd name="connsiteX1" fmla="*/ 12405264 w 12405264"/>
              <a:gd name="connsiteY1" fmla="*/ 0 h 6017342"/>
              <a:gd name="connsiteX2" fmla="*/ 12405264 w 12405264"/>
              <a:gd name="connsiteY2" fmla="*/ 6017342 h 6017342"/>
              <a:gd name="connsiteX3" fmla="*/ 0 w 12405264"/>
              <a:gd name="connsiteY3" fmla="*/ 6017342 h 6017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405264" h="6017342">
                <a:moveTo>
                  <a:pt x="0" y="0"/>
                </a:moveTo>
                <a:lnTo>
                  <a:pt x="12405264" y="0"/>
                </a:lnTo>
                <a:lnTo>
                  <a:pt x="12405264" y="6017342"/>
                </a:lnTo>
                <a:lnTo>
                  <a:pt x="0" y="601734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044142"/>
      </p:ext>
    </p:extLst>
  </p:cSld>
  <p:clrMapOvr>
    <a:masterClrMapping/>
  </p:clrMapOvr>
  <p:transition spd="slow" advClick="0" advTm="1000">
    <p:push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263FAD1-9789-458D-AA06-1FCB0A28C9F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773086" y="1"/>
            <a:ext cx="12604565" cy="7287101"/>
          </a:xfrm>
          <a:custGeom>
            <a:avLst/>
            <a:gdLst>
              <a:gd name="connsiteX0" fmla="*/ 5221 w 12604565"/>
              <a:gd name="connsiteY0" fmla="*/ 0 h 7287101"/>
              <a:gd name="connsiteX1" fmla="*/ 12604565 w 12604565"/>
              <a:gd name="connsiteY1" fmla="*/ 0 h 7287101"/>
              <a:gd name="connsiteX2" fmla="*/ 12604565 w 12604565"/>
              <a:gd name="connsiteY2" fmla="*/ 4631756 h 7287101"/>
              <a:gd name="connsiteX3" fmla="*/ 12434613 w 12604565"/>
              <a:gd name="connsiteY3" fmla="*/ 4840220 h 7287101"/>
              <a:gd name="connsiteX4" fmla="*/ 7080619 w 12604565"/>
              <a:gd name="connsiteY4" fmla="*/ 7287101 h 7287101"/>
              <a:gd name="connsiteX5" fmla="*/ 0 w 12604565"/>
              <a:gd name="connsiteY5" fmla="*/ 206481 h 7287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04565" h="7287101">
                <a:moveTo>
                  <a:pt x="5221" y="0"/>
                </a:moveTo>
                <a:lnTo>
                  <a:pt x="12604565" y="0"/>
                </a:lnTo>
                <a:lnTo>
                  <a:pt x="12604565" y="4631756"/>
                </a:lnTo>
                <a:lnTo>
                  <a:pt x="12434613" y="4840220"/>
                </a:lnTo>
                <a:cubicBezTo>
                  <a:pt x="11136311" y="6339012"/>
                  <a:pt x="9219185" y="7287101"/>
                  <a:pt x="7080619" y="7287101"/>
                </a:cubicBezTo>
                <a:cubicBezTo>
                  <a:pt x="3170102" y="7287101"/>
                  <a:pt x="0" y="4116999"/>
                  <a:pt x="0" y="20648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561906"/>
      </p:ext>
    </p:extLst>
  </p:cSld>
  <p:clrMapOvr>
    <a:masterClrMapping/>
  </p:clrMapOvr>
  <p:transition spd="slow" advClick="0" advTm="1000">
    <p:push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C0FB54-141D-48CF-9E01-1E7C589E42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9803169"/>
            <a:ext cx="24377650" cy="3912830"/>
          </a:xfrm>
          <a:custGeom>
            <a:avLst/>
            <a:gdLst>
              <a:gd name="connsiteX0" fmla="*/ 0 w 24377650"/>
              <a:gd name="connsiteY0" fmla="*/ 0 h 3912830"/>
              <a:gd name="connsiteX1" fmla="*/ 24377650 w 24377650"/>
              <a:gd name="connsiteY1" fmla="*/ 0 h 3912830"/>
              <a:gd name="connsiteX2" fmla="*/ 24377650 w 24377650"/>
              <a:gd name="connsiteY2" fmla="*/ 3912830 h 3912830"/>
              <a:gd name="connsiteX3" fmla="*/ 0 w 24377650"/>
              <a:gd name="connsiteY3" fmla="*/ 3912830 h 391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3912830">
                <a:moveTo>
                  <a:pt x="0" y="0"/>
                </a:moveTo>
                <a:lnTo>
                  <a:pt x="24377650" y="0"/>
                </a:lnTo>
                <a:lnTo>
                  <a:pt x="24377650" y="3912830"/>
                </a:lnTo>
                <a:lnTo>
                  <a:pt x="0" y="39128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390546"/>
      </p:ext>
    </p:extLst>
  </p:cSld>
  <p:clrMapOvr>
    <a:masterClrMapping/>
  </p:clrMapOvr>
  <p:transition spd="slow" advClick="0" advTm="1000">
    <p:push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528B536-BDF7-41AF-B073-2768A1AEFE4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7344104" cy="13716000"/>
          </a:xfrm>
          <a:custGeom>
            <a:avLst/>
            <a:gdLst>
              <a:gd name="connsiteX0" fmla="*/ 0 w 16581416"/>
              <a:gd name="connsiteY0" fmla="*/ 0 h 13716000"/>
              <a:gd name="connsiteX1" fmla="*/ 16581416 w 16581416"/>
              <a:gd name="connsiteY1" fmla="*/ 0 h 13716000"/>
              <a:gd name="connsiteX2" fmla="*/ 16581416 w 16581416"/>
              <a:gd name="connsiteY2" fmla="*/ 13716000 h 13716000"/>
              <a:gd name="connsiteX3" fmla="*/ 0 w 16581416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81416" h="13716000">
                <a:moveTo>
                  <a:pt x="0" y="0"/>
                </a:moveTo>
                <a:lnTo>
                  <a:pt x="16581416" y="0"/>
                </a:lnTo>
                <a:lnTo>
                  <a:pt x="16581416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95753"/>
      </p:ext>
    </p:extLst>
  </p:cSld>
  <p:clrMapOvr>
    <a:masterClrMapping/>
  </p:clrMapOvr>
  <p:transition spd="slow" advClick="0" advTm="1000">
    <p:push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FB49074-D038-4AC0-8BE4-32844ECE3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823598" y="0"/>
            <a:ext cx="11554050" cy="13716000"/>
          </a:xfrm>
          <a:custGeom>
            <a:avLst/>
            <a:gdLst>
              <a:gd name="connsiteX0" fmla="*/ 0 w 11554050"/>
              <a:gd name="connsiteY0" fmla="*/ 0 h 13716000"/>
              <a:gd name="connsiteX1" fmla="*/ 11554050 w 11554050"/>
              <a:gd name="connsiteY1" fmla="*/ 0 h 13716000"/>
              <a:gd name="connsiteX2" fmla="*/ 11554050 w 11554050"/>
              <a:gd name="connsiteY2" fmla="*/ 13716000 h 13716000"/>
              <a:gd name="connsiteX3" fmla="*/ 10351894 w 115540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54050" h="13716000">
                <a:moveTo>
                  <a:pt x="0" y="0"/>
                </a:moveTo>
                <a:lnTo>
                  <a:pt x="11554050" y="0"/>
                </a:lnTo>
                <a:lnTo>
                  <a:pt x="11554050" y="13716000"/>
                </a:lnTo>
                <a:lnTo>
                  <a:pt x="10351894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24351"/>
      </p:ext>
    </p:extLst>
  </p:cSld>
  <p:clrMapOvr>
    <a:masterClrMapping/>
  </p:clrMapOvr>
  <p:transition spd="slow" advClick="0" advTm="1000">
    <p:push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218A079-5092-4D6F-AE2D-C9A691F680E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677008"/>
            <a:ext cx="24377650" cy="10038992"/>
          </a:xfrm>
          <a:custGeom>
            <a:avLst/>
            <a:gdLst>
              <a:gd name="connsiteX0" fmla="*/ 12131735 w 24377650"/>
              <a:gd name="connsiteY0" fmla="*/ 0 h 10038992"/>
              <a:gd name="connsiteX1" fmla="*/ 24085100 w 24377650"/>
              <a:gd name="connsiteY1" fmla="*/ 5991842 h 10038992"/>
              <a:gd name="connsiteX2" fmla="*/ 24377650 w 24377650"/>
              <a:gd name="connsiteY2" fmla="*/ 6403237 h 10038992"/>
              <a:gd name="connsiteX3" fmla="*/ 24377650 w 24377650"/>
              <a:gd name="connsiteY3" fmla="*/ 10038992 h 10038992"/>
              <a:gd name="connsiteX4" fmla="*/ 0 w 24377650"/>
              <a:gd name="connsiteY4" fmla="*/ 10038992 h 10038992"/>
              <a:gd name="connsiteX5" fmla="*/ 0 w 24377650"/>
              <a:gd name="connsiteY5" fmla="*/ 6242672 h 10038992"/>
              <a:gd name="connsiteX6" fmla="*/ 178369 w 24377650"/>
              <a:gd name="connsiteY6" fmla="*/ 5991842 h 10038992"/>
              <a:gd name="connsiteX7" fmla="*/ 12131735 w 24377650"/>
              <a:gd name="connsiteY7" fmla="*/ 0 h 1003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77650" h="10038992">
                <a:moveTo>
                  <a:pt x="12131735" y="0"/>
                </a:moveTo>
                <a:cubicBezTo>
                  <a:pt x="17023240" y="0"/>
                  <a:pt x="21364840" y="2354425"/>
                  <a:pt x="24085100" y="5991842"/>
                </a:cubicBezTo>
                <a:lnTo>
                  <a:pt x="24377650" y="6403237"/>
                </a:lnTo>
                <a:lnTo>
                  <a:pt x="24377650" y="10038992"/>
                </a:lnTo>
                <a:lnTo>
                  <a:pt x="0" y="10038992"/>
                </a:lnTo>
                <a:lnTo>
                  <a:pt x="0" y="6242672"/>
                </a:lnTo>
                <a:lnTo>
                  <a:pt x="178369" y="5991842"/>
                </a:lnTo>
                <a:cubicBezTo>
                  <a:pt x="2898630" y="2354425"/>
                  <a:pt x="7240230" y="0"/>
                  <a:pt x="1213173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293753"/>
      </p:ext>
    </p:extLst>
  </p:cSld>
  <p:clrMapOvr>
    <a:masterClrMapping/>
  </p:clrMapOvr>
  <p:transition spd="slow" advClick="0" advTm="1000">
    <p:push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267593C-DCE6-40E5-9899-5386C4C754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1451406" cy="6626683"/>
          </a:xfrm>
          <a:custGeom>
            <a:avLst/>
            <a:gdLst>
              <a:gd name="connsiteX0" fmla="*/ 0 w 11451406"/>
              <a:gd name="connsiteY0" fmla="*/ 0 h 6626683"/>
              <a:gd name="connsiteX1" fmla="*/ 11451406 w 11451406"/>
              <a:gd name="connsiteY1" fmla="*/ 0 h 6626683"/>
              <a:gd name="connsiteX2" fmla="*/ 11451406 w 11451406"/>
              <a:gd name="connsiteY2" fmla="*/ 4996178 h 6626683"/>
              <a:gd name="connsiteX3" fmla="*/ 9820901 w 11451406"/>
              <a:gd name="connsiteY3" fmla="*/ 6626683 h 6626683"/>
              <a:gd name="connsiteX4" fmla="*/ 0 w 11451406"/>
              <a:gd name="connsiteY4" fmla="*/ 6626683 h 6626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1406" h="6626683">
                <a:moveTo>
                  <a:pt x="0" y="0"/>
                </a:moveTo>
                <a:lnTo>
                  <a:pt x="11451406" y="0"/>
                </a:lnTo>
                <a:lnTo>
                  <a:pt x="11451406" y="4996178"/>
                </a:lnTo>
                <a:cubicBezTo>
                  <a:pt x="11451406" y="5896681"/>
                  <a:pt x="10721404" y="6626683"/>
                  <a:pt x="9820901" y="6626683"/>
                </a:cubicBezTo>
                <a:lnTo>
                  <a:pt x="0" y="66266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836095"/>
      </p:ext>
    </p:extLst>
  </p:cSld>
  <p:clrMapOvr>
    <a:masterClrMapping/>
  </p:clrMapOvr>
  <p:transition spd="slow" advClick="0" advTm="1000">
    <p:push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C94FB15-D5DC-4E06-8DFE-6BEC93D332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05081" y="0"/>
            <a:ext cx="11130507" cy="13715999"/>
          </a:xfrm>
          <a:custGeom>
            <a:avLst/>
            <a:gdLst>
              <a:gd name="connsiteX0" fmla="*/ 0 w 11130507"/>
              <a:gd name="connsiteY0" fmla="*/ 0 h 13715999"/>
              <a:gd name="connsiteX1" fmla="*/ 11130507 w 11130507"/>
              <a:gd name="connsiteY1" fmla="*/ 0 h 13715999"/>
              <a:gd name="connsiteX2" fmla="*/ 11130507 w 11130507"/>
              <a:gd name="connsiteY2" fmla="*/ 13715999 h 13715999"/>
              <a:gd name="connsiteX3" fmla="*/ 0 w 11130507"/>
              <a:gd name="connsiteY3" fmla="*/ 13715999 h 1371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30507" h="13715999">
                <a:moveTo>
                  <a:pt x="0" y="0"/>
                </a:moveTo>
                <a:lnTo>
                  <a:pt x="11130507" y="0"/>
                </a:lnTo>
                <a:lnTo>
                  <a:pt x="11130507" y="13715999"/>
                </a:lnTo>
                <a:lnTo>
                  <a:pt x="0" y="1371599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842544"/>
      </p:ext>
    </p:extLst>
  </p:cSld>
  <p:clrMapOvr>
    <a:masterClrMapping/>
  </p:clrMapOvr>
  <p:transition spd="slow" advClick="0" advTm="1000">
    <p:push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502ACCA-141A-4969-8C13-412577859E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12188825" cy="13716000"/>
          </a:xfrm>
          <a:custGeom>
            <a:avLst/>
            <a:gdLst>
              <a:gd name="connsiteX0" fmla="*/ 0 w 12188825"/>
              <a:gd name="connsiteY0" fmla="*/ 0 h 13716000"/>
              <a:gd name="connsiteX1" fmla="*/ 12188825 w 12188825"/>
              <a:gd name="connsiteY1" fmla="*/ 0 h 13716000"/>
              <a:gd name="connsiteX2" fmla="*/ 12188825 w 12188825"/>
              <a:gd name="connsiteY2" fmla="*/ 13716000 h 13716000"/>
              <a:gd name="connsiteX3" fmla="*/ 0 w 12188825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13716000">
                <a:moveTo>
                  <a:pt x="0" y="0"/>
                </a:moveTo>
                <a:lnTo>
                  <a:pt x="12188825" y="0"/>
                </a:lnTo>
                <a:lnTo>
                  <a:pt x="12188825" y="13716000"/>
                </a:lnTo>
                <a:lnTo>
                  <a:pt x="0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7403882"/>
      </p:ext>
    </p:extLst>
  </p:cSld>
  <p:clrMapOvr>
    <a:masterClrMapping/>
  </p:clrMapOvr>
  <p:transition spd="slow" advClick="0" advTm="1000">
    <p:push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CA81E6C-810D-4EF0-9337-5BDEDBC6E85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"/>
            <a:ext cx="24377651" cy="8760542"/>
          </a:xfrm>
          <a:custGeom>
            <a:avLst/>
            <a:gdLst>
              <a:gd name="connsiteX0" fmla="*/ 0 w 24377651"/>
              <a:gd name="connsiteY0" fmla="*/ 0 h 8760542"/>
              <a:gd name="connsiteX1" fmla="*/ 24377651 w 24377651"/>
              <a:gd name="connsiteY1" fmla="*/ 0 h 8760542"/>
              <a:gd name="connsiteX2" fmla="*/ 24377651 w 24377651"/>
              <a:gd name="connsiteY2" fmla="*/ 8760542 h 8760542"/>
              <a:gd name="connsiteX3" fmla="*/ 0 w 24377651"/>
              <a:gd name="connsiteY3" fmla="*/ 8760542 h 876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1" h="8760542">
                <a:moveTo>
                  <a:pt x="0" y="0"/>
                </a:moveTo>
                <a:lnTo>
                  <a:pt x="24377651" y="0"/>
                </a:lnTo>
                <a:lnTo>
                  <a:pt x="24377651" y="8760542"/>
                </a:lnTo>
                <a:lnTo>
                  <a:pt x="0" y="876054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7944898"/>
      </p:ext>
    </p:extLst>
  </p:cSld>
  <p:clrMapOvr>
    <a:masterClrMapping/>
  </p:clrMapOvr>
  <p:transition spd="slow" advClick="0" advTm="1000">
    <p:push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B9F77B6-C588-4901-88C3-0C16D55B4E35}"/>
              </a:ext>
            </a:extLst>
          </p:cNvPr>
          <p:cNvSpPr/>
          <p:nvPr userDrawn="1"/>
        </p:nvSpPr>
        <p:spPr>
          <a:xfrm>
            <a:off x="0" y="0"/>
            <a:ext cx="24377650" cy="13716000"/>
          </a:xfrm>
          <a:prstGeom prst="rect">
            <a:avLst/>
          </a:prstGeom>
          <a:gradFill>
            <a:gsLst>
              <a:gs pos="0">
                <a:srgbClr val="F6F3FF"/>
              </a:gs>
              <a:gs pos="61000">
                <a:srgbClr val="F2F2F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6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  <p:sldLayoutId id="2147483773" r:id="rId18"/>
    <p:sldLayoutId id="2147483774" r:id="rId19"/>
    <p:sldLayoutId id="2147483775" r:id="rId20"/>
    <p:sldLayoutId id="2147483776" r:id="rId21"/>
    <p:sldLayoutId id="2147483777" r:id="rId22"/>
    <p:sldLayoutId id="2147483778" r:id="rId23"/>
    <p:sldLayoutId id="2147483779" r:id="rId24"/>
    <p:sldLayoutId id="2147483780" r:id="rId25"/>
    <p:sldLayoutId id="2147483781" r:id="rId26"/>
    <p:sldLayoutId id="2147483782" r:id="rId27"/>
    <p:sldLayoutId id="2147483783" r:id="rId28"/>
    <p:sldLayoutId id="2147483784" r:id="rId29"/>
    <p:sldLayoutId id="2147483785" r:id="rId30"/>
    <p:sldLayoutId id="2147483786" r:id="rId31"/>
    <p:sldLayoutId id="2147483787" r:id="rId32"/>
    <p:sldLayoutId id="2147483788" r:id="rId33"/>
  </p:sldLayoutIdLst>
  <p:transition spd="slow" advClick="0" advTm="1000">
    <p:push/>
  </p:transition>
  <p:hf hdr="0" ftr="0" dt="0"/>
  <p:txStyles>
    <p:titleStyle>
      <a:lvl1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lang="en-US" sz="6000" kern="120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2pPr>
      <a:lvl3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3pPr>
      <a:lvl4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4pPr>
      <a:lvl5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5pPr>
      <a:lvl6pPr marL="4572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6pPr>
      <a:lvl7pPr marL="9144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7pPr>
      <a:lvl8pPr marL="13716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8pPr>
      <a:lvl9pPr marL="18288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9pPr>
    </p:titleStyle>
    <p:bodyStyle>
      <a:lvl1pPr marL="455613" indent="-455613" algn="l" defTabSz="1827213" rtl="0" eaLnBrk="0" fontAlgn="base" hangingPunct="0">
        <a:lnSpc>
          <a:spcPct val="90000"/>
        </a:lnSpc>
        <a:spcBef>
          <a:spcPts val="2000"/>
        </a:spcBef>
        <a:spcAft>
          <a:spcPct val="0"/>
        </a:spcAft>
        <a:buFont typeface="Arial" charset="0"/>
        <a:buChar char="•"/>
        <a:defRPr lang="en-US" sz="48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marL="13700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40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2pPr>
      <a:lvl3pPr marL="22844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6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3pPr>
      <a:lvl4pPr marL="31988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4pPr>
      <a:lvl5pPr marL="41132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5pPr>
      <a:lvl6pPr marL="5028194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2411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6628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0846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21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434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2651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6868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086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5303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39952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373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ata flow&#10;&#10;Description automatically generated">
            <a:extLst>
              <a:ext uri="{FF2B5EF4-FFF2-40B4-BE49-F238E27FC236}">
                <a16:creationId xmlns:a16="http://schemas.microsoft.com/office/drawing/2014/main" id="{E97AFC43-F338-B21E-D6CC-E9972D4CE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428" y="2070698"/>
            <a:ext cx="18450793" cy="95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433233"/>
      </p:ext>
    </p:extLst>
  </p:cSld>
  <p:clrMapOvr>
    <a:masterClrMapping/>
  </p:clrMapOvr>
  <p:transition spd="slow" advClick="0" advTm="1000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F7A06317-D222-414E-B9F8-3375604396B6}"/>
              </a:ext>
            </a:extLst>
          </p:cNvPr>
          <p:cNvSpPr txBox="1"/>
          <p:nvPr/>
        </p:nvSpPr>
        <p:spPr>
          <a:xfrm>
            <a:off x="388508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Frontend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33878A-A245-40C1-8EEC-1E1FD729F312}"/>
              </a:ext>
            </a:extLst>
          </p:cNvPr>
          <p:cNvCxnSpPr>
            <a:cxnSpLocks/>
          </p:cNvCxnSpPr>
          <p:nvPr/>
        </p:nvCxnSpPr>
        <p:spPr>
          <a:xfrm>
            <a:off x="11975692" y="1367452"/>
            <a:ext cx="0" cy="11040090"/>
          </a:xfrm>
          <a:prstGeom prst="line">
            <a:avLst/>
          </a:prstGeom>
          <a:ln w="76200"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1"/>
            </a:gra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758686-D713-BCD8-1AD8-44A56F0972A8}"/>
              </a:ext>
            </a:extLst>
          </p:cNvPr>
          <p:cNvGrpSpPr/>
          <p:nvPr/>
        </p:nvGrpSpPr>
        <p:grpSpPr>
          <a:xfrm>
            <a:off x="2987040" y="3280013"/>
            <a:ext cx="6750498" cy="5864758"/>
            <a:chOff x="1605280" y="3280013"/>
            <a:chExt cx="6750498" cy="5864758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96F05B3-E444-4D63-8CD6-BE83C2405E8E}"/>
                </a:ext>
              </a:extLst>
            </p:cNvPr>
            <p:cNvSpPr txBox="1"/>
            <p:nvPr/>
          </p:nvSpPr>
          <p:spPr>
            <a:xfrm>
              <a:off x="2236806" y="3280013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UX designs &amp; Prototyping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Figma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E0F335-34DA-374C-A2E6-1F1047649C9A}"/>
                </a:ext>
              </a:extLst>
            </p:cNvPr>
            <p:cNvSpPr txBox="1"/>
            <p:nvPr/>
          </p:nvSpPr>
          <p:spPr>
            <a:xfrm>
              <a:off x="2236806" y="5477960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Core Web UI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HTML5 / CSS3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Javascript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8CD960-B9B1-5942-F569-FDDA339948E1}"/>
                </a:ext>
              </a:extLst>
            </p:cNvPr>
            <p:cNvSpPr txBox="1"/>
            <p:nvPr/>
          </p:nvSpPr>
          <p:spPr>
            <a:xfrm>
              <a:off x="2236806" y="7675907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Web Framework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React.js / Redux</a:t>
              </a:r>
            </a:p>
          </p:txBody>
        </p:sp>
        <p:sp>
          <p:nvSpPr>
            <p:cNvPr id="7" name="Diamond 6">
              <a:extLst>
                <a:ext uri="{FF2B5EF4-FFF2-40B4-BE49-F238E27FC236}">
                  <a16:creationId xmlns:a16="http://schemas.microsoft.com/office/drawing/2014/main" id="{3FF8C45B-F71F-BEFD-0486-AA55813AC6D8}"/>
                </a:ext>
              </a:extLst>
            </p:cNvPr>
            <p:cNvSpPr/>
            <p:nvPr/>
          </p:nvSpPr>
          <p:spPr>
            <a:xfrm>
              <a:off x="160528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Diamond 7">
              <a:extLst>
                <a:ext uri="{FF2B5EF4-FFF2-40B4-BE49-F238E27FC236}">
                  <a16:creationId xmlns:a16="http://schemas.microsoft.com/office/drawing/2014/main" id="{737A447F-66AF-D613-0350-F299F710A9AA}"/>
                </a:ext>
              </a:extLst>
            </p:cNvPr>
            <p:cNvSpPr/>
            <p:nvPr/>
          </p:nvSpPr>
          <p:spPr>
            <a:xfrm>
              <a:off x="1605280" y="57810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Diamond 8">
              <a:extLst>
                <a:ext uri="{FF2B5EF4-FFF2-40B4-BE49-F238E27FC236}">
                  <a16:creationId xmlns:a16="http://schemas.microsoft.com/office/drawing/2014/main" id="{9EEB8309-C9CA-A9E9-5C55-86AFA8494BE0}"/>
                </a:ext>
              </a:extLst>
            </p:cNvPr>
            <p:cNvSpPr/>
            <p:nvPr/>
          </p:nvSpPr>
          <p:spPr>
            <a:xfrm>
              <a:off x="1605280" y="79654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FB01A2D-30FB-68B7-2E3A-A672D2A02FB4}"/>
              </a:ext>
            </a:extLst>
          </p:cNvPr>
          <p:cNvSpPr txBox="1"/>
          <p:nvPr/>
        </p:nvSpPr>
        <p:spPr>
          <a:xfrm>
            <a:off x="1522364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Backend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7E747F6-66EF-FD69-A259-BBB9CB93AFB5}"/>
              </a:ext>
            </a:extLst>
          </p:cNvPr>
          <p:cNvGrpSpPr/>
          <p:nvPr/>
        </p:nvGrpSpPr>
        <p:grpSpPr>
          <a:xfrm>
            <a:off x="14528800" y="3280013"/>
            <a:ext cx="6750498" cy="7294610"/>
            <a:chOff x="14325600" y="3280013"/>
            <a:chExt cx="6750498" cy="729461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614DED-6BF9-E8D7-0367-9E66B1571EF5}"/>
                </a:ext>
              </a:extLst>
            </p:cNvPr>
            <p:cNvSpPr txBox="1"/>
            <p:nvPr/>
          </p:nvSpPr>
          <p:spPr>
            <a:xfrm>
              <a:off x="14957126" y="328001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API Development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Golang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Node.Js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Springboot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Lambda </a:t>
              </a:r>
            </a:p>
          </p:txBody>
        </p:sp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B7444FC-06B1-33B9-AF92-068AD05AF314}"/>
                </a:ext>
              </a:extLst>
            </p:cNvPr>
            <p:cNvSpPr/>
            <p:nvPr/>
          </p:nvSpPr>
          <p:spPr>
            <a:xfrm>
              <a:off x="1432560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618DF1-A80A-22F2-DB90-95DD364ED862}"/>
                </a:ext>
              </a:extLst>
            </p:cNvPr>
            <p:cNvSpPr txBox="1"/>
            <p:nvPr/>
          </p:nvSpPr>
          <p:spPr>
            <a:xfrm>
              <a:off x="14957126" y="575905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Tests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Junit5 / Cucumber BDD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Gatling / Postman</a:t>
              </a:r>
            </a:p>
          </p:txBody>
        </p:sp>
        <p:sp>
          <p:nvSpPr>
            <p:cNvPr id="15" name="Diamond 14">
              <a:extLst>
                <a:ext uri="{FF2B5EF4-FFF2-40B4-BE49-F238E27FC236}">
                  <a16:creationId xmlns:a16="http://schemas.microsoft.com/office/drawing/2014/main" id="{F173868E-D022-192D-BCD3-85BA4A76A3C1}"/>
                </a:ext>
              </a:extLst>
            </p:cNvPr>
            <p:cNvSpPr/>
            <p:nvPr/>
          </p:nvSpPr>
          <p:spPr>
            <a:xfrm>
              <a:off x="14325600" y="604520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D5C7D30-FB7A-B842-5ACA-95AABA858438}"/>
                </a:ext>
              </a:extLst>
            </p:cNvPr>
            <p:cNvSpPr txBox="1"/>
            <p:nvPr/>
          </p:nvSpPr>
          <p:spPr>
            <a:xfrm>
              <a:off x="14957126" y="837017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Data Bases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Postgres, OpenSearch, metric DB,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LogDB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,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GraphDB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6512085A-88BA-27F6-BEF3-C8234B6126F2}"/>
                </a:ext>
              </a:extLst>
            </p:cNvPr>
            <p:cNvSpPr/>
            <p:nvPr/>
          </p:nvSpPr>
          <p:spPr>
            <a:xfrm>
              <a:off x="14325600" y="865632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96023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DC8138BC-68BB-A12D-ABCF-316DFD529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791"/>
            <a:ext cx="24377650" cy="13394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708926"/>
      </p:ext>
    </p:extLst>
  </p:cSld>
  <p:clrMapOvr>
    <a:masterClrMapping/>
  </p:clrMapOvr>
  <p:transition spd="slow" advClick="0" advTm="1000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ABAF50-206F-91D9-028A-F69C64965C1C}"/>
              </a:ext>
            </a:extLst>
          </p:cNvPr>
          <p:cNvSpPr/>
          <p:nvPr/>
        </p:nvSpPr>
        <p:spPr>
          <a:xfrm>
            <a:off x="5748827" y="11946831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FDC549-2F39-E6B3-C043-D2AD97ED7551}"/>
              </a:ext>
            </a:extLst>
          </p:cNvPr>
          <p:cNvGrpSpPr/>
          <p:nvPr/>
        </p:nvGrpSpPr>
        <p:grpSpPr>
          <a:xfrm>
            <a:off x="13113487" y="12094988"/>
            <a:ext cx="2360338" cy="1084296"/>
            <a:chOff x="1450964" y="740269"/>
            <a:chExt cx="1111137" cy="51043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0528940-13EC-2763-B8FC-ED015E960055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FFFF0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294A6A0-F5E7-24FE-5A22-903C01866A53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DevSecOps Engineer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70090748-32E7-1C6A-13E7-27D0066921BD}"/>
              </a:ext>
            </a:extLst>
          </p:cNvPr>
          <p:cNvSpPr/>
          <p:nvPr/>
        </p:nvSpPr>
        <p:spPr>
          <a:xfrm>
            <a:off x="2224838" y="1192694"/>
            <a:ext cx="240253" cy="1206610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9CDBC5C-3CA6-61B2-B5D5-11E8A4D486F9}"/>
              </a:ext>
            </a:extLst>
          </p:cNvPr>
          <p:cNvCxnSpPr>
            <a:cxnSpLocks/>
          </p:cNvCxnSpPr>
          <p:nvPr/>
        </p:nvCxnSpPr>
        <p:spPr>
          <a:xfrm>
            <a:off x="2471138" y="12768975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D5D0E20-A752-313D-AE94-56017AA671A0}"/>
              </a:ext>
            </a:extLst>
          </p:cNvPr>
          <p:cNvSpPr txBox="1"/>
          <p:nvPr/>
        </p:nvSpPr>
        <p:spPr>
          <a:xfrm>
            <a:off x="2384577" y="1225496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DEVSECOPS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D11213-2A12-919A-FCC6-3F4589FD6EEF}"/>
              </a:ext>
            </a:extLst>
          </p:cNvPr>
          <p:cNvSpPr txBox="1"/>
          <p:nvPr/>
        </p:nvSpPr>
        <p:spPr>
          <a:xfrm rot="16200000">
            <a:off x="-2256818" y="7295180"/>
            <a:ext cx="7905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latin typeface="Raleway SemiBold" pitchFamily="2" charset="0"/>
              </a:rPr>
              <a:t>PRODUCT TEAM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2BD629CB-998F-AA72-D640-C77E5467B140}"/>
              </a:ext>
            </a:extLst>
          </p:cNvPr>
          <p:cNvSpPr/>
          <p:nvPr/>
        </p:nvSpPr>
        <p:spPr>
          <a:xfrm>
            <a:off x="5762081" y="10280376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8278FFA-5211-1BBD-626C-D8FA43D497B1}"/>
              </a:ext>
            </a:extLst>
          </p:cNvPr>
          <p:cNvGrpSpPr/>
          <p:nvPr/>
        </p:nvGrpSpPr>
        <p:grpSpPr>
          <a:xfrm>
            <a:off x="9976041" y="10428533"/>
            <a:ext cx="2360338" cy="1084296"/>
            <a:chOff x="1450964" y="740269"/>
            <a:chExt cx="1111137" cy="5104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4F08015A-40E9-E080-F5D3-641E326C185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053AEA7-CA3F-37C1-1219-9E60F517082C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1E7F827-6717-D436-7584-E1D7FC01DCA1}"/>
              </a:ext>
            </a:extLst>
          </p:cNvPr>
          <p:cNvGrpSpPr/>
          <p:nvPr/>
        </p:nvGrpSpPr>
        <p:grpSpPr>
          <a:xfrm>
            <a:off x="14382380" y="10428533"/>
            <a:ext cx="2360338" cy="1084296"/>
            <a:chOff x="1450964" y="740269"/>
            <a:chExt cx="1111137" cy="5104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53766AA-CC98-0B9C-79A4-03A0183DAD68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A0E4055C-017F-49A2-A5CD-88EDFFF1BEEF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0BD5CB-917C-11A7-3C30-FABD4CA431D3}"/>
              </a:ext>
            </a:extLst>
          </p:cNvPr>
          <p:cNvCxnSpPr>
            <a:cxnSpLocks/>
          </p:cNvCxnSpPr>
          <p:nvPr/>
        </p:nvCxnSpPr>
        <p:spPr>
          <a:xfrm>
            <a:off x="2464514" y="11112456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9C8FCE4-3020-0D74-C6A9-C4E354191182}"/>
              </a:ext>
            </a:extLst>
          </p:cNvPr>
          <p:cNvSpPr txBox="1"/>
          <p:nvPr/>
        </p:nvSpPr>
        <p:spPr>
          <a:xfrm>
            <a:off x="2377953" y="10598443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TEST TEAM</a:t>
            </a: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595AB359-4E86-8943-1CB6-EE214C964576}"/>
              </a:ext>
            </a:extLst>
          </p:cNvPr>
          <p:cNvSpPr/>
          <p:nvPr/>
        </p:nvSpPr>
        <p:spPr>
          <a:xfrm>
            <a:off x="5742203" y="6738729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6323A5F-4EF9-F05D-B3BD-2E9E3BD5DD32}"/>
              </a:ext>
            </a:extLst>
          </p:cNvPr>
          <p:cNvSpPr/>
          <p:nvPr/>
        </p:nvSpPr>
        <p:spPr>
          <a:xfrm>
            <a:off x="7712765" y="6738729"/>
            <a:ext cx="6380922" cy="3265323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F49AB7B9-64EE-B72A-0123-58CB75DDFF87}"/>
              </a:ext>
            </a:extLst>
          </p:cNvPr>
          <p:cNvGrpSpPr/>
          <p:nvPr/>
        </p:nvGrpSpPr>
        <p:grpSpPr>
          <a:xfrm>
            <a:off x="8090922" y="7301026"/>
            <a:ext cx="2360338" cy="1084296"/>
            <a:chOff x="1450964" y="740269"/>
            <a:chExt cx="1111137" cy="510436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539D2E1-F162-3439-587C-EBF05B3505B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C1AFB2-4815-00DE-7DAB-2760E6DFB3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SD-Api-Lead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728463A-9B72-2D01-FB2E-0AD6B8710D62}"/>
              </a:ext>
            </a:extLst>
          </p:cNvPr>
          <p:cNvGrpSpPr/>
          <p:nvPr/>
        </p:nvGrpSpPr>
        <p:grpSpPr>
          <a:xfrm>
            <a:off x="8090922" y="8735570"/>
            <a:ext cx="2360338" cy="1084296"/>
            <a:chOff x="1450964" y="740269"/>
            <a:chExt cx="1111137" cy="5104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211A83E-2790-1FCF-F495-B28B81B39121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03EBE286-9626-6BB2-9A5C-5397C95A46F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4 F</a:t>
              </a:r>
              <a:r>
                <a:rPr lang="en-IN" sz="2000" dirty="0">
                  <a:solidFill>
                    <a:schemeClr val="tx1"/>
                  </a:solidFill>
                </a:rPr>
                <a:t>SD-Api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79BB2D0-47B7-D2D1-AC1D-3D4C12E6D5DD}"/>
              </a:ext>
            </a:extLst>
          </p:cNvPr>
          <p:cNvGrpSpPr/>
          <p:nvPr/>
        </p:nvGrpSpPr>
        <p:grpSpPr>
          <a:xfrm>
            <a:off x="10986518" y="7301026"/>
            <a:ext cx="2360338" cy="1084296"/>
            <a:chOff x="1450964" y="740269"/>
            <a:chExt cx="1111137" cy="510436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66F4BA9F-DDA7-3632-3997-52C9D071FE7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0376B596-7F1D-DA1D-A0B7-0A6BFE2200B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SD-Api-Lead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9BBBBF21-B682-8141-EC9E-B42864EEE5BA}"/>
              </a:ext>
            </a:extLst>
          </p:cNvPr>
          <p:cNvGrpSpPr/>
          <p:nvPr/>
        </p:nvGrpSpPr>
        <p:grpSpPr>
          <a:xfrm>
            <a:off x="10986518" y="8735570"/>
            <a:ext cx="2360338" cy="1084296"/>
            <a:chOff x="1450964" y="740269"/>
            <a:chExt cx="1111137" cy="5104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E441AC09-37A8-B7B7-4E53-ACA8EC46674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4D6760FB-0D2D-2620-3CD3-A0EAF90A2A5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4 F</a:t>
              </a:r>
              <a:r>
                <a:rPr lang="en-IN" sz="2000" dirty="0">
                  <a:solidFill>
                    <a:schemeClr val="tx1"/>
                  </a:solidFill>
                </a:rPr>
                <a:t>SD-Api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FA06532-37A3-F708-2030-681E5E220286}"/>
              </a:ext>
            </a:extLst>
          </p:cNvPr>
          <p:cNvSpPr/>
          <p:nvPr/>
        </p:nvSpPr>
        <p:spPr>
          <a:xfrm>
            <a:off x="15279738" y="6722166"/>
            <a:ext cx="6380922" cy="326532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835866C-C61A-B703-2647-01EC69E0A7F6}"/>
              </a:ext>
            </a:extLst>
          </p:cNvPr>
          <p:cNvGrpSpPr/>
          <p:nvPr/>
        </p:nvGrpSpPr>
        <p:grpSpPr>
          <a:xfrm>
            <a:off x="17231595" y="7301026"/>
            <a:ext cx="2360338" cy="1084296"/>
            <a:chOff x="1450964" y="740269"/>
            <a:chExt cx="1111137" cy="510436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5F72754C-CA2E-5CC3-96B7-BD0362042ECF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266C624-CF09-A3A7-F57D-F8E4D0D27BB6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SD-UI-Lead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E0B7179-96C8-8B58-D56F-544F25C78D3C}"/>
              </a:ext>
            </a:extLst>
          </p:cNvPr>
          <p:cNvGrpSpPr/>
          <p:nvPr/>
        </p:nvGrpSpPr>
        <p:grpSpPr>
          <a:xfrm>
            <a:off x="17261409" y="8735570"/>
            <a:ext cx="2360338" cy="1084296"/>
            <a:chOff x="1450964" y="740269"/>
            <a:chExt cx="1111137" cy="510436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999757E-5572-8F87-83C1-DA071BBFB2B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9C46EF06-9AA6-3B3C-FC9D-D0637E8E3D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5 F</a:t>
              </a:r>
              <a:r>
                <a:rPr lang="en-IN" sz="2000" dirty="0">
                  <a:solidFill>
                    <a:schemeClr val="tx1"/>
                  </a:solidFill>
                </a:rPr>
                <a:t>SD-UI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D061EA9B-BD65-D982-32B8-6FBF550822AF}"/>
              </a:ext>
            </a:extLst>
          </p:cNvPr>
          <p:cNvCxnSpPr>
            <a:cxnSpLocks/>
          </p:cNvCxnSpPr>
          <p:nvPr/>
        </p:nvCxnSpPr>
        <p:spPr>
          <a:xfrm>
            <a:off x="2487707" y="85713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5749E7EC-A3C2-7DD0-C9B3-B83044846FE1}"/>
              </a:ext>
            </a:extLst>
          </p:cNvPr>
          <p:cNvSpPr txBox="1"/>
          <p:nvPr/>
        </p:nvSpPr>
        <p:spPr>
          <a:xfrm>
            <a:off x="2401146" y="8057348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 TEAM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A759BDC-31B6-9A05-E9B0-3F9B9E201297}"/>
              </a:ext>
            </a:extLst>
          </p:cNvPr>
          <p:cNvSpPr txBox="1"/>
          <p:nvPr/>
        </p:nvSpPr>
        <p:spPr>
          <a:xfrm>
            <a:off x="7165292" y="676857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BACKEND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EED981-F582-377E-05D3-07328C9ECD0A}"/>
              </a:ext>
            </a:extLst>
          </p:cNvPr>
          <p:cNvSpPr txBox="1"/>
          <p:nvPr/>
        </p:nvSpPr>
        <p:spPr>
          <a:xfrm>
            <a:off x="14881355" y="676857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FRONTEND</a:t>
            </a: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55DEB121-9AFB-8F9E-88E6-3AABF1C156C0}"/>
              </a:ext>
            </a:extLst>
          </p:cNvPr>
          <p:cNvSpPr/>
          <p:nvPr/>
        </p:nvSpPr>
        <p:spPr>
          <a:xfrm>
            <a:off x="5725640" y="3193777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835AF50-54A0-28C7-B365-AE81ED9BBC03}"/>
              </a:ext>
            </a:extLst>
          </p:cNvPr>
          <p:cNvGrpSpPr/>
          <p:nvPr/>
        </p:nvGrpSpPr>
        <p:grpSpPr>
          <a:xfrm>
            <a:off x="12507202" y="3497658"/>
            <a:ext cx="2360338" cy="1084296"/>
            <a:chOff x="1450964" y="740269"/>
            <a:chExt cx="1111137" cy="510436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E81A8E1D-BAD4-A9F7-654A-28B231D31F80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D7143E4-941D-FB1E-0565-3C40911D939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Lead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Architect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FB7389CB-3023-3BEE-7575-E249F1708C8E}"/>
              </a:ext>
            </a:extLst>
          </p:cNvPr>
          <p:cNvGrpSpPr/>
          <p:nvPr/>
        </p:nvGrpSpPr>
        <p:grpSpPr>
          <a:xfrm>
            <a:off x="8074359" y="5190618"/>
            <a:ext cx="2360338" cy="1084296"/>
            <a:chOff x="1450964" y="740269"/>
            <a:chExt cx="1111137" cy="510436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AE45589-2691-5296-533F-50D8DD283BA8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3914911A-7A15-F042-1A5D-144A737982DA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F5B68E-DA53-94B9-EAC6-E2438E6B53C3}"/>
              </a:ext>
            </a:extLst>
          </p:cNvPr>
          <p:cNvGrpSpPr/>
          <p:nvPr/>
        </p:nvGrpSpPr>
        <p:grpSpPr>
          <a:xfrm>
            <a:off x="10969955" y="5190618"/>
            <a:ext cx="2360338" cy="1084296"/>
            <a:chOff x="1450964" y="740269"/>
            <a:chExt cx="1111137" cy="510436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3FD16AF-1F19-917B-1195-A953EAA2A8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312F2C7-88D0-0DE0-F8D1-2ABB7E54EA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D020B89-7009-9F5B-2B72-7F368675BC9C}"/>
              </a:ext>
            </a:extLst>
          </p:cNvPr>
          <p:cNvGrpSpPr/>
          <p:nvPr/>
        </p:nvGrpSpPr>
        <p:grpSpPr>
          <a:xfrm>
            <a:off x="17244846" y="5190618"/>
            <a:ext cx="2360338" cy="1084296"/>
            <a:chOff x="1450964" y="740269"/>
            <a:chExt cx="1111137" cy="510436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3B60629-3018-0226-2F21-E9258847DB92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2C7E7064-33D8-7920-B6B9-4B10480C0D25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EDA6102C-E34F-FA77-98EF-AD9002C7CC77}"/>
              </a:ext>
            </a:extLst>
          </p:cNvPr>
          <p:cNvCxnSpPr>
            <a:cxnSpLocks/>
          </p:cNvCxnSpPr>
          <p:nvPr/>
        </p:nvCxnSpPr>
        <p:spPr>
          <a:xfrm>
            <a:off x="2471144" y="5026409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CC94574-0D75-6DAA-76BC-62FBE7D21629}"/>
              </a:ext>
            </a:extLst>
          </p:cNvPr>
          <p:cNvSpPr txBox="1"/>
          <p:nvPr/>
        </p:nvSpPr>
        <p:spPr>
          <a:xfrm>
            <a:off x="2434278" y="4492513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UX TEAM</a:t>
            </a: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AD4CA5D-8AA5-6782-4EDF-969237939DB9}"/>
              </a:ext>
            </a:extLst>
          </p:cNvPr>
          <p:cNvGrpSpPr/>
          <p:nvPr/>
        </p:nvGrpSpPr>
        <p:grpSpPr>
          <a:xfrm>
            <a:off x="14054392" y="5190618"/>
            <a:ext cx="2360338" cy="1084296"/>
            <a:chOff x="1450964" y="740269"/>
            <a:chExt cx="1111137" cy="510436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B97615E3-727A-8102-EA1D-0834D4DA3C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38658DDC-F519-196A-2476-DC2A23DD4919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E51A85DC-4066-E205-E27B-90B50008F725}"/>
              </a:ext>
            </a:extLst>
          </p:cNvPr>
          <p:cNvSpPr/>
          <p:nvPr/>
        </p:nvSpPr>
        <p:spPr>
          <a:xfrm>
            <a:off x="5762080" y="1543899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4AD1FCD-E076-A627-3102-064B0F8654C8}"/>
              </a:ext>
            </a:extLst>
          </p:cNvPr>
          <p:cNvGrpSpPr/>
          <p:nvPr/>
        </p:nvGrpSpPr>
        <p:grpSpPr>
          <a:xfrm>
            <a:off x="12460819" y="1692056"/>
            <a:ext cx="2360338" cy="1084296"/>
            <a:chOff x="1450964" y="740269"/>
            <a:chExt cx="1111137" cy="51043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7CEB934B-FD12-8282-0718-CD84E9A69B5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00B05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8DCEA423-2410-0DE3-33A2-C84615F3B76D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Scrum Master</a:t>
              </a:r>
            </a:p>
          </p:txBody>
        </p:sp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C7665D10-3038-9736-A27D-F633F24BADA8}"/>
              </a:ext>
            </a:extLst>
          </p:cNvPr>
          <p:cNvSpPr txBox="1"/>
          <p:nvPr/>
        </p:nvSpPr>
        <p:spPr>
          <a:xfrm>
            <a:off x="2397830" y="1852030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SCRUM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42DEE4F-0E0B-5771-EF31-1F19CF1B4CDB}"/>
              </a:ext>
            </a:extLst>
          </p:cNvPr>
          <p:cNvCxnSpPr>
            <a:cxnSpLocks/>
          </p:cNvCxnSpPr>
          <p:nvPr/>
        </p:nvCxnSpPr>
        <p:spPr>
          <a:xfrm>
            <a:off x="2454581" y="23461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15964EF2-88A3-F4E0-12F9-ABE948FC1670}"/>
              </a:ext>
            </a:extLst>
          </p:cNvPr>
          <p:cNvSpPr txBox="1"/>
          <p:nvPr/>
        </p:nvSpPr>
        <p:spPr>
          <a:xfrm>
            <a:off x="8815338" y="324972"/>
            <a:ext cx="750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Proposed Team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169BF190-962A-7B66-B9D4-C1697B5B6686}"/>
              </a:ext>
            </a:extLst>
          </p:cNvPr>
          <p:cNvCxnSpPr>
            <a:cxnSpLocks/>
          </p:cNvCxnSpPr>
          <p:nvPr/>
        </p:nvCxnSpPr>
        <p:spPr>
          <a:xfrm>
            <a:off x="9113834" y="4870173"/>
            <a:ext cx="9601548" cy="0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0BD4EC93-339E-E14B-03C5-59477E0C4891}"/>
              </a:ext>
            </a:extLst>
          </p:cNvPr>
          <p:cNvCxnSpPr>
            <a:cxnSpLocks/>
          </p:cNvCxnSpPr>
          <p:nvPr/>
        </p:nvCxnSpPr>
        <p:spPr>
          <a:xfrm>
            <a:off x="9113834" y="4870173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6C9F1DE-531E-5634-343E-937FE73D9815}"/>
              </a:ext>
            </a:extLst>
          </p:cNvPr>
          <p:cNvCxnSpPr>
            <a:cxnSpLocks/>
          </p:cNvCxnSpPr>
          <p:nvPr/>
        </p:nvCxnSpPr>
        <p:spPr>
          <a:xfrm>
            <a:off x="12079003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AEEF6FB1-ADF3-7509-4160-43364A9764FF}"/>
              </a:ext>
            </a:extLst>
          </p:cNvPr>
          <p:cNvCxnSpPr>
            <a:cxnSpLocks/>
          </p:cNvCxnSpPr>
          <p:nvPr/>
        </p:nvCxnSpPr>
        <p:spPr>
          <a:xfrm>
            <a:off x="15272772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94B33A00-69EA-AB6D-B4B1-9966F915199F}"/>
              </a:ext>
            </a:extLst>
          </p:cNvPr>
          <p:cNvCxnSpPr>
            <a:cxnSpLocks/>
          </p:cNvCxnSpPr>
          <p:nvPr/>
        </p:nvCxnSpPr>
        <p:spPr>
          <a:xfrm>
            <a:off x="18724956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61147FA-B0E0-E8D6-8A5E-FDF209ED78E9}"/>
              </a:ext>
            </a:extLst>
          </p:cNvPr>
          <p:cNvCxnSpPr>
            <a:cxnSpLocks/>
          </p:cNvCxnSpPr>
          <p:nvPr/>
        </p:nvCxnSpPr>
        <p:spPr>
          <a:xfrm>
            <a:off x="13705703" y="4588565"/>
            <a:ext cx="0" cy="281608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8BA4CC19-83D0-C0B0-DCB8-CDB40F381E80}"/>
              </a:ext>
            </a:extLst>
          </p:cNvPr>
          <p:cNvCxnSpPr>
            <a:cxnSpLocks/>
          </p:cNvCxnSpPr>
          <p:nvPr/>
        </p:nvCxnSpPr>
        <p:spPr>
          <a:xfrm>
            <a:off x="9266234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96818FE5-4FC4-DA4C-AC0B-00D2957838E1}"/>
              </a:ext>
            </a:extLst>
          </p:cNvPr>
          <p:cNvCxnSpPr>
            <a:cxnSpLocks/>
          </p:cNvCxnSpPr>
          <p:nvPr/>
        </p:nvCxnSpPr>
        <p:spPr>
          <a:xfrm>
            <a:off x="12171769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E8F4196-3BCD-913E-89F6-5DEB1EB9FB2F}"/>
              </a:ext>
            </a:extLst>
          </p:cNvPr>
          <p:cNvCxnSpPr>
            <a:cxnSpLocks/>
          </p:cNvCxnSpPr>
          <p:nvPr/>
        </p:nvCxnSpPr>
        <p:spPr>
          <a:xfrm>
            <a:off x="18456598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38413F68-13F6-BE01-F101-E2F00635E49A}"/>
              </a:ext>
            </a:extLst>
          </p:cNvPr>
          <p:cNvSpPr txBox="1"/>
          <p:nvPr/>
        </p:nvSpPr>
        <p:spPr>
          <a:xfrm>
            <a:off x="18999270" y="378830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SYNECTIKS INC</a:t>
            </a:r>
          </a:p>
        </p:txBody>
      </p:sp>
    </p:spTree>
    <p:extLst>
      <p:ext uri="{BB962C8B-B14F-4D97-AF65-F5344CB8AC3E}">
        <p14:creationId xmlns:p14="http://schemas.microsoft.com/office/powerpoint/2010/main" val="3278090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6CBF93-FDED-5E20-A845-C0C6D15000DC}"/>
              </a:ext>
            </a:extLst>
          </p:cNvPr>
          <p:cNvSpPr txBox="1"/>
          <p:nvPr/>
        </p:nvSpPr>
        <p:spPr>
          <a:xfrm>
            <a:off x="7542908" y="650092"/>
            <a:ext cx="98713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Backend Bandwidth Allocation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BE38B70-65FD-1A31-B549-1DE85A445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151821"/>
              </p:ext>
            </p:extLst>
          </p:nvPr>
        </p:nvGraphicFramePr>
        <p:xfrm>
          <a:off x="1524000" y="2090984"/>
          <a:ext cx="21468081" cy="10405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6027">
                  <a:extLst>
                    <a:ext uri="{9D8B030D-6E8A-4147-A177-3AD203B41FA5}">
                      <a16:colId xmlns:a16="http://schemas.microsoft.com/office/drawing/2014/main" val="1330232464"/>
                    </a:ext>
                  </a:extLst>
                </a:gridCol>
                <a:gridCol w="7156027">
                  <a:extLst>
                    <a:ext uri="{9D8B030D-6E8A-4147-A177-3AD203B41FA5}">
                      <a16:colId xmlns:a16="http://schemas.microsoft.com/office/drawing/2014/main" val="3644617438"/>
                    </a:ext>
                  </a:extLst>
                </a:gridCol>
                <a:gridCol w="7156027">
                  <a:extLst>
                    <a:ext uri="{9D8B030D-6E8A-4147-A177-3AD203B41FA5}">
                      <a16:colId xmlns:a16="http://schemas.microsoft.com/office/drawing/2014/main" val="3453447567"/>
                    </a:ext>
                  </a:extLst>
                </a:gridCol>
              </a:tblGrid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Modules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Frontend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81196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CMDB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96026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Security/RBAC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33755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6021285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958047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01043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048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266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efault Theme">
  <a:themeElements>
    <a:clrScheme name="Scheme #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D22FE"/>
      </a:accent1>
      <a:accent2>
        <a:srgbClr val="FF6E0F"/>
      </a:accent2>
      <a:accent3>
        <a:srgbClr val="FFD753"/>
      </a:accent3>
      <a:accent4>
        <a:srgbClr val="77E1C3"/>
      </a:accent4>
      <a:accent5>
        <a:srgbClr val="9F61F1"/>
      </a:accent5>
      <a:accent6>
        <a:srgbClr val="0DB1F8"/>
      </a:accent6>
      <a:hlink>
        <a:srgbClr val="0563C1"/>
      </a:hlink>
      <a:folHlink>
        <a:srgbClr val="954F72"/>
      </a:folHlink>
    </a:clrScheme>
    <a:fontScheme name="Corporate">
      <a:majorFont>
        <a:latin typeface="Poppins SemiBold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169506</TotalTime>
  <Words>129</Words>
  <Application>Microsoft Office PowerPoint</Application>
  <PresentationFormat>Custom</PresentationFormat>
  <Paragraphs>61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Calibri</vt:lpstr>
      <vt:lpstr>Calibri Light</vt:lpstr>
      <vt:lpstr>Lato Light</vt:lpstr>
      <vt:lpstr>Poppins</vt:lpstr>
      <vt:lpstr>Poppins Light</vt:lpstr>
      <vt:lpstr>Poppins SemiBold</vt:lpstr>
      <vt:lpstr>Raleway SemiBold</vt:lpstr>
      <vt:lpstr>Default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Аларон</dc:creator>
  <cp:lastModifiedBy>Papu Bhattacharya</cp:lastModifiedBy>
  <cp:revision>10374</cp:revision>
  <dcterms:created xsi:type="dcterms:W3CDTF">2014-11-12T21:47:38Z</dcterms:created>
  <dcterms:modified xsi:type="dcterms:W3CDTF">2023-07-15T16:12:28Z</dcterms:modified>
</cp:coreProperties>
</file>