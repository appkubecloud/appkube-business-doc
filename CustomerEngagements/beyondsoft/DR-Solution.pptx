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68" r:id="rId2"/>
    <p:sldId id="269" r:id="rId3"/>
    <p:sldId id="270" r:id="rId4"/>
    <p:sldId id="264" r:id="rId5"/>
    <p:sldId id="262" r:id="rId6"/>
  </p:sldIdLst>
  <p:sldSz cx="24377650" cy="13716000"/>
  <p:notesSz cx="6858000" cy="9144000"/>
  <p:defaultTextStyle>
    <a:defPPr>
      <a:defRPr lang="en-US"/>
    </a:defPPr>
    <a:lvl1pPr algn="l" defTabSz="1827213" rtl="0" eaLnBrk="0" fontAlgn="base" hangingPunct="0">
      <a:spcBef>
        <a:spcPct val="0"/>
      </a:spcBef>
      <a:spcAft>
        <a:spcPct val="0"/>
      </a:spcAft>
      <a:defRPr sz="3600" kern="1200">
        <a:solidFill>
          <a:schemeClr val="tx1"/>
        </a:solidFill>
        <a:latin typeface="Lato Light" pitchFamily="34" charset="0"/>
        <a:ea typeface="+mn-ea"/>
        <a:cs typeface="+mn-cs"/>
      </a:defRPr>
    </a:lvl1pPr>
    <a:lvl2pPr marL="912813" indent="-455613" algn="l" defTabSz="1827213" rtl="0" eaLnBrk="0" fontAlgn="base" hangingPunct="0">
      <a:spcBef>
        <a:spcPct val="0"/>
      </a:spcBef>
      <a:spcAft>
        <a:spcPct val="0"/>
      </a:spcAft>
      <a:defRPr sz="3600" kern="1200">
        <a:solidFill>
          <a:schemeClr val="tx1"/>
        </a:solidFill>
        <a:latin typeface="Lato Light" pitchFamily="34" charset="0"/>
        <a:ea typeface="+mn-ea"/>
        <a:cs typeface="+mn-cs"/>
      </a:defRPr>
    </a:lvl2pPr>
    <a:lvl3pPr marL="1827213" indent="-912813" algn="l" defTabSz="1827213" rtl="0" eaLnBrk="0" fontAlgn="base" hangingPunct="0">
      <a:spcBef>
        <a:spcPct val="0"/>
      </a:spcBef>
      <a:spcAft>
        <a:spcPct val="0"/>
      </a:spcAft>
      <a:defRPr sz="3600" kern="1200">
        <a:solidFill>
          <a:schemeClr val="tx1"/>
        </a:solidFill>
        <a:latin typeface="Lato Light" pitchFamily="34" charset="0"/>
        <a:ea typeface="+mn-ea"/>
        <a:cs typeface="+mn-cs"/>
      </a:defRPr>
    </a:lvl3pPr>
    <a:lvl4pPr marL="2741613" indent="-1370013" algn="l" defTabSz="1827213" rtl="0" eaLnBrk="0" fontAlgn="base" hangingPunct="0">
      <a:spcBef>
        <a:spcPct val="0"/>
      </a:spcBef>
      <a:spcAft>
        <a:spcPct val="0"/>
      </a:spcAft>
      <a:defRPr sz="3600" kern="1200">
        <a:solidFill>
          <a:schemeClr val="tx1"/>
        </a:solidFill>
        <a:latin typeface="Lato Light" pitchFamily="34" charset="0"/>
        <a:ea typeface="+mn-ea"/>
        <a:cs typeface="+mn-cs"/>
      </a:defRPr>
    </a:lvl4pPr>
    <a:lvl5pPr marL="3656013" indent="-1827213" algn="l" defTabSz="1827213" rtl="0" eaLnBrk="0" fontAlgn="base" hangingPunct="0">
      <a:spcBef>
        <a:spcPct val="0"/>
      </a:spcBef>
      <a:spcAft>
        <a:spcPct val="0"/>
      </a:spcAft>
      <a:defRPr sz="3600" kern="1200">
        <a:solidFill>
          <a:schemeClr val="tx1"/>
        </a:solidFill>
        <a:latin typeface="Lato Light" pitchFamily="34" charset="0"/>
        <a:ea typeface="+mn-ea"/>
        <a:cs typeface="+mn-cs"/>
      </a:defRPr>
    </a:lvl5pPr>
    <a:lvl6pPr marL="2286000" algn="l" defTabSz="914400" rtl="0" eaLnBrk="1" latinLnBrk="0" hangingPunct="1">
      <a:defRPr sz="3600" kern="1200">
        <a:solidFill>
          <a:schemeClr val="tx1"/>
        </a:solidFill>
        <a:latin typeface="Lato Light" pitchFamily="34" charset="0"/>
        <a:ea typeface="+mn-ea"/>
        <a:cs typeface="+mn-cs"/>
      </a:defRPr>
    </a:lvl6pPr>
    <a:lvl7pPr marL="2743200" algn="l" defTabSz="914400" rtl="0" eaLnBrk="1" latinLnBrk="0" hangingPunct="1">
      <a:defRPr sz="3600" kern="1200">
        <a:solidFill>
          <a:schemeClr val="tx1"/>
        </a:solidFill>
        <a:latin typeface="Lato Light" pitchFamily="34" charset="0"/>
        <a:ea typeface="+mn-ea"/>
        <a:cs typeface="+mn-cs"/>
      </a:defRPr>
    </a:lvl7pPr>
    <a:lvl8pPr marL="3200400" algn="l" defTabSz="914400" rtl="0" eaLnBrk="1" latinLnBrk="0" hangingPunct="1">
      <a:defRPr sz="3600" kern="1200">
        <a:solidFill>
          <a:schemeClr val="tx1"/>
        </a:solidFill>
        <a:latin typeface="Lato Light" pitchFamily="34" charset="0"/>
        <a:ea typeface="+mn-ea"/>
        <a:cs typeface="+mn-cs"/>
      </a:defRPr>
    </a:lvl8pPr>
    <a:lvl9pPr marL="3657600" algn="l" defTabSz="914400" rtl="0" eaLnBrk="1" latinLnBrk="0" hangingPunct="1">
      <a:defRPr sz="3600" kern="1200">
        <a:solidFill>
          <a:schemeClr val="tx1"/>
        </a:solidFill>
        <a:latin typeface="Lato Light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AB99E56-7DD4-48A7-A918-C544B662C52F}">
          <p14:sldIdLst>
            <p14:sldId id="268"/>
            <p14:sldId id="269"/>
            <p14:sldId id="270"/>
            <p14:sldId id="264"/>
            <p14:sldId id="26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7813" userDrawn="1">
          <p15:clr>
            <a:srgbClr val="A4A3A4"/>
          </p15:clr>
        </p15:guide>
        <p15:guide id="2" orient="horz" pos="827" userDrawn="1">
          <p15:clr>
            <a:srgbClr val="A4A3A4"/>
          </p15:clr>
        </p15:guide>
        <p15:guide id="4" pos="14482" userDrawn="1">
          <p15:clr>
            <a:srgbClr val="A4A3A4"/>
          </p15:clr>
        </p15:guide>
        <p15:guide id="5" pos="82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EE0FC"/>
    <a:srgbClr val="9F61F1"/>
    <a:srgbClr val="D9D9D9"/>
    <a:srgbClr val="E6E6E6"/>
    <a:srgbClr val="F6F3FF"/>
    <a:srgbClr val="E9E1FF"/>
    <a:srgbClr val="F2F2F2"/>
    <a:srgbClr val="FDFDFD"/>
    <a:srgbClr val="FF6600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123" autoAdjust="0"/>
    <p:restoredTop sz="96279" autoAdjust="0"/>
  </p:normalViewPr>
  <p:slideViewPr>
    <p:cSldViewPr snapToGrid="0" snapToObjects="1">
      <p:cViewPr varScale="1">
        <p:scale>
          <a:sx n="44" d="100"/>
          <a:sy n="44" d="100"/>
        </p:scale>
        <p:origin x="68" y="52"/>
      </p:cViewPr>
      <p:guideLst>
        <p:guide orient="horz" pos="7813"/>
        <p:guide orient="horz" pos="827"/>
        <p:guide pos="14482"/>
        <p:guide pos="829"/>
      </p:guideLst>
    </p:cSldViewPr>
  </p:slideViewPr>
  <p:outlineViewPr>
    <p:cViewPr>
      <p:scale>
        <a:sx n="33" d="100"/>
        <a:sy n="33" d="100"/>
      </p:scale>
      <p:origin x="0" y="-274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52" d="100"/>
        <a:sy n="52" d="100"/>
      </p:scale>
      <p:origin x="0" y="0"/>
    </p:cViewPr>
  </p:sorterViewPr>
  <p:notesViewPr>
    <p:cSldViewPr snapToGrid="0" snapToObjects="1">
      <p:cViewPr varScale="1">
        <p:scale>
          <a:sx n="88" d="100"/>
          <a:sy n="88" d="100"/>
        </p:scale>
        <p:origin x="4884" y="9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defTabSz="1828434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defTabSz="1828434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A3908CAB-18D1-4856-A43D-D6B68E51C1A9}" type="datetimeFigureOut">
              <a:rPr lang="ru-RU"/>
              <a:pPr>
                <a:defRPr/>
              </a:pPr>
              <a:t>15.07.2023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defTabSz="1828434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35EAE6DB-E82E-4377-AE0F-D0B3BE59AD35}" type="slidenum">
              <a:rPr lang="ru-RU" altLang="ru-RU"/>
              <a:pPr>
                <a:defRPr/>
              </a:pPr>
              <a:t>‹#›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39127448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defTabSz="1828434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Calibri Ligh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defTabSz="1828434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Calibri Light"/>
              </a:defRPr>
            </a:lvl1pPr>
          </a:lstStyle>
          <a:p>
            <a:pPr>
              <a:defRPr/>
            </a:pPr>
            <a:fld id="{A49E4EC9-73E2-4694-B0B4-8400B1233370}" type="datetimeFigureOut">
              <a:rPr lang="en-US"/>
              <a:pPr>
                <a:defRPr/>
              </a:pPr>
              <a:t>7/15/2023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defTabSz="1828434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Calibri Ligh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 Light" pitchFamily="34" charset="0"/>
              </a:defRPr>
            </a:lvl1pPr>
          </a:lstStyle>
          <a:p>
            <a:pPr>
              <a:defRPr/>
            </a:pPr>
            <a:fld id="{E03A06C9-5463-4157-95AD-15011390AC3C}" type="slidenum">
              <a:rPr lang="en-US" altLang="ru-RU"/>
              <a:pPr>
                <a:defRPr/>
              </a:pPr>
              <a:t>‹#›</a:t>
            </a:fld>
            <a:endParaRPr lang="en-US" altLang="ru-RU"/>
          </a:p>
        </p:txBody>
      </p:sp>
    </p:spTree>
    <p:extLst>
      <p:ext uri="{BB962C8B-B14F-4D97-AF65-F5344CB8AC3E}">
        <p14:creationId xmlns:p14="http://schemas.microsoft.com/office/powerpoint/2010/main" val="170172397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912813" rtl="0" eaLnBrk="0" fontAlgn="base" hangingPunct="0">
      <a:spcBef>
        <a:spcPct val="30000"/>
      </a:spcBef>
      <a:spcAft>
        <a:spcPct val="0"/>
      </a:spcAft>
      <a:defRPr sz="2400" kern="1200">
        <a:solidFill>
          <a:schemeClr val="tx1"/>
        </a:solidFill>
        <a:latin typeface="Calibri Light"/>
        <a:ea typeface="+mn-ea"/>
        <a:cs typeface="+mn-cs"/>
      </a:defRPr>
    </a:lvl1pPr>
    <a:lvl2pPr marL="912813" algn="l" defTabSz="912813" rtl="0" eaLnBrk="0" fontAlgn="base" hangingPunct="0">
      <a:spcBef>
        <a:spcPct val="30000"/>
      </a:spcBef>
      <a:spcAft>
        <a:spcPct val="0"/>
      </a:spcAft>
      <a:defRPr sz="2400" kern="1200">
        <a:solidFill>
          <a:schemeClr val="tx1"/>
        </a:solidFill>
        <a:latin typeface="Calibri Light"/>
        <a:ea typeface="+mn-ea"/>
        <a:cs typeface="+mn-cs"/>
      </a:defRPr>
    </a:lvl2pPr>
    <a:lvl3pPr marL="1827213" algn="l" defTabSz="912813" rtl="0" eaLnBrk="0" fontAlgn="base" hangingPunct="0">
      <a:spcBef>
        <a:spcPct val="30000"/>
      </a:spcBef>
      <a:spcAft>
        <a:spcPct val="0"/>
      </a:spcAft>
      <a:defRPr sz="2400" kern="1200">
        <a:solidFill>
          <a:schemeClr val="tx1"/>
        </a:solidFill>
        <a:latin typeface="Calibri Light"/>
        <a:ea typeface="+mn-ea"/>
        <a:cs typeface="+mn-cs"/>
      </a:defRPr>
    </a:lvl3pPr>
    <a:lvl4pPr marL="2741613" algn="l" defTabSz="912813" rtl="0" eaLnBrk="0" fontAlgn="base" hangingPunct="0">
      <a:spcBef>
        <a:spcPct val="30000"/>
      </a:spcBef>
      <a:spcAft>
        <a:spcPct val="0"/>
      </a:spcAft>
      <a:defRPr sz="2400" kern="1200">
        <a:solidFill>
          <a:schemeClr val="tx1"/>
        </a:solidFill>
        <a:latin typeface="Calibri Light"/>
        <a:ea typeface="+mn-ea"/>
        <a:cs typeface="+mn-cs"/>
      </a:defRPr>
    </a:lvl4pPr>
    <a:lvl5pPr marL="3656013" algn="l" defTabSz="912813" rtl="0" eaLnBrk="0" fontAlgn="base" hangingPunct="0">
      <a:spcBef>
        <a:spcPct val="30000"/>
      </a:spcBef>
      <a:spcAft>
        <a:spcPct val="0"/>
      </a:spcAft>
      <a:defRPr sz="2400" kern="1200">
        <a:solidFill>
          <a:schemeClr val="tx1"/>
        </a:solidFill>
        <a:latin typeface="Calibri Light"/>
        <a:ea typeface="+mn-ea"/>
        <a:cs typeface="+mn-cs"/>
      </a:defRPr>
    </a:lvl5pPr>
    <a:lvl6pPr marL="4571086" algn="l" defTabSz="91421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5485303" algn="l" defTabSz="91421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6399520" algn="l" defTabSz="91421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7313737" algn="l" defTabSz="91421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132828"/>
      </p:ext>
    </p:extLst>
  </p:cSld>
  <p:clrMapOvr>
    <a:masterClrMapping/>
  </p:clrMapOvr>
  <p:transition spd="slow" advClick="0" advTm="1000">
    <p:push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B53DD456-4BA4-4FC2-A05A-F1434FA376F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3708905" y="3771649"/>
            <a:ext cx="7676256" cy="7676256"/>
          </a:xfrm>
          <a:custGeom>
            <a:avLst/>
            <a:gdLst>
              <a:gd name="connsiteX0" fmla="*/ 3293546 w 6587092"/>
              <a:gd name="connsiteY0" fmla="*/ 0 h 6587092"/>
              <a:gd name="connsiteX1" fmla="*/ 6587092 w 6587092"/>
              <a:gd name="connsiteY1" fmla="*/ 3293546 h 6587092"/>
              <a:gd name="connsiteX2" fmla="*/ 3293546 w 6587092"/>
              <a:gd name="connsiteY2" fmla="*/ 6587092 h 6587092"/>
              <a:gd name="connsiteX3" fmla="*/ 0 w 6587092"/>
              <a:gd name="connsiteY3" fmla="*/ 3293546 h 6587092"/>
              <a:gd name="connsiteX4" fmla="*/ 3293546 w 6587092"/>
              <a:gd name="connsiteY4" fmla="*/ 0 h 65870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87092" h="6587092">
                <a:moveTo>
                  <a:pt x="3293546" y="0"/>
                </a:moveTo>
                <a:cubicBezTo>
                  <a:pt x="5112522" y="0"/>
                  <a:pt x="6587092" y="1474571"/>
                  <a:pt x="6587092" y="3293546"/>
                </a:cubicBezTo>
                <a:cubicBezTo>
                  <a:pt x="6587092" y="5112521"/>
                  <a:pt x="5112522" y="6587092"/>
                  <a:pt x="3293546" y="6587092"/>
                </a:cubicBezTo>
                <a:cubicBezTo>
                  <a:pt x="1474571" y="6587092"/>
                  <a:pt x="0" y="5112521"/>
                  <a:pt x="0" y="3293546"/>
                </a:cubicBezTo>
                <a:cubicBezTo>
                  <a:pt x="0" y="1474571"/>
                  <a:pt x="1474571" y="0"/>
                  <a:pt x="3293546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4652415"/>
      </p:ext>
    </p:extLst>
  </p:cSld>
  <p:clrMapOvr>
    <a:masterClrMapping/>
  </p:clrMapOvr>
  <p:transition spd="slow" advClick="0" advTm="1000">
    <p:push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re fea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641E2D9C-0C39-4F69-AE45-05CB23F4327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545948" y="3093219"/>
            <a:ext cx="7656977" cy="7656977"/>
          </a:xfrm>
          <a:custGeom>
            <a:avLst/>
            <a:gdLst>
              <a:gd name="connsiteX0" fmla="*/ 3828489 w 7656977"/>
              <a:gd name="connsiteY0" fmla="*/ 0 h 7656977"/>
              <a:gd name="connsiteX1" fmla="*/ 7656977 w 7656977"/>
              <a:gd name="connsiteY1" fmla="*/ 3828489 h 7656977"/>
              <a:gd name="connsiteX2" fmla="*/ 3828489 w 7656977"/>
              <a:gd name="connsiteY2" fmla="*/ 7656977 h 7656977"/>
              <a:gd name="connsiteX3" fmla="*/ 0 w 7656977"/>
              <a:gd name="connsiteY3" fmla="*/ 3828489 h 7656977"/>
              <a:gd name="connsiteX4" fmla="*/ 3828489 w 7656977"/>
              <a:gd name="connsiteY4" fmla="*/ 0 h 76569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56977" h="7656977">
                <a:moveTo>
                  <a:pt x="3828489" y="0"/>
                </a:moveTo>
                <a:cubicBezTo>
                  <a:pt x="5942905" y="0"/>
                  <a:pt x="7656977" y="1714073"/>
                  <a:pt x="7656977" y="3828489"/>
                </a:cubicBezTo>
                <a:cubicBezTo>
                  <a:pt x="7656977" y="5942904"/>
                  <a:pt x="5942905" y="7656977"/>
                  <a:pt x="3828489" y="7656977"/>
                </a:cubicBezTo>
                <a:cubicBezTo>
                  <a:pt x="1714073" y="7656977"/>
                  <a:pt x="0" y="5942904"/>
                  <a:pt x="0" y="3828489"/>
                </a:cubicBezTo>
                <a:cubicBezTo>
                  <a:pt x="0" y="1714073"/>
                  <a:pt x="1714073" y="0"/>
                  <a:pt x="3828489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09305CF9-2241-4860-9F97-BF3A021AE2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9847576" y="9253693"/>
            <a:ext cx="3373200" cy="3373200"/>
          </a:xfrm>
          <a:custGeom>
            <a:avLst/>
            <a:gdLst>
              <a:gd name="connsiteX0" fmla="*/ 1686600 w 3373200"/>
              <a:gd name="connsiteY0" fmla="*/ 0 h 3373200"/>
              <a:gd name="connsiteX1" fmla="*/ 3373200 w 3373200"/>
              <a:gd name="connsiteY1" fmla="*/ 1686600 h 3373200"/>
              <a:gd name="connsiteX2" fmla="*/ 1686600 w 3373200"/>
              <a:gd name="connsiteY2" fmla="*/ 3373200 h 3373200"/>
              <a:gd name="connsiteX3" fmla="*/ 0 w 3373200"/>
              <a:gd name="connsiteY3" fmla="*/ 1686600 h 3373200"/>
              <a:gd name="connsiteX4" fmla="*/ 1686600 w 3373200"/>
              <a:gd name="connsiteY4" fmla="*/ 0 h 337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73200" h="3373200">
                <a:moveTo>
                  <a:pt x="1686600" y="0"/>
                </a:moveTo>
                <a:cubicBezTo>
                  <a:pt x="2618082" y="0"/>
                  <a:pt x="3373200" y="755117"/>
                  <a:pt x="3373200" y="1686600"/>
                </a:cubicBezTo>
                <a:cubicBezTo>
                  <a:pt x="3373200" y="2618083"/>
                  <a:pt x="2618082" y="3373200"/>
                  <a:pt x="1686600" y="3373200"/>
                </a:cubicBezTo>
                <a:cubicBezTo>
                  <a:pt x="755116" y="3373200"/>
                  <a:pt x="0" y="2618083"/>
                  <a:pt x="0" y="1686600"/>
                </a:cubicBezTo>
                <a:cubicBezTo>
                  <a:pt x="0" y="755117"/>
                  <a:pt x="755116" y="0"/>
                  <a:pt x="168660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6269044"/>
      </p:ext>
    </p:extLst>
  </p:cSld>
  <p:clrMapOvr>
    <a:masterClrMapping/>
  </p:clrMapOvr>
  <p:transition spd="slow" advClick="0" advTm="1000">
    <p:push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a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5E5BF4-CC61-4B71-8148-D241079E8AD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6079041" y="5716445"/>
            <a:ext cx="8298609" cy="7999555"/>
          </a:xfrm>
          <a:custGeom>
            <a:avLst/>
            <a:gdLst>
              <a:gd name="connsiteX0" fmla="*/ 4850571 w 8298609"/>
              <a:gd name="connsiteY0" fmla="*/ 0 h 7999555"/>
              <a:gd name="connsiteX1" fmla="*/ 8280441 w 8298609"/>
              <a:gd name="connsiteY1" fmla="*/ 1420699 h 7999555"/>
              <a:gd name="connsiteX2" fmla="*/ 8298609 w 8298609"/>
              <a:gd name="connsiteY2" fmla="*/ 1439755 h 7999555"/>
              <a:gd name="connsiteX3" fmla="*/ 8298609 w 8298609"/>
              <a:gd name="connsiteY3" fmla="*/ 7999555 h 7999555"/>
              <a:gd name="connsiteX4" fmla="*/ 1162705 w 8298609"/>
              <a:gd name="connsiteY4" fmla="*/ 7999555 h 7999555"/>
              <a:gd name="connsiteX5" fmla="*/ 1107635 w 8298609"/>
              <a:gd name="connsiteY5" fmla="*/ 7935981 h 7999555"/>
              <a:gd name="connsiteX6" fmla="*/ 0 w 8298609"/>
              <a:gd name="connsiteY6" fmla="*/ 4850569 h 7999555"/>
              <a:gd name="connsiteX7" fmla="*/ 4850571 w 8298609"/>
              <a:gd name="connsiteY7" fmla="*/ 0 h 79995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298609" h="7999555">
                <a:moveTo>
                  <a:pt x="4850571" y="0"/>
                </a:moveTo>
                <a:cubicBezTo>
                  <a:pt x="6190019" y="0"/>
                  <a:pt x="7402661" y="542919"/>
                  <a:pt x="8280441" y="1420699"/>
                </a:cubicBezTo>
                <a:lnTo>
                  <a:pt x="8298609" y="1439755"/>
                </a:lnTo>
                <a:lnTo>
                  <a:pt x="8298609" y="7999555"/>
                </a:lnTo>
                <a:lnTo>
                  <a:pt x="1162705" y="7999555"/>
                </a:lnTo>
                <a:lnTo>
                  <a:pt x="1107635" y="7935981"/>
                </a:lnTo>
                <a:cubicBezTo>
                  <a:pt x="415672" y="7097517"/>
                  <a:pt x="0" y="6022586"/>
                  <a:pt x="0" y="4850569"/>
                </a:cubicBezTo>
                <a:cubicBezTo>
                  <a:pt x="0" y="2171674"/>
                  <a:pt x="2171675" y="0"/>
                  <a:pt x="4850571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4699907"/>
      </p:ext>
    </p:extLst>
  </p:cSld>
  <p:clrMapOvr>
    <a:masterClrMapping/>
  </p:clrMapOvr>
  <p:transition spd="slow" advClick="0" advTm="1000">
    <p:push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bl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1535E98D-447A-4CF4-9E4F-88CDB2C119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90686" y="9076711"/>
            <a:ext cx="3373200" cy="3373200"/>
          </a:xfrm>
          <a:custGeom>
            <a:avLst/>
            <a:gdLst>
              <a:gd name="connsiteX0" fmla="*/ 1686600 w 3373200"/>
              <a:gd name="connsiteY0" fmla="*/ 0 h 3373200"/>
              <a:gd name="connsiteX1" fmla="*/ 3373200 w 3373200"/>
              <a:gd name="connsiteY1" fmla="*/ 1686600 h 3373200"/>
              <a:gd name="connsiteX2" fmla="*/ 1686600 w 3373200"/>
              <a:gd name="connsiteY2" fmla="*/ 3373200 h 3373200"/>
              <a:gd name="connsiteX3" fmla="*/ 0 w 3373200"/>
              <a:gd name="connsiteY3" fmla="*/ 1686600 h 3373200"/>
              <a:gd name="connsiteX4" fmla="*/ 1686600 w 3373200"/>
              <a:gd name="connsiteY4" fmla="*/ 0 h 337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73200" h="3373200">
                <a:moveTo>
                  <a:pt x="1686600" y="0"/>
                </a:moveTo>
                <a:cubicBezTo>
                  <a:pt x="2618082" y="0"/>
                  <a:pt x="3373200" y="755117"/>
                  <a:pt x="3373200" y="1686600"/>
                </a:cubicBezTo>
                <a:cubicBezTo>
                  <a:pt x="3373200" y="2618083"/>
                  <a:pt x="2618082" y="3373200"/>
                  <a:pt x="1686600" y="3373200"/>
                </a:cubicBezTo>
                <a:cubicBezTo>
                  <a:pt x="755116" y="3373200"/>
                  <a:pt x="0" y="2618083"/>
                  <a:pt x="0" y="1686600"/>
                </a:cubicBezTo>
                <a:cubicBezTo>
                  <a:pt x="0" y="755117"/>
                  <a:pt x="755116" y="0"/>
                  <a:pt x="168660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8004408"/>
      </p:ext>
    </p:extLst>
  </p:cSld>
  <p:clrMapOvr>
    <a:masterClrMapping/>
  </p:clrMapOvr>
  <p:transition spd="slow" advClick="0" advTm="1000">
    <p:push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blem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9FE983-B45C-46B1-8A95-C9979E66D99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" y="0"/>
            <a:ext cx="24377650" cy="13716000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61817456"/>
      </p:ext>
    </p:extLst>
  </p:cSld>
  <p:clrMapOvr>
    <a:masterClrMapping/>
  </p:clrMapOvr>
  <p:transition spd="slow" advClick="0" advTm="1000">
    <p:push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utions #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8CA3416D-D29D-4FF1-B9D3-D2DF6510B25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" y="6588992"/>
            <a:ext cx="24377647" cy="7127008"/>
          </a:xfrm>
          <a:custGeom>
            <a:avLst/>
            <a:gdLst>
              <a:gd name="connsiteX0" fmla="*/ 0 w 24377647"/>
              <a:gd name="connsiteY0" fmla="*/ 0 h 7127008"/>
              <a:gd name="connsiteX1" fmla="*/ 211181 w 24377647"/>
              <a:gd name="connsiteY1" fmla="*/ 187389 h 7127008"/>
              <a:gd name="connsiteX2" fmla="*/ 12188826 w 24377647"/>
              <a:gd name="connsiteY2" fmla="*/ 4650509 h 7127008"/>
              <a:gd name="connsiteX3" fmla="*/ 24166471 w 24377647"/>
              <a:gd name="connsiteY3" fmla="*/ 187389 h 7127008"/>
              <a:gd name="connsiteX4" fmla="*/ 24377647 w 24377647"/>
              <a:gd name="connsiteY4" fmla="*/ 6 h 7127008"/>
              <a:gd name="connsiteX5" fmla="*/ 24377647 w 24377647"/>
              <a:gd name="connsiteY5" fmla="*/ 7127008 h 7127008"/>
              <a:gd name="connsiteX6" fmla="*/ 0 w 24377647"/>
              <a:gd name="connsiteY6" fmla="*/ 7127008 h 7127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377647" h="7127008">
                <a:moveTo>
                  <a:pt x="0" y="0"/>
                </a:moveTo>
                <a:lnTo>
                  <a:pt x="211181" y="187389"/>
                </a:lnTo>
                <a:cubicBezTo>
                  <a:pt x="3421226" y="2968032"/>
                  <a:pt x="7608544" y="4650509"/>
                  <a:pt x="12188826" y="4650509"/>
                </a:cubicBezTo>
                <a:cubicBezTo>
                  <a:pt x="16769108" y="4650509"/>
                  <a:pt x="20956427" y="2968032"/>
                  <a:pt x="24166471" y="187389"/>
                </a:cubicBezTo>
                <a:lnTo>
                  <a:pt x="24377647" y="6"/>
                </a:lnTo>
                <a:lnTo>
                  <a:pt x="24377647" y="7127008"/>
                </a:lnTo>
                <a:lnTo>
                  <a:pt x="0" y="7127008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848253"/>
      </p:ext>
    </p:extLst>
  </p:cSld>
  <p:clrMapOvr>
    <a:masterClrMapping/>
  </p:clrMapOvr>
  <p:transition spd="slow" advClick="0" advTm="1000">
    <p:push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y Cho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3FDC7E2B-EFE4-4784-8F9E-612B9F6A41A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24377650" cy="13716000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5506600"/>
      </p:ext>
    </p:extLst>
  </p:cSld>
  <p:clrMapOvr>
    <a:masterClrMapping/>
  </p:clrMapOvr>
  <p:transition spd="slow" advClick="0" advTm="1000">
    <p:push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utions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ACDAC25C-60AC-4A60-A161-03239555D8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158479" y="6985611"/>
            <a:ext cx="6017908" cy="6017908"/>
          </a:xfrm>
          <a:custGeom>
            <a:avLst/>
            <a:gdLst>
              <a:gd name="connsiteX0" fmla="*/ 2543202 w 5086404"/>
              <a:gd name="connsiteY0" fmla="*/ 0 h 5086404"/>
              <a:gd name="connsiteX1" fmla="*/ 5086404 w 5086404"/>
              <a:gd name="connsiteY1" fmla="*/ 2543202 h 5086404"/>
              <a:gd name="connsiteX2" fmla="*/ 2543202 w 5086404"/>
              <a:gd name="connsiteY2" fmla="*/ 5086404 h 5086404"/>
              <a:gd name="connsiteX3" fmla="*/ 0 w 5086404"/>
              <a:gd name="connsiteY3" fmla="*/ 2543202 h 5086404"/>
              <a:gd name="connsiteX4" fmla="*/ 2543202 w 5086404"/>
              <a:gd name="connsiteY4" fmla="*/ 0 h 50864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086404" h="5086404">
                <a:moveTo>
                  <a:pt x="2543202" y="0"/>
                </a:moveTo>
                <a:cubicBezTo>
                  <a:pt x="3947774" y="0"/>
                  <a:pt x="5086404" y="1138630"/>
                  <a:pt x="5086404" y="2543202"/>
                </a:cubicBezTo>
                <a:cubicBezTo>
                  <a:pt x="5086404" y="3947774"/>
                  <a:pt x="3947774" y="5086404"/>
                  <a:pt x="2543202" y="5086404"/>
                </a:cubicBezTo>
                <a:cubicBezTo>
                  <a:pt x="1138630" y="5086404"/>
                  <a:pt x="0" y="3947774"/>
                  <a:pt x="0" y="2543202"/>
                </a:cubicBezTo>
                <a:cubicBezTo>
                  <a:pt x="0" y="1138630"/>
                  <a:pt x="1138630" y="0"/>
                  <a:pt x="2543202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45013072"/>
      </p:ext>
    </p:extLst>
  </p:cSld>
  <p:clrMapOvr>
    <a:masterClrMapping/>
  </p:clrMapOvr>
  <p:transition spd="slow" advClick="0" advTm="1000">
    <p:push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utions #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273C6E91-4F7B-420E-8AAE-8AD5B77571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" y="9774595"/>
            <a:ext cx="24377651" cy="3941405"/>
          </a:xfrm>
          <a:custGeom>
            <a:avLst/>
            <a:gdLst>
              <a:gd name="connsiteX0" fmla="*/ 0 w 24377651"/>
              <a:gd name="connsiteY0" fmla="*/ 0 h 3111143"/>
              <a:gd name="connsiteX1" fmla="*/ 24377651 w 24377651"/>
              <a:gd name="connsiteY1" fmla="*/ 0 h 3111143"/>
              <a:gd name="connsiteX2" fmla="*/ 24377651 w 24377651"/>
              <a:gd name="connsiteY2" fmla="*/ 3111143 h 3111143"/>
              <a:gd name="connsiteX3" fmla="*/ 10323512 w 24377651"/>
              <a:gd name="connsiteY3" fmla="*/ 3111143 h 3111143"/>
              <a:gd name="connsiteX4" fmla="*/ 4541838 w 24377651"/>
              <a:gd name="connsiteY4" fmla="*/ 3111143 h 3111143"/>
              <a:gd name="connsiteX5" fmla="*/ 0 w 24377651"/>
              <a:gd name="connsiteY5" fmla="*/ 3111143 h 3111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377651" h="3111143">
                <a:moveTo>
                  <a:pt x="0" y="0"/>
                </a:moveTo>
                <a:lnTo>
                  <a:pt x="24377651" y="0"/>
                </a:lnTo>
                <a:lnTo>
                  <a:pt x="24377651" y="3111143"/>
                </a:lnTo>
                <a:lnTo>
                  <a:pt x="10323512" y="3111143"/>
                </a:lnTo>
                <a:lnTo>
                  <a:pt x="4541838" y="3111143"/>
                </a:lnTo>
                <a:lnTo>
                  <a:pt x="0" y="3111143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ru-RU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A9C606E6-3034-4369-8F0B-ACDCA462A34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950837" y="5464174"/>
            <a:ext cx="6475976" cy="6475976"/>
          </a:xfrm>
          <a:custGeom>
            <a:avLst/>
            <a:gdLst>
              <a:gd name="connsiteX0" fmla="*/ 3237988 w 6475976"/>
              <a:gd name="connsiteY0" fmla="*/ 0 h 6475976"/>
              <a:gd name="connsiteX1" fmla="*/ 6475976 w 6475976"/>
              <a:gd name="connsiteY1" fmla="*/ 3237988 h 6475976"/>
              <a:gd name="connsiteX2" fmla="*/ 3237988 w 6475976"/>
              <a:gd name="connsiteY2" fmla="*/ 6475976 h 6475976"/>
              <a:gd name="connsiteX3" fmla="*/ 0 w 6475976"/>
              <a:gd name="connsiteY3" fmla="*/ 3237988 h 6475976"/>
              <a:gd name="connsiteX4" fmla="*/ 3237988 w 6475976"/>
              <a:gd name="connsiteY4" fmla="*/ 0 h 64759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75976" h="6475976">
                <a:moveTo>
                  <a:pt x="3237988" y="0"/>
                </a:moveTo>
                <a:cubicBezTo>
                  <a:pt x="5026279" y="0"/>
                  <a:pt x="6475976" y="1449697"/>
                  <a:pt x="6475976" y="3237988"/>
                </a:cubicBezTo>
                <a:cubicBezTo>
                  <a:pt x="6475976" y="5026279"/>
                  <a:pt x="5026279" y="6475976"/>
                  <a:pt x="3237988" y="6475976"/>
                </a:cubicBezTo>
                <a:cubicBezTo>
                  <a:pt x="1449697" y="6475976"/>
                  <a:pt x="0" y="5026279"/>
                  <a:pt x="0" y="3237988"/>
                </a:cubicBezTo>
                <a:cubicBezTo>
                  <a:pt x="0" y="1449697"/>
                  <a:pt x="1449697" y="0"/>
                  <a:pt x="3237988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0093695"/>
      </p:ext>
    </p:extLst>
  </p:cSld>
  <p:clrMapOvr>
    <a:masterClrMapping/>
  </p:clrMapOvr>
  <p:transition spd="slow" advClick="0" advTm="1000">
    <p:push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7C900C1-ED5E-4A22-A88A-DAA9FBF63F5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259816" y="8937526"/>
            <a:ext cx="10691587" cy="4778474"/>
          </a:xfrm>
          <a:custGeom>
            <a:avLst/>
            <a:gdLst>
              <a:gd name="connsiteX0" fmla="*/ 5345793 w 10691587"/>
              <a:gd name="connsiteY0" fmla="*/ 0 h 4778474"/>
              <a:gd name="connsiteX1" fmla="*/ 10672008 w 10691587"/>
              <a:gd name="connsiteY1" fmla="*/ 4582270 h 4778474"/>
              <a:gd name="connsiteX2" fmla="*/ 10691587 w 10691587"/>
              <a:gd name="connsiteY2" fmla="*/ 4778474 h 4778474"/>
              <a:gd name="connsiteX3" fmla="*/ 0 w 10691587"/>
              <a:gd name="connsiteY3" fmla="*/ 4778474 h 4778474"/>
              <a:gd name="connsiteX4" fmla="*/ 19578 w 10691587"/>
              <a:gd name="connsiteY4" fmla="*/ 4582270 h 4778474"/>
              <a:gd name="connsiteX5" fmla="*/ 5345793 w 10691587"/>
              <a:gd name="connsiteY5" fmla="*/ 0 h 4778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691587" h="4778474">
                <a:moveTo>
                  <a:pt x="5345793" y="0"/>
                </a:moveTo>
                <a:cubicBezTo>
                  <a:pt x="8047211" y="0"/>
                  <a:pt x="10284094" y="1988902"/>
                  <a:pt x="10672008" y="4582270"/>
                </a:cubicBezTo>
                <a:lnTo>
                  <a:pt x="10691587" y="4778474"/>
                </a:lnTo>
                <a:lnTo>
                  <a:pt x="0" y="4778474"/>
                </a:lnTo>
                <a:lnTo>
                  <a:pt x="19578" y="4582270"/>
                </a:lnTo>
                <a:cubicBezTo>
                  <a:pt x="407492" y="1988902"/>
                  <a:pt x="2644377" y="0"/>
                  <a:pt x="5345793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1704812"/>
      </p:ext>
    </p:extLst>
  </p:cSld>
  <p:clrMapOvr>
    <a:masterClrMapping/>
  </p:clrMapOvr>
  <p:transition spd="slow" advClick="0" advTm="1000">
    <p:push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1482BAD0-DBFD-40A1-BC7E-AFDB3650401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7079152" y="1206690"/>
            <a:ext cx="5282422" cy="11184632"/>
          </a:xfrm>
          <a:custGeom>
            <a:avLst/>
            <a:gdLst>
              <a:gd name="connsiteX0" fmla="*/ 747516 w 5282422"/>
              <a:gd name="connsiteY0" fmla="*/ 0 h 11184632"/>
              <a:gd name="connsiteX1" fmla="*/ 1289972 w 5282422"/>
              <a:gd name="connsiteY1" fmla="*/ 0 h 11184632"/>
              <a:gd name="connsiteX2" fmla="*/ 1289972 w 5282422"/>
              <a:gd name="connsiteY2" fmla="*/ 98673 h 11184632"/>
              <a:gd name="connsiteX3" fmla="*/ 1652948 w 5282422"/>
              <a:gd name="connsiteY3" fmla="*/ 461650 h 11184632"/>
              <a:gd name="connsiteX4" fmla="*/ 3629472 w 5282422"/>
              <a:gd name="connsiteY4" fmla="*/ 461650 h 11184632"/>
              <a:gd name="connsiteX5" fmla="*/ 3992450 w 5282422"/>
              <a:gd name="connsiteY5" fmla="*/ 98673 h 11184632"/>
              <a:gd name="connsiteX6" fmla="*/ 3992450 w 5282422"/>
              <a:gd name="connsiteY6" fmla="*/ 0 h 11184632"/>
              <a:gd name="connsiteX7" fmla="*/ 4534906 w 5282422"/>
              <a:gd name="connsiteY7" fmla="*/ 0 h 11184632"/>
              <a:gd name="connsiteX8" fmla="*/ 5282422 w 5282422"/>
              <a:gd name="connsiteY8" fmla="*/ 747515 h 11184632"/>
              <a:gd name="connsiteX9" fmla="*/ 5282422 w 5282422"/>
              <a:gd name="connsiteY9" fmla="*/ 10437115 h 11184632"/>
              <a:gd name="connsiteX10" fmla="*/ 4534906 w 5282422"/>
              <a:gd name="connsiteY10" fmla="*/ 11184632 h 11184632"/>
              <a:gd name="connsiteX11" fmla="*/ 747516 w 5282422"/>
              <a:gd name="connsiteY11" fmla="*/ 11184632 h 11184632"/>
              <a:gd name="connsiteX12" fmla="*/ 0 w 5282422"/>
              <a:gd name="connsiteY12" fmla="*/ 10437115 h 11184632"/>
              <a:gd name="connsiteX13" fmla="*/ 0 w 5282422"/>
              <a:gd name="connsiteY13" fmla="*/ 747515 h 11184632"/>
              <a:gd name="connsiteX14" fmla="*/ 747516 w 5282422"/>
              <a:gd name="connsiteY14" fmla="*/ 0 h 111846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5282422" h="11184632">
                <a:moveTo>
                  <a:pt x="747516" y="0"/>
                </a:moveTo>
                <a:lnTo>
                  <a:pt x="1289972" y="0"/>
                </a:lnTo>
                <a:lnTo>
                  <a:pt x="1289972" y="98673"/>
                </a:lnTo>
                <a:cubicBezTo>
                  <a:pt x="1289972" y="299139"/>
                  <a:pt x="1452482" y="461650"/>
                  <a:pt x="1652948" y="461650"/>
                </a:cubicBezTo>
                <a:lnTo>
                  <a:pt x="3629472" y="461650"/>
                </a:lnTo>
                <a:cubicBezTo>
                  <a:pt x="3829940" y="461650"/>
                  <a:pt x="3992450" y="299139"/>
                  <a:pt x="3992450" y="98673"/>
                </a:cubicBezTo>
                <a:lnTo>
                  <a:pt x="3992450" y="0"/>
                </a:lnTo>
                <a:lnTo>
                  <a:pt x="4534906" y="0"/>
                </a:lnTo>
                <a:cubicBezTo>
                  <a:pt x="4947748" y="0"/>
                  <a:pt x="5282422" y="334674"/>
                  <a:pt x="5282422" y="747515"/>
                </a:cubicBezTo>
                <a:lnTo>
                  <a:pt x="5282422" y="10437115"/>
                </a:lnTo>
                <a:cubicBezTo>
                  <a:pt x="5282422" y="10849957"/>
                  <a:pt x="4947748" y="11184632"/>
                  <a:pt x="4534906" y="11184632"/>
                </a:cubicBezTo>
                <a:lnTo>
                  <a:pt x="747516" y="11184632"/>
                </a:lnTo>
                <a:cubicBezTo>
                  <a:pt x="334674" y="11184632"/>
                  <a:pt x="0" y="10849957"/>
                  <a:pt x="0" y="10437115"/>
                </a:cubicBezTo>
                <a:lnTo>
                  <a:pt x="0" y="747515"/>
                </a:lnTo>
                <a:cubicBezTo>
                  <a:pt x="0" y="334674"/>
                  <a:pt x="334674" y="0"/>
                  <a:pt x="747516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6536655"/>
      </p:ext>
    </p:extLst>
  </p:cSld>
  <p:clrMapOvr>
    <a:masterClrMapping/>
  </p:clrMapOvr>
  <p:transition spd="slow" advClick="0" advTm="1000">
    <p:push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p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798809C4-F655-47F8-ACAB-29E67B6CF28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24377650" cy="13716000"/>
          </a:xfrm>
          <a:custGeom>
            <a:avLst/>
            <a:gdLst>
              <a:gd name="connsiteX0" fmla="*/ 0 w 24377650"/>
              <a:gd name="connsiteY0" fmla="*/ 0 h 13716000"/>
              <a:gd name="connsiteX1" fmla="*/ 24377650 w 24377650"/>
              <a:gd name="connsiteY1" fmla="*/ 0 h 13716000"/>
              <a:gd name="connsiteX2" fmla="*/ 24377650 w 24377650"/>
              <a:gd name="connsiteY2" fmla="*/ 13716000 h 13716000"/>
              <a:gd name="connsiteX3" fmla="*/ 0 w 24377650"/>
              <a:gd name="connsiteY3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377650" h="13716000">
                <a:moveTo>
                  <a:pt x="0" y="0"/>
                </a:moveTo>
                <a:lnTo>
                  <a:pt x="24377650" y="0"/>
                </a:lnTo>
                <a:lnTo>
                  <a:pt x="24377650" y="13716000"/>
                </a:lnTo>
                <a:lnTo>
                  <a:pt x="0" y="137160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ru-RU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038EA773-C01B-42F0-BCAE-7C6491467F3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857323" y="5423530"/>
            <a:ext cx="10663005" cy="6527908"/>
          </a:xfrm>
          <a:custGeom>
            <a:avLst/>
            <a:gdLst>
              <a:gd name="connsiteX0" fmla="*/ 0 w 10663005"/>
              <a:gd name="connsiteY0" fmla="*/ 0 h 6527908"/>
              <a:gd name="connsiteX1" fmla="*/ 10663005 w 10663005"/>
              <a:gd name="connsiteY1" fmla="*/ 0 h 6527908"/>
              <a:gd name="connsiteX2" fmla="*/ 10663005 w 10663005"/>
              <a:gd name="connsiteY2" fmla="*/ 6527908 h 6527908"/>
              <a:gd name="connsiteX3" fmla="*/ 0 w 10663005"/>
              <a:gd name="connsiteY3" fmla="*/ 6527908 h 6527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663005" h="6527908">
                <a:moveTo>
                  <a:pt x="0" y="0"/>
                </a:moveTo>
                <a:lnTo>
                  <a:pt x="10663005" y="0"/>
                </a:lnTo>
                <a:lnTo>
                  <a:pt x="10663005" y="6527908"/>
                </a:lnTo>
                <a:lnTo>
                  <a:pt x="0" y="6527908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0FC6585-83C8-434E-A9E7-ACAB29E4CEA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6102778" y="7462684"/>
            <a:ext cx="3453576" cy="3453576"/>
          </a:xfrm>
          <a:custGeom>
            <a:avLst/>
            <a:gdLst>
              <a:gd name="connsiteX0" fmla="*/ 1461324 w 2922648"/>
              <a:gd name="connsiteY0" fmla="*/ 0 h 2922648"/>
              <a:gd name="connsiteX1" fmla="*/ 2922648 w 2922648"/>
              <a:gd name="connsiteY1" fmla="*/ 1461324 h 2922648"/>
              <a:gd name="connsiteX2" fmla="*/ 1461324 w 2922648"/>
              <a:gd name="connsiteY2" fmla="*/ 2922648 h 2922648"/>
              <a:gd name="connsiteX3" fmla="*/ 0 w 2922648"/>
              <a:gd name="connsiteY3" fmla="*/ 1461324 h 2922648"/>
              <a:gd name="connsiteX4" fmla="*/ 1461324 w 2922648"/>
              <a:gd name="connsiteY4" fmla="*/ 0 h 29226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22648" h="2922648">
                <a:moveTo>
                  <a:pt x="1461324" y="0"/>
                </a:moveTo>
                <a:cubicBezTo>
                  <a:pt x="2268390" y="0"/>
                  <a:pt x="2922648" y="654257"/>
                  <a:pt x="2922648" y="1461324"/>
                </a:cubicBezTo>
                <a:cubicBezTo>
                  <a:pt x="2922648" y="2268391"/>
                  <a:pt x="2268390" y="2922648"/>
                  <a:pt x="1461324" y="2922648"/>
                </a:cubicBezTo>
                <a:cubicBezTo>
                  <a:pt x="654258" y="2922648"/>
                  <a:pt x="0" y="2268391"/>
                  <a:pt x="0" y="1461324"/>
                </a:cubicBezTo>
                <a:cubicBezTo>
                  <a:pt x="0" y="654257"/>
                  <a:pt x="654258" y="0"/>
                  <a:pt x="1461324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228600">
            <a:solidFill>
              <a:schemeClr val="bg1"/>
            </a:solidFill>
          </a:ln>
          <a:effectLst>
            <a:outerShdw blurRad="571500" sx="102000" sy="102000" algn="ctr" rotWithShape="0">
              <a:prstClr val="black">
                <a:alpha val="20000"/>
              </a:prstClr>
            </a:outerShdw>
          </a:effectLst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710788"/>
      </p:ext>
    </p:extLst>
  </p:cSld>
  <p:clrMapOvr>
    <a:masterClrMapping/>
  </p:clrMapOvr>
  <p:transition spd="slow" advClick="0" advTm="1000">
    <p:push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36FD7ED-4DD1-4320-B163-FFF374F7178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447937" y="3805510"/>
            <a:ext cx="5282422" cy="11184632"/>
          </a:xfrm>
          <a:custGeom>
            <a:avLst/>
            <a:gdLst>
              <a:gd name="connsiteX0" fmla="*/ 747516 w 5282422"/>
              <a:gd name="connsiteY0" fmla="*/ 0 h 11184632"/>
              <a:gd name="connsiteX1" fmla="*/ 1289972 w 5282422"/>
              <a:gd name="connsiteY1" fmla="*/ 0 h 11184632"/>
              <a:gd name="connsiteX2" fmla="*/ 1289972 w 5282422"/>
              <a:gd name="connsiteY2" fmla="*/ 98673 h 11184632"/>
              <a:gd name="connsiteX3" fmla="*/ 1652948 w 5282422"/>
              <a:gd name="connsiteY3" fmla="*/ 461650 h 11184632"/>
              <a:gd name="connsiteX4" fmla="*/ 3629472 w 5282422"/>
              <a:gd name="connsiteY4" fmla="*/ 461650 h 11184632"/>
              <a:gd name="connsiteX5" fmla="*/ 3992450 w 5282422"/>
              <a:gd name="connsiteY5" fmla="*/ 98673 h 11184632"/>
              <a:gd name="connsiteX6" fmla="*/ 3992450 w 5282422"/>
              <a:gd name="connsiteY6" fmla="*/ 0 h 11184632"/>
              <a:gd name="connsiteX7" fmla="*/ 4534906 w 5282422"/>
              <a:gd name="connsiteY7" fmla="*/ 0 h 11184632"/>
              <a:gd name="connsiteX8" fmla="*/ 5282422 w 5282422"/>
              <a:gd name="connsiteY8" fmla="*/ 747515 h 11184632"/>
              <a:gd name="connsiteX9" fmla="*/ 5282422 w 5282422"/>
              <a:gd name="connsiteY9" fmla="*/ 10437115 h 11184632"/>
              <a:gd name="connsiteX10" fmla="*/ 4534906 w 5282422"/>
              <a:gd name="connsiteY10" fmla="*/ 11184632 h 11184632"/>
              <a:gd name="connsiteX11" fmla="*/ 747516 w 5282422"/>
              <a:gd name="connsiteY11" fmla="*/ 11184632 h 11184632"/>
              <a:gd name="connsiteX12" fmla="*/ 0 w 5282422"/>
              <a:gd name="connsiteY12" fmla="*/ 10437115 h 11184632"/>
              <a:gd name="connsiteX13" fmla="*/ 0 w 5282422"/>
              <a:gd name="connsiteY13" fmla="*/ 747515 h 11184632"/>
              <a:gd name="connsiteX14" fmla="*/ 747516 w 5282422"/>
              <a:gd name="connsiteY14" fmla="*/ 0 h 111846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5282422" h="11184632">
                <a:moveTo>
                  <a:pt x="747516" y="0"/>
                </a:moveTo>
                <a:lnTo>
                  <a:pt x="1289972" y="0"/>
                </a:lnTo>
                <a:lnTo>
                  <a:pt x="1289972" y="98673"/>
                </a:lnTo>
                <a:cubicBezTo>
                  <a:pt x="1289972" y="299139"/>
                  <a:pt x="1452482" y="461650"/>
                  <a:pt x="1652948" y="461650"/>
                </a:cubicBezTo>
                <a:lnTo>
                  <a:pt x="3629472" y="461650"/>
                </a:lnTo>
                <a:cubicBezTo>
                  <a:pt x="3829940" y="461650"/>
                  <a:pt x="3992450" y="299139"/>
                  <a:pt x="3992450" y="98673"/>
                </a:cubicBezTo>
                <a:lnTo>
                  <a:pt x="3992450" y="0"/>
                </a:lnTo>
                <a:lnTo>
                  <a:pt x="4534906" y="0"/>
                </a:lnTo>
                <a:cubicBezTo>
                  <a:pt x="4947748" y="0"/>
                  <a:pt x="5282422" y="334674"/>
                  <a:pt x="5282422" y="747515"/>
                </a:cubicBezTo>
                <a:lnTo>
                  <a:pt x="5282422" y="10437115"/>
                </a:lnTo>
                <a:cubicBezTo>
                  <a:pt x="5282422" y="10849957"/>
                  <a:pt x="4947748" y="11184632"/>
                  <a:pt x="4534906" y="11184632"/>
                </a:cubicBezTo>
                <a:lnTo>
                  <a:pt x="747516" y="11184632"/>
                </a:lnTo>
                <a:cubicBezTo>
                  <a:pt x="334674" y="11184632"/>
                  <a:pt x="0" y="10849957"/>
                  <a:pt x="0" y="10437115"/>
                </a:cubicBezTo>
                <a:lnTo>
                  <a:pt x="0" y="747515"/>
                </a:lnTo>
                <a:cubicBezTo>
                  <a:pt x="0" y="334674"/>
                  <a:pt x="334674" y="0"/>
                  <a:pt x="747516" y="0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469900" sx="102000" sy="102000" algn="ctr" rotWithShape="0">
              <a:prstClr val="black">
                <a:alpha val="10000"/>
              </a:prstClr>
            </a:outerShdw>
          </a:effectLst>
        </p:spPr>
        <p:txBody>
          <a:bodyPr wrap="square">
            <a:noAutofit/>
          </a:bodyPr>
          <a:lstStyle/>
          <a:p>
            <a:endParaRPr lang="ru-RU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433A9DD-0A17-4E4C-BA6E-FEB7A51BD35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37519" y="5252054"/>
            <a:ext cx="5282422" cy="11184632"/>
          </a:xfrm>
          <a:custGeom>
            <a:avLst/>
            <a:gdLst>
              <a:gd name="connsiteX0" fmla="*/ 747516 w 5282422"/>
              <a:gd name="connsiteY0" fmla="*/ 0 h 11184632"/>
              <a:gd name="connsiteX1" fmla="*/ 1289972 w 5282422"/>
              <a:gd name="connsiteY1" fmla="*/ 0 h 11184632"/>
              <a:gd name="connsiteX2" fmla="*/ 1289972 w 5282422"/>
              <a:gd name="connsiteY2" fmla="*/ 98673 h 11184632"/>
              <a:gd name="connsiteX3" fmla="*/ 1652948 w 5282422"/>
              <a:gd name="connsiteY3" fmla="*/ 461650 h 11184632"/>
              <a:gd name="connsiteX4" fmla="*/ 3629472 w 5282422"/>
              <a:gd name="connsiteY4" fmla="*/ 461650 h 11184632"/>
              <a:gd name="connsiteX5" fmla="*/ 3992450 w 5282422"/>
              <a:gd name="connsiteY5" fmla="*/ 98673 h 11184632"/>
              <a:gd name="connsiteX6" fmla="*/ 3992450 w 5282422"/>
              <a:gd name="connsiteY6" fmla="*/ 0 h 11184632"/>
              <a:gd name="connsiteX7" fmla="*/ 4534906 w 5282422"/>
              <a:gd name="connsiteY7" fmla="*/ 0 h 11184632"/>
              <a:gd name="connsiteX8" fmla="*/ 5282422 w 5282422"/>
              <a:gd name="connsiteY8" fmla="*/ 747515 h 11184632"/>
              <a:gd name="connsiteX9" fmla="*/ 5282422 w 5282422"/>
              <a:gd name="connsiteY9" fmla="*/ 10437115 h 11184632"/>
              <a:gd name="connsiteX10" fmla="*/ 4534906 w 5282422"/>
              <a:gd name="connsiteY10" fmla="*/ 11184632 h 11184632"/>
              <a:gd name="connsiteX11" fmla="*/ 747516 w 5282422"/>
              <a:gd name="connsiteY11" fmla="*/ 11184632 h 11184632"/>
              <a:gd name="connsiteX12" fmla="*/ 0 w 5282422"/>
              <a:gd name="connsiteY12" fmla="*/ 10437115 h 11184632"/>
              <a:gd name="connsiteX13" fmla="*/ 0 w 5282422"/>
              <a:gd name="connsiteY13" fmla="*/ 747515 h 11184632"/>
              <a:gd name="connsiteX14" fmla="*/ 747516 w 5282422"/>
              <a:gd name="connsiteY14" fmla="*/ 0 h 111846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5282422" h="11184632">
                <a:moveTo>
                  <a:pt x="747516" y="0"/>
                </a:moveTo>
                <a:lnTo>
                  <a:pt x="1289972" y="0"/>
                </a:lnTo>
                <a:lnTo>
                  <a:pt x="1289972" y="98673"/>
                </a:lnTo>
                <a:cubicBezTo>
                  <a:pt x="1289972" y="299139"/>
                  <a:pt x="1452482" y="461650"/>
                  <a:pt x="1652948" y="461650"/>
                </a:cubicBezTo>
                <a:lnTo>
                  <a:pt x="3629472" y="461650"/>
                </a:lnTo>
                <a:cubicBezTo>
                  <a:pt x="3829940" y="461650"/>
                  <a:pt x="3992450" y="299139"/>
                  <a:pt x="3992450" y="98673"/>
                </a:cubicBezTo>
                <a:lnTo>
                  <a:pt x="3992450" y="0"/>
                </a:lnTo>
                <a:lnTo>
                  <a:pt x="4534906" y="0"/>
                </a:lnTo>
                <a:cubicBezTo>
                  <a:pt x="4947748" y="0"/>
                  <a:pt x="5282422" y="334674"/>
                  <a:pt x="5282422" y="747515"/>
                </a:cubicBezTo>
                <a:lnTo>
                  <a:pt x="5282422" y="10437115"/>
                </a:lnTo>
                <a:cubicBezTo>
                  <a:pt x="5282422" y="10849957"/>
                  <a:pt x="4947748" y="11184632"/>
                  <a:pt x="4534906" y="11184632"/>
                </a:cubicBezTo>
                <a:lnTo>
                  <a:pt x="747516" y="11184632"/>
                </a:lnTo>
                <a:cubicBezTo>
                  <a:pt x="334674" y="11184632"/>
                  <a:pt x="0" y="10849957"/>
                  <a:pt x="0" y="10437115"/>
                </a:cubicBezTo>
                <a:lnTo>
                  <a:pt x="0" y="747515"/>
                </a:lnTo>
                <a:cubicBezTo>
                  <a:pt x="0" y="334674"/>
                  <a:pt x="334674" y="0"/>
                  <a:pt x="747516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3252009"/>
      </p:ext>
    </p:extLst>
  </p:cSld>
  <p:clrMapOvr>
    <a:masterClrMapping/>
  </p:clrMapOvr>
  <p:transition spd="slow" advClick="0" advTm="1000">
    <p:push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 Fea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9509394-442A-4B56-B17C-95EAF343B2C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" y="0"/>
            <a:ext cx="24377650" cy="13716000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8104511-2AF9-4219-8C54-EB37BA77C2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155273" y="6194318"/>
            <a:ext cx="6223821" cy="6223820"/>
          </a:xfrm>
          <a:custGeom>
            <a:avLst/>
            <a:gdLst>
              <a:gd name="connsiteX0" fmla="*/ 3111909 w 6223821"/>
              <a:gd name="connsiteY0" fmla="*/ 0 h 6223820"/>
              <a:gd name="connsiteX1" fmla="*/ 6223821 w 6223821"/>
              <a:gd name="connsiteY1" fmla="*/ 3111910 h 6223820"/>
              <a:gd name="connsiteX2" fmla="*/ 3111909 w 6223821"/>
              <a:gd name="connsiteY2" fmla="*/ 6223820 h 6223820"/>
              <a:gd name="connsiteX3" fmla="*/ 0 w 6223821"/>
              <a:gd name="connsiteY3" fmla="*/ 3111910 h 6223820"/>
              <a:gd name="connsiteX4" fmla="*/ 3111909 w 6223821"/>
              <a:gd name="connsiteY4" fmla="*/ 0 h 6223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223821" h="6223820">
                <a:moveTo>
                  <a:pt x="3111909" y="0"/>
                </a:moveTo>
                <a:cubicBezTo>
                  <a:pt x="4830569" y="0"/>
                  <a:pt x="6223821" y="1393250"/>
                  <a:pt x="6223821" y="3111910"/>
                </a:cubicBezTo>
                <a:cubicBezTo>
                  <a:pt x="6223821" y="4830570"/>
                  <a:pt x="4830569" y="6223820"/>
                  <a:pt x="3111909" y="6223820"/>
                </a:cubicBezTo>
                <a:cubicBezTo>
                  <a:pt x="1393250" y="6223820"/>
                  <a:pt x="0" y="4830570"/>
                  <a:pt x="0" y="3111910"/>
                </a:cubicBezTo>
                <a:cubicBezTo>
                  <a:pt x="0" y="1393250"/>
                  <a:pt x="1393250" y="0"/>
                  <a:pt x="3111909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47748209"/>
      </p:ext>
    </p:extLst>
  </p:cSld>
  <p:clrMapOvr>
    <a:masterClrMapping/>
  </p:clrMapOvr>
  <p:transition spd="slow" advClick="0" advTm="1000">
    <p:push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atures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AF9560B-CD77-416F-9659-5A31F059121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332630" y="4483509"/>
            <a:ext cx="9232490" cy="9232490"/>
          </a:xfrm>
          <a:custGeom>
            <a:avLst/>
            <a:gdLst>
              <a:gd name="connsiteX0" fmla="*/ 4616245 w 9232490"/>
              <a:gd name="connsiteY0" fmla="*/ 0 h 9232490"/>
              <a:gd name="connsiteX1" fmla="*/ 9232490 w 9232490"/>
              <a:gd name="connsiteY1" fmla="*/ 4616245 h 9232490"/>
              <a:gd name="connsiteX2" fmla="*/ 4616245 w 9232490"/>
              <a:gd name="connsiteY2" fmla="*/ 9232490 h 9232490"/>
              <a:gd name="connsiteX3" fmla="*/ 0 w 9232490"/>
              <a:gd name="connsiteY3" fmla="*/ 4616245 h 9232490"/>
              <a:gd name="connsiteX4" fmla="*/ 4616245 w 9232490"/>
              <a:gd name="connsiteY4" fmla="*/ 0 h 9232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232490" h="9232490">
                <a:moveTo>
                  <a:pt x="4616245" y="0"/>
                </a:moveTo>
                <a:cubicBezTo>
                  <a:pt x="7165728" y="0"/>
                  <a:pt x="9232490" y="2066763"/>
                  <a:pt x="9232490" y="4616245"/>
                </a:cubicBezTo>
                <a:cubicBezTo>
                  <a:pt x="9232490" y="7165727"/>
                  <a:pt x="7165728" y="9232490"/>
                  <a:pt x="4616245" y="9232490"/>
                </a:cubicBezTo>
                <a:cubicBezTo>
                  <a:pt x="2066763" y="9232490"/>
                  <a:pt x="0" y="7165727"/>
                  <a:pt x="0" y="4616245"/>
                </a:cubicBezTo>
                <a:cubicBezTo>
                  <a:pt x="0" y="2066763"/>
                  <a:pt x="2066763" y="0"/>
                  <a:pt x="4616245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3484039"/>
      </p:ext>
    </p:extLst>
  </p:cSld>
  <p:clrMapOvr>
    <a:masterClrMapping/>
  </p:clrMapOvr>
  <p:transition spd="slow" advClick="0" advTm="1000">
    <p:push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xperti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071A52-5051-40DE-B566-66C38E615F1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136481" y="3530687"/>
            <a:ext cx="6223821" cy="6223820"/>
          </a:xfrm>
          <a:custGeom>
            <a:avLst/>
            <a:gdLst>
              <a:gd name="connsiteX0" fmla="*/ 3111909 w 6223821"/>
              <a:gd name="connsiteY0" fmla="*/ 0 h 6223820"/>
              <a:gd name="connsiteX1" fmla="*/ 6223821 w 6223821"/>
              <a:gd name="connsiteY1" fmla="*/ 3111910 h 6223820"/>
              <a:gd name="connsiteX2" fmla="*/ 3111909 w 6223821"/>
              <a:gd name="connsiteY2" fmla="*/ 6223820 h 6223820"/>
              <a:gd name="connsiteX3" fmla="*/ 0 w 6223821"/>
              <a:gd name="connsiteY3" fmla="*/ 3111910 h 6223820"/>
              <a:gd name="connsiteX4" fmla="*/ 3111909 w 6223821"/>
              <a:gd name="connsiteY4" fmla="*/ 0 h 6223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223821" h="6223820">
                <a:moveTo>
                  <a:pt x="3111909" y="0"/>
                </a:moveTo>
                <a:cubicBezTo>
                  <a:pt x="4830569" y="0"/>
                  <a:pt x="6223821" y="1393250"/>
                  <a:pt x="6223821" y="3111910"/>
                </a:cubicBezTo>
                <a:cubicBezTo>
                  <a:pt x="6223821" y="4830570"/>
                  <a:pt x="4830569" y="6223820"/>
                  <a:pt x="3111909" y="6223820"/>
                </a:cubicBezTo>
                <a:cubicBezTo>
                  <a:pt x="1393250" y="6223820"/>
                  <a:pt x="0" y="4830570"/>
                  <a:pt x="0" y="3111910"/>
                </a:cubicBezTo>
                <a:cubicBezTo>
                  <a:pt x="0" y="1393250"/>
                  <a:pt x="1393250" y="0"/>
                  <a:pt x="3111909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CA317878-09D0-407E-8DEE-F88218D09BC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2136481" y="8751032"/>
            <a:ext cx="6223821" cy="6223820"/>
          </a:xfrm>
          <a:custGeom>
            <a:avLst/>
            <a:gdLst>
              <a:gd name="connsiteX0" fmla="*/ 3111909 w 6223821"/>
              <a:gd name="connsiteY0" fmla="*/ 0 h 6223820"/>
              <a:gd name="connsiteX1" fmla="*/ 6223821 w 6223821"/>
              <a:gd name="connsiteY1" fmla="*/ 3111910 h 6223820"/>
              <a:gd name="connsiteX2" fmla="*/ 3111909 w 6223821"/>
              <a:gd name="connsiteY2" fmla="*/ 6223820 h 6223820"/>
              <a:gd name="connsiteX3" fmla="*/ 0 w 6223821"/>
              <a:gd name="connsiteY3" fmla="*/ 3111910 h 6223820"/>
              <a:gd name="connsiteX4" fmla="*/ 3111909 w 6223821"/>
              <a:gd name="connsiteY4" fmla="*/ 0 h 6223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223821" h="6223820">
                <a:moveTo>
                  <a:pt x="3111909" y="0"/>
                </a:moveTo>
                <a:cubicBezTo>
                  <a:pt x="4830569" y="0"/>
                  <a:pt x="6223821" y="1393250"/>
                  <a:pt x="6223821" y="3111910"/>
                </a:cubicBezTo>
                <a:cubicBezTo>
                  <a:pt x="6223821" y="4830570"/>
                  <a:pt x="4830569" y="6223820"/>
                  <a:pt x="3111909" y="6223820"/>
                </a:cubicBezTo>
                <a:cubicBezTo>
                  <a:pt x="1393250" y="6223820"/>
                  <a:pt x="0" y="4830570"/>
                  <a:pt x="0" y="3111910"/>
                </a:cubicBezTo>
                <a:cubicBezTo>
                  <a:pt x="0" y="1393250"/>
                  <a:pt x="1393250" y="0"/>
                  <a:pt x="3111909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8756829"/>
      </p:ext>
    </p:extLst>
  </p:cSld>
  <p:clrMapOvr>
    <a:masterClrMapping/>
  </p:clrMapOvr>
  <p:transition spd="slow" advClick="0" advTm="1000">
    <p:push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ep Gu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3D23719-2AFA-4724-8316-1F0241414D9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611699" y="7315199"/>
            <a:ext cx="5482358" cy="5482357"/>
          </a:xfrm>
          <a:custGeom>
            <a:avLst/>
            <a:gdLst>
              <a:gd name="connsiteX0" fmla="*/ 2741178 w 5482358"/>
              <a:gd name="connsiteY0" fmla="*/ 0 h 5482357"/>
              <a:gd name="connsiteX1" fmla="*/ 5482358 w 5482358"/>
              <a:gd name="connsiteY1" fmla="*/ 2741179 h 5482357"/>
              <a:gd name="connsiteX2" fmla="*/ 2741178 w 5482358"/>
              <a:gd name="connsiteY2" fmla="*/ 5482357 h 5482357"/>
              <a:gd name="connsiteX3" fmla="*/ 0 w 5482358"/>
              <a:gd name="connsiteY3" fmla="*/ 2741179 h 5482357"/>
              <a:gd name="connsiteX4" fmla="*/ 2741178 w 5482358"/>
              <a:gd name="connsiteY4" fmla="*/ 0 h 54823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482358" h="5482357">
                <a:moveTo>
                  <a:pt x="2741178" y="0"/>
                </a:moveTo>
                <a:cubicBezTo>
                  <a:pt x="4255089" y="0"/>
                  <a:pt x="5482358" y="1227268"/>
                  <a:pt x="5482358" y="2741179"/>
                </a:cubicBezTo>
                <a:cubicBezTo>
                  <a:pt x="5482358" y="4255089"/>
                  <a:pt x="4255089" y="5482357"/>
                  <a:pt x="2741178" y="5482357"/>
                </a:cubicBezTo>
                <a:cubicBezTo>
                  <a:pt x="1227268" y="5482357"/>
                  <a:pt x="0" y="4255089"/>
                  <a:pt x="0" y="2741179"/>
                </a:cubicBezTo>
                <a:cubicBezTo>
                  <a:pt x="0" y="1227268"/>
                  <a:pt x="1227268" y="0"/>
                  <a:pt x="2741178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7713662"/>
      </p:ext>
    </p:extLst>
  </p:cSld>
  <p:clrMapOvr>
    <a:masterClrMapping/>
  </p:clrMapOvr>
  <p:transition spd="slow" advClick="0" advTm="1000">
    <p:push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A43194D-ED29-4AE2-979F-82DAD18DFE5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"/>
            <a:ext cx="24377650" cy="13716000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46943000"/>
      </p:ext>
    </p:extLst>
  </p:cSld>
  <p:clrMapOvr>
    <a:masterClrMapping/>
  </p:clrMapOvr>
  <p:transition spd="slow" advClick="0" advTm="1000">
    <p:push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EFB45A43-C0E3-4500-907C-B4189CB923F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96128" y="4974433"/>
            <a:ext cx="3377463" cy="3377462"/>
          </a:xfrm>
          <a:custGeom>
            <a:avLst/>
            <a:gdLst>
              <a:gd name="connsiteX0" fmla="*/ 1688731 w 3377463"/>
              <a:gd name="connsiteY0" fmla="*/ 0 h 3377462"/>
              <a:gd name="connsiteX1" fmla="*/ 3377463 w 3377463"/>
              <a:gd name="connsiteY1" fmla="*/ 1688731 h 3377462"/>
              <a:gd name="connsiteX2" fmla="*/ 1688731 w 3377463"/>
              <a:gd name="connsiteY2" fmla="*/ 3377462 h 3377462"/>
              <a:gd name="connsiteX3" fmla="*/ 0 w 3377463"/>
              <a:gd name="connsiteY3" fmla="*/ 1688731 h 3377462"/>
              <a:gd name="connsiteX4" fmla="*/ 1688731 w 3377463"/>
              <a:gd name="connsiteY4" fmla="*/ 0 h 33774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77463" h="3377462">
                <a:moveTo>
                  <a:pt x="1688731" y="0"/>
                </a:moveTo>
                <a:cubicBezTo>
                  <a:pt x="2621391" y="0"/>
                  <a:pt x="3377463" y="756071"/>
                  <a:pt x="3377463" y="1688731"/>
                </a:cubicBezTo>
                <a:cubicBezTo>
                  <a:pt x="3377463" y="2621391"/>
                  <a:pt x="2621391" y="3377462"/>
                  <a:pt x="1688731" y="3377462"/>
                </a:cubicBezTo>
                <a:cubicBezTo>
                  <a:pt x="756071" y="3377462"/>
                  <a:pt x="0" y="2621391"/>
                  <a:pt x="0" y="1688731"/>
                </a:cubicBezTo>
                <a:cubicBezTo>
                  <a:pt x="0" y="756071"/>
                  <a:pt x="756071" y="0"/>
                  <a:pt x="1688731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F236283B-1846-4176-8DD4-B04D2D15D05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363150" y="4974433"/>
            <a:ext cx="3377462" cy="3377462"/>
          </a:xfrm>
          <a:custGeom>
            <a:avLst/>
            <a:gdLst>
              <a:gd name="connsiteX0" fmla="*/ 1688730 w 3377462"/>
              <a:gd name="connsiteY0" fmla="*/ 0 h 3377462"/>
              <a:gd name="connsiteX1" fmla="*/ 3377462 w 3377462"/>
              <a:gd name="connsiteY1" fmla="*/ 1688731 h 3377462"/>
              <a:gd name="connsiteX2" fmla="*/ 1688730 w 3377462"/>
              <a:gd name="connsiteY2" fmla="*/ 3377462 h 3377462"/>
              <a:gd name="connsiteX3" fmla="*/ 0 w 3377462"/>
              <a:gd name="connsiteY3" fmla="*/ 1688731 h 3377462"/>
              <a:gd name="connsiteX4" fmla="*/ 1688730 w 3377462"/>
              <a:gd name="connsiteY4" fmla="*/ 0 h 33774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77462" h="3377462">
                <a:moveTo>
                  <a:pt x="1688730" y="0"/>
                </a:moveTo>
                <a:cubicBezTo>
                  <a:pt x="2621392" y="0"/>
                  <a:pt x="3377462" y="756071"/>
                  <a:pt x="3377462" y="1688731"/>
                </a:cubicBezTo>
                <a:cubicBezTo>
                  <a:pt x="3377462" y="2621391"/>
                  <a:pt x="2621392" y="3377462"/>
                  <a:pt x="1688730" y="3377462"/>
                </a:cubicBezTo>
                <a:cubicBezTo>
                  <a:pt x="756071" y="3377462"/>
                  <a:pt x="0" y="2621391"/>
                  <a:pt x="0" y="1688731"/>
                </a:cubicBezTo>
                <a:cubicBezTo>
                  <a:pt x="0" y="756071"/>
                  <a:pt x="756071" y="0"/>
                  <a:pt x="168873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76190802-0C96-4311-A084-DC3EDEEBF41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870795" y="9121296"/>
            <a:ext cx="3377463" cy="3377462"/>
          </a:xfrm>
          <a:custGeom>
            <a:avLst/>
            <a:gdLst>
              <a:gd name="connsiteX0" fmla="*/ 1688731 w 3377463"/>
              <a:gd name="connsiteY0" fmla="*/ 0 h 3377462"/>
              <a:gd name="connsiteX1" fmla="*/ 3377463 w 3377463"/>
              <a:gd name="connsiteY1" fmla="*/ 1688731 h 3377462"/>
              <a:gd name="connsiteX2" fmla="*/ 1688731 w 3377463"/>
              <a:gd name="connsiteY2" fmla="*/ 3377462 h 3377462"/>
              <a:gd name="connsiteX3" fmla="*/ 0 w 3377463"/>
              <a:gd name="connsiteY3" fmla="*/ 1688731 h 3377462"/>
              <a:gd name="connsiteX4" fmla="*/ 1688731 w 3377463"/>
              <a:gd name="connsiteY4" fmla="*/ 0 h 33774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77463" h="3377462">
                <a:moveTo>
                  <a:pt x="1688731" y="0"/>
                </a:moveTo>
                <a:cubicBezTo>
                  <a:pt x="2621391" y="0"/>
                  <a:pt x="3377463" y="756071"/>
                  <a:pt x="3377463" y="1688731"/>
                </a:cubicBezTo>
                <a:cubicBezTo>
                  <a:pt x="3377463" y="2621391"/>
                  <a:pt x="2621391" y="3377462"/>
                  <a:pt x="1688731" y="3377462"/>
                </a:cubicBezTo>
                <a:cubicBezTo>
                  <a:pt x="756071" y="3377462"/>
                  <a:pt x="0" y="2621391"/>
                  <a:pt x="0" y="1688731"/>
                </a:cubicBezTo>
                <a:cubicBezTo>
                  <a:pt x="0" y="756071"/>
                  <a:pt x="756071" y="0"/>
                  <a:pt x="1688731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0904C5F6-E579-4C10-8AE8-E3B0C9A4305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03773" y="9121296"/>
            <a:ext cx="3377463" cy="3377462"/>
          </a:xfrm>
          <a:custGeom>
            <a:avLst/>
            <a:gdLst>
              <a:gd name="connsiteX0" fmla="*/ 1688731 w 3377463"/>
              <a:gd name="connsiteY0" fmla="*/ 0 h 3377462"/>
              <a:gd name="connsiteX1" fmla="*/ 3377463 w 3377463"/>
              <a:gd name="connsiteY1" fmla="*/ 1688731 h 3377462"/>
              <a:gd name="connsiteX2" fmla="*/ 1688731 w 3377463"/>
              <a:gd name="connsiteY2" fmla="*/ 3377462 h 3377462"/>
              <a:gd name="connsiteX3" fmla="*/ 0 w 3377463"/>
              <a:gd name="connsiteY3" fmla="*/ 1688731 h 3377462"/>
              <a:gd name="connsiteX4" fmla="*/ 1688731 w 3377463"/>
              <a:gd name="connsiteY4" fmla="*/ 0 h 33774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77463" h="3377462">
                <a:moveTo>
                  <a:pt x="1688731" y="0"/>
                </a:moveTo>
                <a:cubicBezTo>
                  <a:pt x="2621391" y="0"/>
                  <a:pt x="3377463" y="756071"/>
                  <a:pt x="3377463" y="1688731"/>
                </a:cubicBezTo>
                <a:cubicBezTo>
                  <a:pt x="3377463" y="2621391"/>
                  <a:pt x="2621391" y="3377462"/>
                  <a:pt x="1688731" y="3377462"/>
                </a:cubicBezTo>
                <a:cubicBezTo>
                  <a:pt x="756071" y="3377462"/>
                  <a:pt x="0" y="2621391"/>
                  <a:pt x="0" y="1688731"/>
                </a:cubicBezTo>
                <a:cubicBezTo>
                  <a:pt x="0" y="756071"/>
                  <a:pt x="756071" y="0"/>
                  <a:pt x="1688731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6858879"/>
      </p:ext>
    </p:extLst>
  </p:cSld>
  <p:clrMapOvr>
    <a:masterClrMapping/>
  </p:clrMapOvr>
  <p:transition spd="slow" advClick="0" advTm="1000">
    <p:push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ptop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89167DD-2193-48DF-93BE-A6BB8241178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175032" y="5119167"/>
            <a:ext cx="8027587" cy="4914501"/>
          </a:xfrm>
          <a:custGeom>
            <a:avLst/>
            <a:gdLst>
              <a:gd name="connsiteX0" fmla="*/ 0 w 8027587"/>
              <a:gd name="connsiteY0" fmla="*/ 0 h 4914501"/>
              <a:gd name="connsiteX1" fmla="*/ 8027587 w 8027587"/>
              <a:gd name="connsiteY1" fmla="*/ 0 h 4914501"/>
              <a:gd name="connsiteX2" fmla="*/ 8027587 w 8027587"/>
              <a:gd name="connsiteY2" fmla="*/ 4914501 h 4914501"/>
              <a:gd name="connsiteX3" fmla="*/ 0 w 8027587"/>
              <a:gd name="connsiteY3" fmla="*/ 4914501 h 49145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27587" h="4914501">
                <a:moveTo>
                  <a:pt x="0" y="0"/>
                </a:moveTo>
                <a:lnTo>
                  <a:pt x="8027587" y="0"/>
                </a:lnTo>
                <a:lnTo>
                  <a:pt x="8027587" y="4914501"/>
                </a:lnTo>
                <a:lnTo>
                  <a:pt x="0" y="4914501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8377475"/>
      </p:ext>
    </p:extLst>
  </p:cSld>
  <p:clrMapOvr>
    <a:masterClrMapping/>
  </p:clrMapOvr>
  <p:transition spd="slow" advClick="0" advTm="1000">
    <p:push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Me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DABC8368-C689-4444-9697-11306F8C7EB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995627" y="4760665"/>
            <a:ext cx="3870198" cy="3870198"/>
          </a:xfrm>
          <a:custGeom>
            <a:avLst/>
            <a:gdLst>
              <a:gd name="connsiteX0" fmla="*/ 1935099 w 3870198"/>
              <a:gd name="connsiteY0" fmla="*/ 0 h 3870198"/>
              <a:gd name="connsiteX1" fmla="*/ 3870198 w 3870198"/>
              <a:gd name="connsiteY1" fmla="*/ 1935099 h 3870198"/>
              <a:gd name="connsiteX2" fmla="*/ 1935099 w 3870198"/>
              <a:gd name="connsiteY2" fmla="*/ 3870198 h 3870198"/>
              <a:gd name="connsiteX3" fmla="*/ 0 w 3870198"/>
              <a:gd name="connsiteY3" fmla="*/ 1935099 h 3870198"/>
              <a:gd name="connsiteX4" fmla="*/ 1935099 w 3870198"/>
              <a:gd name="connsiteY4" fmla="*/ 0 h 38701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70198" h="3870198">
                <a:moveTo>
                  <a:pt x="1935099" y="0"/>
                </a:moveTo>
                <a:cubicBezTo>
                  <a:pt x="3003825" y="0"/>
                  <a:pt x="3870198" y="866373"/>
                  <a:pt x="3870198" y="1935099"/>
                </a:cubicBezTo>
                <a:cubicBezTo>
                  <a:pt x="3870198" y="3003825"/>
                  <a:pt x="3003825" y="3870198"/>
                  <a:pt x="1935099" y="3870198"/>
                </a:cubicBezTo>
                <a:cubicBezTo>
                  <a:pt x="866373" y="3870198"/>
                  <a:pt x="0" y="3003825"/>
                  <a:pt x="0" y="1935099"/>
                </a:cubicBezTo>
                <a:cubicBezTo>
                  <a:pt x="0" y="866373"/>
                  <a:pt x="866373" y="0"/>
                  <a:pt x="1935099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331199B-C816-417C-84A6-C1FA8C716BA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59039" y="4760665"/>
            <a:ext cx="3870198" cy="3870198"/>
          </a:xfrm>
          <a:custGeom>
            <a:avLst/>
            <a:gdLst>
              <a:gd name="connsiteX0" fmla="*/ 1935099 w 3870198"/>
              <a:gd name="connsiteY0" fmla="*/ 0 h 3870198"/>
              <a:gd name="connsiteX1" fmla="*/ 3870198 w 3870198"/>
              <a:gd name="connsiteY1" fmla="*/ 1935099 h 3870198"/>
              <a:gd name="connsiteX2" fmla="*/ 1935099 w 3870198"/>
              <a:gd name="connsiteY2" fmla="*/ 3870198 h 3870198"/>
              <a:gd name="connsiteX3" fmla="*/ 0 w 3870198"/>
              <a:gd name="connsiteY3" fmla="*/ 1935099 h 3870198"/>
              <a:gd name="connsiteX4" fmla="*/ 1935099 w 3870198"/>
              <a:gd name="connsiteY4" fmla="*/ 0 h 38701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70198" h="3870198">
                <a:moveTo>
                  <a:pt x="1935099" y="0"/>
                </a:moveTo>
                <a:cubicBezTo>
                  <a:pt x="3003825" y="0"/>
                  <a:pt x="3870198" y="866373"/>
                  <a:pt x="3870198" y="1935099"/>
                </a:cubicBezTo>
                <a:cubicBezTo>
                  <a:pt x="3870198" y="3003825"/>
                  <a:pt x="3003825" y="3870198"/>
                  <a:pt x="1935099" y="3870198"/>
                </a:cubicBezTo>
                <a:cubicBezTo>
                  <a:pt x="866373" y="3870198"/>
                  <a:pt x="0" y="3003825"/>
                  <a:pt x="0" y="1935099"/>
                </a:cubicBezTo>
                <a:cubicBezTo>
                  <a:pt x="0" y="866373"/>
                  <a:pt x="866373" y="0"/>
                  <a:pt x="1935099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CFE4579B-2816-4B56-A263-5DA3152C7DB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922456" y="4760665"/>
            <a:ext cx="3870198" cy="3870198"/>
          </a:xfrm>
          <a:custGeom>
            <a:avLst/>
            <a:gdLst>
              <a:gd name="connsiteX0" fmla="*/ 1935099 w 3870198"/>
              <a:gd name="connsiteY0" fmla="*/ 0 h 3870198"/>
              <a:gd name="connsiteX1" fmla="*/ 3870198 w 3870198"/>
              <a:gd name="connsiteY1" fmla="*/ 1935099 h 3870198"/>
              <a:gd name="connsiteX2" fmla="*/ 1935099 w 3870198"/>
              <a:gd name="connsiteY2" fmla="*/ 3870198 h 3870198"/>
              <a:gd name="connsiteX3" fmla="*/ 0 w 3870198"/>
              <a:gd name="connsiteY3" fmla="*/ 1935099 h 3870198"/>
              <a:gd name="connsiteX4" fmla="*/ 1935099 w 3870198"/>
              <a:gd name="connsiteY4" fmla="*/ 0 h 38701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70198" h="3870198">
                <a:moveTo>
                  <a:pt x="1935099" y="0"/>
                </a:moveTo>
                <a:cubicBezTo>
                  <a:pt x="3003825" y="0"/>
                  <a:pt x="3870198" y="866373"/>
                  <a:pt x="3870198" y="1935099"/>
                </a:cubicBezTo>
                <a:cubicBezTo>
                  <a:pt x="3870198" y="3003825"/>
                  <a:pt x="3003825" y="3870198"/>
                  <a:pt x="1935099" y="3870198"/>
                </a:cubicBezTo>
                <a:cubicBezTo>
                  <a:pt x="866373" y="3870198"/>
                  <a:pt x="0" y="3003825"/>
                  <a:pt x="0" y="1935099"/>
                </a:cubicBezTo>
                <a:cubicBezTo>
                  <a:pt x="0" y="866373"/>
                  <a:pt x="866373" y="0"/>
                  <a:pt x="1935099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0DACBFE9-65AB-41D3-B3D9-62AEEF953A6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8385868" y="4760665"/>
            <a:ext cx="3870198" cy="3870198"/>
          </a:xfrm>
          <a:custGeom>
            <a:avLst/>
            <a:gdLst>
              <a:gd name="connsiteX0" fmla="*/ 1935100 w 3870198"/>
              <a:gd name="connsiteY0" fmla="*/ 0 h 3870198"/>
              <a:gd name="connsiteX1" fmla="*/ 3870198 w 3870198"/>
              <a:gd name="connsiteY1" fmla="*/ 1935099 h 3870198"/>
              <a:gd name="connsiteX2" fmla="*/ 1935100 w 3870198"/>
              <a:gd name="connsiteY2" fmla="*/ 3870198 h 3870198"/>
              <a:gd name="connsiteX3" fmla="*/ 0 w 3870198"/>
              <a:gd name="connsiteY3" fmla="*/ 1935099 h 3870198"/>
              <a:gd name="connsiteX4" fmla="*/ 1935100 w 3870198"/>
              <a:gd name="connsiteY4" fmla="*/ 0 h 38701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70198" h="3870198">
                <a:moveTo>
                  <a:pt x="1935100" y="0"/>
                </a:moveTo>
                <a:cubicBezTo>
                  <a:pt x="3003824" y="0"/>
                  <a:pt x="3870198" y="866373"/>
                  <a:pt x="3870198" y="1935099"/>
                </a:cubicBezTo>
                <a:cubicBezTo>
                  <a:pt x="3870198" y="3003825"/>
                  <a:pt x="3003824" y="3870198"/>
                  <a:pt x="1935100" y="3870198"/>
                </a:cubicBezTo>
                <a:cubicBezTo>
                  <a:pt x="866372" y="3870198"/>
                  <a:pt x="0" y="3003825"/>
                  <a:pt x="0" y="1935099"/>
                </a:cubicBezTo>
                <a:cubicBezTo>
                  <a:pt x="0" y="866373"/>
                  <a:pt x="866372" y="0"/>
                  <a:pt x="1935100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8690050"/>
      </p:ext>
    </p:extLst>
  </p:cSld>
  <p:clrMapOvr>
    <a:masterClrMapping/>
  </p:clrMapOvr>
  <p:transition spd="slow" advClick="0" advTm="1000">
    <p:push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c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9AFDCE0-21DA-42D9-AE33-CA9AE90CE9E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1"/>
            <a:ext cx="24377650" cy="13716000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F57310E-0034-4D0C-B6C6-427572DA36E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7904540" y="7079226"/>
            <a:ext cx="4601500" cy="4601498"/>
          </a:xfrm>
          <a:custGeom>
            <a:avLst/>
            <a:gdLst>
              <a:gd name="connsiteX0" fmla="*/ 2300750 w 4601500"/>
              <a:gd name="connsiteY0" fmla="*/ 0 h 4601498"/>
              <a:gd name="connsiteX1" fmla="*/ 4601500 w 4601500"/>
              <a:gd name="connsiteY1" fmla="*/ 2300749 h 4601498"/>
              <a:gd name="connsiteX2" fmla="*/ 2300750 w 4601500"/>
              <a:gd name="connsiteY2" fmla="*/ 4601498 h 4601498"/>
              <a:gd name="connsiteX3" fmla="*/ 0 w 4601500"/>
              <a:gd name="connsiteY3" fmla="*/ 2300749 h 4601498"/>
              <a:gd name="connsiteX4" fmla="*/ 2300750 w 4601500"/>
              <a:gd name="connsiteY4" fmla="*/ 0 h 46014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601500" h="4601498">
                <a:moveTo>
                  <a:pt x="2300750" y="0"/>
                </a:moveTo>
                <a:cubicBezTo>
                  <a:pt x="3571420" y="0"/>
                  <a:pt x="4601500" y="1030080"/>
                  <a:pt x="4601500" y="2300749"/>
                </a:cubicBezTo>
                <a:cubicBezTo>
                  <a:pt x="4601500" y="3571418"/>
                  <a:pt x="3571420" y="4601498"/>
                  <a:pt x="2300750" y="4601498"/>
                </a:cubicBezTo>
                <a:cubicBezTo>
                  <a:pt x="1030080" y="4601498"/>
                  <a:pt x="0" y="3571418"/>
                  <a:pt x="0" y="2300749"/>
                </a:cubicBezTo>
                <a:cubicBezTo>
                  <a:pt x="0" y="1030080"/>
                  <a:pt x="1030080" y="0"/>
                  <a:pt x="2300750" y="0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685800" sx="102000" sy="102000" algn="ctr" rotWithShape="0">
              <a:prstClr val="black">
                <a:alpha val="18000"/>
              </a:prstClr>
            </a:outerShdw>
          </a:effectLst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4798802"/>
      </p:ext>
    </p:extLst>
  </p:cSld>
  <p:clrMapOvr>
    <a:masterClrMapping/>
  </p:clrMapOvr>
  <p:transition spd="slow" advClick="0" advTm="1000">
    <p:push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atures #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CB22A49-5B4E-463C-A19D-C5DD19909F7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972386" y="7698657"/>
            <a:ext cx="12405264" cy="6017342"/>
          </a:xfrm>
          <a:custGeom>
            <a:avLst/>
            <a:gdLst>
              <a:gd name="connsiteX0" fmla="*/ 0 w 12405264"/>
              <a:gd name="connsiteY0" fmla="*/ 0 h 6017342"/>
              <a:gd name="connsiteX1" fmla="*/ 12405264 w 12405264"/>
              <a:gd name="connsiteY1" fmla="*/ 0 h 6017342"/>
              <a:gd name="connsiteX2" fmla="*/ 12405264 w 12405264"/>
              <a:gd name="connsiteY2" fmla="*/ 6017342 h 6017342"/>
              <a:gd name="connsiteX3" fmla="*/ 0 w 12405264"/>
              <a:gd name="connsiteY3" fmla="*/ 6017342 h 60173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405264" h="6017342">
                <a:moveTo>
                  <a:pt x="0" y="0"/>
                </a:moveTo>
                <a:lnTo>
                  <a:pt x="12405264" y="0"/>
                </a:lnTo>
                <a:lnTo>
                  <a:pt x="12405264" y="6017342"/>
                </a:lnTo>
                <a:lnTo>
                  <a:pt x="0" y="6017342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9044142"/>
      </p:ext>
    </p:extLst>
  </p:cSld>
  <p:clrMapOvr>
    <a:masterClrMapping/>
  </p:clrMapOvr>
  <p:transition spd="slow" advClick="0" advTm="1000">
    <p:push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s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263FAD1-9789-458D-AA06-1FCB0A28C9F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773086" y="1"/>
            <a:ext cx="12604565" cy="7287101"/>
          </a:xfrm>
          <a:custGeom>
            <a:avLst/>
            <a:gdLst>
              <a:gd name="connsiteX0" fmla="*/ 5221 w 12604565"/>
              <a:gd name="connsiteY0" fmla="*/ 0 h 7287101"/>
              <a:gd name="connsiteX1" fmla="*/ 12604565 w 12604565"/>
              <a:gd name="connsiteY1" fmla="*/ 0 h 7287101"/>
              <a:gd name="connsiteX2" fmla="*/ 12604565 w 12604565"/>
              <a:gd name="connsiteY2" fmla="*/ 4631756 h 7287101"/>
              <a:gd name="connsiteX3" fmla="*/ 12434613 w 12604565"/>
              <a:gd name="connsiteY3" fmla="*/ 4840220 h 7287101"/>
              <a:gd name="connsiteX4" fmla="*/ 7080619 w 12604565"/>
              <a:gd name="connsiteY4" fmla="*/ 7287101 h 7287101"/>
              <a:gd name="connsiteX5" fmla="*/ 0 w 12604565"/>
              <a:gd name="connsiteY5" fmla="*/ 206481 h 7287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604565" h="7287101">
                <a:moveTo>
                  <a:pt x="5221" y="0"/>
                </a:moveTo>
                <a:lnTo>
                  <a:pt x="12604565" y="0"/>
                </a:lnTo>
                <a:lnTo>
                  <a:pt x="12604565" y="4631756"/>
                </a:lnTo>
                <a:lnTo>
                  <a:pt x="12434613" y="4840220"/>
                </a:lnTo>
                <a:cubicBezTo>
                  <a:pt x="11136311" y="6339012"/>
                  <a:pt x="9219185" y="7287101"/>
                  <a:pt x="7080619" y="7287101"/>
                </a:cubicBezTo>
                <a:cubicBezTo>
                  <a:pt x="3170102" y="7287101"/>
                  <a:pt x="0" y="4116999"/>
                  <a:pt x="0" y="206481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6561906"/>
      </p:ext>
    </p:extLst>
  </p:cSld>
  <p:clrMapOvr>
    <a:masterClrMapping/>
  </p:clrMapOvr>
  <p:transition spd="slow" advClick="0" advTm="1000">
    <p:push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2C0FB54-141D-48CF-9E01-1E7C589E420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9803169"/>
            <a:ext cx="24377650" cy="3912830"/>
          </a:xfrm>
          <a:custGeom>
            <a:avLst/>
            <a:gdLst>
              <a:gd name="connsiteX0" fmla="*/ 0 w 24377650"/>
              <a:gd name="connsiteY0" fmla="*/ 0 h 3912830"/>
              <a:gd name="connsiteX1" fmla="*/ 24377650 w 24377650"/>
              <a:gd name="connsiteY1" fmla="*/ 0 h 3912830"/>
              <a:gd name="connsiteX2" fmla="*/ 24377650 w 24377650"/>
              <a:gd name="connsiteY2" fmla="*/ 3912830 h 3912830"/>
              <a:gd name="connsiteX3" fmla="*/ 0 w 24377650"/>
              <a:gd name="connsiteY3" fmla="*/ 3912830 h 3912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377650" h="3912830">
                <a:moveTo>
                  <a:pt x="0" y="0"/>
                </a:moveTo>
                <a:lnTo>
                  <a:pt x="24377650" y="0"/>
                </a:lnTo>
                <a:lnTo>
                  <a:pt x="24377650" y="3912830"/>
                </a:lnTo>
                <a:lnTo>
                  <a:pt x="0" y="391283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2390546"/>
      </p:ext>
    </p:extLst>
  </p:cSld>
  <p:clrMapOvr>
    <a:masterClrMapping/>
  </p:clrMapOvr>
  <p:transition spd="slow" advClick="0" advTm="1000">
    <p:push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oa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528B536-BDF7-41AF-B073-2768A1AEFE4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0"/>
            <a:ext cx="17344104" cy="13716000"/>
          </a:xfrm>
          <a:custGeom>
            <a:avLst/>
            <a:gdLst>
              <a:gd name="connsiteX0" fmla="*/ 0 w 16581416"/>
              <a:gd name="connsiteY0" fmla="*/ 0 h 13716000"/>
              <a:gd name="connsiteX1" fmla="*/ 16581416 w 16581416"/>
              <a:gd name="connsiteY1" fmla="*/ 0 h 13716000"/>
              <a:gd name="connsiteX2" fmla="*/ 16581416 w 16581416"/>
              <a:gd name="connsiteY2" fmla="*/ 13716000 h 13716000"/>
              <a:gd name="connsiteX3" fmla="*/ 0 w 16581416"/>
              <a:gd name="connsiteY3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581416" h="13716000">
                <a:moveTo>
                  <a:pt x="0" y="0"/>
                </a:moveTo>
                <a:lnTo>
                  <a:pt x="16581416" y="0"/>
                </a:lnTo>
                <a:lnTo>
                  <a:pt x="16581416" y="13716000"/>
                </a:lnTo>
                <a:lnTo>
                  <a:pt x="0" y="137160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795753"/>
      </p:ext>
    </p:extLst>
  </p:cSld>
  <p:clrMapOvr>
    <a:masterClrMapping/>
  </p:clrMapOvr>
  <p:transition spd="slow" advClick="0" advTm="1000">
    <p:push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ssion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8FB49074-D038-4AC0-8BE4-32844ECE3D7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823598" y="0"/>
            <a:ext cx="11554050" cy="13716000"/>
          </a:xfrm>
          <a:custGeom>
            <a:avLst/>
            <a:gdLst>
              <a:gd name="connsiteX0" fmla="*/ 0 w 11554050"/>
              <a:gd name="connsiteY0" fmla="*/ 0 h 13716000"/>
              <a:gd name="connsiteX1" fmla="*/ 11554050 w 11554050"/>
              <a:gd name="connsiteY1" fmla="*/ 0 h 13716000"/>
              <a:gd name="connsiteX2" fmla="*/ 11554050 w 11554050"/>
              <a:gd name="connsiteY2" fmla="*/ 13716000 h 13716000"/>
              <a:gd name="connsiteX3" fmla="*/ 10351894 w 11554050"/>
              <a:gd name="connsiteY3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54050" h="13716000">
                <a:moveTo>
                  <a:pt x="0" y="0"/>
                </a:moveTo>
                <a:lnTo>
                  <a:pt x="11554050" y="0"/>
                </a:lnTo>
                <a:lnTo>
                  <a:pt x="11554050" y="13716000"/>
                </a:lnTo>
                <a:lnTo>
                  <a:pt x="10351894" y="137160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4924351"/>
      </p:ext>
    </p:extLst>
  </p:cSld>
  <p:clrMapOvr>
    <a:masterClrMapping/>
  </p:clrMapOvr>
  <p:transition spd="slow" advClick="0" advTm="1000">
    <p:push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rvi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2218A079-5092-4D6F-AE2D-C9A691F680E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677008"/>
            <a:ext cx="24377650" cy="10038992"/>
          </a:xfrm>
          <a:custGeom>
            <a:avLst/>
            <a:gdLst>
              <a:gd name="connsiteX0" fmla="*/ 12131735 w 24377650"/>
              <a:gd name="connsiteY0" fmla="*/ 0 h 10038992"/>
              <a:gd name="connsiteX1" fmla="*/ 24085100 w 24377650"/>
              <a:gd name="connsiteY1" fmla="*/ 5991842 h 10038992"/>
              <a:gd name="connsiteX2" fmla="*/ 24377650 w 24377650"/>
              <a:gd name="connsiteY2" fmla="*/ 6403237 h 10038992"/>
              <a:gd name="connsiteX3" fmla="*/ 24377650 w 24377650"/>
              <a:gd name="connsiteY3" fmla="*/ 10038992 h 10038992"/>
              <a:gd name="connsiteX4" fmla="*/ 0 w 24377650"/>
              <a:gd name="connsiteY4" fmla="*/ 10038992 h 10038992"/>
              <a:gd name="connsiteX5" fmla="*/ 0 w 24377650"/>
              <a:gd name="connsiteY5" fmla="*/ 6242672 h 10038992"/>
              <a:gd name="connsiteX6" fmla="*/ 178369 w 24377650"/>
              <a:gd name="connsiteY6" fmla="*/ 5991842 h 10038992"/>
              <a:gd name="connsiteX7" fmla="*/ 12131735 w 24377650"/>
              <a:gd name="connsiteY7" fmla="*/ 0 h 10038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377650" h="10038992">
                <a:moveTo>
                  <a:pt x="12131735" y="0"/>
                </a:moveTo>
                <a:cubicBezTo>
                  <a:pt x="17023240" y="0"/>
                  <a:pt x="21364840" y="2354425"/>
                  <a:pt x="24085100" y="5991842"/>
                </a:cubicBezTo>
                <a:lnTo>
                  <a:pt x="24377650" y="6403237"/>
                </a:lnTo>
                <a:lnTo>
                  <a:pt x="24377650" y="10038992"/>
                </a:lnTo>
                <a:lnTo>
                  <a:pt x="0" y="10038992"/>
                </a:lnTo>
                <a:lnTo>
                  <a:pt x="0" y="6242672"/>
                </a:lnTo>
                <a:lnTo>
                  <a:pt x="178369" y="5991842"/>
                </a:lnTo>
                <a:cubicBezTo>
                  <a:pt x="2898630" y="2354425"/>
                  <a:pt x="7240230" y="0"/>
                  <a:pt x="12131735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6293753"/>
      </p:ext>
    </p:extLst>
  </p:cSld>
  <p:clrMapOvr>
    <a:masterClrMapping/>
  </p:clrMapOvr>
  <p:transition spd="slow" advClick="0" advTm="1000">
    <p:push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wca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267593C-DCE6-40E5-9899-5386C4C7544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0"/>
            <a:ext cx="11451406" cy="6626683"/>
          </a:xfrm>
          <a:custGeom>
            <a:avLst/>
            <a:gdLst>
              <a:gd name="connsiteX0" fmla="*/ 0 w 11451406"/>
              <a:gd name="connsiteY0" fmla="*/ 0 h 6626683"/>
              <a:gd name="connsiteX1" fmla="*/ 11451406 w 11451406"/>
              <a:gd name="connsiteY1" fmla="*/ 0 h 6626683"/>
              <a:gd name="connsiteX2" fmla="*/ 11451406 w 11451406"/>
              <a:gd name="connsiteY2" fmla="*/ 4996178 h 6626683"/>
              <a:gd name="connsiteX3" fmla="*/ 9820901 w 11451406"/>
              <a:gd name="connsiteY3" fmla="*/ 6626683 h 6626683"/>
              <a:gd name="connsiteX4" fmla="*/ 0 w 11451406"/>
              <a:gd name="connsiteY4" fmla="*/ 6626683 h 66266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1406" h="6626683">
                <a:moveTo>
                  <a:pt x="0" y="0"/>
                </a:moveTo>
                <a:lnTo>
                  <a:pt x="11451406" y="0"/>
                </a:lnTo>
                <a:lnTo>
                  <a:pt x="11451406" y="4996178"/>
                </a:lnTo>
                <a:cubicBezTo>
                  <a:pt x="11451406" y="5896681"/>
                  <a:pt x="10721404" y="6626683"/>
                  <a:pt x="9820901" y="6626683"/>
                </a:cubicBezTo>
                <a:lnTo>
                  <a:pt x="0" y="66266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9836095"/>
      </p:ext>
    </p:extLst>
  </p:cSld>
  <p:clrMapOvr>
    <a:masterClrMapping/>
  </p:clrMapOvr>
  <p:transition spd="slow" advClick="0" advTm="1000">
    <p:push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s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C94FB15-D5DC-4E06-8DFE-6BEC93D3321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05081" y="0"/>
            <a:ext cx="11130507" cy="13715999"/>
          </a:xfrm>
          <a:custGeom>
            <a:avLst/>
            <a:gdLst>
              <a:gd name="connsiteX0" fmla="*/ 0 w 11130507"/>
              <a:gd name="connsiteY0" fmla="*/ 0 h 13715999"/>
              <a:gd name="connsiteX1" fmla="*/ 11130507 w 11130507"/>
              <a:gd name="connsiteY1" fmla="*/ 0 h 13715999"/>
              <a:gd name="connsiteX2" fmla="*/ 11130507 w 11130507"/>
              <a:gd name="connsiteY2" fmla="*/ 13715999 h 13715999"/>
              <a:gd name="connsiteX3" fmla="*/ 0 w 11130507"/>
              <a:gd name="connsiteY3" fmla="*/ 13715999 h 13715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130507" h="13715999">
                <a:moveTo>
                  <a:pt x="0" y="0"/>
                </a:moveTo>
                <a:lnTo>
                  <a:pt x="11130507" y="0"/>
                </a:lnTo>
                <a:lnTo>
                  <a:pt x="11130507" y="13715999"/>
                </a:lnTo>
                <a:lnTo>
                  <a:pt x="0" y="13715999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6842544"/>
      </p:ext>
    </p:extLst>
  </p:cSld>
  <p:clrMapOvr>
    <a:masterClrMapping/>
  </p:clrMapOvr>
  <p:transition spd="slow" advClick="0" advTm="1000">
    <p:push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s #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502ACCA-141A-4969-8C13-412577859E7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-1"/>
            <a:ext cx="12188825" cy="13716000"/>
          </a:xfrm>
          <a:custGeom>
            <a:avLst/>
            <a:gdLst>
              <a:gd name="connsiteX0" fmla="*/ 0 w 12188825"/>
              <a:gd name="connsiteY0" fmla="*/ 0 h 13716000"/>
              <a:gd name="connsiteX1" fmla="*/ 12188825 w 12188825"/>
              <a:gd name="connsiteY1" fmla="*/ 0 h 13716000"/>
              <a:gd name="connsiteX2" fmla="*/ 12188825 w 12188825"/>
              <a:gd name="connsiteY2" fmla="*/ 13716000 h 13716000"/>
              <a:gd name="connsiteX3" fmla="*/ 0 w 12188825"/>
              <a:gd name="connsiteY3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88825" h="13716000">
                <a:moveTo>
                  <a:pt x="0" y="0"/>
                </a:moveTo>
                <a:lnTo>
                  <a:pt x="12188825" y="0"/>
                </a:lnTo>
                <a:lnTo>
                  <a:pt x="12188825" y="13716000"/>
                </a:lnTo>
                <a:lnTo>
                  <a:pt x="0" y="137160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7403882"/>
      </p:ext>
    </p:extLst>
  </p:cSld>
  <p:clrMapOvr>
    <a:masterClrMapping/>
  </p:clrMapOvr>
  <p:transition spd="slow" advClick="0" advTm="1000">
    <p:push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0CA81E6C-810D-4EF0-9337-5BDEDBC6E85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" y="-1"/>
            <a:ext cx="24377651" cy="8760542"/>
          </a:xfrm>
          <a:custGeom>
            <a:avLst/>
            <a:gdLst>
              <a:gd name="connsiteX0" fmla="*/ 0 w 24377651"/>
              <a:gd name="connsiteY0" fmla="*/ 0 h 8760542"/>
              <a:gd name="connsiteX1" fmla="*/ 24377651 w 24377651"/>
              <a:gd name="connsiteY1" fmla="*/ 0 h 8760542"/>
              <a:gd name="connsiteX2" fmla="*/ 24377651 w 24377651"/>
              <a:gd name="connsiteY2" fmla="*/ 8760542 h 8760542"/>
              <a:gd name="connsiteX3" fmla="*/ 0 w 24377651"/>
              <a:gd name="connsiteY3" fmla="*/ 8760542 h 8760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377651" h="8760542">
                <a:moveTo>
                  <a:pt x="0" y="0"/>
                </a:moveTo>
                <a:lnTo>
                  <a:pt x="24377651" y="0"/>
                </a:lnTo>
                <a:lnTo>
                  <a:pt x="24377651" y="8760542"/>
                </a:lnTo>
                <a:lnTo>
                  <a:pt x="0" y="8760542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7944898"/>
      </p:ext>
    </p:extLst>
  </p:cSld>
  <p:clrMapOvr>
    <a:masterClrMapping/>
  </p:clrMapOvr>
  <p:transition spd="slow" advClick="0" advTm="1000">
    <p:push/>
  </p:transition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B9F77B6-C588-4901-88C3-0C16D55B4E35}"/>
              </a:ext>
            </a:extLst>
          </p:cNvPr>
          <p:cNvSpPr/>
          <p:nvPr userDrawn="1"/>
        </p:nvSpPr>
        <p:spPr>
          <a:xfrm>
            <a:off x="0" y="0"/>
            <a:ext cx="24377650" cy="13716000"/>
          </a:xfrm>
          <a:prstGeom prst="rect">
            <a:avLst/>
          </a:prstGeom>
          <a:gradFill>
            <a:gsLst>
              <a:gs pos="0">
                <a:srgbClr val="F6F3FF"/>
              </a:gs>
              <a:gs pos="61000">
                <a:srgbClr val="F2F2F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6" r:id="rId2"/>
    <p:sldLayoutId id="2147483758" r:id="rId3"/>
    <p:sldLayoutId id="2147483759" r:id="rId4"/>
    <p:sldLayoutId id="2147483760" r:id="rId5"/>
    <p:sldLayoutId id="2147483761" r:id="rId6"/>
    <p:sldLayoutId id="2147483762" r:id="rId7"/>
    <p:sldLayoutId id="2147483763" r:id="rId8"/>
    <p:sldLayoutId id="2147483764" r:id="rId9"/>
    <p:sldLayoutId id="2147483765" r:id="rId10"/>
    <p:sldLayoutId id="2147483766" r:id="rId11"/>
    <p:sldLayoutId id="2147483767" r:id="rId12"/>
    <p:sldLayoutId id="2147483768" r:id="rId13"/>
    <p:sldLayoutId id="2147483769" r:id="rId14"/>
    <p:sldLayoutId id="2147483770" r:id="rId15"/>
    <p:sldLayoutId id="2147483771" r:id="rId16"/>
    <p:sldLayoutId id="2147483772" r:id="rId17"/>
    <p:sldLayoutId id="2147483773" r:id="rId18"/>
    <p:sldLayoutId id="2147483774" r:id="rId19"/>
    <p:sldLayoutId id="2147483775" r:id="rId20"/>
    <p:sldLayoutId id="2147483776" r:id="rId21"/>
    <p:sldLayoutId id="2147483777" r:id="rId22"/>
    <p:sldLayoutId id="2147483778" r:id="rId23"/>
    <p:sldLayoutId id="2147483779" r:id="rId24"/>
    <p:sldLayoutId id="2147483780" r:id="rId25"/>
    <p:sldLayoutId id="2147483781" r:id="rId26"/>
    <p:sldLayoutId id="2147483782" r:id="rId27"/>
    <p:sldLayoutId id="2147483783" r:id="rId28"/>
    <p:sldLayoutId id="2147483784" r:id="rId29"/>
    <p:sldLayoutId id="2147483785" r:id="rId30"/>
    <p:sldLayoutId id="2147483786" r:id="rId31"/>
    <p:sldLayoutId id="2147483787" r:id="rId32"/>
    <p:sldLayoutId id="2147483788" r:id="rId33"/>
  </p:sldLayoutIdLst>
  <p:transition spd="slow" advClick="0" advTm="1000">
    <p:push/>
  </p:transition>
  <p:hf hdr="0" ftr="0" dt="0"/>
  <p:txStyles>
    <p:titleStyle>
      <a:lvl1pPr algn="l" defTabSz="1827213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lang="en-US" sz="6000" kern="1200">
          <a:solidFill>
            <a:schemeClr val="tx1"/>
          </a:solidFill>
          <a:latin typeface="Lato Light" charset="0"/>
          <a:ea typeface="Lato Light" charset="0"/>
          <a:cs typeface="Lato Light" charset="0"/>
        </a:defRPr>
      </a:lvl1pPr>
      <a:lvl2pPr algn="l" defTabSz="1827213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6000">
          <a:solidFill>
            <a:schemeClr val="tx1"/>
          </a:solidFill>
          <a:latin typeface="Lato Light" pitchFamily="34" charset="0"/>
          <a:ea typeface="Lato Light" pitchFamily="34" charset="0"/>
          <a:cs typeface="Lato Light" pitchFamily="34" charset="0"/>
        </a:defRPr>
      </a:lvl2pPr>
      <a:lvl3pPr algn="l" defTabSz="1827213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6000">
          <a:solidFill>
            <a:schemeClr val="tx1"/>
          </a:solidFill>
          <a:latin typeface="Lato Light" pitchFamily="34" charset="0"/>
          <a:ea typeface="Lato Light" pitchFamily="34" charset="0"/>
          <a:cs typeface="Lato Light" pitchFamily="34" charset="0"/>
        </a:defRPr>
      </a:lvl3pPr>
      <a:lvl4pPr algn="l" defTabSz="1827213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6000">
          <a:solidFill>
            <a:schemeClr val="tx1"/>
          </a:solidFill>
          <a:latin typeface="Lato Light" pitchFamily="34" charset="0"/>
          <a:ea typeface="Lato Light" pitchFamily="34" charset="0"/>
          <a:cs typeface="Lato Light" pitchFamily="34" charset="0"/>
        </a:defRPr>
      </a:lvl4pPr>
      <a:lvl5pPr algn="l" defTabSz="1827213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6000">
          <a:solidFill>
            <a:schemeClr val="tx1"/>
          </a:solidFill>
          <a:latin typeface="Lato Light" pitchFamily="34" charset="0"/>
          <a:ea typeface="Lato Light" pitchFamily="34" charset="0"/>
          <a:cs typeface="Lato Light" pitchFamily="34" charset="0"/>
        </a:defRPr>
      </a:lvl5pPr>
      <a:lvl6pPr marL="457200" algn="l" defTabSz="1827213" rtl="0" fontAlgn="base">
        <a:lnSpc>
          <a:spcPct val="90000"/>
        </a:lnSpc>
        <a:spcBef>
          <a:spcPct val="0"/>
        </a:spcBef>
        <a:spcAft>
          <a:spcPct val="0"/>
        </a:spcAft>
        <a:defRPr sz="6000">
          <a:solidFill>
            <a:schemeClr val="tx1"/>
          </a:solidFill>
          <a:latin typeface="Lato Light" pitchFamily="34" charset="0"/>
          <a:ea typeface="Lato Light" pitchFamily="34" charset="0"/>
          <a:cs typeface="Lato Light" pitchFamily="34" charset="0"/>
        </a:defRPr>
      </a:lvl6pPr>
      <a:lvl7pPr marL="914400" algn="l" defTabSz="1827213" rtl="0" fontAlgn="base">
        <a:lnSpc>
          <a:spcPct val="90000"/>
        </a:lnSpc>
        <a:spcBef>
          <a:spcPct val="0"/>
        </a:spcBef>
        <a:spcAft>
          <a:spcPct val="0"/>
        </a:spcAft>
        <a:defRPr sz="6000">
          <a:solidFill>
            <a:schemeClr val="tx1"/>
          </a:solidFill>
          <a:latin typeface="Lato Light" pitchFamily="34" charset="0"/>
          <a:ea typeface="Lato Light" pitchFamily="34" charset="0"/>
          <a:cs typeface="Lato Light" pitchFamily="34" charset="0"/>
        </a:defRPr>
      </a:lvl7pPr>
      <a:lvl8pPr marL="1371600" algn="l" defTabSz="1827213" rtl="0" fontAlgn="base">
        <a:lnSpc>
          <a:spcPct val="90000"/>
        </a:lnSpc>
        <a:spcBef>
          <a:spcPct val="0"/>
        </a:spcBef>
        <a:spcAft>
          <a:spcPct val="0"/>
        </a:spcAft>
        <a:defRPr sz="6000">
          <a:solidFill>
            <a:schemeClr val="tx1"/>
          </a:solidFill>
          <a:latin typeface="Lato Light" pitchFamily="34" charset="0"/>
          <a:ea typeface="Lato Light" pitchFamily="34" charset="0"/>
          <a:cs typeface="Lato Light" pitchFamily="34" charset="0"/>
        </a:defRPr>
      </a:lvl8pPr>
      <a:lvl9pPr marL="1828800" algn="l" defTabSz="1827213" rtl="0" fontAlgn="base">
        <a:lnSpc>
          <a:spcPct val="90000"/>
        </a:lnSpc>
        <a:spcBef>
          <a:spcPct val="0"/>
        </a:spcBef>
        <a:spcAft>
          <a:spcPct val="0"/>
        </a:spcAft>
        <a:defRPr sz="6000">
          <a:solidFill>
            <a:schemeClr val="tx1"/>
          </a:solidFill>
          <a:latin typeface="Lato Light" pitchFamily="34" charset="0"/>
          <a:ea typeface="Lato Light" pitchFamily="34" charset="0"/>
          <a:cs typeface="Lato Light" pitchFamily="34" charset="0"/>
        </a:defRPr>
      </a:lvl9pPr>
    </p:titleStyle>
    <p:bodyStyle>
      <a:lvl1pPr marL="455613" indent="-455613" algn="l" defTabSz="1827213" rtl="0" eaLnBrk="0" fontAlgn="base" hangingPunct="0">
        <a:lnSpc>
          <a:spcPct val="90000"/>
        </a:lnSpc>
        <a:spcBef>
          <a:spcPts val="2000"/>
        </a:spcBef>
        <a:spcAft>
          <a:spcPct val="0"/>
        </a:spcAft>
        <a:buFont typeface="Arial" charset="0"/>
        <a:buChar char="•"/>
        <a:defRPr lang="en-US" sz="4800" kern="1200" dirty="0">
          <a:solidFill>
            <a:schemeClr val="tx1"/>
          </a:solidFill>
          <a:latin typeface="Lato Light" charset="0"/>
          <a:ea typeface="Lato Light" charset="0"/>
          <a:cs typeface="Lato Light" charset="0"/>
        </a:defRPr>
      </a:lvl1pPr>
      <a:lvl2pPr marL="1370013" indent="-455613" algn="l" defTabSz="1827213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charset="0"/>
        <a:buChar char="•"/>
        <a:defRPr lang="en-US" sz="4000" kern="1200" dirty="0">
          <a:solidFill>
            <a:schemeClr val="tx1"/>
          </a:solidFill>
          <a:latin typeface="Lato Light" charset="0"/>
          <a:ea typeface="Lato Light" charset="0"/>
          <a:cs typeface="Lato Light" charset="0"/>
        </a:defRPr>
      </a:lvl2pPr>
      <a:lvl3pPr marL="2284413" indent="-455613" algn="l" defTabSz="1827213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charset="0"/>
        <a:buChar char="•"/>
        <a:defRPr lang="en-US" sz="3600" kern="1200" dirty="0">
          <a:solidFill>
            <a:schemeClr val="tx1"/>
          </a:solidFill>
          <a:latin typeface="Lato Light" charset="0"/>
          <a:ea typeface="Lato Light" charset="0"/>
          <a:cs typeface="Lato Light" charset="0"/>
        </a:defRPr>
      </a:lvl3pPr>
      <a:lvl4pPr marL="3198813" indent="-455613" algn="l" defTabSz="1827213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charset="0"/>
        <a:buChar char="•"/>
        <a:defRPr lang="en-US" sz="3200" kern="1200" dirty="0">
          <a:solidFill>
            <a:schemeClr val="tx1"/>
          </a:solidFill>
          <a:latin typeface="Lato Light" charset="0"/>
          <a:ea typeface="Lato Light" charset="0"/>
          <a:cs typeface="Lato Light" charset="0"/>
        </a:defRPr>
      </a:lvl4pPr>
      <a:lvl5pPr marL="4113213" indent="-455613" algn="l" defTabSz="1827213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charset="0"/>
        <a:buChar char="•"/>
        <a:defRPr lang="en-US" sz="3200" kern="1200" dirty="0">
          <a:solidFill>
            <a:schemeClr val="tx1"/>
          </a:solidFill>
          <a:latin typeface="Lato Light" charset="0"/>
          <a:ea typeface="Lato Light" charset="0"/>
          <a:cs typeface="Lato Light" charset="0"/>
        </a:defRPr>
      </a:lvl5pPr>
      <a:lvl6pPr marL="5028194" indent="-457109" algn="l" defTabSz="182843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2411" indent="-457109" algn="l" defTabSz="182843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6628" indent="-457109" algn="l" defTabSz="182843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0846" indent="-457109" algn="l" defTabSz="182843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434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217" algn="l" defTabSz="1828434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434" algn="l" defTabSz="1828434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2651" algn="l" defTabSz="1828434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6868" algn="l" defTabSz="1828434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086" algn="l" defTabSz="1828434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5303" algn="l" defTabSz="1828434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399520" algn="l" defTabSz="1828434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3737" algn="l" defTabSz="1828434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data flow&#10;&#10;Description automatically generated">
            <a:extLst>
              <a:ext uri="{FF2B5EF4-FFF2-40B4-BE49-F238E27FC236}">
                <a16:creationId xmlns:a16="http://schemas.microsoft.com/office/drawing/2014/main" id="{E97AFC43-F338-B21E-D6CC-E9972D4CEA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3428" y="2070698"/>
            <a:ext cx="18450793" cy="9574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433233"/>
      </p:ext>
    </p:extLst>
  </p:cSld>
  <p:clrMapOvr>
    <a:masterClrMapping/>
  </p:clrMapOvr>
  <p:transition spd="slow" advClick="0" advTm="1000">
    <p:push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>
            <a:extLst>
              <a:ext uri="{FF2B5EF4-FFF2-40B4-BE49-F238E27FC236}">
                <a16:creationId xmlns:a16="http://schemas.microsoft.com/office/drawing/2014/main" id="{F7A06317-D222-414E-B9F8-3375604396B6}"/>
              </a:ext>
            </a:extLst>
          </p:cNvPr>
          <p:cNvSpPr txBox="1"/>
          <p:nvPr/>
        </p:nvSpPr>
        <p:spPr>
          <a:xfrm>
            <a:off x="3885087" y="1929675"/>
            <a:ext cx="4954405" cy="92333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accent2"/>
                </a:solidFill>
                <a:latin typeface="+mn-lt"/>
                <a:cs typeface="Poppins SemiBold" panose="00000700000000000000" pitchFamily="2" charset="0"/>
              </a:rPr>
              <a:t>     Frontend</a:t>
            </a:r>
            <a:endParaRPr lang="ru-RU" sz="5400" b="1" dirty="0">
              <a:solidFill>
                <a:schemeClr val="accent2"/>
              </a:solidFill>
              <a:latin typeface="+mn-lt"/>
              <a:cs typeface="Poppins SemiBold" panose="00000700000000000000" pitchFamily="2" charset="0"/>
            </a:endParaRP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A733878A-A245-40C1-8EEC-1E1FD729F312}"/>
              </a:ext>
            </a:extLst>
          </p:cNvPr>
          <p:cNvCxnSpPr>
            <a:cxnSpLocks/>
          </p:cNvCxnSpPr>
          <p:nvPr/>
        </p:nvCxnSpPr>
        <p:spPr>
          <a:xfrm>
            <a:off x="11975692" y="1367452"/>
            <a:ext cx="0" cy="11040090"/>
          </a:xfrm>
          <a:prstGeom prst="line">
            <a:avLst/>
          </a:prstGeom>
          <a:ln w="76200"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1"/>
            </a:gra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7758686-D713-BCD8-1AD8-44A56F0972A8}"/>
              </a:ext>
            </a:extLst>
          </p:cNvPr>
          <p:cNvGrpSpPr/>
          <p:nvPr/>
        </p:nvGrpSpPr>
        <p:grpSpPr>
          <a:xfrm>
            <a:off x="2987040" y="3280013"/>
            <a:ext cx="6750498" cy="5864758"/>
            <a:chOff x="1605280" y="3280013"/>
            <a:chExt cx="6750498" cy="5864758"/>
          </a:xfrm>
        </p:grpSpPr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196F05B3-E444-4D63-8CD6-BE83C2405E8E}"/>
                </a:ext>
              </a:extLst>
            </p:cNvPr>
            <p:cNvSpPr txBox="1"/>
            <p:nvPr/>
          </p:nvSpPr>
          <p:spPr>
            <a:xfrm>
              <a:off x="2236806" y="3280013"/>
              <a:ext cx="6118972" cy="14688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40000"/>
                </a:lnSpc>
              </a:pPr>
              <a:r>
                <a:rPr lang="en-US" sz="3200" dirty="0">
                  <a:solidFill>
                    <a:schemeClr val="accent2"/>
                  </a:solidFill>
                  <a:latin typeface="+mj-lt"/>
                  <a:cs typeface="Poppins Medium" panose="00000600000000000000" pitchFamily="2" charset="0"/>
                </a:rPr>
                <a:t>UX designs &amp; Prototyping</a:t>
              </a:r>
            </a:p>
            <a:p>
              <a:pPr lvl="0">
                <a:lnSpc>
                  <a:spcPct val="140000"/>
                </a:lnSpc>
                <a:spcBef>
                  <a:spcPts val="1200"/>
                </a:spcBef>
              </a:pPr>
              <a:r>
                <a:rPr lang="en-US" sz="2700" dirty="0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Figma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6E0F335-34DA-374C-A2E6-1F1047649C9A}"/>
                </a:ext>
              </a:extLst>
            </p:cNvPr>
            <p:cNvSpPr txBox="1"/>
            <p:nvPr/>
          </p:nvSpPr>
          <p:spPr>
            <a:xfrm>
              <a:off x="2236806" y="5477960"/>
              <a:ext cx="6118972" cy="14688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40000"/>
                </a:lnSpc>
              </a:pPr>
              <a:r>
                <a:rPr lang="en-US" sz="3200" dirty="0">
                  <a:solidFill>
                    <a:schemeClr val="accent2"/>
                  </a:solidFill>
                  <a:latin typeface="+mj-lt"/>
                  <a:cs typeface="Poppins Medium" panose="00000600000000000000" pitchFamily="2" charset="0"/>
                </a:rPr>
                <a:t>Core Web UI</a:t>
              </a:r>
            </a:p>
            <a:p>
              <a:pPr lvl="0">
                <a:lnSpc>
                  <a:spcPct val="140000"/>
                </a:lnSpc>
                <a:spcBef>
                  <a:spcPts val="1200"/>
                </a:spcBef>
              </a:pPr>
              <a:r>
                <a:rPr lang="en-US" sz="2700" dirty="0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HTML5 / CSS3 / </a:t>
              </a:r>
              <a:r>
                <a:rPr lang="en-US" sz="2700" dirty="0" err="1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Javascript</a:t>
              </a:r>
              <a:endParaRPr lang="en-US" sz="2700" dirty="0">
                <a:solidFill>
                  <a:schemeClr val="tx2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B8CD960-B9B1-5942-F569-FDDA339948E1}"/>
                </a:ext>
              </a:extLst>
            </p:cNvPr>
            <p:cNvSpPr txBox="1"/>
            <p:nvPr/>
          </p:nvSpPr>
          <p:spPr>
            <a:xfrm>
              <a:off x="2236806" y="7675907"/>
              <a:ext cx="6118972" cy="14688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40000"/>
                </a:lnSpc>
              </a:pPr>
              <a:r>
                <a:rPr lang="en-US" sz="3200" dirty="0">
                  <a:solidFill>
                    <a:schemeClr val="accent2"/>
                  </a:solidFill>
                  <a:latin typeface="+mj-lt"/>
                  <a:cs typeface="Poppins Medium" panose="00000600000000000000" pitchFamily="2" charset="0"/>
                </a:rPr>
                <a:t>Web Framework</a:t>
              </a:r>
            </a:p>
            <a:p>
              <a:pPr lvl="0">
                <a:lnSpc>
                  <a:spcPct val="140000"/>
                </a:lnSpc>
                <a:spcBef>
                  <a:spcPts val="1200"/>
                </a:spcBef>
              </a:pPr>
              <a:r>
                <a:rPr lang="en-US" sz="2700" dirty="0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React.js / Redux</a:t>
              </a:r>
            </a:p>
          </p:txBody>
        </p:sp>
        <p:sp>
          <p:nvSpPr>
            <p:cNvPr id="7" name="Diamond 6">
              <a:extLst>
                <a:ext uri="{FF2B5EF4-FFF2-40B4-BE49-F238E27FC236}">
                  <a16:creationId xmlns:a16="http://schemas.microsoft.com/office/drawing/2014/main" id="{3FF8C45B-F71F-BEFD-0486-AA55813AC6D8}"/>
                </a:ext>
              </a:extLst>
            </p:cNvPr>
            <p:cNvSpPr/>
            <p:nvPr/>
          </p:nvSpPr>
          <p:spPr>
            <a:xfrm>
              <a:off x="1605280" y="3566160"/>
              <a:ext cx="264160" cy="264160"/>
            </a:xfrm>
            <a:prstGeom prst="diamond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8" name="Diamond 7">
              <a:extLst>
                <a:ext uri="{FF2B5EF4-FFF2-40B4-BE49-F238E27FC236}">
                  <a16:creationId xmlns:a16="http://schemas.microsoft.com/office/drawing/2014/main" id="{737A447F-66AF-D613-0350-F299F710A9AA}"/>
                </a:ext>
              </a:extLst>
            </p:cNvPr>
            <p:cNvSpPr/>
            <p:nvPr/>
          </p:nvSpPr>
          <p:spPr>
            <a:xfrm>
              <a:off x="1605280" y="5781040"/>
              <a:ext cx="264160" cy="264160"/>
            </a:xfrm>
            <a:prstGeom prst="diamond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9" name="Diamond 8">
              <a:extLst>
                <a:ext uri="{FF2B5EF4-FFF2-40B4-BE49-F238E27FC236}">
                  <a16:creationId xmlns:a16="http://schemas.microsoft.com/office/drawing/2014/main" id="{9EEB8309-C9CA-A9E9-5C55-86AFA8494BE0}"/>
                </a:ext>
              </a:extLst>
            </p:cNvPr>
            <p:cNvSpPr/>
            <p:nvPr/>
          </p:nvSpPr>
          <p:spPr>
            <a:xfrm>
              <a:off x="1605280" y="7965440"/>
              <a:ext cx="264160" cy="264160"/>
            </a:xfrm>
            <a:prstGeom prst="diamond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DFB01A2D-30FB-68B7-2E3A-A672D2A02FB4}"/>
              </a:ext>
            </a:extLst>
          </p:cNvPr>
          <p:cNvSpPr txBox="1"/>
          <p:nvPr/>
        </p:nvSpPr>
        <p:spPr>
          <a:xfrm>
            <a:off x="15223647" y="1929675"/>
            <a:ext cx="4954405" cy="92333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accent2"/>
                </a:solidFill>
                <a:latin typeface="+mn-lt"/>
                <a:cs typeface="Poppins SemiBold" panose="00000700000000000000" pitchFamily="2" charset="0"/>
              </a:rPr>
              <a:t>     Backend</a:t>
            </a:r>
            <a:endParaRPr lang="ru-RU" sz="5400" b="1" dirty="0">
              <a:solidFill>
                <a:schemeClr val="accent2"/>
              </a:solidFill>
              <a:latin typeface="+mn-lt"/>
              <a:cs typeface="Poppins SemiBold" panose="00000700000000000000" pitchFamily="2" charset="0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7E747F6-66EF-FD69-A259-BBB9CB93AFB5}"/>
              </a:ext>
            </a:extLst>
          </p:cNvPr>
          <p:cNvGrpSpPr/>
          <p:nvPr/>
        </p:nvGrpSpPr>
        <p:grpSpPr>
          <a:xfrm>
            <a:off x="14528800" y="3280013"/>
            <a:ext cx="6750498" cy="7294610"/>
            <a:chOff x="14325600" y="3280013"/>
            <a:chExt cx="6750498" cy="729461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2614DED-6BF9-E8D7-0367-9E66B1571EF5}"/>
                </a:ext>
              </a:extLst>
            </p:cNvPr>
            <p:cNvSpPr txBox="1"/>
            <p:nvPr/>
          </p:nvSpPr>
          <p:spPr>
            <a:xfrm>
              <a:off x="14957126" y="3280013"/>
              <a:ext cx="6118972" cy="2204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40000"/>
                </a:lnSpc>
              </a:pPr>
              <a:r>
                <a:rPr lang="en-US" sz="3200" dirty="0">
                  <a:solidFill>
                    <a:schemeClr val="accent2"/>
                  </a:solidFill>
                  <a:latin typeface="+mj-lt"/>
                  <a:cs typeface="Poppins Medium" panose="00000600000000000000" pitchFamily="2" charset="0"/>
                </a:rPr>
                <a:t>API Development</a:t>
              </a:r>
            </a:p>
            <a:p>
              <a:pPr lvl="0">
                <a:lnSpc>
                  <a:spcPct val="140000"/>
                </a:lnSpc>
                <a:spcBef>
                  <a:spcPts val="1200"/>
                </a:spcBef>
              </a:pPr>
              <a:r>
                <a:rPr lang="en-US" sz="2700" dirty="0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Golang / </a:t>
              </a:r>
              <a:r>
                <a:rPr lang="en-US" sz="2700" dirty="0" err="1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Node.Js</a:t>
              </a:r>
              <a:r>
                <a:rPr lang="en-US" sz="2700" dirty="0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 / </a:t>
              </a:r>
              <a:r>
                <a:rPr lang="en-US" sz="2700" dirty="0" err="1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Springboot</a:t>
              </a:r>
              <a:r>
                <a:rPr lang="en-US" sz="2700" dirty="0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 / </a:t>
              </a:r>
            </a:p>
            <a:p>
              <a:pPr lvl="0">
                <a:lnSpc>
                  <a:spcPct val="140000"/>
                </a:lnSpc>
                <a:spcBef>
                  <a:spcPts val="1200"/>
                </a:spcBef>
              </a:pPr>
              <a:r>
                <a:rPr lang="en-US" sz="2700" dirty="0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Lambda </a:t>
              </a:r>
            </a:p>
          </p:txBody>
        </p:sp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B7444FC-06B1-33B9-AF92-068AD05AF314}"/>
                </a:ext>
              </a:extLst>
            </p:cNvPr>
            <p:cNvSpPr/>
            <p:nvPr/>
          </p:nvSpPr>
          <p:spPr>
            <a:xfrm>
              <a:off x="14325600" y="3566160"/>
              <a:ext cx="264160" cy="264160"/>
            </a:xfrm>
            <a:prstGeom prst="diamond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4618DF1-A80A-22F2-DB90-95DD364ED862}"/>
                </a:ext>
              </a:extLst>
            </p:cNvPr>
            <p:cNvSpPr txBox="1"/>
            <p:nvPr/>
          </p:nvSpPr>
          <p:spPr>
            <a:xfrm>
              <a:off x="14957126" y="5759053"/>
              <a:ext cx="6118972" cy="2204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40000"/>
                </a:lnSpc>
              </a:pPr>
              <a:r>
                <a:rPr lang="en-US" sz="3200" dirty="0">
                  <a:solidFill>
                    <a:schemeClr val="accent2"/>
                  </a:solidFill>
                  <a:latin typeface="+mj-lt"/>
                  <a:cs typeface="Poppins Medium" panose="00000600000000000000" pitchFamily="2" charset="0"/>
                </a:rPr>
                <a:t>Tests</a:t>
              </a:r>
            </a:p>
            <a:p>
              <a:pPr lvl="0">
                <a:lnSpc>
                  <a:spcPct val="140000"/>
                </a:lnSpc>
                <a:spcBef>
                  <a:spcPts val="1200"/>
                </a:spcBef>
              </a:pPr>
              <a:r>
                <a:rPr lang="en-US" sz="2700" dirty="0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Junit5 / Cucumber BDD / </a:t>
              </a:r>
            </a:p>
            <a:p>
              <a:pPr lvl="0">
                <a:lnSpc>
                  <a:spcPct val="140000"/>
                </a:lnSpc>
                <a:spcBef>
                  <a:spcPts val="1200"/>
                </a:spcBef>
              </a:pPr>
              <a:r>
                <a:rPr lang="en-US" sz="2700" dirty="0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Gatling / Postman</a:t>
              </a:r>
            </a:p>
          </p:txBody>
        </p:sp>
        <p:sp>
          <p:nvSpPr>
            <p:cNvPr id="15" name="Diamond 14">
              <a:extLst>
                <a:ext uri="{FF2B5EF4-FFF2-40B4-BE49-F238E27FC236}">
                  <a16:creationId xmlns:a16="http://schemas.microsoft.com/office/drawing/2014/main" id="{F173868E-D022-192D-BCD3-85BA4A76A3C1}"/>
                </a:ext>
              </a:extLst>
            </p:cNvPr>
            <p:cNvSpPr/>
            <p:nvPr/>
          </p:nvSpPr>
          <p:spPr>
            <a:xfrm>
              <a:off x="14325600" y="6045200"/>
              <a:ext cx="264160" cy="264160"/>
            </a:xfrm>
            <a:prstGeom prst="diamond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D5C7D30-FB7A-B842-5ACA-95AABA858438}"/>
                </a:ext>
              </a:extLst>
            </p:cNvPr>
            <p:cNvSpPr txBox="1"/>
            <p:nvPr/>
          </p:nvSpPr>
          <p:spPr>
            <a:xfrm>
              <a:off x="14957126" y="8370173"/>
              <a:ext cx="6118972" cy="2204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40000"/>
                </a:lnSpc>
              </a:pPr>
              <a:r>
                <a:rPr lang="en-US" sz="3200" dirty="0">
                  <a:solidFill>
                    <a:schemeClr val="accent2"/>
                  </a:solidFill>
                  <a:latin typeface="+mj-lt"/>
                  <a:cs typeface="Poppins Medium" panose="00000600000000000000" pitchFamily="2" charset="0"/>
                </a:rPr>
                <a:t>Data Bases</a:t>
              </a:r>
            </a:p>
            <a:p>
              <a:pPr lvl="0">
                <a:lnSpc>
                  <a:spcPct val="140000"/>
                </a:lnSpc>
                <a:spcBef>
                  <a:spcPts val="1200"/>
                </a:spcBef>
              </a:pPr>
              <a:r>
                <a:rPr lang="en-US" sz="2700" dirty="0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Postgres, OpenSearch, metric DB,</a:t>
              </a:r>
            </a:p>
            <a:p>
              <a:pPr lvl="0">
                <a:lnSpc>
                  <a:spcPct val="140000"/>
                </a:lnSpc>
                <a:spcBef>
                  <a:spcPts val="1200"/>
                </a:spcBef>
              </a:pPr>
              <a:r>
                <a:rPr lang="en-US" sz="2700" dirty="0" err="1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LogDB</a:t>
              </a:r>
              <a:r>
                <a:rPr lang="en-US" sz="2700" dirty="0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, </a:t>
              </a:r>
              <a:r>
                <a:rPr lang="en-US" sz="2700" dirty="0" err="1">
                  <a:solidFill>
                    <a:schemeClr val="tx2">
                      <a:lumMod val="50000"/>
                    </a:schemeClr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GraphDB</a:t>
              </a:r>
              <a:endParaRPr lang="en-US" sz="2700" dirty="0">
                <a:solidFill>
                  <a:schemeClr val="tx2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17" name="Diamond 16">
              <a:extLst>
                <a:ext uri="{FF2B5EF4-FFF2-40B4-BE49-F238E27FC236}">
                  <a16:creationId xmlns:a16="http://schemas.microsoft.com/office/drawing/2014/main" id="{6512085A-88BA-27F6-BEF3-C8234B6126F2}"/>
                </a:ext>
              </a:extLst>
            </p:cNvPr>
            <p:cNvSpPr/>
            <p:nvPr/>
          </p:nvSpPr>
          <p:spPr>
            <a:xfrm>
              <a:off x="14325600" y="8656320"/>
              <a:ext cx="264160" cy="264160"/>
            </a:xfrm>
            <a:prstGeom prst="diamond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</p:spTree>
    <p:extLst>
      <p:ext uri="{BB962C8B-B14F-4D97-AF65-F5344CB8AC3E}">
        <p14:creationId xmlns:p14="http://schemas.microsoft.com/office/powerpoint/2010/main" val="29602342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DC8138BC-68BB-A12D-ABCF-316DFD529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0791"/>
            <a:ext cx="24377650" cy="13394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6708926"/>
      </p:ext>
    </p:extLst>
  </p:cSld>
  <p:clrMapOvr>
    <a:masterClrMapping/>
  </p:clrMapOvr>
  <p:transition spd="slow" advClick="0" advTm="1000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5ABAF50-206F-91D9-028A-F69C64965C1C}"/>
              </a:ext>
            </a:extLst>
          </p:cNvPr>
          <p:cNvSpPr/>
          <p:nvPr/>
        </p:nvSpPr>
        <p:spPr>
          <a:xfrm>
            <a:off x="5748827" y="11946831"/>
            <a:ext cx="17081356" cy="1400076"/>
          </a:xfrm>
          <a:prstGeom prst="roundRect">
            <a:avLst>
              <a:gd name="adj" fmla="val 8152"/>
            </a:avLst>
          </a:prstGeom>
          <a:gradFill flip="none" rotWithShape="1">
            <a:gsLst>
              <a:gs pos="0">
                <a:schemeClr val="accent1">
                  <a:lumMod val="60000"/>
                  <a:lumOff val="40000"/>
                  <a:tint val="66000"/>
                  <a:satMod val="160000"/>
                </a:schemeClr>
              </a:gs>
              <a:gs pos="50000">
                <a:schemeClr val="accent1">
                  <a:lumMod val="60000"/>
                  <a:lumOff val="40000"/>
                  <a:tint val="44500"/>
                  <a:satMod val="160000"/>
                </a:schemeClr>
              </a:gs>
              <a:gs pos="100000">
                <a:schemeClr val="accent1">
                  <a:lumMod val="60000"/>
                  <a:lumOff val="4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AFDC549-2F39-E6B3-C043-D2AD97ED7551}"/>
              </a:ext>
            </a:extLst>
          </p:cNvPr>
          <p:cNvGrpSpPr/>
          <p:nvPr/>
        </p:nvGrpSpPr>
        <p:grpSpPr>
          <a:xfrm>
            <a:off x="13113487" y="12094988"/>
            <a:ext cx="2360338" cy="1084296"/>
            <a:chOff x="1450964" y="740269"/>
            <a:chExt cx="1111137" cy="510436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0528940-13EC-2763-B8FC-ED015E960055}"/>
                </a:ext>
              </a:extLst>
            </p:cNvPr>
            <p:cNvSpPr/>
            <p:nvPr/>
          </p:nvSpPr>
          <p:spPr>
            <a:xfrm>
              <a:off x="1450964" y="740269"/>
              <a:ext cx="1064241" cy="472332"/>
            </a:xfrm>
            <a:prstGeom prst="rect">
              <a:avLst/>
            </a:prstGeom>
            <a:solidFill>
              <a:srgbClr val="FFFF00"/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118" dirty="0">
                <a:solidFill>
                  <a:schemeClr val="tx1"/>
                </a:solidFill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294A6A0-F5E7-24FE-5A22-903C01866A53}"/>
                </a:ext>
              </a:extLst>
            </p:cNvPr>
            <p:cNvSpPr/>
            <p:nvPr/>
          </p:nvSpPr>
          <p:spPr>
            <a:xfrm>
              <a:off x="1497860" y="778373"/>
              <a:ext cx="1064241" cy="472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2400" dirty="0">
                  <a:solidFill>
                    <a:schemeClr val="tx1"/>
                  </a:solidFill>
                </a:rPr>
                <a:t>DevSecOps Engineer</a:t>
              </a:r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70090748-32E7-1C6A-13E7-27D0066921BD}"/>
              </a:ext>
            </a:extLst>
          </p:cNvPr>
          <p:cNvSpPr/>
          <p:nvPr/>
        </p:nvSpPr>
        <p:spPr>
          <a:xfrm>
            <a:off x="2224838" y="1192694"/>
            <a:ext cx="240253" cy="12066103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60000"/>
                  <a:lumOff val="40000"/>
                  <a:tint val="66000"/>
                  <a:satMod val="160000"/>
                </a:schemeClr>
              </a:gs>
              <a:gs pos="50000">
                <a:schemeClr val="accent1">
                  <a:lumMod val="60000"/>
                  <a:lumOff val="40000"/>
                  <a:tint val="44500"/>
                  <a:satMod val="160000"/>
                </a:schemeClr>
              </a:gs>
              <a:gs pos="100000">
                <a:schemeClr val="accent1">
                  <a:lumMod val="60000"/>
                  <a:lumOff val="40000"/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9CDBC5C-3CA6-61B2-B5D5-11E8A4D486F9}"/>
              </a:ext>
            </a:extLst>
          </p:cNvPr>
          <p:cNvCxnSpPr>
            <a:cxnSpLocks/>
          </p:cNvCxnSpPr>
          <p:nvPr/>
        </p:nvCxnSpPr>
        <p:spPr>
          <a:xfrm>
            <a:off x="2471138" y="12768975"/>
            <a:ext cx="3324585" cy="0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5D5D0E20-A752-313D-AE94-56017AA671A0}"/>
              </a:ext>
            </a:extLst>
          </p:cNvPr>
          <p:cNvSpPr txBox="1"/>
          <p:nvPr/>
        </p:nvSpPr>
        <p:spPr>
          <a:xfrm>
            <a:off x="2384577" y="12254962"/>
            <a:ext cx="3364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dirty="0">
                <a:latin typeface="Raleway SemiBold" pitchFamily="2" charset="0"/>
              </a:rPr>
              <a:t>DEVSECOPS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1D11213-2A12-919A-FCC6-3F4589FD6EEF}"/>
              </a:ext>
            </a:extLst>
          </p:cNvPr>
          <p:cNvSpPr txBox="1"/>
          <p:nvPr/>
        </p:nvSpPr>
        <p:spPr>
          <a:xfrm rot="16200000">
            <a:off x="-2256818" y="7295180"/>
            <a:ext cx="79054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dirty="0">
                <a:latin typeface="Raleway SemiBold" pitchFamily="2" charset="0"/>
              </a:rPr>
              <a:t>PRODUCT TEAM</a:t>
            </a:r>
          </a:p>
        </p:txBody>
      </p:sp>
      <p:sp>
        <p:nvSpPr>
          <p:cNvPr id="97" name="Rectangle: Rounded Corners 96">
            <a:extLst>
              <a:ext uri="{FF2B5EF4-FFF2-40B4-BE49-F238E27FC236}">
                <a16:creationId xmlns:a16="http://schemas.microsoft.com/office/drawing/2014/main" id="{2BD629CB-998F-AA72-D640-C77E5467B140}"/>
              </a:ext>
            </a:extLst>
          </p:cNvPr>
          <p:cNvSpPr/>
          <p:nvPr/>
        </p:nvSpPr>
        <p:spPr>
          <a:xfrm>
            <a:off x="5762081" y="10280376"/>
            <a:ext cx="17081356" cy="1400076"/>
          </a:xfrm>
          <a:prstGeom prst="roundRect">
            <a:avLst>
              <a:gd name="adj" fmla="val 8152"/>
            </a:avLst>
          </a:prstGeom>
          <a:gradFill flip="none" rotWithShape="1">
            <a:gsLst>
              <a:gs pos="0">
                <a:schemeClr val="accent1">
                  <a:lumMod val="60000"/>
                  <a:lumOff val="40000"/>
                  <a:tint val="66000"/>
                  <a:satMod val="160000"/>
                </a:schemeClr>
              </a:gs>
              <a:gs pos="50000">
                <a:schemeClr val="accent1">
                  <a:lumMod val="60000"/>
                  <a:lumOff val="40000"/>
                  <a:tint val="44500"/>
                  <a:satMod val="160000"/>
                </a:schemeClr>
              </a:gs>
              <a:gs pos="100000">
                <a:schemeClr val="accent1">
                  <a:lumMod val="60000"/>
                  <a:lumOff val="4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8278FFA-5211-1BBD-626C-D8FA43D497B1}"/>
              </a:ext>
            </a:extLst>
          </p:cNvPr>
          <p:cNvGrpSpPr/>
          <p:nvPr/>
        </p:nvGrpSpPr>
        <p:grpSpPr>
          <a:xfrm>
            <a:off x="9976041" y="10428533"/>
            <a:ext cx="2360338" cy="1084296"/>
            <a:chOff x="1450964" y="740269"/>
            <a:chExt cx="1111137" cy="510436"/>
          </a:xfrm>
        </p:grpSpPr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4F08015A-40E9-E080-F5D3-641E326C1854}"/>
                </a:ext>
              </a:extLst>
            </p:cNvPr>
            <p:cNvSpPr/>
            <p:nvPr/>
          </p:nvSpPr>
          <p:spPr>
            <a:xfrm>
              <a:off x="1450964" y="740269"/>
              <a:ext cx="1064241" cy="472332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118" dirty="0">
                <a:solidFill>
                  <a:schemeClr val="tx1"/>
                </a:solidFill>
              </a:endParaRPr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F053AEA7-CA3F-37C1-1219-9E60F517082C}"/>
                </a:ext>
              </a:extLst>
            </p:cNvPr>
            <p:cNvSpPr/>
            <p:nvPr/>
          </p:nvSpPr>
          <p:spPr>
            <a:xfrm>
              <a:off x="1497860" y="778373"/>
              <a:ext cx="1064241" cy="472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2400" dirty="0">
                  <a:solidFill>
                    <a:schemeClr val="tx1"/>
                  </a:solidFill>
                </a:rPr>
                <a:t>Test</a:t>
              </a:r>
            </a:p>
            <a:p>
              <a:pPr algn="ctr"/>
              <a:r>
                <a:rPr lang="en-IN" sz="2400" dirty="0">
                  <a:solidFill>
                    <a:schemeClr val="tx1"/>
                  </a:solidFill>
                </a:rPr>
                <a:t>Engineer</a:t>
              </a: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71E7F827-6717-D436-7584-E1D7FC01DCA1}"/>
              </a:ext>
            </a:extLst>
          </p:cNvPr>
          <p:cNvGrpSpPr/>
          <p:nvPr/>
        </p:nvGrpSpPr>
        <p:grpSpPr>
          <a:xfrm>
            <a:off x="14382380" y="10428533"/>
            <a:ext cx="2360338" cy="1084296"/>
            <a:chOff x="1450964" y="740269"/>
            <a:chExt cx="1111137" cy="510436"/>
          </a:xfrm>
        </p:grpSpPr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E53766AA-CC98-0B9C-79A4-03A0183DAD68}"/>
                </a:ext>
              </a:extLst>
            </p:cNvPr>
            <p:cNvSpPr/>
            <p:nvPr/>
          </p:nvSpPr>
          <p:spPr>
            <a:xfrm>
              <a:off x="1450964" y="740269"/>
              <a:ext cx="1064241" cy="472332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118" dirty="0">
                <a:solidFill>
                  <a:schemeClr val="tx1"/>
                </a:solidFill>
              </a:endParaRPr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A0E4055C-017F-49A2-A5CD-88EDFFF1BEEF}"/>
                </a:ext>
              </a:extLst>
            </p:cNvPr>
            <p:cNvSpPr/>
            <p:nvPr/>
          </p:nvSpPr>
          <p:spPr>
            <a:xfrm>
              <a:off x="1497860" y="778373"/>
              <a:ext cx="1064241" cy="472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2400" dirty="0">
                  <a:solidFill>
                    <a:schemeClr val="tx1"/>
                  </a:solidFill>
                </a:rPr>
                <a:t>Test</a:t>
              </a:r>
            </a:p>
            <a:p>
              <a:pPr algn="ctr"/>
              <a:r>
                <a:rPr lang="en-IN" sz="2400" dirty="0">
                  <a:solidFill>
                    <a:schemeClr val="tx1"/>
                  </a:solidFill>
                </a:rPr>
                <a:t>Engineer</a:t>
              </a:r>
            </a:p>
          </p:txBody>
        </p:sp>
      </p:grp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5A0BD5CB-917C-11A7-3C30-FABD4CA431D3}"/>
              </a:ext>
            </a:extLst>
          </p:cNvPr>
          <p:cNvCxnSpPr>
            <a:cxnSpLocks/>
          </p:cNvCxnSpPr>
          <p:nvPr/>
        </p:nvCxnSpPr>
        <p:spPr>
          <a:xfrm>
            <a:off x="2464514" y="11112456"/>
            <a:ext cx="3324585" cy="0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9C8FCE4-3020-0D74-C6A9-C4E354191182}"/>
              </a:ext>
            </a:extLst>
          </p:cNvPr>
          <p:cNvSpPr txBox="1"/>
          <p:nvPr/>
        </p:nvSpPr>
        <p:spPr>
          <a:xfrm>
            <a:off x="2377953" y="10598443"/>
            <a:ext cx="3364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dirty="0">
                <a:latin typeface="Raleway SemiBold" pitchFamily="2" charset="0"/>
              </a:rPr>
              <a:t>TEST TEAM</a:t>
            </a:r>
          </a:p>
        </p:txBody>
      </p:sp>
      <p:sp>
        <p:nvSpPr>
          <p:cNvPr id="111" name="Rectangle: Rounded Corners 110">
            <a:extLst>
              <a:ext uri="{FF2B5EF4-FFF2-40B4-BE49-F238E27FC236}">
                <a16:creationId xmlns:a16="http://schemas.microsoft.com/office/drawing/2014/main" id="{595AB359-4E86-8943-1CB6-EE214C964576}"/>
              </a:ext>
            </a:extLst>
          </p:cNvPr>
          <p:cNvSpPr/>
          <p:nvPr/>
        </p:nvSpPr>
        <p:spPr>
          <a:xfrm>
            <a:off x="5742203" y="6738729"/>
            <a:ext cx="17101234" cy="3265323"/>
          </a:xfrm>
          <a:prstGeom prst="roundRect">
            <a:avLst>
              <a:gd name="adj" fmla="val 8152"/>
            </a:avLst>
          </a:prstGeom>
          <a:gradFill flip="none" rotWithShape="1">
            <a:gsLst>
              <a:gs pos="0">
                <a:schemeClr val="accent1">
                  <a:lumMod val="60000"/>
                  <a:lumOff val="40000"/>
                  <a:tint val="66000"/>
                  <a:satMod val="160000"/>
                </a:schemeClr>
              </a:gs>
              <a:gs pos="50000">
                <a:schemeClr val="accent1">
                  <a:lumMod val="60000"/>
                  <a:lumOff val="40000"/>
                  <a:tint val="44500"/>
                  <a:satMod val="160000"/>
                </a:schemeClr>
              </a:gs>
              <a:gs pos="100000">
                <a:schemeClr val="accent1">
                  <a:lumMod val="60000"/>
                  <a:lumOff val="4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66323A5F-4EF9-F05D-B3BD-2E9E3BD5DD32}"/>
              </a:ext>
            </a:extLst>
          </p:cNvPr>
          <p:cNvSpPr/>
          <p:nvPr/>
        </p:nvSpPr>
        <p:spPr>
          <a:xfrm>
            <a:off x="7712765" y="6738729"/>
            <a:ext cx="6380922" cy="3265323"/>
          </a:xfrm>
          <a:prstGeom prst="rect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F49AB7B9-64EE-B72A-0123-58CB75DDFF87}"/>
              </a:ext>
            </a:extLst>
          </p:cNvPr>
          <p:cNvGrpSpPr/>
          <p:nvPr/>
        </p:nvGrpSpPr>
        <p:grpSpPr>
          <a:xfrm>
            <a:off x="8090922" y="7301026"/>
            <a:ext cx="2360338" cy="1084296"/>
            <a:chOff x="1450964" y="740269"/>
            <a:chExt cx="1111137" cy="510436"/>
          </a:xfrm>
        </p:grpSpPr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6539D2E1-F162-3439-587C-EBF05B3505B3}"/>
                </a:ext>
              </a:extLst>
            </p:cNvPr>
            <p:cNvSpPr/>
            <p:nvPr/>
          </p:nvSpPr>
          <p:spPr>
            <a:xfrm>
              <a:off x="1450964" y="740269"/>
              <a:ext cx="1064241" cy="47233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118" dirty="0">
                <a:solidFill>
                  <a:schemeClr val="tx1"/>
                </a:solidFill>
              </a:endParaRPr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EC1AFB2-4815-00DE-7DAB-2760E6DFB3C0}"/>
                </a:ext>
              </a:extLst>
            </p:cNvPr>
            <p:cNvSpPr/>
            <p:nvPr/>
          </p:nvSpPr>
          <p:spPr>
            <a:xfrm>
              <a:off x="1497860" y="778373"/>
              <a:ext cx="1064241" cy="472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F</a:t>
              </a:r>
              <a:r>
                <a:rPr lang="en-IN" sz="2400" dirty="0">
                  <a:solidFill>
                    <a:schemeClr val="tx1"/>
                  </a:solidFill>
                </a:rPr>
                <a:t>SD-Api-Lead</a:t>
              </a:r>
            </a:p>
            <a:p>
              <a:pPr algn="ctr"/>
              <a:r>
                <a:rPr lang="en-IN" sz="2400" dirty="0">
                  <a:solidFill>
                    <a:schemeClr val="tx1"/>
                  </a:solidFill>
                </a:rPr>
                <a:t>Architect</a:t>
              </a:r>
            </a:p>
          </p:txBody>
        </p: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6728463A-9B72-2D01-FB2E-0AD6B8710D62}"/>
              </a:ext>
            </a:extLst>
          </p:cNvPr>
          <p:cNvGrpSpPr/>
          <p:nvPr/>
        </p:nvGrpSpPr>
        <p:grpSpPr>
          <a:xfrm>
            <a:off x="8090922" y="8735570"/>
            <a:ext cx="2360338" cy="1084296"/>
            <a:chOff x="1450964" y="740269"/>
            <a:chExt cx="1111137" cy="510436"/>
          </a:xfrm>
        </p:grpSpPr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8211A83E-2790-1FCF-F495-B28B81B39121}"/>
                </a:ext>
              </a:extLst>
            </p:cNvPr>
            <p:cNvSpPr/>
            <p:nvPr/>
          </p:nvSpPr>
          <p:spPr>
            <a:xfrm>
              <a:off x="1450964" y="740269"/>
              <a:ext cx="1064241" cy="47233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118" dirty="0">
                <a:solidFill>
                  <a:schemeClr val="tx1"/>
                </a:solidFill>
              </a:endParaRPr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03EBE286-9626-6BB2-9A5C-5397C95A46F0}"/>
                </a:ext>
              </a:extLst>
            </p:cNvPr>
            <p:cNvSpPr/>
            <p:nvPr/>
          </p:nvSpPr>
          <p:spPr>
            <a:xfrm>
              <a:off x="1497860" y="778373"/>
              <a:ext cx="1064241" cy="472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4 F</a:t>
              </a:r>
              <a:r>
                <a:rPr lang="en-IN" sz="2000" dirty="0">
                  <a:solidFill>
                    <a:schemeClr val="tx1"/>
                  </a:solidFill>
                </a:rPr>
                <a:t>SD-Api Senior</a:t>
              </a:r>
            </a:p>
            <a:p>
              <a:pPr algn="ctr"/>
              <a:r>
                <a:rPr lang="en-IN" sz="2000" dirty="0">
                  <a:solidFill>
                    <a:schemeClr val="tx1"/>
                  </a:solidFill>
                </a:rPr>
                <a:t>Engineer</a:t>
              </a:r>
            </a:p>
          </p:txBody>
        </p: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679BB2D0-47B7-D2D1-AC1D-3D4C12E6D5DD}"/>
              </a:ext>
            </a:extLst>
          </p:cNvPr>
          <p:cNvGrpSpPr/>
          <p:nvPr/>
        </p:nvGrpSpPr>
        <p:grpSpPr>
          <a:xfrm>
            <a:off x="10986518" y="7301026"/>
            <a:ext cx="2360338" cy="1084296"/>
            <a:chOff x="1450964" y="740269"/>
            <a:chExt cx="1111137" cy="510436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66F4BA9F-DDA7-3632-3997-52C9D071FE73}"/>
                </a:ext>
              </a:extLst>
            </p:cNvPr>
            <p:cNvSpPr/>
            <p:nvPr/>
          </p:nvSpPr>
          <p:spPr>
            <a:xfrm>
              <a:off x="1450964" y="740269"/>
              <a:ext cx="1064241" cy="47233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118" dirty="0">
                <a:solidFill>
                  <a:schemeClr val="tx1"/>
                </a:solidFill>
              </a:endParaRPr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0376B596-7F1D-DA1D-A0B7-0A6BFE2200B8}"/>
                </a:ext>
              </a:extLst>
            </p:cNvPr>
            <p:cNvSpPr/>
            <p:nvPr/>
          </p:nvSpPr>
          <p:spPr>
            <a:xfrm>
              <a:off x="1497860" y="778373"/>
              <a:ext cx="1064241" cy="472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F</a:t>
              </a:r>
              <a:r>
                <a:rPr lang="en-IN" sz="2400" dirty="0">
                  <a:solidFill>
                    <a:schemeClr val="tx1"/>
                  </a:solidFill>
                </a:rPr>
                <a:t>SD-Api-Lead</a:t>
              </a:r>
            </a:p>
            <a:p>
              <a:pPr algn="ctr"/>
              <a:r>
                <a:rPr lang="en-IN" sz="2400" dirty="0">
                  <a:solidFill>
                    <a:schemeClr val="tx1"/>
                  </a:solidFill>
                </a:rPr>
                <a:t>Architect</a:t>
              </a:r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9BBBBF21-B682-8141-EC9E-B42864EEE5BA}"/>
              </a:ext>
            </a:extLst>
          </p:cNvPr>
          <p:cNvGrpSpPr/>
          <p:nvPr/>
        </p:nvGrpSpPr>
        <p:grpSpPr>
          <a:xfrm>
            <a:off x="10986518" y="8735570"/>
            <a:ext cx="2360338" cy="1084296"/>
            <a:chOff x="1450964" y="740269"/>
            <a:chExt cx="1111137" cy="510436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E441AC09-37A8-B7B7-4E53-ACA8EC46674E}"/>
                </a:ext>
              </a:extLst>
            </p:cNvPr>
            <p:cNvSpPr/>
            <p:nvPr/>
          </p:nvSpPr>
          <p:spPr>
            <a:xfrm>
              <a:off x="1450964" y="740269"/>
              <a:ext cx="1064241" cy="47233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118" dirty="0">
                <a:solidFill>
                  <a:schemeClr val="tx1"/>
                </a:solidFill>
              </a:endParaRPr>
            </a:p>
          </p:txBody>
        </p:sp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4D6760FB-0D2D-2620-3CD3-A0EAF90A2A50}"/>
                </a:ext>
              </a:extLst>
            </p:cNvPr>
            <p:cNvSpPr/>
            <p:nvPr/>
          </p:nvSpPr>
          <p:spPr>
            <a:xfrm>
              <a:off x="1497860" y="778373"/>
              <a:ext cx="1064241" cy="472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4 F</a:t>
              </a:r>
              <a:r>
                <a:rPr lang="en-IN" sz="2000" dirty="0">
                  <a:solidFill>
                    <a:schemeClr val="tx1"/>
                  </a:solidFill>
                </a:rPr>
                <a:t>SD-Api Senior</a:t>
              </a:r>
            </a:p>
            <a:p>
              <a:pPr algn="ctr"/>
              <a:r>
                <a:rPr lang="en-IN" sz="2000" dirty="0">
                  <a:solidFill>
                    <a:schemeClr val="tx1"/>
                  </a:solidFill>
                </a:rPr>
                <a:t>Engineer</a:t>
              </a:r>
            </a:p>
          </p:txBody>
        </p:sp>
      </p:grpSp>
      <p:sp>
        <p:nvSpPr>
          <p:cNvPr id="127" name="Rectangle 126">
            <a:extLst>
              <a:ext uri="{FF2B5EF4-FFF2-40B4-BE49-F238E27FC236}">
                <a16:creationId xmlns:a16="http://schemas.microsoft.com/office/drawing/2014/main" id="{2FA06532-37A3-F708-2030-681E5E220286}"/>
              </a:ext>
            </a:extLst>
          </p:cNvPr>
          <p:cNvSpPr/>
          <p:nvPr/>
        </p:nvSpPr>
        <p:spPr>
          <a:xfrm>
            <a:off x="15279738" y="6722166"/>
            <a:ext cx="6380922" cy="326532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2835866C-C61A-B703-2647-01EC69E0A7F6}"/>
              </a:ext>
            </a:extLst>
          </p:cNvPr>
          <p:cNvGrpSpPr/>
          <p:nvPr/>
        </p:nvGrpSpPr>
        <p:grpSpPr>
          <a:xfrm>
            <a:off x="17231595" y="7301026"/>
            <a:ext cx="2360338" cy="1084296"/>
            <a:chOff x="1450964" y="740269"/>
            <a:chExt cx="1111137" cy="510436"/>
          </a:xfrm>
        </p:grpSpPr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5F72754C-CA2E-5CC3-96B7-BD0362042ECF}"/>
                </a:ext>
              </a:extLst>
            </p:cNvPr>
            <p:cNvSpPr/>
            <p:nvPr/>
          </p:nvSpPr>
          <p:spPr>
            <a:xfrm>
              <a:off x="1450964" y="740269"/>
              <a:ext cx="1064241" cy="47233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118" dirty="0">
                <a:solidFill>
                  <a:schemeClr val="tx1"/>
                </a:solidFill>
              </a:endParaRPr>
            </a:p>
          </p:txBody>
        </p:sp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0266C624-CF09-A3A7-F57D-F8E4D0D27BB6}"/>
                </a:ext>
              </a:extLst>
            </p:cNvPr>
            <p:cNvSpPr/>
            <p:nvPr/>
          </p:nvSpPr>
          <p:spPr>
            <a:xfrm>
              <a:off x="1497860" y="778373"/>
              <a:ext cx="1064241" cy="472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F</a:t>
              </a:r>
              <a:r>
                <a:rPr lang="en-IN" sz="2400" dirty="0">
                  <a:solidFill>
                    <a:schemeClr val="tx1"/>
                  </a:solidFill>
                </a:rPr>
                <a:t>SD-UI-Lead</a:t>
              </a:r>
            </a:p>
            <a:p>
              <a:pPr algn="ctr"/>
              <a:r>
                <a:rPr lang="en-IN" sz="2400" dirty="0">
                  <a:solidFill>
                    <a:schemeClr val="tx1"/>
                  </a:solidFill>
                </a:rPr>
                <a:t>Architect</a:t>
              </a:r>
            </a:p>
          </p:txBody>
        </p:sp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EE0B7179-96C8-8B58-D56F-544F25C78D3C}"/>
              </a:ext>
            </a:extLst>
          </p:cNvPr>
          <p:cNvGrpSpPr/>
          <p:nvPr/>
        </p:nvGrpSpPr>
        <p:grpSpPr>
          <a:xfrm>
            <a:off x="17261409" y="8735570"/>
            <a:ext cx="2360338" cy="1084296"/>
            <a:chOff x="1450964" y="740269"/>
            <a:chExt cx="1111137" cy="510436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F999757E-5572-8F87-83C1-DA071BBFB2BE}"/>
                </a:ext>
              </a:extLst>
            </p:cNvPr>
            <p:cNvSpPr/>
            <p:nvPr/>
          </p:nvSpPr>
          <p:spPr>
            <a:xfrm>
              <a:off x="1450964" y="740269"/>
              <a:ext cx="1064241" cy="47233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118" dirty="0">
                <a:solidFill>
                  <a:schemeClr val="tx1"/>
                </a:solidFill>
              </a:endParaRPr>
            </a:p>
          </p:txBody>
        </p: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9C46EF06-9AA6-3B3C-FC9D-D0637E8E3DC0}"/>
                </a:ext>
              </a:extLst>
            </p:cNvPr>
            <p:cNvSpPr/>
            <p:nvPr/>
          </p:nvSpPr>
          <p:spPr>
            <a:xfrm>
              <a:off x="1497860" y="778373"/>
              <a:ext cx="1064241" cy="472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5 F</a:t>
              </a:r>
              <a:r>
                <a:rPr lang="en-IN" sz="2000" dirty="0">
                  <a:solidFill>
                    <a:schemeClr val="tx1"/>
                  </a:solidFill>
                </a:rPr>
                <a:t>SD-UI Senior</a:t>
              </a:r>
            </a:p>
            <a:p>
              <a:pPr algn="ctr"/>
              <a:r>
                <a:rPr lang="en-IN" sz="2000" dirty="0">
                  <a:solidFill>
                    <a:schemeClr val="tx1"/>
                  </a:solidFill>
                </a:rPr>
                <a:t>Engineer</a:t>
              </a:r>
            </a:p>
          </p:txBody>
        </p:sp>
      </p:grp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D061EA9B-BD65-D982-32B8-6FBF550822AF}"/>
              </a:ext>
            </a:extLst>
          </p:cNvPr>
          <p:cNvCxnSpPr>
            <a:cxnSpLocks/>
          </p:cNvCxnSpPr>
          <p:nvPr/>
        </p:nvCxnSpPr>
        <p:spPr>
          <a:xfrm>
            <a:off x="2487707" y="8571361"/>
            <a:ext cx="3324585" cy="0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TextBox 134">
            <a:extLst>
              <a:ext uri="{FF2B5EF4-FFF2-40B4-BE49-F238E27FC236}">
                <a16:creationId xmlns:a16="http://schemas.microsoft.com/office/drawing/2014/main" id="{5749E7EC-A3C2-7DD0-C9B3-B83044846FE1}"/>
              </a:ext>
            </a:extLst>
          </p:cNvPr>
          <p:cNvSpPr txBox="1"/>
          <p:nvPr/>
        </p:nvSpPr>
        <p:spPr>
          <a:xfrm>
            <a:off x="2401146" y="8057348"/>
            <a:ext cx="3364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dirty="0">
                <a:latin typeface="Raleway SemiBold" pitchFamily="2" charset="0"/>
              </a:rPr>
              <a:t>DEV TEAM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5A759BDC-31B6-9A05-E9B0-3F9B9E201297}"/>
              </a:ext>
            </a:extLst>
          </p:cNvPr>
          <p:cNvSpPr txBox="1"/>
          <p:nvPr/>
        </p:nvSpPr>
        <p:spPr>
          <a:xfrm>
            <a:off x="7165292" y="6768572"/>
            <a:ext cx="3364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dirty="0">
                <a:solidFill>
                  <a:schemeClr val="bg1"/>
                </a:solidFill>
                <a:latin typeface="Raleway SemiBold" pitchFamily="2" charset="0"/>
              </a:rPr>
              <a:t>BACKEND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EEED981-F582-377E-05D3-07328C9ECD0A}"/>
              </a:ext>
            </a:extLst>
          </p:cNvPr>
          <p:cNvSpPr txBox="1"/>
          <p:nvPr/>
        </p:nvSpPr>
        <p:spPr>
          <a:xfrm>
            <a:off x="14881355" y="6768572"/>
            <a:ext cx="3364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dirty="0">
                <a:solidFill>
                  <a:schemeClr val="bg1"/>
                </a:solidFill>
                <a:latin typeface="Raleway SemiBold" pitchFamily="2" charset="0"/>
              </a:rPr>
              <a:t>FRONTEND</a:t>
            </a:r>
          </a:p>
        </p:txBody>
      </p:sp>
      <p:sp>
        <p:nvSpPr>
          <p:cNvPr id="138" name="Rectangle: Rounded Corners 137">
            <a:extLst>
              <a:ext uri="{FF2B5EF4-FFF2-40B4-BE49-F238E27FC236}">
                <a16:creationId xmlns:a16="http://schemas.microsoft.com/office/drawing/2014/main" id="{55DEB121-9AFB-8F9E-88E6-3AABF1C156C0}"/>
              </a:ext>
            </a:extLst>
          </p:cNvPr>
          <p:cNvSpPr/>
          <p:nvPr/>
        </p:nvSpPr>
        <p:spPr>
          <a:xfrm>
            <a:off x="5725640" y="3193777"/>
            <a:ext cx="17101234" cy="3265323"/>
          </a:xfrm>
          <a:prstGeom prst="roundRect">
            <a:avLst>
              <a:gd name="adj" fmla="val 8152"/>
            </a:avLst>
          </a:prstGeom>
          <a:gradFill flip="none" rotWithShape="1">
            <a:gsLst>
              <a:gs pos="0">
                <a:schemeClr val="accent1">
                  <a:lumMod val="60000"/>
                  <a:lumOff val="40000"/>
                  <a:tint val="66000"/>
                  <a:satMod val="160000"/>
                </a:schemeClr>
              </a:gs>
              <a:gs pos="50000">
                <a:schemeClr val="accent1">
                  <a:lumMod val="60000"/>
                  <a:lumOff val="40000"/>
                  <a:tint val="44500"/>
                  <a:satMod val="160000"/>
                </a:schemeClr>
              </a:gs>
              <a:gs pos="100000">
                <a:schemeClr val="accent1">
                  <a:lumMod val="60000"/>
                  <a:lumOff val="4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E835AF50-54A0-28C7-B365-AE81ED9BBC03}"/>
              </a:ext>
            </a:extLst>
          </p:cNvPr>
          <p:cNvGrpSpPr/>
          <p:nvPr/>
        </p:nvGrpSpPr>
        <p:grpSpPr>
          <a:xfrm>
            <a:off x="12507202" y="3497658"/>
            <a:ext cx="2360338" cy="1084296"/>
            <a:chOff x="1450964" y="740269"/>
            <a:chExt cx="1111137" cy="510436"/>
          </a:xfrm>
        </p:grpSpPr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E81A8E1D-BAD4-A9F7-654A-28B231D31F80}"/>
                </a:ext>
              </a:extLst>
            </p:cNvPr>
            <p:cNvSpPr/>
            <p:nvPr/>
          </p:nvSpPr>
          <p:spPr>
            <a:xfrm>
              <a:off x="1450964" y="740269"/>
              <a:ext cx="1064241" cy="472332"/>
            </a:xfrm>
            <a:prstGeom prst="rect">
              <a:avLst/>
            </a:prstGeom>
            <a:solidFill>
              <a:schemeClr val="accent5"/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118" dirty="0">
                <a:solidFill>
                  <a:schemeClr val="tx1"/>
                </a:solidFill>
              </a:endParaRPr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7D7143E4-941D-FB1E-0565-3C40911D9398}"/>
                </a:ext>
              </a:extLst>
            </p:cNvPr>
            <p:cNvSpPr/>
            <p:nvPr/>
          </p:nvSpPr>
          <p:spPr>
            <a:xfrm>
              <a:off x="1497860" y="778373"/>
              <a:ext cx="1064241" cy="472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UX Lead</a:t>
              </a:r>
            </a:p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Architect</a:t>
              </a:r>
              <a:endParaRPr lang="en-IN" sz="24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FB7389CB-3023-3BEE-7575-E249F1708C8E}"/>
              </a:ext>
            </a:extLst>
          </p:cNvPr>
          <p:cNvGrpSpPr/>
          <p:nvPr/>
        </p:nvGrpSpPr>
        <p:grpSpPr>
          <a:xfrm>
            <a:off x="8074359" y="5190618"/>
            <a:ext cx="2360338" cy="1084296"/>
            <a:chOff x="1450964" y="740269"/>
            <a:chExt cx="1111137" cy="510436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5AE45589-2691-5296-533F-50D8DD283BA8}"/>
                </a:ext>
              </a:extLst>
            </p:cNvPr>
            <p:cNvSpPr/>
            <p:nvPr/>
          </p:nvSpPr>
          <p:spPr>
            <a:xfrm>
              <a:off x="1450964" y="740269"/>
              <a:ext cx="1064241" cy="472332"/>
            </a:xfrm>
            <a:prstGeom prst="rect">
              <a:avLst/>
            </a:prstGeom>
            <a:solidFill>
              <a:schemeClr val="accent5"/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118" dirty="0">
                <a:solidFill>
                  <a:schemeClr val="tx1"/>
                </a:solidFill>
              </a:endParaRPr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3914911A-7A15-F042-1A5D-144A737982DA}"/>
                </a:ext>
              </a:extLst>
            </p:cNvPr>
            <p:cNvSpPr/>
            <p:nvPr/>
          </p:nvSpPr>
          <p:spPr>
            <a:xfrm>
              <a:off x="1497860" y="778373"/>
              <a:ext cx="1064241" cy="472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UX Senior</a:t>
              </a:r>
            </a:p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Engineer</a:t>
              </a:r>
              <a:endParaRPr lang="en-IN" sz="24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C3F5B68E-DA53-94B9-EAC6-E2438E6B53C3}"/>
              </a:ext>
            </a:extLst>
          </p:cNvPr>
          <p:cNvGrpSpPr/>
          <p:nvPr/>
        </p:nvGrpSpPr>
        <p:grpSpPr>
          <a:xfrm>
            <a:off x="10969955" y="5190618"/>
            <a:ext cx="2360338" cy="1084296"/>
            <a:chOff x="1450964" y="740269"/>
            <a:chExt cx="1111137" cy="510436"/>
          </a:xfrm>
        </p:grpSpPr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73FD16AF-1F19-917B-1195-A953EAA2A8E4}"/>
                </a:ext>
              </a:extLst>
            </p:cNvPr>
            <p:cNvSpPr/>
            <p:nvPr/>
          </p:nvSpPr>
          <p:spPr>
            <a:xfrm>
              <a:off x="1450964" y="740269"/>
              <a:ext cx="1064241" cy="472332"/>
            </a:xfrm>
            <a:prstGeom prst="rect">
              <a:avLst/>
            </a:prstGeom>
            <a:solidFill>
              <a:schemeClr val="accent5"/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118" dirty="0">
                <a:solidFill>
                  <a:schemeClr val="tx1"/>
                </a:solidFill>
              </a:endParaRPr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B312F2C7-88D0-0DE0-F8D1-2ABB7E54EAC0}"/>
                </a:ext>
              </a:extLst>
            </p:cNvPr>
            <p:cNvSpPr/>
            <p:nvPr/>
          </p:nvSpPr>
          <p:spPr>
            <a:xfrm>
              <a:off x="1497860" y="778373"/>
              <a:ext cx="1064241" cy="472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UX Senior</a:t>
              </a:r>
            </a:p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Engineer</a:t>
              </a:r>
              <a:endParaRPr lang="en-IN" sz="24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3D020B89-7009-9F5B-2B72-7F368675BC9C}"/>
              </a:ext>
            </a:extLst>
          </p:cNvPr>
          <p:cNvGrpSpPr/>
          <p:nvPr/>
        </p:nvGrpSpPr>
        <p:grpSpPr>
          <a:xfrm>
            <a:off x="17244846" y="5190618"/>
            <a:ext cx="2360338" cy="1084296"/>
            <a:chOff x="1450964" y="740269"/>
            <a:chExt cx="1111137" cy="510436"/>
          </a:xfrm>
        </p:grpSpPr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03B60629-3018-0226-2F21-E9258847DB92}"/>
                </a:ext>
              </a:extLst>
            </p:cNvPr>
            <p:cNvSpPr/>
            <p:nvPr/>
          </p:nvSpPr>
          <p:spPr>
            <a:xfrm>
              <a:off x="1450964" y="740269"/>
              <a:ext cx="1064241" cy="472332"/>
            </a:xfrm>
            <a:prstGeom prst="rect">
              <a:avLst/>
            </a:prstGeom>
            <a:solidFill>
              <a:schemeClr val="accent5"/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118" dirty="0">
                <a:solidFill>
                  <a:schemeClr val="tx1"/>
                </a:solidFill>
              </a:endParaRPr>
            </a:p>
          </p:txBody>
        </p:sp>
        <p:sp>
          <p:nvSpPr>
            <p:cNvPr id="160" name="Rectangle 159">
              <a:extLst>
                <a:ext uri="{FF2B5EF4-FFF2-40B4-BE49-F238E27FC236}">
                  <a16:creationId xmlns:a16="http://schemas.microsoft.com/office/drawing/2014/main" id="{2C7E7064-33D8-7920-B6B9-4B10480C0D25}"/>
                </a:ext>
              </a:extLst>
            </p:cNvPr>
            <p:cNvSpPr/>
            <p:nvPr/>
          </p:nvSpPr>
          <p:spPr>
            <a:xfrm>
              <a:off x="1497860" y="778373"/>
              <a:ext cx="1064241" cy="472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UX Senior</a:t>
              </a:r>
            </a:p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Engineer</a:t>
              </a:r>
              <a:endParaRPr lang="en-IN" sz="24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EDA6102C-E34F-FA77-98EF-AD9002C7CC77}"/>
              </a:ext>
            </a:extLst>
          </p:cNvPr>
          <p:cNvCxnSpPr>
            <a:cxnSpLocks/>
          </p:cNvCxnSpPr>
          <p:nvPr/>
        </p:nvCxnSpPr>
        <p:spPr>
          <a:xfrm>
            <a:off x="2471144" y="5026409"/>
            <a:ext cx="3324585" cy="0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ACC94574-0D75-6DAA-76BC-62FBE7D21629}"/>
              </a:ext>
            </a:extLst>
          </p:cNvPr>
          <p:cNvSpPr txBox="1"/>
          <p:nvPr/>
        </p:nvSpPr>
        <p:spPr>
          <a:xfrm>
            <a:off x="2434278" y="4492513"/>
            <a:ext cx="3364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dirty="0">
                <a:latin typeface="Raleway SemiBold" pitchFamily="2" charset="0"/>
              </a:rPr>
              <a:t>UX TEAM</a:t>
            </a:r>
          </a:p>
        </p:txBody>
      </p: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9AD4CA5D-8AA5-6782-4EDF-969237939DB9}"/>
              </a:ext>
            </a:extLst>
          </p:cNvPr>
          <p:cNvGrpSpPr/>
          <p:nvPr/>
        </p:nvGrpSpPr>
        <p:grpSpPr>
          <a:xfrm>
            <a:off x="14054392" y="5190618"/>
            <a:ext cx="2360338" cy="1084296"/>
            <a:chOff x="1450964" y="740269"/>
            <a:chExt cx="1111137" cy="510436"/>
          </a:xfrm>
        </p:grpSpPr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B97615E3-727A-8102-EA1D-0834D4DA3CE4}"/>
                </a:ext>
              </a:extLst>
            </p:cNvPr>
            <p:cNvSpPr/>
            <p:nvPr/>
          </p:nvSpPr>
          <p:spPr>
            <a:xfrm>
              <a:off x="1450964" y="740269"/>
              <a:ext cx="1064241" cy="472332"/>
            </a:xfrm>
            <a:prstGeom prst="rect">
              <a:avLst/>
            </a:prstGeom>
            <a:solidFill>
              <a:schemeClr val="accent5"/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118" dirty="0">
                <a:solidFill>
                  <a:schemeClr val="tx1"/>
                </a:solidFill>
              </a:endParaRPr>
            </a:p>
          </p:txBody>
        </p:sp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38658DDC-F519-196A-2476-DC2A23DD4919}"/>
                </a:ext>
              </a:extLst>
            </p:cNvPr>
            <p:cNvSpPr/>
            <p:nvPr/>
          </p:nvSpPr>
          <p:spPr>
            <a:xfrm>
              <a:off x="1497860" y="778373"/>
              <a:ext cx="1064241" cy="472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UX Senior</a:t>
              </a:r>
            </a:p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Engineer</a:t>
              </a:r>
              <a:endParaRPr lang="en-IN" sz="2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68" name="Rectangle: Rounded Corners 167">
            <a:extLst>
              <a:ext uri="{FF2B5EF4-FFF2-40B4-BE49-F238E27FC236}">
                <a16:creationId xmlns:a16="http://schemas.microsoft.com/office/drawing/2014/main" id="{E51A85DC-4066-E205-E27B-90B50008F725}"/>
              </a:ext>
            </a:extLst>
          </p:cNvPr>
          <p:cNvSpPr/>
          <p:nvPr/>
        </p:nvSpPr>
        <p:spPr>
          <a:xfrm>
            <a:off x="5762080" y="1543899"/>
            <a:ext cx="17081356" cy="1400076"/>
          </a:xfrm>
          <a:prstGeom prst="roundRect">
            <a:avLst>
              <a:gd name="adj" fmla="val 8152"/>
            </a:avLst>
          </a:prstGeom>
          <a:gradFill flip="none" rotWithShape="1">
            <a:gsLst>
              <a:gs pos="0">
                <a:schemeClr val="accent1">
                  <a:lumMod val="60000"/>
                  <a:lumOff val="40000"/>
                  <a:tint val="66000"/>
                  <a:satMod val="160000"/>
                </a:schemeClr>
              </a:gs>
              <a:gs pos="50000">
                <a:schemeClr val="accent1">
                  <a:lumMod val="60000"/>
                  <a:lumOff val="40000"/>
                  <a:tint val="44500"/>
                  <a:satMod val="160000"/>
                </a:schemeClr>
              </a:gs>
              <a:gs pos="100000">
                <a:schemeClr val="accent1">
                  <a:lumMod val="60000"/>
                  <a:lumOff val="4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B4AD1FCD-E076-A627-3102-064B0F8654C8}"/>
              </a:ext>
            </a:extLst>
          </p:cNvPr>
          <p:cNvGrpSpPr/>
          <p:nvPr/>
        </p:nvGrpSpPr>
        <p:grpSpPr>
          <a:xfrm>
            <a:off x="12460819" y="1692056"/>
            <a:ext cx="2360338" cy="1084296"/>
            <a:chOff x="1450964" y="740269"/>
            <a:chExt cx="1111137" cy="510436"/>
          </a:xfrm>
        </p:grpSpPr>
        <p:sp>
          <p:nvSpPr>
            <p:cNvPr id="170" name="Rectangle 169">
              <a:extLst>
                <a:ext uri="{FF2B5EF4-FFF2-40B4-BE49-F238E27FC236}">
                  <a16:creationId xmlns:a16="http://schemas.microsoft.com/office/drawing/2014/main" id="{7CEB934B-FD12-8282-0718-CD84E9A69B53}"/>
                </a:ext>
              </a:extLst>
            </p:cNvPr>
            <p:cNvSpPr/>
            <p:nvPr/>
          </p:nvSpPr>
          <p:spPr>
            <a:xfrm>
              <a:off x="1450964" y="740269"/>
              <a:ext cx="1064241" cy="472332"/>
            </a:xfrm>
            <a:prstGeom prst="rect">
              <a:avLst/>
            </a:prstGeom>
            <a:solidFill>
              <a:srgbClr val="00B050"/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118" dirty="0">
                <a:solidFill>
                  <a:schemeClr val="tx1"/>
                </a:solidFill>
              </a:endParaRPr>
            </a:p>
          </p:txBody>
        </p:sp>
        <p:sp>
          <p:nvSpPr>
            <p:cNvPr id="171" name="Rectangle 170">
              <a:extLst>
                <a:ext uri="{FF2B5EF4-FFF2-40B4-BE49-F238E27FC236}">
                  <a16:creationId xmlns:a16="http://schemas.microsoft.com/office/drawing/2014/main" id="{8DCEA423-2410-0DE3-33A2-C84615F3B76D}"/>
                </a:ext>
              </a:extLst>
            </p:cNvPr>
            <p:cNvSpPr/>
            <p:nvPr/>
          </p:nvSpPr>
          <p:spPr>
            <a:xfrm>
              <a:off x="1497860" y="778373"/>
              <a:ext cx="1064241" cy="472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4472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2400" dirty="0">
                  <a:solidFill>
                    <a:schemeClr val="tx1"/>
                  </a:solidFill>
                </a:rPr>
                <a:t>Scrum Master</a:t>
              </a:r>
            </a:p>
          </p:txBody>
        </p:sp>
      </p:grpSp>
      <p:sp>
        <p:nvSpPr>
          <p:cNvPr id="172" name="TextBox 171">
            <a:extLst>
              <a:ext uri="{FF2B5EF4-FFF2-40B4-BE49-F238E27FC236}">
                <a16:creationId xmlns:a16="http://schemas.microsoft.com/office/drawing/2014/main" id="{C7665D10-3038-9736-A27D-F633F24BADA8}"/>
              </a:ext>
            </a:extLst>
          </p:cNvPr>
          <p:cNvSpPr txBox="1"/>
          <p:nvPr/>
        </p:nvSpPr>
        <p:spPr>
          <a:xfrm>
            <a:off x="2397830" y="1852030"/>
            <a:ext cx="3364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dirty="0">
                <a:latin typeface="Raleway SemiBold" pitchFamily="2" charset="0"/>
              </a:rPr>
              <a:t>SCRUM</a:t>
            </a:r>
          </a:p>
        </p:txBody>
      </p: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642DEE4F-0E0B-5771-EF31-1F19CF1B4CDB}"/>
              </a:ext>
            </a:extLst>
          </p:cNvPr>
          <p:cNvCxnSpPr>
            <a:cxnSpLocks/>
          </p:cNvCxnSpPr>
          <p:nvPr/>
        </p:nvCxnSpPr>
        <p:spPr>
          <a:xfrm>
            <a:off x="2454581" y="2346161"/>
            <a:ext cx="3324585" cy="0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15964EF2-88A3-F4E0-12F9-ABE948FC1670}"/>
              </a:ext>
            </a:extLst>
          </p:cNvPr>
          <p:cNvSpPr txBox="1"/>
          <p:nvPr/>
        </p:nvSpPr>
        <p:spPr>
          <a:xfrm>
            <a:off x="8815338" y="324972"/>
            <a:ext cx="75008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2"/>
                </a:solidFill>
                <a:latin typeface="+mn-lt"/>
                <a:cs typeface="Poppins Medium" panose="00000600000000000000" pitchFamily="2" charset="0"/>
              </a:rPr>
              <a:t>Proposed Team</a:t>
            </a:r>
            <a:endParaRPr lang="ru-RU" sz="4800" b="1" dirty="0">
              <a:solidFill>
                <a:schemeClr val="accent2"/>
              </a:solidFill>
              <a:latin typeface="+mn-lt"/>
              <a:cs typeface="Poppins Medium" panose="00000600000000000000" pitchFamily="2" charset="0"/>
            </a:endParaRPr>
          </a:p>
        </p:txBody>
      </p: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169BF190-962A-7B66-B9D4-C1697B5B6686}"/>
              </a:ext>
            </a:extLst>
          </p:cNvPr>
          <p:cNvCxnSpPr>
            <a:cxnSpLocks/>
          </p:cNvCxnSpPr>
          <p:nvPr/>
        </p:nvCxnSpPr>
        <p:spPr>
          <a:xfrm>
            <a:off x="9113834" y="4870173"/>
            <a:ext cx="9601548" cy="0"/>
          </a:xfrm>
          <a:prstGeom prst="line">
            <a:avLst/>
          </a:prstGeom>
          <a:ln w="28575">
            <a:solidFill>
              <a:srgbClr val="9F61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0BD4EC93-339E-E14B-03C5-59477E0C4891}"/>
              </a:ext>
            </a:extLst>
          </p:cNvPr>
          <p:cNvCxnSpPr>
            <a:cxnSpLocks/>
          </p:cNvCxnSpPr>
          <p:nvPr/>
        </p:nvCxnSpPr>
        <p:spPr>
          <a:xfrm>
            <a:off x="9113834" y="4870173"/>
            <a:ext cx="0" cy="393066"/>
          </a:xfrm>
          <a:prstGeom prst="line">
            <a:avLst/>
          </a:prstGeom>
          <a:ln w="28575">
            <a:solidFill>
              <a:srgbClr val="9F61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E6C9F1DE-531E-5634-343E-937FE73D9815}"/>
              </a:ext>
            </a:extLst>
          </p:cNvPr>
          <p:cNvCxnSpPr>
            <a:cxnSpLocks/>
          </p:cNvCxnSpPr>
          <p:nvPr/>
        </p:nvCxnSpPr>
        <p:spPr>
          <a:xfrm>
            <a:off x="12079003" y="4873488"/>
            <a:ext cx="0" cy="393066"/>
          </a:xfrm>
          <a:prstGeom prst="line">
            <a:avLst/>
          </a:prstGeom>
          <a:ln w="28575">
            <a:solidFill>
              <a:srgbClr val="9F61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AEEF6FB1-ADF3-7509-4160-43364A9764FF}"/>
              </a:ext>
            </a:extLst>
          </p:cNvPr>
          <p:cNvCxnSpPr>
            <a:cxnSpLocks/>
          </p:cNvCxnSpPr>
          <p:nvPr/>
        </p:nvCxnSpPr>
        <p:spPr>
          <a:xfrm>
            <a:off x="15272772" y="4873488"/>
            <a:ext cx="0" cy="393066"/>
          </a:xfrm>
          <a:prstGeom prst="line">
            <a:avLst/>
          </a:prstGeom>
          <a:ln w="28575">
            <a:solidFill>
              <a:srgbClr val="9F61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94B33A00-69EA-AB6D-B4B1-9966F915199F}"/>
              </a:ext>
            </a:extLst>
          </p:cNvPr>
          <p:cNvCxnSpPr>
            <a:cxnSpLocks/>
          </p:cNvCxnSpPr>
          <p:nvPr/>
        </p:nvCxnSpPr>
        <p:spPr>
          <a:xfrm>
            <a:off x="18724956" y="4873488"/>
            <a:ext cx="0" cy="393066"/>
          </a:xfrm>
          <a:prstGeom prst="line">
            <a:avLst/>
          </a:prstGeom>
          <a:ln w="28575">
            <a:solidFill>
              <a:srgbClr val="9F61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D61147FA-B0E0-E8D6-8A5E-FDF209ED78E9}"/>
              </a:ext>
            </a:extLst>
          </p:cNvPr>
          <p:cNvCxnSpPr>
            <a:cxnSpLocks/>
          </p:cNvCxnSpPr>
          <p:nvPr/>
        </p:nvCxnSpPr>
        <p:spPr>
          <a:xfrm>
            <a:off x="13705703" y="4588565"/>
            <a:ext cx="0" cy="281608"/>
          </a:xfrm>
          <a:prstGeom prst="line">
            <a:avLst/>
          </a:prstGeom>
          <a:ln w="28575">
            <a:solidFill>
              <a:srgbClr val="9F61F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8BA4CC19-83D0-C0B0-DCB8-CDB40F381E80}"/>
              </a:ext>
            </a:extLst>
          </p:cNvPr>
          <p:cNvCxnSpPr>
            <a:cxnSpLocks/>
          </p:cNvCxnSpPr>
          <p:nvPr/>
        </p:nvCxnSpPr>
        <p:spPr>
          <a:xfrm>
            <a:off x="9266234" y="8391930"/>
            <a:ext cx="0" cy="393066"/>
          </a:xfrm>
          <a:prstGeom prst="line">
            <a:avLst/>
          </a:prstGeom>
          <a:ln w="28575">
            <a:solidFill>
              <a:srgbClr val="9EE0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96818FE5-4FC4-DA4C-AC0B-00D2957838E1}"/>
              </a:ext>
            </a:extLst>
          </p:cNvPr>
          <p:cNvCxnSpPr>
            <a:cxnSpLocks/>
          </p:cNvCxnSpPr>
          <p:nvPr/>
        </p:nvCxnSpPr>
        <p:spPr>
          <a:xfrm>
            <a:off x="12171769" y="8391930"/>
            <a:ext cx="0" cy="393066"/>
          </a:xfrm>
          <a:prstGeom prst="line">
            <a:avLst/>
          </a:prstGeom>
          <a:ln w="28575">
            <a:solidFill>
              <a:srgbClr val="9EE0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8E8F4196-3BCD-913E-89F6-5DEB1EB9FB2F}"/>
              </a:ext>
            </a:extLst>
          </p:cNvPr>
          <p:cNvCxnSpPr>
            <a:cxnSpLocks/>
          </p:cNvCxnSpPr>
          <p:nvPr/>
        </p:nvCxnSpPr>
        <p:spPr>
          <a:xfrm>
            <a:off x="18456598" y="8391930"/>
            <a:ext cx="0" cy="393066"/>
          </a:xfrm>
          <a:prstGeom prst="line">
            <a:avLst/>
          </a:prstGeom>
          <a:ln w="28575">
            <a:solidFill>
              <a:srgbClr val="9EE0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TextBox 194">
            <a:extLst>
              <a:ext uri="{FF2B5EF4-FFF2-40B4-BE49-F238E27FC236}">
                <a16:creationId xmlns:a16="http://schemas.microsoft.com/office/drawing/2014/main" id="{38413F68-13F6-BE01-F101-E2F00635E49A}"/>
              </a:ext>
            </a:extLst>
          </p:cNvPr>
          <p:cNvSpPr txBox="1"/>
          <p:nvPr/>
        </p:nvSpPr>
        <p:spPr>
          <a:xfrm>
            <a:off x="18999270" y="378830"/>
            <a:ext cx="3364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dirty="0">
                <a:latin typeface="Raleway SemiBold" pitchFamily="2" charset="0"/>
              </a:rPr>
              <a:t>SYNECTIKS INC</a:t>
            </a:r>
          </a:p>
        </p:txBody>
      </p:sp>
    </p:spTree>
    <p:extLst>
      <p:ext uri="{BB962C8B-B14F-4D97-AF65-F5344CB8AC3E}">
        <p14:creationId xmlns:p14="http://schemas.microsoft.com/office/powerpoint/2010/main" val="32780903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B6CBF93-FDED-5E20-A845-C0C6D15000DC}"/>
              </a:ext>
            </a:extLst>
          </p:cNvPr>
          <p:cNvSpPr txBox="1"/>
          <p:nvPr/>
        </p:nvSpPr>
        <p:spPr>
          <a:xfrm>
            <a:off x="7542908" y="650092"/>
            <a:ext cx="98713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2"/>
                </a:solidFill>
                <a:latin typeface="+mn-lt"/>
                <a:cs typeface="Poppins Medium" panose="00000600000000000000" pitchFamily="2" charset="0"/>
              </a:rPr>
              <a:t>Backend Bandwidth Allocation</a:t>
            </a:r>
            <a:endParaRPr lang="ru-RU" sz="4800" b="1" dirty="0">
              <a:solidFill>
                <a:schemeClr val="accent2"/>
              </a:solidFill>
              <a:latin typeface="+mn-lt"/>
              <a:cs typeface="Poppins Medium" panose="00000600000000000000" pitchFamily="2" charset="0"/>
            </a:endParaRPr>
          </a:p>
        </p:txBody>
      </p: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6BE38B70-65FD-1A31-B549-1DE85A4454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6950200"/>
              </p:ext>
            </p:extLst>
          </p:nvPr>
        </p:nvGraphicFramePr>
        <p:xfrm>
          <a:off x="1524000" y="2090984"/>
          <a:ext cx="21468081" cy="104058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914">
                  <a:extLst>
                    <a:ext uri="{9D8B030D-6E8A-4147-A177-3AD203B41FA5}">
                      <a16:colId xmlns:a16="http://schemas.microsoft.com/office/drawing/2014/main" val="1330232464"/>
                    </a:ext>
                  </a:extLst>
                </a:gridCol>
                <a:gridCol w="5152572">
                  <a:extLst>
                    <a:ext uri="{9D8B030D-6E8A-4147-A177-3AD203B41FA5}">
                      <a16:colId xmlns:a16="http://schemas.microsoft.com/office/drawing/2014/main" val="3644617438"/>
                    </a:ext>
                  </a:extLst>
                </a:gridCol>
                <a:gridCol w="10814595">
                  <a:extLst>
                    <a:ext uri="{9D8B030D-6E8A-4147-A177-3AD203B41FA5}">
                      <a16:colId xmlns:a16="http://schemas.microsoft.com/office/drawing/2014/main" val="3453447567"/>
                    </a:ext>
                  </a:extLst>
                </a:gridCol>
              </a:tblGrid>
              <a:tr h="1486545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Modules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Api Engineer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Key Activities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47481196"/>
                  </a:ext>
                </a:extLst>
              </a:tr>
              <a:tr h="1486545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CMDB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Open Api specification / Data Design +</a:t>
                      </a:r>
                    </a:p>
                    <a:p>
                      <a:pPr algn="ctr"/>
                      <a:r>
                        <a:rPr lang="en-IN" dirty="0"/>
                        <a:t>Spring Boot Api’s + GitOps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18960268"/>
                  </a:ext>
                </a:extLst>
              </a:tr>
              <a:tr h="1486545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Security/RBAC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User/Role/Group/Transaction/ Session / Authentication/ MFA / Activity Logs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99337558"/>
                  </a:ext>
                </a:extLst>
              </a:tr>
              <a:tr h="1486545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Workflow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Automation flows using Aws steps and lambdas (Golang / node / python)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6021285"/>
                  </a:ext>
                </a:extLst>
              </a:tr>
              <a:tr h="1486545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Monitoring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Write routines for continuous data collection and implements algorithms deduce SLA’s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29958047"/>
                  </a:ext>
                </a:extLst>
              </a:tr>
              <a:tr h="1486545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Analytics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Write Reports and Analytics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32010438"/>
                  </a:ext>
                </a:extLst>
              </a:tr>
              <a:tr h="1486545"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30482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99266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Default Theme">
  <a:themeElements>
    <a:clrScheme name="Scheme #1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D22FE"/>
      </a:accent1>
      <a:accent2>
        <a:srgbClr val="FF6E0F"/>
      </a:accent2>
      <a:accent3>
        <a:srgbClr val="FFD753"/>
      </a:accent3>
      <a:accent4>
        <a:srgbClr val="77E1C3"/>
      </a:accent4>
      <a:accent5>
        <a:srgbClr val="9F61F1"/>
      </a:accent5>
      <a:accent6>
        <a:srgbClr val="0DB1F8"/>
      </a:accent6>
      <a:hlink>
        <a:srgbClr val="0563C1"/>
      </a:hlink>
      <a:folHlink>
        <a:srgbClr val="954F72"/>
      </a:folHlink>
    </a:clrScheme>
    <a:fontScheme name="Corporate">
      <a:majorFont>
        <a:latin typeface="Poppins SemiBold"/>
        <a:ea typeface=""/>
        <a:cs typeface=""/>
      </a:majorFont>
      <a:minorFont>
        <a:latin typeface="Poppi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169524</TotalTime>
  <Words>196</Words>
  <Application>Microsoft Office PowerPoint</Application>
  <PresentationFormat>Custom</PresentationFormat>
  <Paragraphs>75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4" baseType="lpstr">
      <vt:lpstr>Arial</vt:lpstr>
      <vt:lpstr>Calibri</vt:lpstr>
      <vt:lpstr>Calibri Light</vt:lpstr>
      <vt:lpstr>Lato Light</vt:lpstr>
      <vt:lpstr>Poppins</vt:lpstr>
      <vt:lpstr>Poppins Light</vt:lpstr>
      <vt:lpstr>Poppins SemiBold</vt:lpstr>
      <vt:lpstr>Raleway SemiBold</vt:lpstr>
      <vt:lpstr>Default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Аларон</dc:creator>
  <cp:lastModifiedBy>Papu Bhattacharya</cp:lastModifiedBy>
  <cp:revision>10376</cp:revision>
  <dcterms:created xsi:type="dcterms:W3CDTF">2014-11-12T21:47:38Z</dcterms:created>
  <dcterms:modified xsi:type="dcterms:W3CDTF">2023-07-15T16:32:31Z</dcterms:modified>
</cp:coreProperties>
</file>