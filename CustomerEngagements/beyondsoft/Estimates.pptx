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4" r:id="rId2"/>
    <p:sldId id="370" r:id="rId3"/>
    <p:sldId id="371" r:id="rId4"/>
  </p:sldIdLst>
  <p:sldSz cx="24377650" cy="13716000"/>
  <p:notesSz cx="6858000" cy="9144000"/>
  <p:defaultTextStyle>
    <a:defPPr>
      <a:defRPr lang="en-US"/>
    </a:defPPr>
    <a:lvl1pPr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1pPr>
    <a:lvl2pPr marL="912813" indent="-4556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2pPr>
    <a:lvl3pPr marL="1827213" indent="-9128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3pPr>
    <a:lvl4pPr marL="2741613" indent="-13700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4pPr>
    <a:lvl5pPr marL="3656013" indent="-1827213" algn="l" defTabSz="1827213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Lato Light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B99E56-7DD4-48A7-A918-C544B662C52F}">
          <p14:sldIdLst>
            <p14:sldId id="264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813" userDrawn="1">
          <p15:clr>
            <a:srgbClr val="A4A3A4"/>
          </p15:clr>
        </p15:guide>
        <p15:guide id="2" orient="horz" pos="827" userDrawn="1">
          <p15:clr>
            <a:srgbClr val="A4A3A4"/>
          </p15:clr>
        </p15:guide>
        <p15:guide id="4" pos="14482" userDrawn="1">
          <p15:clr>
            <a:srgbClr val="A4A3A4"/>
          </p15:clr>
        </p15:guide>
        <p15:guide id="5" pos="8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E0FC"/>
    <a:srgbClr val="9F61F1"/>
    <a:srgbClr val="D9D9D9"/>
    <a:srgbClr val="E6E6E6"/>
    <a:srgbClr val="F6F3FF"/>
    <a:srgbClr val="E9E1FF"/>
    <a:srgbClr val="F2F2F2"/>
    <a:srgbClr val="FDFDFD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3" autoAdjust="0"/>
    <p:restoredTop sz="96279" autoAdjust="0"/>
  </p:normalViewPr>
  <p:slideViewPr>
    <p:cSldViewPr snapToGrid="0" snapToObjects="1">
      <p:cViewPr varScale="1">
        <p:scale>
          <a:sx n="44" d="100"/>
          <a:sy n="44" d="100"/>
        </p:scale>
        <p:origin x="68" y="52"/>
      </p:cViewPr>
      <p:guideLst>
        <p:guide orient="horz" pos="7813"/>
        <p:guide orient="horz" pos="827"/>
        <p:guide pos="14482"/>
        <p:guide pos="829"/>
      </p:guideLst>
    </p:cSldViewPr>
  </p:slideViewPr>
  <p:outlineViewPr>
    <p:cViewPr>
      <p:scale>
        <a:sx n="33" d="100"/>
        <a:sy n="33" d="100"/>
      </p:scale>
      <p:origin x="0" y="-27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488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08CAB-18D1-4856-A43D-D6B68E51C1A9}" type="datetimeFigureOut">
              <a:rPr lang="ru-RU"/>
              <a:pPr>
                <a:defRPr/>
              </a:pPr>
              <a:t>17.07.2023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5EAE6DB-E82E-4377-AE0F-D0B3BE59AD3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2744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fld id="{A49E4EC9-73E2-4694-B0B4-8400B1233370}" type="datetimeFigureOut">
              <a:rPr lang="en-US"/>
              <a:pPr>
                <a:defRPr/>
              </a:pPr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82843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 Light" pitchFamily="34" charset="0"/>
              </a:defRPr>
            </a:lvl1pPr>
          </a:lstStyle>
          <a:p>
            <a:pPr>
              <a:defRPr/>
            </a:pPr>
            <a:fld id="{E03A06C9-5463-4157-95AD-15011390AC3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01723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28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72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16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013" algn="l" defTabSz="9128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32828"/>
      </p:ext>
    </p:extLst>
  </p:cSld>
  <p:clrMapOvr>
    <a:masterClrMapping/>
  </p:clrMapOvr>
  <p:transition spd="slow" advClick="0" advTm="1000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53DD456-4BA4-4FC2-A05A-F1434FA376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08905" y="3771649"/>
            <a:ext cx="7676256" cy="7676256"/>
          </a:xfrm>
          <a:custGeom>
            <a:avLst/>
            <a:gdLst>
              <a:gd name="connsiteX0" fmla="*/ 3293546 w 6587092"/>
              <a:gd name="connsiteY0" fmla="*/ 0 h 6587092"/>
              <a:gd name="connsiteX1" fmla="*/ 6587092 w 6587092"/>
              <a:gd name="connsiteY1" fmla="*/ 3293546 h 6587092"/>
              <a:gd name="connsiteX2" fmla="*/ 3293546 w 6587092"/>
              <a:gd name="connsiteY2" fmla="*/ 6587092 h 6587092"/>
              <a:gd name="connsiteX3" fmla="*/ 0 w 6587092"/>
              <a:gd name="connsiteY3" fmla="*/ 3293546 h 6587092"/>
              <a:gd name="connsiteX4" fmla="*/ 3293546 w 6587092"/>
              <a:gd name="connsiteY4" fmla="*/ 0 h 658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7092" h="6587092">
                <a:moveTo>
                  <a:pt x="3293546" y="0"/>
                </a:moveTo>
                <a:cubicBezTo>
                  <a:pt x="5112522" y="0"/>
                  <a:pt x="6587092" y="1474571"/>
                  <a:pt x="6587092" y="3293546"/>
                </a:cubicBezTo>
                <a:cubicBezTo>
                  <a:pt x="6587092" y="5112521"/>
                  <a:pt x="5112522" y="6587092"/>
                  <a:pt x="3293546" y="6587092"/>
                </a:cubicBezTo>
                <a:cubicBezTo>
                  <a:pt x="1474571" y="6587092"/>
                  <a:pt x="0" y="5112521"/>
                  <a:pt x="0" y="3293546"/>
                </a:cubicBezTo>
                <a:cubicBezTo>
                  <a:pt x="0" y="1474571"/>
                  <a:pt x="1474571" y="0"/>
                  <a:pt x="329354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52415"/>
      </p:ext>
    </p:extLst>
  </p:cSld>
  <p:clrMapOvr>
    <a:masterClrMapping/>
  </p:clrMapOvr>
  <p:transition spd="slow" advClick="0" advTm="1000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1E2D9C-0C39-4F69-AE45-05CB23F43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45948" y="3093219"/>
            <a:ext cx="7656977" cy="7656977"/>
          </a:xfrm>
          <a:custGeom>
            <a:avLst/>
            <a:gdLst>
              <a:gd name="connsiteX0" fmla="*/ 3828489 w 7656977"/>
              <a:gd name="connsiteY0" fmla="*/ 0 h 7656977"/>
              <a:gd name="connsiteX1" fmla="*/ 7656977 w 7656977"/>
              <a:gd name="connsiteY1" fmla="*/ 3828489 h 7656977"/>
              <a:gd name="connsiteX2" fmla="*/ 3828489 w 7656977"/>
              <a:gd name="connsiteY2" fmla="*/ 7656977 h 7656977"/>
              <a:gd name="connsiteX3" fmla="*/ 0 w 7656977"/>
              <a:gd name="connsiteY3" fmla="*/ 3828489 h 7656977"/>
              <a:gd name="connsiteX4" fmla="*/ 3828489 w 7656977"/>
              <a:gd name="connsiteY4" fmla="*/ 0 h 765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6977" h="7656977">
                <a:moveTo>
                  <a:pt x="3828489" y="0"/>
                </a:moveTo>
                <a:cubicBezTo>
                  <a:pt x="5942905" y="0"/>
                  <a:pt x="7656977" y="1714073"/>
                  <a:pt x="7656977" y="3828489"/>
                </a:cubicBezTo>
                <a:cubicBezTo>
                  <a:pt x="7656977" y="5942904"/>
                  <a:pt x="5942905" y="7656977"/>
                  <a:pt x="3828489" y="7656977"/>
                </a:cubicBezTo>
                <a:cubicBezTo>
                  <a:pt x="1714073" y="7656977"/>
                  <a:pt x="0" y="5942904"/>
                  <a:pt x="0" y="3828489"/>
                </a:cubicBezTo>
                <a:cubicBezTo>
                  <a:pt x="0" y="1714073"/>
                  <a:pt x="1714073" y="0"/>
                  <a:pt x="38284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305CF9-2241-4860-9F97-BF3A021AE2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847576" y="9253693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269044"/>
      </p:ext>
    </p:extLst>
  </p:cSld>
  <p:clrMapOvr>
    <a:masterClrMapping/>
  </p:clrMapOvr>
  <p:transition spd="slow" advClick="0" advTm="1000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E5BF4-CC61-4B71-8148-D241079E8A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79041" y="5716445"/>
            <a:ext cx="8298609" cy="7999555"/>
          </a:xfrm>
          <a:custGeom>
            <a:avLst/>
            <a:gdLst>
              <a:gd name="connsiteX0" fmla="*/ 4850571 w 8298609"/>
              <a:gd name="connsiteY0" fmla="*/ 0 h 7999555"/>
              <a:gd name="connsiteX1" fmla="*/ 8280441 w 8298609"/>
              <a:gd name="connsiteY1" fmla="*/ 1420699 h 7999555"/>
              <a:gd name="connsiteX2" fmla="*/ 8298609 w 8298609"/>
              <a:gd name="connsiteY2" fmla="*/ 1439755 h 7999555"/>
              <a:gd name="connsiteX3" fmla="*/ 8298609 w 8298609"/>
              <a:gd name="connsiteY3" fmla="*/ 7999555 h 7999555"/>
              <a:gd name="connsiteX4" fmla="*/ 1162705 w 8298609"/>
              <a:gd name="connsiteY4" fmla="*/ 7999555 h 7999555"/>
              <a:gd name="connsiteX5" fmla="*/ 1107635 w 8298609"/>
              <a:gd name="connsiteY5" fmla="*/ 7935981 h 7999555"/>
              <a:gd name="connsiteX6" fmla="*/ 0 w 8298609"/>
              <a:gd name="connsiteY6" fmla="*/ 4850569 h 7999555"/>
              <a:gd name="connsiteX7" fmla="*/ 4850571 w 8298609"/>
              <a:gd name="connsiteY7" fmla="*/ 0 h 799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98609" h="7999555">
                <a:moveTo>
                  <a:pt x="4850571" y="0"/>
                </a:moveTo>
                <a:cubicBezTo>
                  <a:pt x="6190019" y="0"/>
                  <a:pt x="7402661" y="542919"/>
                  <a:pt x="8280441" y="1420699"/>
                </a:cubicBezTo>
                <a:lnTo>
                  <a:pt x="8298609" y="1439755"/>
                </a:lnTo>
                <a:lnTo>
                  <a:pt x="8298609" y="7999555"/>
                </a:lnTo>
                <a:lnTo>
                  <a:pt x="1162705" y="7999555"/>
                </a:lnTo>
                <a:lnTo>
                  <a:pt x="1107635" y="7935981"/>
                </a:lnTo>
                <a:cubicBezTo>
                  <a:pt x="415672" y="7097517"/>
                  <a:pt x="0" y="6022586"/>
                  <a:pt x="0" y="4850569"/>
                </a:cubicBezTo>
                <a:cubicBezTo>
                  <a:pt x="0" y="2171674"/>
                  <a:pt x="2171675" y="0"/>
                  <a:pt x="48505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699907"/>
      </p:ext>
    </p:extLst>
  </p:cSld>
  <p:clrMapOvr>
    <a:masterClrMapping/>
  </p:clrMapOvr>
  <p:transition spd="slow" advClick="0" advTm="1000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535E98D-447A-4CF4-9E4F-88CDB2C11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686" y="9076711"/>
            <a:ext cx="3373200" cy="3373200"/>
          </a:xfrm>
          <a:custGeom>
            <a:avLst/>
            <a:gdLst>
              <a:gd name="connsiteX0" fmla="*/ 1686600 w 3373200"/>
              <a:gd name="connsiteY0" fmla="*/ 0 h 3373200"/>
              <a:gd name="connsiteX1" fmla="*/ 3373200 w 3373200"/>
              <a:gd name="connsiteY1" fmla="*/ 1686600 h 3373200"/>
              <a:gd name="connsiteX2" fmla="*/ 1686600 w 3373200"/>
              <a:gd name="connsiteY2" fmla="*/ 3373200 h 3373200"/>
              <a:gd name="connsiteX3" fmla="*/ 0 w 3373200"/>
              <a:gd name="connsiteY3" fmla="*/ 1686600 h 3373200"/>
              <a:gd name="connsiteX4" fmla="*/ 1686600 w 3373200"/>
              <a:gd name="connsiteY4" fmla="*/ 0 h 33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3200" h="3373200">
                <a:moveTo>
                  <a:pt x="1686600" y="0"/>
                </a:moveTo>
                <a:cubicBezTo>
                  <a:pt x="2618082" y="0"/>
                  <a:pt x="3373200" y="755117"/>
                  <a:pt x="3373200" y="1686600"/>
                </a:cubicBezTo>
                <a:cubicBezTo>
                  <a:pt x="3373200" y="2618083"/>
                  <a:pt x="2618082" y="3373200"/>
                  <a:pt x="1686600" y="3373200"/>
                </a:cubicBezTo>
                <a:cubicBezTo>
                  <a:pt x="755116" y="3373200"/>
                  <a:pt x="0" y="2618083"/>
                  <a:pt x="0" y="1686600"/>
                </a:cubicBezTo>
                <a:cubicBezTo>
                  <a:pt x="0" y="755117"/>
                  <a:pt x="755116" y="0"/>
                  <a:pt x="16866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04408"/>
      </p:ext>
    </p:extLst>
  </p:cSld>
  <p:clrMapOvr>
    <a:masterClrMapping/>
  </p:clrMapOvr>
  <p:transition spd="slow" advClick="0" advTm="1000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9FE983-B45C-46B1-8A95-C9979E66D9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817456"/>
      </p:ext>
    </p:extLst>
  </p:cSld>
  <p:clrMapOvr>
    <a:masterClrMapping/>
  </p:clrMapOvr>
  <p:transition spd="slow" advClick="0" advTm="1000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A3416D-D29D-4FF1-B9D3-D2DF6510B2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" y="6588992"/>
            <a:ext cx="24377647" cy="7127008"/>
          </a:xfrm>
          <a:custGeom>
            <a:avLst/>
            <a:gdLst>
              <a:gd name="connsiteX0" fmla="*/ 0 w 24377647"/>
              <a:gd name="connsiteY0" fmla="*/ 0 h 7127008"/>
              <a:gd name="connsiteX1" fmla="*/ 211181 w 24377647"/>
              <a:gd name="connsiteY1" fmla="*/ 187389 h 7127008"/>
              <a:gd name="connsiteX2" fmla="*/ 12188826 w 24377647"/>
              <a:gd name="connsiteY2" fmla="*/ 4650509 h 7127008"/>
              <a:gd name="connsiteX3" fmla="*/ 24166471 w 24377647"/>
              <a:gd name="connsiteY3" fmla="*/ 187389 h 7127008"/>
              <a:gd name="connsiteX4" fmla="*/ 24377647 w 24377647"/>
              <a:gd name="connsiteY4" fmla="*/ 6 h 7127008"/>
              <a:gd name="connsiteX5" fmla="*/ 24377647 w 24377647"/>
              <a:gd name="connsiteY5" fmla="*/ 7127008 h 7127008"/>
              <a:gd name="connsiteX6" fmla="*/ 0 w 24377647"/>
              <a:gd name="connsiteY6" fmla="*/ 7127008 h 712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77647" h="7127008">
                <a:moveTo>
                  <a:pt x="0" y="0"/>
                </a:moveTo>
                <a:lnTo>
                  <a:pt x="211181" y="187389"/>
                </a:lnTo>
                <a:cubicBezTo>
                  <a:pt x="3421226" y="2968032"/>
                  <a:pt x="7608544" y="4650509"/>
                  <a:pt x="12188826" y="4650509"/>
                </a:cubicBezTo>
                <a:cubicBezTo>
                  <a:pt x="16769108" y="4650509"/>
                  <a:pt x="20956427" y="2968032"/>
                  <a:pt x="24166471" y="187389"/>
                </a:cubicBezTo>
                <a:lnTo>
                  <a:pt x="24377647" y="6"/>
                </a:lnTo>
                <a:lnTo>
                  <a:pt x="24377647" y="7127008"/>
                </a:lnTo>
                <a:lnTo>
                  <a:pt x="0" y="71270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8253"/>
      </p:ext>
    </p:extLst>
  </p:cSld>
  <p:clrMapOvr>
    <a:masterClrMapping/>
  </p:clrMapOvr>
  <p:transition spd="slow" advClick="0" advTm="1000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Cho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FDC7E2B-EFE4-4784-8F9E-612B9F6A41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506600"/>
      </p:ext>
    </p:extLst>
  </p:cSld>
  <p:clrMapOvr>
    <a:masterClrMapping/>
  </p:clrMapOvr>
  <p:transition spd="slow" advClick="0" advTm="1000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CDAC25C-60AC-4A60-A161-03239555D8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8479" y="6985611"/>
            <a:ext cx="6017908" cy="6017908"/>
          </a:xfrm>
          <a:custGeom>
            <a:avLst/>
            <a:gdLst>
              <a:gd name="connsiteX0" fmla="*/ 2543202 w 5086404"/>
              <a:gd name="connsiteY0" fmla="*/ 0 h 5086404"/>
              <a:gd name="connsiteX1" fmla="*/ 5086404 w 5086404"/>
              <a:gd name="connsiteY1" fmla="*/ 2543202 h 5086404"/>
              <a:gd name="connsiteX2" fmla="*/ 2543202 w 5086404"/>
              <a:gd name="connsiteY2" fmla="*/ 5086404 h 5086404"/>
              <a:gd name="connsiteX3" fmla="*/ 0 w 5086404"/>
              <a:gd name="connsiteY3" fmla="*/ 2543202 h 5086404"/>
              <a:gd name="connsiteX4" fmla="*/ 2543202 w 5086404"/>
              <a:gd name="connsiteY4" fmla="*/ 0 h 508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6404" h="5086404">
                <a:moveTo>
                  <a:pt x="2543202" y="0"/>
                </a:moveTo>
                <a:cubicBezTo>
                  <a:pt x="3947774" y="0"/>
                  <a:pt x="5086404" y="1138630"/>
                  <a:pt x="5086404" y="2543202"/>
                </a:cubicBezTo>
                <a:cubicBezTo>
                  <a:pt x="5086404" y="3947774"/>
                  <a:pt x="3947774" y="5086404"/>
                  <a:pt x="2543202" y="5086404"/>
                </a:cubicBezTo>
                <a:cubicBezTo>
                  <a:pt x="1138630" y="5086404"/>
                  <a:pt x="0" y="3947774"/>
                  <a:pt x="0" y="2543202"/>
                </a:cubicBezTo>
                <a:cubicBezTo>
                  <a:pt x="0" y="1138630"/>
                  <a:pt x="1138630" y="0"/>
                  <a:pt x="254320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13072"/>
      </p:ext>
    </p:extLst>
  </p:cSld>
  <p:clrMapOvr>
    <a:masterClrMapping/>
  </p:clrMapOvr>
  <p:transition spd="slow" advClick="0" advTm="1000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3C6E91-4F7B-420E-8AAE-8AD5B77571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9774595"/>
            <a:ext cx="24377651" cy="3941405"/>
          </a:xfrm>
          <a:custGeom>
            <a:avLst/>
            <a:gdLst>
              <a:gd name="connsiteX0" fmla="*/ 0 w 24377651"/>
              <a:gd name="connsiteY0" fmla="*/ 0 h 3111143"/>
              <a:gd name="connsiteX1" fmla="*/ 24377651 w 24377651"/>
              <a:gd name="connsiteY1" fmla="*/ 0 h 3111143"/>
              <a:gd name="connsiteX2" fmla="*/ 24377651 w 24377651"/>
              <a:gd name="connsiteY2" fmla="*/ 3111143 h 3111143"/>
              <a:gd name="connsiteX3" fmla="*/ 10323512 w 24377651"/>
              <a:gd name="connsiteY3" fmla="*/ 3111143 h 3111143"/>
              <a:gd name="connsiteX4" fmla="*/ 4541838 w 24377651"/>
              <a:gd name="connsiteY4" fmla="*/ 3111143 h 3111143"/>
              <a:gd name="connsiteX5" fmla="*/ 0 w 24377651"/>
              <a:gd name="connsiteY5" fmla="*/ 3111143 h 311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77651" h="3111143">
                <a:moveTo>
                  <a:pt x="0" y="0"/>
                </a:moveTo>
                <a:lnTo>
                  <a:pt x="24377651" y="0"/>
                </a:lnTo>
                <a:lnTo>
                  <a:pt x="24377651" y="3111143"/>
                </a:lnTo>
                <a:lnTo>
                  <a:pt x="10323512" y="3111143"/>
                </a:lnTo>
                <a:lnTo>
                  <a:pt x="4541838" y="3111143"/>
                </a:lnTo>
                <a:lnTo>
                  <a:pt x="0" y="3111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C606E6-3034-4369-8F0B-ACDCA462A3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50837" y="5464174"/>
            <a:ext cx="6475976" cy="6475976"/>
          </a:xfrm>
          <a:custGeom>
            <a:avLst/>
            <a:gdLst>
              <a:gd name="connsiteX0" fmla="*/ 3237988 w 6475976"/>
              <a:gd name="connsiteY0" fmla="*/ 0 h 6475976"/>
              <a:gd name="connsiteX1" fmla="*/ 6475976 w 6475976"/>
              <a:gd name="connsiteY1" fmla="*/ 3237988 h 6475976"/>
              <a:gd name="connsiteX2" fmla="*/ 3237988 w 6475976"/>
              <a:gd name="connsiteY2" fmla="*/ 6475976 h 6475976"/>
              <a:gd name="connsiteX3" fmla="*/ 0 w 6475976"/>
              <a:gd name="connsiteY3" fmla="*/ 3237988 h 6475976"/>
              <a:gd name="connsiteX4" fmla="*/ 3237988 w 6475976"/>
              <a:gd name="connsiteY4" fmla="*/ 0 h 6475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5976" h="6475976">
                <a:moveTo>
                  <a:pt x="3237988" y="0"/>
                </a:moveTo>
                <a:cubicBezTo>
                  <a:pt x="5026279" y="0"/>
                  <a:pt x="6475976" y="1449697"/>
                  <a:pt x="6475976" y="3237988"/>
                </a:cubicBezTo>
                <a:cubicBezTo>
                  <a:pt x="6475976" y="5026279"/>
                  <a:pt x="5026279" y="6475976"/>
                  <a:pt x="3237988" y="6475976"/>
                </a:cubicBezTo>
                <a:cubicBezTo>
                  <a:pt x="1449697" y="6475976"/>
                  <a:pt x="0" y="5026279"/>
                  <a:pt x="0" y="3237988"/>
                </a:cubicBezTo>
                <a:cubicBezTo>
                  <a:pt x="0" y="1449697"/>
                  <a:pt x="1449697" y="0"/>
                  <a:pt x="32379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3695"/>
      </p:ext>
    </p:extLst>
  </p:cSld>
  <p:clrMapOvr>
    <a:masterClrMapping/>
  </p:clrMapOvr>
  <p:transition spd="slow" advClick="0" advTm="1000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7C900C1-ED5E-4A22-A88A-DAA9FBF63F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59816" y="8937526"/>
            <a:ext cx="10691587" cy="4778474"/>
          </a:xfrm>
          <a:custGeom>
            <a:avLst/>
            <a:gdLst>
              <a:gd name="connsiteX0" fmla="*/ 5345793 w 10691587"/>
              <a:gd name="connsiteY0" fmla="*/ 0 h 4778474"/>
              <a:gd name="connsiteX1" fmla="*/ 10672008 w 10691587"/>
              <a:gd name="connsiteY1" fmla="*/ 4582270 h 4778474"/>
              <a:gd name="connsiteX2" fmla="*/ 10691587 w 10691587"/>
              <a:gd name="connsiteY2" fmla="*/ 4778474 h 4778474"/>
              <a:gd name="connsiteX3" fmla="*/ 0 w 10691587"/>
              <a:gd name="connsiteY3" fmla="*/ 4778474 h 4778474"/>
              <a:gd name="connsiteX4" fmla="*/ 19578 w 10691587"/>
              <a:gd name="connsiteY4" fmla="*/ 4582270 h 4778474"/>
              <a:gd name="connsiteX5" fmla="*/ 5345793 w 10691587"/>
              <a:gd name="connsiteY5" fmla="*/ 0 h 477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91587" h="4778474">
                <a:moveTo>
                  <a:pt x="5345793" y="0"/>
                </a:moveTo>
                <a:cubicBezTo>
                  <a:pt x="8047211" y="0"/>
                  <a:pt x="10284094" y="1988902"/>
                  <a:pt x="10672008" y="4582270"/>
                </a:cubicBezTo>
                <a:lnTo>
                  <a:pt x="10691587" y="4778474"/>
                </a:lnTo>
                <a:lnTo>
                  <a:pt x="0" y="4778474"/>
                </a:lnTo>
                <a:lnTo>
                  <a:pt x="19578" y="4582270"/>
                </a:lnTo>
                <a:cubicBezTo>
                  <a:pt x="407492" y="1988902"/>
                  <a:pt x="2644377" y="0"/>
                  <a:pt x="534579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04812"/>
      </p:ext>
    </p:extLst>
  </p:cSld>
  <p:clrMapOvr>
    <a:masterClrMapping/>
  </p:clrMapOvr>
  <p:transition spd="slow" advClick="0" advTm="1000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82BAD0-DBFD-40A1-BC7E-AFDB365040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79152" y="120669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36655"/>
      </p:ext>
    </p:extLst>
  </p:cSld>
  <p:clrMapOvr>
    <a:masterClrMapping/>
  </p:clrMapOvr>
  <p:transition spd="slow" advClick="0" advTm="1000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8809C4-F655-47F8-ACAB-29E67B6CF2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24377650"/>
              <a:gd name="connsiteY0" fmla="*/ 0 h 13716000"/>
              <a:gd name="connsiteX1" fmla="*/ 24377650 w 24377650"/>
              <a:gd name="connsiteY1" fmla="*/ 0 h 13716000"/>
              <a:gd name="connsiteX2" fmla="*/ 24377650 w 24377650"/>
              <a:gd name="connsiteY2" fmla="*/ 13716000 h 13716000"/>
              <a:gd name="connsiteX3" fmla="*/ 0 w 243776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13716000"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8EA773-C01B-42F0-BCAE-7C6491467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7323" y="5423530"/>
            <a:ext cx="10663005" cy="6527908"/>
          </a:xfrm>
          <a:custGeom>
            <a:avLst/>
            <a:gdLst>
              <a:gd name="connsiteX0" fmla="*/ 0 w 10663005"/>
              <a:gd name="connsiteY0" fmla="*/ 0 h 6527908"/>
              <a:gd name="connsiteX1" fmla="*/ 10663005 w 10663005"/>
              <a:gd name="connsiteY1" fmla="*/ 0 h 6527908"/>
              <a:gd name="connsiteX2" fmla="*/ 10663005 w 10663005"/>
              <a:gd name="connsiteY2" fmla="*/ 6527908 h 6527908"/>
              <a:gd name="connsiteX3" fmla="*/ 0 w 10663005"/>
              <a:gd name="connsiteY3" fmla="*/ 6527908 h 652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3005" h="6527908">
                <a:moveTo>
                  <a:pt x="0" y="0"/>
                </a:moveTo>
                <a:lnTo>
                  <a:pt x="10663005" y="0"/>
                </a:lnTo>
                <a:lnTo>
                  <a:pt x="10663005" y="6527908"/>
                </a:lnTo>
                <a:lnTo>
                  <a:pt x="0" y="652790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FC6585-83C8-434E-A9E7-ACAB29E4CE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102778" y="7462684"/>
            <a:ext cx="3453576" cy="3453576"/>
          </a:xfrm>
          <a:custGeom>
            <a:avLst/>
            <a:gdLst>
              <a:gd name="connsiteX0" fmla="*/ 1461324 w 2922648"/>
              <a:gd name="connsiteY0" fmla="*/ 0 h 2922648"/>
              <a:gd name="connsiteX1" fmla="*/ 2922648 w 2922648"/>
              <a:gd name="connsiteY1" fmla="*/ 1461324 h 2922648"/>
              <a:gd name="connsiteX2" fmla="*/ 1461324 w 2922648"/>
              <a:gd name="connsiteY2" fmla="*/ 2922648 h 2922648"/>
              <a:gd name="connsiteX3" fmla="*/ 0 w 2922648"/>
              <a:gd name="connsiteY3" fmla="*/ 1461324 h 2922648"/>
              <a:gd name="connsiteX4" fmla="*/ 1461324 w 2922648"/>
              <a:gd name="connsiteY4" fmla="*/ 0 h 292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648" h="2922648">
                <a:moveTo>
                  <a:pt x="1461324" y="0"/>
                </a:moveTo>
                <a:cubicBezTo>
                  <a:pt x="2268390" y="0"/>
                  <a:pt x="2922648" y="654257"/>
                  <a:pt x="2922648" y="1461324"/>
                </a:cubicBezTo>
                <a:cubicBezTo>
                  <a:pt x="2922648" y="2268391"/>
                  <a:pt x="2268390" y="2922648"/>
                  <a:pt x="1461324" y="2922648"/>
                </a:cubicBezTo>
                <a:cubicBezTo>
                  <a:pt x="654258" y="2922648"/>
                  <a:pt x="0" y="2268391"/>
                  <a:pt x="0" y="1461324"/>
                </a:cubicBezTo>
                <a:cubicBezTo>
                  <a:pt x="0" y="654257"/>
                  <a:pt x="654258" y="0"/>
                  <a:pt x="1461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28600">
            <a:solidFill>
              <a:schemeClr val="bg1"/>
            </a:solidFill>
          </a:ln>
          <a:effectLst>
            <a:outerShdw blurRad="571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0788"/>
      </p:ext>
    </p:extLst>
  </p:cSld>
  <p:clrMapOvr>
    <a:masterClrMapping/>
  </p:clrMapOvr>
  <p:transition spd="slow" advClick="0" advTm="1000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6FD7ED-4DD1-4320-B163-FFF374F717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7937" y="3805510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4699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33A9DD-0A17-4E4C-BA6E-FEB7A51BD3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7519" y="5252054"/>
            <a:ext cx="5282422" cy="11184632"/>
          </a:xfrm>
          <a:custGeom>
            <a:avLst/>
            <a:gdLst>
              <a:gd name="connsiteX0" fmla="*/ 747516 w 5282422"/>
              <a:gd name="connsiteY0" fmla="*/ 0 h 11184632"/>
              <a:gd name="connsiteX1" fmla="*/ 1289972 w 5282422"/>
              <a:gd name="connsiteY1" fmla="*/ 0 h 11184632"/>
              <a:gd name="connsiteX2" fmla="*/ 1289972 w 5282422"/>
              <a:gd name="connsiteY2" fmla="*/ 98673 h 11184632"/>
              <a:gd name="connsiteX3" fmla="*/ 1652948 w 5282422"/>
              <a:gd name="connsiteY3" fmla="*/ 461650 h 11184632"/>
              <a:gd name="connsiteX4" fmla="*/ 3629472 w 5282422"/>
              <a:gd name="connsiteY4" fmla="*/ 461650 h 11184632"/>
              <a:gd name="connsiteX5" fmla="*/ 3992450 w 5282422"/>
              <a:gd name="connsiteY5" fmla="*/ 98673 h 11184632"/>
              <a:gd name="connsiteX6" fmla="*/ 3992450 w 5282422"/>
              <a:gd name="connsiteY6" fmla="*/ 0 h 11184632"/>
              <a:gd name="connsiteX7" fmla="*/ 4534906 w 5282422"/>
              <a:gd name="connsiteY7" fmla="*/ 0 h 11184632"/>
              <a:gd name="connsiteX8" fmla="*/ 5282422 w 5282422"/>
              <a:gd name="connsiteY8" fmla="*/ 747515 h 11184632"/>
              <a:gd name="connsiteX9" fmla="*/ 5282422 w 5282422"/>
              <a:gd name="connsiteY9" fmla="*/ 10437115 h 11184632"/>
              <a:gd name="connsiteX10" fmla="*/ 4534906 w 5282422"/>
              <a:gd name="connsiteY10" fmla="*/ 11184632 h 11184632"/>
              <a:gd name="connsiteX11" fmla="*/ 747516 w 5282422"/>
              <a:gd name="connsiteY11" fmla="*/ 11184632 h 11184632"/>
              <a:gd name="connsiteX12" fmla="*/ 0 w 5282422"/>
              <a:gd name="connsiteY12" fmla="*/ 10437115 h 11184632"/>
              <a:gd name="connsiteX13" fmla="*/ 0 w 5282422"/>
              <a:gd name="connsiteY13" fmla="*/ 747515 h 11184632"/>
              <a:gd name="connsiteX14" fmla="*/ 747516 w 5282422"/>
              <a:gd name="connsiteY14" fmla="*/ 0 h 111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82422" h="11184632">
                <a:moveTo>
                  <a:pt x="747516" y="0"/>
                </a:moveTo>
                <a:lnTo>
                  <a:pt x="1289972" y="0"/>
                </a:lnTo>
                <a:lnTo>
                  <a:pt x="1289972" y="98673"/>
                </a:lnTo>
                <a:cubicBezTo>
                  <a:pt x="1289972" y="299139"/>
                  <a:pt x="1452482" y="461650"/>
                  <a:pt x="1652948" y="461650"/>
                </a:cubicBezTo>
                <a:lnTo>
                  <a:pt x="3629472" y="461650"/>
                </a:lnTo>
                <a:cubicBezTo>
                  <a:pt x="3829940" y="461650"/>
                  <a:pt x="3992450" y="299139"/>
                  <a:pt x="3992450" y="98673"/>
                </a:cubicBezTo>
                <a:lnTo>
                  <a:pt x="3992450" y="0"/>
                </a:lnTo>
                <a:lnTo>
                  <a:pt x="4534906" y="0"/>
                </a:lnTo>
                <a:cubicBezTo>
                  <a:pt x="4947748" y="0"/>
                  <a:pt x="5282422" y="334674"/>
                  <a:pt x="5282422" y="747515"/>
                </a:cubicBezTo>
                <a:lnTo>
                  <a:pt x="5282422" y="10437115"/>
                </a:lnTo>
                <a:cubicBezTo>
                  <a:pt x="5282422" y="10849957"/>
                  <a:pt x="4947748" y="11184632"/>
                  <a:pt x="4534906" y="11184632"/>
                </a:cubicBezTo>
                <a:lnTo>
                  <a:pt x="747516" y="11184632"/>
                </a:lnTo>
                <a:cubicBezTo>
                  <a:pt x="334674" y="11184632"/>
                  <a:pt x="0" y="10849957"/>
                  <a:pt x="0" y="10437115"/>
                </a:cubicBezTo>
                <a:lnTo>
                  <a:pt x="0" y="747515"/>
                </a:lnTo>
                <a:cubicBezTo>
                  <a:pt x="0" y="334674"/>
                  <a:pt x="334674" y="0"/>
                  <a:pt x="7475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252009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509394-442A-4B56-B17C-95EAF343B2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104511-2AF9-4219-8C54-EB37BA77C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5273" y="6194318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748209"/>
      </p:ext>
    </p:extLst>
  </p:cSld>
  <p:clrMapOvr>
    <a:masterClrMapping/>
  </p:clrMapOvr>
  <p:transition spd="slow" advClick="0" advTm="1000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AF9560B-CD77-416F-9659-5A31F0591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32630" y="4483509"/>
            <a:ext cx="9232490" cy="9232490"/>
          </a:xfrm>
          <a:custGeom>
            <a:avLst/>
            <a:gdLst>
              <a:gd name="connsiteX0" fmla="*/ 4616245 w 9232490"/>
              <a:gd name="connsiteY0" fmla="*/ 0 h 9232490"/>
              <a:gd name="connsiteX1" fmla="*/ 9232490 w 9232490"/>
              <a:gd name="connsiteY1" fmla="*/ 4616245 h 9232490"/>
              <a:gd name="connsiteX2" fmla="*/ 4616245 w 9232490"/>
              <a:gd name="connsiteY2" fmla="*/ 9232490 h 9232490"/>
              <a:gd name="connsiteX3" fmla="*/ 0 w 9232490"/>
              <a:gd name="connsiteY3" fmla="*/ 4616245 h 9232490"/>
              <a:gd name="connsiteX4" fmla="*/ 4616245 w 9232490"/>
              <a:gd name="connsiteY4" fmla="*/ 0 h 923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2490" h="9232490">
                <a:moveTo>
                  <a:pt x="4616245" y="0"/>
                </a:moveTo>
                <a:cubicBezTo>
                  <a:pt x="7165728" y="0"/>
                  <a:pt x="9232490" y="2066763"/>
                  <a:pt x="9232490" y="4616245"/>
                </a:cubicBezTo>
                <a:cubicBezTo>
                  <a:pt x="9232490" y="7165727"/>
                  <a:pt x="7165728" y="9232490"/>
                  <a:pt x="4616245" y="9232490"/>
                </a:cubicBezTo>
                <a:cubicBezTo>
                  <a:pt x="2066763" y="9232490"/>
                  <a:pt x="0" y="7165727"/>
                  <a:pt x="0" y="4616245"/>
                </a:cubicBezTo>
                <a:cubicBezTo>
                  <a:pt x="0" y="2066763"/>
                  <a:pt x="2066763" y="0"/>
                  <a:pt x="46162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84039"/>
      </p:ext>
    </p:extLst>
  </p:cSld>
  <p:clrMapOvr>
    <a:masterClrMapping/>
  </p:clrMapOvr>
  <p:transition spd="slow" advClick="0" advTm="1000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071A52-5051-40DE-B566-66C38E615F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36481" y="3530687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A317878-09D0-407E-8DEE-F88218D09B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36481" y="8751032"/>
            <a:ext cx="6223821" cy="6223820"/>
          </a:xfrm>
          <a:custGeom>
            <a:avLst/>
            <a:gdLst>
              <a:gd name="connsiteX0" fmla="*/ 3111909 w 6223821"/>
              <a:gd name="connsiteY0" fmla="*/ 0 h 6223820"/>
              <a:gd name="connsiteX1" fmla="*/ 6223821 w 6223821"/>
              <a:gd name="connsiteY1" fmla="*/ 3111910 h 6223820"/>
              <a:gd name="connsiteX2" fmla="*/ 3111909 w 6223821"/>
              <a:gd name="connsiteY2" fmla="*/ 6223820 h 6223820"/>
              <a:gd name="connsiteX3" fmla="*/ 0 w 6223821"/>
              <a:gd name="connsiteY3" fmla="*/ 3111910 h 6223820"/>
              <a:gd name="connsiteX4" fmla="*/ 3111909 w 6223821"/>
              <a:gd name="connsiteY4" fmla="*/ 0 h 622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3821" h="6223820">
                <a:moveTo>
                  <a:pt x="3111909" y="0"/>
                </a:moveTo>
                <a:cubicBezTo>
                  <a:pt x="4830569" y="0"/>
                  <a:pt x="6223821" y="1393250"/>
                  <a:pt x="6223821" y="3111910"/>
                </a:cubicBezTo>
                <a:cubicBezTo>
                  <a:pt x="6223821" y="4830570"/>
                  <a:pt x="4830569" y="6223820"/>
                  <a:pt x="3111909" y="6223820"/>
                </a:cubicBezTo>
                <a:cubicBezTo>
                  <a:pt x="1393250" y="6223820"/>
                  <a:pt x="0" y="4830570"/>
                  <a:pt x="0" y="3111910"/>
                </a:cubicBezTo>
                <a:cubicBezTo>
                  <a:pt x="0" y="1393250"/>
                  <a:pt x="1393250" y="0"/>
                  <a:pt x="31119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756829"/>
      </p:ext>
    </p:extLst>
  </p:cSld>
  <p:clrMapOvr>
    <a:masterClrMapping/>
  </p:clrMapOvr>
  <p:transition spd="slow" advClick="0" advTm="1000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3D23719-2AFA-4724-8316-1F0241414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1699" y="7315199"/>
            <a:ext cx="5482358" cy="5482357"/>
          </a:xfrm>
          <a:custGeom>
            <a:avLst/>
            <a:gdLst>
              <a:gd name="connsiteX0" fmla="*/ 2741178 w 5482358"/>
              <a:gd name="connsiteY0" fmla="*/ 0 h 5482357"/>
              <a:gd name="connsiteX1" fmla="*/ 5482358 w 5482358"/>
              <a:gd name="connsiteY1" fmla="*/ 2741179 h 5482357"/>
              <a:gd name="connsiteX2" fmla="*/ 2741178 w 5482358"/>
              <a:gd name="connsiteY2" fmla="*/ 5482357 h 5482357"/>
              <a:gd name="connsiteX3" fmla="*/ 0 w 5482358"/>
              <a:gd name="connsiteY3" fmla="*/ 2741179 h 5482357"/>
              <a:gd name="connsiteX4" fmla="*/ 2741178 w 5482358"/>
              <a:gd name="connsiteY4" fmla="*/ 0 h 5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2358" h="5482357">
                <a:moveTo>
                  <a:pt x="2741178" y="0"/>
                </a:moveTo>
                <a:cubicBezTo>
                  <a:pt x="4255089" y="0"/>
                  <a:pt x="5482358" y="1227268"/>
                  <a:pt x="5482358" y="2741179"/>
                </a:cubicBezTo>
                <a:cubicBezTo>
                  <a:pt x="5482358" y="4255089"/>
                  <a:pt x="4255089" y="5482357"/>
                  <a:pt x="2741178" y="5482357"/>
                </a:cubicBezTo>
                <a:cubicBezTo>
                  <a:pt x="1227268" y="5482357"/>
                  <a:pt x="0" y="4255089"/>
                  <a:pt x="0" y="2741179"/>
                </a:cubicBezTo>
                <a:cubicBezTo>
                  <a:pt x="0" y="1227268"/>
                  <a:pt x="1227268" y="0"/>
                  <a:pt x="27411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713662"/>
      </p:ext>
    </p:extLst>
  </p:cSld>
  <p:clrMapOvr>
    <a:masterClrMapping/>
  </p:clrMapOvr>
  <p:transition spd="slow" advClick="0" advTm="1000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43194D-ED29-4AE2-979F-82DAD18DFE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43000"/>
      </p:ext>
    </p:extLst>
  </p:cSld>
  <p:clrMapOvr>
    <a:masterClrMapping/>
  </p:clrMapOvr>
  <p:transition spd="slow" advClick="0" advTm="1000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FB45A43-C0E3-4500-907C-B4189CB923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6128" y="4974433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236283B-1846-4176-8DD4-B04D2D15D0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363150" y="4974433"/>
            <a:ext cx="3377462" cy="3377462"/>
          </a:xfrm>
          <a:custGeom>
            <a:avLst/>
            <a:gdLst>
              <a:gd name="connsiteX0" fmla="*/ 1688730 w 3377462"/>
              <a:gd name="connsiteY0" fmla="*/ 0 h 3377462"/>
              <a:gd name="connsiteX1" fmla="*/ 3377462 w 3377462"/>
              <a:gd name="connsiteY1" fmla="*/ 1688731 h 3377462"/>
              <a:gd name="connsiteX2" fmla="*/ 1688730 w 3377462"/>
              <a:gd name="connsiteY2" fmla="*/ 3377462 h 3377462"/>
              <a:gd name="connsiteX3" fmla="*/ 0 w 3377462"/>
              <a:gd name="connsiteY3" fmla="*/ 1688731 h 3377462"/>
              <a:gd name="connsiteX4" fmla="*/ 1688730 w 3377462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2" h="3377462">
                <a:moveTo>
                  <a:pt x="1688730" y="0"/>
                </a:moveTo>
                <a:cubicBezTo>
                  <a:pt x="2621392" y="0"/>
                  <a:pt x="3377462" y="756071"/>
                  <a:pt x="3377462" y="1688731"/>
                </a:cubicBezTo>
                <a:cubicBezTo>
                  <a:pt x="3377462" y="2621391"/>
                  <a:pt x="2621392" y="3377462"/>
                  <a:pt x="1688730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6190802-0C96-4311-A084-DC3EDEEBF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70795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04C5F6-E579-4C10-8AE8-E3B0C9A43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3773" y="9121296"/>
            <a:ext cx="3377463" cy="3377462"/>
          </a:xfrm>
          <a:custGeom>
            <a:avLst/>
            <a:gdLst>
              <a:gd name="connsiteX0" fmla="*/ 1688731 w 3377463"/>
              <a:gd name="connsiteY0" fmla="*/ 0 h 3377462"/>
              <a:gd name="connsiteX1" fmla="*/ 3377463 w 3377463"/>
              <a:gd name="connsiteY1" fmla="*/ 1688731 h 3377462"/>
              <a:gd name="connsiteX2" fmla="*/ 1688731 w 3377463"/>
              <a:gd name="connsiteY2" fmla="*/ 3377462 h 3377462"/>
              <a:gd name="connsiteX3" fmla="*/ 0 w 3377463"/>
              <a:gd name="connsiteY3" fmla="*/ 1688731 h 3377462"/>
              <a:gd name="connsiteX4" fmla="*/ 1688731 w 3377463"/>
              <a:gd name="connsiteY4" fmla="*/ 0 h 337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7463" h="3377462">
                <a:moveTo>
                  <a:pt x="1688731" y="0"/>
                </a:moveTo>
                <a:cubicBezTo>
                  <a:pt x="2621391" y="0"/>
                  <a:pt x="3377463" y="756071"/>
                  <a:pt x="3377463" y="1688731"/>
                </a:cubicBezTo>
                <a:cubicBezTo>
                  <a:pt x="3377463" y="2621391"/>
                  <a:pt x="2621391" y="3377462"/>
                  <a:pt x="1688731" y="3377462"/>
                </a:cubicBezTo>
                <a:cubicBezTo>
                  <a:pt x="756071" y="3377462"/>
                  <a:pt x="0" y="2621391"/>
                  <a:pt x="0" y="1688731"/>
                </a:cubicBezTo>
                <a:cubicBezTo>
                  <a:pt x="0" y="756071"/>
                  <a:pt x="756071" y="0"/>
                  <a:pt x="168873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58879"/>
      </p:ext>
    </p:extLst>
  </p:cSld>
  <p:clrMapOvr>
    <a:masterClrMapping/>
  </p:clrMapOvr>
  <p:transition spd="slow" advClick="0" advTm="1000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9167DD-2193-48DF-93BE-A6BB824117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5032" y="5119167"/>
            <a:ext cx="8027587" cy="4914501"/>
          </a:xfrm>
          <a:custGeom>
            <a:avLst/>
            <a:gdLst>
              <a:gd name="connsiteX0" fmla="*/ 0 w 8027587"/>
              <a:gd name="connsiteY0" fmla="*/ 0 h 4914501"/>
              <a:gd name="connsiteX1" fmla="*/ 8027587 w 8027587"/>
              <a:gd name="connsiteY1" fmla="*/ 0 h 4914501"/>
              <a:gd name="connsiteX2" fmla="*/ 8027587 w 8027587"/>
              <a:gd name="connsiteY2" fmla="*/ 4914501 h 4914501"/>
              <a:gd name="connsiteX3" fmla="*/ 0 w 8027587"/>
              <a:gd name="connsiteY3" fmla="*/ 4914501 h 491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7587" h="4914501">
                <a:moveTo>
                  <a:pt x="0" y="0"/>
                </a:moveTo>
                <a:lnTo>
                  <a:pt x="8027587" y="0"/>
                </a:lnTo>
                <a:lnTo>
                  <a:pt x="8027587" y="4914501"/>
                </a:lnTo>
                <a:lnTo>
                  <a:pt x="0" y="491450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77475"/>
      </p:ext>
    </p:extLst>
  </p:cSld>
  <p:clrMapOvr>
    <a:masterClrMapping/>
  </p:clrMapOvr>
  <p:transition spd="slow" advClick="0" advTm="1000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BC8368-C689-4444-9697-11306F8C7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95627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331199B-C816-417C-84A6-C1FA8C716B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59039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E4579B-2816-4B56-A263-5DA3152C7D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22456" y="4760665"/>
            <a:ext cx="3870198" cy="3870198"/>
          </a:xfrm>
          <a:custGeom>
            <a:avLst/>
            <a:gdLst>
              <a:gd name="connsiteX0" fmla="*/ 1935099 w 3870198"/>
              <a:gd name="connsiteY0" fmla="*/ 0 h 3870198"/>
              <a:gd name="connsiteX1" fmla="*/ 3870198 w 3870198"/>
              <a:gd name="connsiteY1" fmla="*/ 1935099 h 3870198"/>
              <a:gd name="connsiteX2" fmla="*/ 1935099 w 3870198"/>
              <a:gd name="connsiteY2" fmla="*/ 3870198 h 3870198"/>
              <a:gd name="connsiteX3" fmla="*/ 0 w 3870198"/>
              <a:gd name="connsiteY3" fmla="*/ 1935099 h 3870198"/>
              <a:gd name="connsiteX4" fmla="*/ 1935099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099" y="0"/>
                </a:moveTo>
                <a:cubicBezTo>
                  <a:pt x="3003825" y="0"/>
                  <a:pt x="3870198" y="866373"/>
                  <a:pt x="3870198" y="1935099"/>
                </a:cubicBezTo>
                <a:cubicBezTo>
                  <a:pt x="3870198" y="3003825"/>
                  <a:pt x="3003825" y="3870198"/>
                  <a:pt x="1935099" y="3870198"/>
                </a:cubicBezTo>
                <a:cubicBezTo>
                  <a:pt x="866373" y="3870198"/>
                  <a:pt x="0" y="3003825"/>
                  <a:pt x="0" y="1935099"/>
                </a:cubicBezTo>
                <a:cubicBezTo>
                  <a:pt x="0" y="866373"/>
                  <a:pt x="866373" y="0"/>
                  <a:pt x="19350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DACBFE9-65AB-41D3-B3D9-62AEEF953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5868" y="4760665"/>
            <a:ext cx="3870198" cy="3870198"/>
          </a:xfrm>
          <a:custGeom>
            <a:avLst/>
            <a:gdLst>
              <a:gd name="connsiteX0" fmla="*/ 1935100 w 3870198"/>
              <a:gd name="connsiteY0" fmla="*/ 0 h 3870198"/>
              <a:gd name="connsiteX1" fmla="*/ 3870198 w 3870198"/>
              <a:gd name="connsiteY1" fmla="*/ 1935099 h 3870198"/>
              <a:gd name="connsiteX2" fmla="*/ 1935100 w 3870198"/>
              <a:gd name="connsiteY2" fmla="*/ 3870198 h 3870198"/>
              <a:gd name="connsiteX3" fmla="*/ 0 w 3870198"/>
              <a:gd name="connsiteY3" fmla="*/ 1935099 h 3870198"/>
              <a:gd name="connsiteX4" fmla="*/ 1935100 w 3870198"/>
              <a:gd name="connsiteY4" fmla="*/ 0 h 387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0198" h="3870198">
                <a:moveTo>
                  <a:pt x="1935100" y="0"/>
                </a:moveTo>
                <a:cubicBezTo>
                  <a:pt x="3003824" y="0"/>
                  <a:pt x="3870198" y="866373"/>
                  <a:pt x="3870198" y="1935099"/>
                </a:cubicBezTo>
                <a:cubicBezTo>
                  <a:pt x="3870198" y="3003825"/>
                  <a:pt x="3003824" y="3870198"/>
                  <a:pt x="1935100" y="3870198"/>
                </a:cubicBezTo>
                <a:cubicBezTo>
                  <a:pt x="866372" y="3870198"/>
                  <a:pt x="0" y="3003825"/>
                  <a:pt x="0" y="1935099"/>
                </a:cubicBezTo>
                <a:cubicBezTo>
                  <a:pt x="0" y="866373"/>
                  <a:pt x="866372" y="0"/>
                  <a:pt x="19351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690050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DCE0-21DA-42D9-AE33-CA9AE90CE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57310E-0034-4D0C-B6C6-427572DA36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04540" y="7079226"/>
            <a:ext cx="4601500" cy="4601498"/>
          </a:xfrm>
          <a:custGeom>
            <a:avLst/>
            <a:gdLst>
              <a:gd name="connsiteX0" fmla="*/ 2300750 w 4601500"/>
              <a:gd name="connsiteY0" fmla="*/ 0 h 4601498"/>
              <a:gd name="connsiteX1" fmla="*/ 4601500 w 4601500"/>
              <a:gd name="connsiteY1" fmla="*/ 2300749 h 4601498"/>
              <a:gd name="connsiteX2" fmla="*/ 2300750 w 4601500"/>
              <a:gd name="connsiteY2" fmla="*/ 4601498 h 4601498"/>
              <a:gd name="connsiteX3" fmla="*/ 0 w 4601500"/>
              <a:gd name="connsiteY3" fmla="*/ 2300749 h 4601498"/>
              <a:gd name="connsiteX4" fmla="*/ 2300750 w 4601500"/>
              <a:gd name="connsiteY4" fmla="*/ 0 h 460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500" h="4601498">
                <a:moveTo>
                  <a:pt x="2300750" y="0"/>
                </a:moveTo>
                <a:cubicBezTo>
                  <a:pt x="3571420" y="0"/>
                  <a:pt x="4601500" y="1030080"/>
                  <a:pt x="4601500" y="2300749"/>
                </a:cubicBezTo>
                <a:cubicBezTo>
                  <a:pt x="4601500" y="3571418"/>
                  <a:pt x="3571420" y="4601498"/>
                  <a:pt x="2300750" y="4601498"/>
                </a:cubicBezTo>
                <a:cubicBezTo>
                  <a:pt x="1030080" y="4601498"/>
                  <a:pt x="0" y="3571418"/>
                  <a:pt x="0" y="2300749"/>
                </a:cubicBezTo>
                <a:cubicBezTo>
                  <a:pt x="0" y="1030080"/>
                  <a:pt x="1030080" y="0"/>
                  <a:pt x="2300750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685800" sx="102000" sy="102000" algn="ctr" rotWithShape="0">
              <a:prstClr val="black">
                <a:alpha val="18000"/>
              </a:prstClr>
            </a:outerShdw>
          </a:effectLst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798802"/>
      </p:ext>
    </p:extLst>
  </p:cSld>
  <p:clrMapOvr>
    <a:masterClrMapping/>
  </p:clrMapOvr>
  <p:transition spd="slow" advClick="0" advTm="1000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B22A49-5B4E-463C-A19D-C5DD19909F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72386" y="7698657"/>
            <a:ext cx="12405264" cy="6017342"/>
          </a:xfrm>
          <a:custGeom>
            <a:avLst/>
            <a:gdLst>
              <a:gd name="connsiteX0" fmla="*/ 0 w 12405264"/>
              <a:gd name="connsiteY0" fmla="*/ 0 h 6017342"/>
              <a:gd name="connsiteX1" fmla="*/ 12405264 w 12405264"/>
              <a:gd name="connsiteY1" fmla="*/ 0 h 6017342"/>
              <a:gd name="connsiteX2" fmla="*/ 12405264 w 12405264"/>
              <a:gd name="connsiteY2" fmla="*/ 6017342 h 6017342"/>
              <a:gd name="connsiteX3" fmla="*/ 0 w 12405264"/>
              <a:gd name="connsiteY3" fmla="*/ 6017342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05264" h="6017342">
                <a:moveTo>
                  <a:pt x="0" y="0"/>
                </a:moveTo>
                <a:lnTo>
                  <a:pt x="12405264" y="0"/>
                </a:lnTo>
                <a:lnTo>
                  <a:pt x="12405264" y="6017342"/>
                </a:lnTo>
                <a:lnTo>
                  <a:pt x="0" y="601734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044142"/>
      </p:ext>
    </p:extLst>
  </p:cSld>
  <p:clrMapOvr>
    <a:masterClrMapping/>
  </p:clrMapOvr>
  <p:transition spd="slow" advClick="0" advTm="1000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263FAD1-9789-458D-AA06-1FCB0A28C9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73086" y="1"/>
            <a:ext cx="12604565" cy="7287101"/>
          </a:xfrm>
          <a:custGeom>
            <a:avLst/>
            <a:gdLst>
              <a:gd name="connsiteX0" fmla="*/ 5221 w 12604565"/>
              <a:gd name="connsiteY0" fmla="*/ 0 h 7287101"/>
              <a:gd name="connsiteX1" fmla="*/ 12604565 w 12604565"/>
              <a:gd name="connsiteY1" fmla="*/ 0 h 7287101"/>
              <a:gd name="connsiteX2" fmla="*/ 12604565 w 12604565"/>
              <a:gd name="connsiteY2" fmla="*/ 4631756 h 7287101"/>
              <a:gd name="connsiteX3" fmla="*/ 12434613 w 12604565"/>
              <a:gd name="connsiteY3" fmla="*/ 4840220 h 7287101"/>
              <a:gd name="connsiteX4" fmla="*/ 7080619 w 12604565"/>
              <a:gd name="connsiteY4" fmla="*/ 7287101 h 7287101"/>
              <a:gd name="connsiteX5" fmla="*/ 0 w 12604565"/>
              <a:gd name="connsiteY5" fmla="*/ 206481 h 728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04565" h="7287101">
                <a:moveTo>
                  <a:pt x="5221" y="0"/>
                </a:moveTo>
                <a:lnTo>
                  <a:pt x="12604565" y="0"/>
                </a:lnTo>
                <a:lnTo>
                  <a:pt x="12604565" y="4631756"/>
                </a:lnTo>
                <a:lnTo>
                  <a:pt x="12434613" y="4840220"/>
                </a:lnTo>
                <a:cubicBezTo>
                  <a:pt x="11136311" y="6339012"/>
                  <a:pt x="9219185" y="7287101"/>
                  <a:pt x="7080619" y="7287101"/>
                </a:cubicBezTo>
                <a:cubicBezTo>
                  <a:pt x="3170102" y="7287101"/>
                  <a:pt x="0" y="4116999"/>
                  <a:pt x="0" y="20648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561906"/>
      </p:ext>
    </p:extLst>
  </p:cSld>
  <p:clrMapOvr>
    <a:masterClrMapping/>
  </p:clrMapOvr>
  <p:transition spd="slow" advClick="0" advTm="1000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C0FB54-141D-48CF-9E01-1E7C589E42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9803169"/>
            <a:ext cx="24377650" cy="3912830"/>
          </a:xfrm>
          <a:custGeom>
            <a:avLst/>
            <a:gdLst>
              <a:gd name="connsiteX0" fmla="*/ 0 w 24377650"/>
              <a:gd name="connsiteY0" fmla="*/ 0 h 3912830"/>
              <a:gd name="connsiteX1" fmla="*/ 24377650 w 24377650"/>
              <a:gd name="connsiteY1" fmla="*/ 0 h 3912830"/>
              <a:gd name="connsiteX2" fmla="*/ 24377650 w 24377650"/>
              <a:gd name="connsiteY2" fmla="*/ 3912830 h 3912830"/>
              <a:gd name="connsiteX3" fmla="*/ 0 w 24377650"/>
              <a:gd name="connsiteY3" fmla="*/ 3912830 h 39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0" h="3912830">
                <a:moveTo>
                  <a:pt x="0" y="0"/>
                </a:moveTo>
                <a:lnTo>
                  <a:pt x="24377650" y="0"/>
                </a:lnTo>
                <a:lnTo>
                  <a:pt x="24377650" y="3912830"/>
                </a:lnTo>
                <a:lnTo>
                  <a:pt x="0" y="3912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90546"/>
      </p:ext>
    </p:extLst>
  </p:cSld>
  <p:clrMapOvr>
    <a:masterClrMapping/>
  </p:clrMapOvr>
  <p:transition spd="slow" advClick="0" advTm="1000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528B536-BDF7-41AF-B073-2768A1AEF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7344104" cy="13716000"/>
          </a:xfrm>
          <a:custGeom>
            <a:avLst/>
            <a:gdLst>
              <a:gd name="connsiteX0" fmla="*/ 0 w 16581416"/>
              <a:gd name="connsiteY0" fmla="*/ 0 h 13716000"/>
              <a:gd name="connsiteX1" fmla="*/ 16581416 w 16581416"/>
              <a:gd name="connsiteY1" fmla="*/ 0 h 13716000"/>
              <a:gd name="connsiteX2" fmla="*/ 16581416 w 16581416"/>
              <a:gd name="connsiteY2" fmla="*/ 13716000 h 13716000"/>
              <a:gd name="connsiteX3" fmla="*/ 0 w 165814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1416" h="13716000">
                <a:moveTo>
                  <a:pt x="0" y="0"/>
                </a:moveTo>
                <a:lnTo>
                  <a:pt x="16581416" y="0"/>
                </a:lnTo>
                <a:lnTo>
                  <a:pt x="1658141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95753"/>
      </p:ext>
    </p:extLst>
  </p:cSld>
  <p:clrMapOvr>
    <a:masterClrMapping/>
  </p:clrMapOvr>
  <p:transition spd="slow" advClick="0" advTm="1000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FB49074-D038-4AC0-8BE4-32844ECE3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23598" y="0"/>
            <a:ext cx="11554050" cy="13716000"/>
          </a:xfrm>
          <a:custGeom>
            <a:avLst/>
            <a:gdLst>
              <a:gd name="connsiteX0" fmla="*/ 0 w 11554050"/>
              <a:gd name="connsiteY0" fmla="*/ 0 h 13716000"/>
              <a:gd name="connsiteX1" fmla="*/ 11554050 w 11554050"/>
              <a:gd name="connsiteY1" fmla="*/ 0 h 13716000"/>
              <a:gd name="connsiteX2" fmla="*/ 11554050 w 11554050"/>
              <a:gd name="connsiteY2" fmla="*/ 13716000 h 13716000"/>
              <a:gd name="connsiteX3" fmla="*/ 10351894 w 115540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54050" h="13716000">
                <a:moveTo>
                  <a:pt x="0" y="0"/>
                </a:moveTo>
                <a:lnTo>
                  <a:pt x="11554050" y="0"/>
                </a:lnTo>
                <a:lnTo>
                  <a:pt x="11554050" y="13716000"/>
                </a:lnTo>
                <a:lnTo>
                  <a:pt x="10351894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24351"/>
      </p:ext>
    </p:extLst>
  </p:cSld>
  <p:clrMapOvr>
    <a:masterClrMapping/>
  </p:clrMapOvr>
  <p:transition spd="slow" advClick="0" advTm="1000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8A079-5092-4D6F-AE2D-C9A691F680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77008"/>
            <a:ext cx="24377650" cy="10038992"/>
          </a:xfrm>
          <a:custGeom>
            <a:avLst/>
            <a:gdLst>
              <a:gd name="connsiteX0" fmla="*/ 12131735 w 24377650"/>
              <a:gd name="connsiteY0" fmla="*/ 0 h 10038992"/>
              <a:gd name="connsiteX1" fmla="*/ 24085100 w 24377650"/>
              <a:gd name="connsiteY1" fmla="*/ 5991842 h 10038992"/>
              <a:gd name="connsiteX2" fmla="*/ 24377650 w 24377650"/>
              <a:gd name="connsiteY2" fmla="*/ 6403237 h 10038992"/>
              <a:gd name="connsiteX3" fmla="*/ 24377650 w 24377650"/>
              <a:gd name="connsiteY3" fmla="*/ 10038992 h 10038992"/>
              <a:gd name="connsiteX4" fmla="*/ 0 w 24377650"/>
              <a:gd name="connsiteY4" fmla="*/ 10038992 h 10038992"/>
              <a:gd name="connsiteX5" fmla="*/ 0 w 24377650"/>
              <a:gd name="connsiteY5" fmla="*/ 6242672 h 10038992"/>
              <a:gd name="connsiteX6" fmla="*/ 178369 w 24377650"/>
              <a:gd name="connsiteY6" fmla="*/ 5991842 h 10038992"/>
              <a:gd name="connsiteX7" fmla="*/ 12131735 w 24377650"/>
              <a:gd name="connsiteY7" fmla="*/ 0 h 100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77650" h="10038992">
                <a:moveTo>
                  <a:pt x="12131735" y="0"/>
                </a:moveTo>
                <a:cubicBezTo>
                  <a:pt x="17023240" y="0"/>
                  <a:pt x="21364840" y="2354425"/>
                  <a:pt x="24085100" y="5991842"/>
                </a:cubicBezTo>
                <a:lnTo>
                  <a:pt x="24377650" y="6403237"/>
                </a:lnTo>
                <a:lnTo>
                  <a:pt x="24377650" y="10038992"/>
                </a:lnTo>
                <a:lnTo>
                  <a:pt x="0" y="10038992"/>
                </a:lnTo>
                <a:lnTo>
                  <a:pt x="0" y="6242672"/>
                </a:lnTo>
                <a:lnTo>
                  <a:pt x="178369" y="5991842"/>
                </a:lnTo>
                <a:cubicBezTo>
                  <a:pt x="2898630" y="2354425"/>
                  <a:pt x="7240230" y="0"/>
                  <a:pt x="1213173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293753"/>
      </p:ext>
    </p:extLst>
  </p:cSld>
  <p:clrMapOvr>
    <a:masterClrMapping/>
  </p:clrMapOvr>
  <p:transition spd="slow" advClick="0" advTm="1000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267593C-DCE6-40E5-9899-5386C4C754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1451406" cy="6626683"/>
          </a:xfrm>
          <a:custGeom>
            <a:avLst/>
            <a:gdLst>
              <a:gd name="connsiteX0" fmla="*/ 0 w 11451406"/>
              <a:gd name="connsiteY0" fmla="*/ 0 h 6626683"/>
              <a:gd name="connsiteX1" fmla="*/ 11451406 w 11451406"/>
              <a:gd name="connsiteY1" fmla="*/ 0 h 6626683"/>
              <a:gd name="connsiteX2" fmla="*/ 11451406 w 11451406"/>
              <a:gd name="connsiteY2" fmla="*/ 4996178 h 6626683"/>
              <a:gd name="connsiteX3" fmla="*/ 9820901 w 11451406"/>
              <a:gd name="connsiteY3" fmla="*/ 6626683 h 6626683"/>
              <a:gd name="connsiteX4" fmla="*/ 0 w 11451406"/>
              <a:gd name="connsiteY4" fmla="*/ 6626683 h 662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1406" h="6626683">
                <a:moveTo>
                  <a:pt x="0" y="0"/>
                </a:moveTo>
                <a:lnTo>
                  <a:pt x="11451406" y="0"/>
                </a:lnTo>
                <a:lnTo>
                  <a:pt x="11451406" y="4996178"/>
                </a:lnTo>
                <a:cubicBezTo>
                  <a:pt x="11451406" y="5896681"/>
                  <a:pt x="10721404" y="6626683"/>
                  <a:pt x="9820901" y="6626683"/>
                </a:cubicBezTo>
                <a:lnTo>
                  <a:pt x="0" y="66266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36095"/>
      </p:ext>
    </p:extLst>
  </p:cSld>
  <p:clrMapOvr>
    <a:masterClrMapping/>
  </p:clrMapOvr>
  <p:transition spd="slow" advClick="0" advTm="1000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C94FB15-D5DC-4E06-8DFE-6BEC93D332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5081" y="0"/>
            <a:ext cx="11130507" cy="13715999"/>
          </a:xfrm>
          <a:custGeom>
            <a:avLst/>
            <a:gdLst>
              <a:gd name="connsiteX0" fmla="*/ 0 w 11130507"/>
              <a:gd name="connsiteY0" fmla="*/ 0 h 13715999"/>
              <a:gd name="connsiteX1" fmla="*/ 11130507 w 11130507"/>
              <a:gd name="connsiteY1" fmla="*/ 0 h 13715999"/>
              <a:gd name="connsiteX2" fmla="*/ 11130507 w 11130507"/>
              <a:gd name="connsiteY2" fmla="*/ 13715999 h 13715999"/>
              <a:gd name="connsiteX3" fmla="*/ 0 w 11130507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30507" h="13715999">
                <a:moveTo>
                  <a:pt x="0" y="0"/>
                </a:moveTo>
                <a:lnTo>
                  <a:pt x="11130507" y="0"/>
                </a:lnTo>
                <a:lnTo>
                  <a:pt x="11130507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842544"/>
      </p:ext>
    </p:extLst>
  </p:cSld>
  <p:clrMapOvr>
    <a:masterClrMapping/>
  </p:clrMapOvr>
  <p:transition spd="slow" advClick="0" advTm="1000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502ACCA-141A-4969-8C13-412577859E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88825" cy="13716000"/>
          </a:xfrm>
          <a:custGeom>
            <a:avLst/>
            <a:gdLst>
              <a:gd name="connsiteX0" fmla="*/ 0 w 12188825"/>
              <a:gd name="connsiteY0" fmla="*/ 0 h 13716000"/>
              <a:gd name="connsiteX1" fmla="*/ 12188825 w 12188825"/>
              <a:gd name="connsiteY1" fmla="*/ 0 h 13716000"/>
              <a:gd name="connsiteX2" fmla="*/ 12188825 w 12188825"/>
              <a:gd name="connsiteY2" fmla="*/ 13716000 h 13716000"/>
              <a:gd name="connsiteX3" fmla="*/ 0 w 12188825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5" h="13716000">
                <a:moveTo>
                  <a:pt x="0" y="0"/>
                </a:moveTo>
                <a:lnTo>
                  <a:pt x="12188825" y="0"/>
                </a:lnTo>
                <a:lnTo>
                  <a:pt x="121888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03882"/>
      </p:ext>
    </p:extLst>
  </p:cSld>
  <p:clrMapOvr>
    <a:masterClrMapping/>
  </p:clrMapOvr>
  <p:transition spd="slow" advClick="0" advTm="1000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A81E6C-810D-4EF0-9337-5BDEDBC6E8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24377651" cy="8760542"/>
          </a:xfrm>
          <a:custGeom>
            <a:avLst/>
            <a:gdLst>
              <a:gd name="connsiteX0" fmla="*/ 0 w 24377651"/>
              <a:gd name="connsiteY0" fmla="*/ 0 h 8760542"/>
              <a:gd name="connsiteX1" fmla="*/ 24377651 w 24377651"/>
              <a:gd name="connsiteY1" fmla="*/ 0 h 8760542"/>
              <a:gd name="connsiteX2" fmla="*/ 24377651 w 24377651"/>
              <a:gd name="connsiteY2" fmla="*/ 8760542 h 8760542"/>
              <a:gd name="connsiteX3" fmla="*/ 0 w 24377651"/>
              <a:gd name="connsiteY3" fmla="*/ 8760542 h 87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1" h="8760542">
                <a:moveTo>
                  <a:pt x="0" y="0"/>
                </a:moveTo>
                <a:lnTo>
                  <a:pt x="24377651" y="0"/>
                </a:lnTo>
                <a:lnTo>
                  <a:pt x="24377651" y="8760542"/>
                </a:lnTo>
                <a:lnTo>
                  <a:pt x="0" y="87605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944898"/>
      </p:ext>
    </p:extLst>
  </p:cSld>
  <p:clrMapOvr>
    <a:masterClrMapping/>
  </p:clrMapOvr>
  <p:transition spd="slow" advClick="0" advTm="1000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E3DBBB-6EF9-48B9-9ACF-6239845C0807}"/>
              </a:ext>
            </a:extLst>
          </p:cNvPr>
          <p:cNvSpPr txBox="1"/>
          <p:nvPr userDrawn="1"/>
        </p:nvSpPr>
        <p:spPr>
          <a:xfrm>
            <a:off x="19244220" y="488176"/>
            <a:ext cx="438353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399" dirty="0">
                <a:solidFill>
                  <a:schemeClr val="accent1"/>
                </a:solidFill>
                <a:latin typeface="+mj-lt"/>
              </a:rPr>
              <a:t>Synectiks Inc</a:t>
            </a:r>
            <a:endParaRPr lang="en-ID" sz="2399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51C713-7F96-4D44-82D1-655AE246F334}"/>
              </a:ext>
            </a:extLst>
          </p:cNvPr>
          <p:cNvSpPr txBox="1"/>
          <p:nvPr userDrawn="1"/>
        </p:nvSpPr>
        <p:spPr>
          <a:xfrm>
            <a:off x="21546288" y="12719993"/>
            <a:ext cx="208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Page/ </a:t>
            </a:r>
            <a:fld id="{2D5FDE0C-44B5-44DE-A4F2-5C65205386BE}" type="slidenum">
              <a:rPr lang="en-ID" sz="1800" b="1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pPr algn="r"/>
              <a:t>‹#›</a:t>
            </a:fld>
            <a:endParaRPr lang="en-ID" sz="1800" b="1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2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9F77B6-C588-4901-88C3-0C16D55B4E35}"/>
              </a:ext>
            </a:extLst>
          </p:cNvPr>
          <p:cNvSpPr/>
          <p:nvPr userDrawn="1"/>
        </p:nvSpPr>
        <p:spPr>
          <a:xfrm>
            <a:off x="0" y="0"/>
            <a:ext cx="24377650" cy="13716000"/>
          </a:xfrm>
          <a:prstGeom prst="rect">
            <a:avLst/>
          </a:prstGeom>
          <a:gradFill>
            <a:gsLst>
              <a:gs pos="0">
                <a:srgbClr val="F6F3FF"/>
              </a:gs>
              <a:gs pos="61000">
                <a:srgbClr val="F2F2F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6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87" r:id="rId32"/>
    <p:sldLayoutId id="2147483788" r:id="rId33"/>
    <p:sldLayoutId id="2147483789" r:id="rId34"/>
  </p:sldLayoutIdLst>
  <p:transition spd="slow" advClick="0" advTm="1000">
    <p:push/>
  </p:transition>
  <p:hf hdr="0" ft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6000" kern="120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Lato Light" pitchFamily="34" charset="0"/>
          <a:ea typeface="Lato Light" pitchFamily="34" charset="0"/>
          <a:cs typeface="Lato Light" pitchFamily="34" charset="0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charset="0"/>
        <a:buChar char="•"/>
        <a:defRPr lang="en-US" sz="48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40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6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lang="en-US" sz="3200" kern="1200" dirty="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42DEE4F-0E0B-5771-EF31-1F19CF1B4CDB}"/>
              </a:ext>
            </a:extLst>
          </p:cNvPr>
          <p:cNvCxnSpPr>
            <a:cxnSpLocks/>
          </p:cNvCxnSpPr>
          <p:nvPr/>
        </p:nvCxnSpPr>
        <p:spPr>
          <a:xfrm>
            <a:off x="2454581" y="23461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DA6102C-E34F-FA77-98EF-AD9002C7CC77}"/>
              </a:ext>
            </a:extLst>
          </p:cNvPr>
          <p:cNvCxnSpPr>
            <a:cxnSpLocks/>
          </p:cNvCxnSpPr>
          <p:nvPr/>
        </p:nvCxnSpPr>
        <p:spPr>
          <a:xfrm>
            <a:off x="2471144" y="5026409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CDBC5C-3CA6-61B2-B5D5-11E8A4D486F9}"/>
              </a:ext>
            </a:extLst>
          </p:cNvPr>
          <p:cNvCxnSpPr>
            <a:cxnSpLocks/>
          </p:cNvCxnSpPr>
          <p:nvPr/>
        </p:nvCxnSpPr>
        <p:spPr>
          <a:xfrm>
            <a:off x="2471138" y="12768975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0BD5CB-917C-11A7-3C30-FABD4CA431D3}"/>
              </a:ext>
            </a:extLst>
          </p:cNvPr>
          <p:cNvCxnSpPr>
            <a:cxnSpLocks/>
          </p:cNvCxnSpPr>
          <p:nvPr/>
        </p:nvCxnSpPr>
        <p:spPr>
          <a:xfrm>
            <a:off x="2464514" y="11112456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061EA9B-BD65-D982-32B8-6FBF550822AF}"/>
              </a:ext>
            </a:extLst>
          </p:cNvPr>
          <p:cNvCxnSpPr>
            <a:cxnSpLocks/>
          </p:cNvCxnSpPr>
          <p:nvPr/>
        </p:nvCxnSpPr>
        <p:spPr>
          <a:xfrm>
            <a:off x="2487707" y="8571361"/>
            <a:ext cx="332458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ABAF50-206F-91D9-028A-F69C64965C1C}"/>
              </a:ext>
            </a:extLst>
          </p:cNvPr>
          <p:cNvSpPr/>
          <p:nvPr/>
        </p:nvSpPr>
        <p:spPr>
          <a:xfrm>
            <a:off x="5748827" y="11946831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FDC549-2F39-E6B3-C043-D2AD97ED7551}"/>
              </a:ext>
            </a:extLst>
          </p:cNvPr>
          <p:cNvGrpSpPr/>
          <p:nvPr/>
        </p:nvGrpSpPr>
        <p:grpSpPr>
          <a:xfrm>
            <a:off x="13174447" y="12094988"/>
            <a:ext cx="2360338" cy="1084296"/>
            <a:chOff x="1450964" y="740269"/>
            <a:chExt cx="1111137" cy="5104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528940-13EC-2763-B8FC-ED015E960055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94A6A0-F5E7-24FE-5A22-903C01866A53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DevSecOps Engineer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0090748-32E7-1C6A-13E7-27D0066921BD}"/>
              </a:ext>
            </a:extLst>
          </p:cNvPr>
          <p:cNvSpPr/>
          <p:nvPr/>
        </p:nvSpPr>
        <p:spPr>
          <a:xfrm>
            <a:off x="2224838" y="1192694"/>
            <a:ext cx="240253" cy="1206610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5D0E20-A752-313D-AE94-56017AA671A0}"/>
              </a:ext>
            </a:extLst>
          </p:cNvPr>
          <p:cNvSpPr txBox="1"/>
          <p:nvPr/>
        </p:nvSpPr>
        <p:spPr>
          <a:xfrm>
            <a:off x="2384577" y="1228544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DEVSECOPS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D11213-2A12-919A-FCC6-3F4589FD6EEF}"/>
              </a:ext>
            </a:extLst>
          </p:cNvPr>
          <p:cNvSpPr txBox="1"/>
          <p:nvPr/>
        </p:nvSpPr>
        <p:spPr>
          <a:xfrm rot="16200000">
            <a:off x="-2256818" y="7295180"/>
            <a:ext cx="790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Raleway SemiBold" pitchFamily="2" charset="0"/>
              </a:rPr>
              <a:t>PRODUCT TEAM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BD629CB-998F-AA72-D640-C77E5467B140}"/>
              </a:ext>
            </a:extLst>
          </p:cNvPr>
          <p:cNvSpPr/>
          <p:nvPr/>
        </p:nvSpPr>
        <p:spPr>
          <a:xfrm>
            <a:off x="5762081" y="10280376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8278FFA-5211-1BBD-626C-D8FA43D497B1}"/>
              </a:ext>
            </a:extLst>
          </p:cNvPr>
          <p:cNvGrpSpPr/>
          <p:nvPr/>
        </p:nvGrpSpPr>
        <p:grpSpPr>
          <a:xfrm>
            <a:off x="10829481" y="10428533"/>
            <a:ext cx="2360338" cy="1084296"/>
            <a:chOff x="1450964" y="740269"/>
            <a:chExt cx="1111137" cy="510436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08015A-40E9-E080-F5D3-641E326C185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053AEA7-CA3F-37C1-1219-9E60F517082C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1E7F827-6717-D436-7584-E1D7FC01DCA1}"/>
              </a:ext>
            </a:extLst>
          </p:cNvPr>
          <p:cNvGrpSpPr/>
          <p:nvPr/>
        </p:nvGrpSpPr>
        <p:grpSpPr>
          <a:xfrm>
            <a:off x="15235820" y="10428533"/>
            <a:ext cx="2360338" cy="1084296"/>
            <a:chOff x="1450964" y="740269"/>
            <a:chExt cx="1111137" cy="51043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53766AA-CC98-0B9C-79A4-03A0183DAD68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0E4055C-017F-49A2-A5CD-88EDFFF1BEEF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Test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Engineer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9C8FCE4-3020-0D74-C6A9-C4E354191182}"/>
              </a:ext>
            </a:extLst>
          </p:cNvPr>
          <p:cNvSpPr txBox="1"/>
          <p:nvPr/>
        </p:nvSpPr>
        <p:spPr>
          <a:xfrm>
            <a:off x="2377953" y="10628923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TEST TEAM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595AB359-4E86-8943-1CB6-EE214C964576}"/>
              </a:ext>
            </a:extLst>
          </p:cNvPr>
          <p:cNvSpPr/>
          <p:nvPr/>
        </p:nvSpPr>
        <p:spPr>
          <a:xfrm>
            <a:off x="5742203" y="6738729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6323A5F-4EF9-F05D-B3BD-2E9E3BD5DD32}"/>
              </a:ext>
            </a:extLst>
          </p:cNvPr>
          <p:cNvSpPr/>
          <p:nvPr/>
        </p:nvSpPr>
        <p:spPr>
          <a:xfrm>
            <a:off x="7712765" y="6738729"/>
            <a:ext cx="6380922" cy="326532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49AB7B9-64EE-B72A-0123-58CB75DDFF87}"/>
              </a:ext>
            </a:extLst>
          </p:cNvPr>
          <p:cNvGrpSpPr/>
          <p:nvPr/>
        </p:nvGrpSpPr>
        <p:grpSpPr>
          <a:xfrm>
            <a:off x="8090922" y="7301026"/>
            <a:ext cx="2360338" cy="1084296"/>
            <a:chOff x="1450964" y="740269"/>
            <a:chExt cx="1111137" cy="51043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539D2E1-F162-3439-587C-EBF05B3505B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C1AFB2-4815-00DE-7DAB-2760E6DFB3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728463A-9B72-2D01-FB2E-0AD6B8710D62}"/>
              </a:ext>
            </a:extLst>
          </p:cNvPr>
          <p:cNvGrpSpPr/>
          <p:nvPr/>
        </p:nvGrpSpPr>
        <p:grpSpPr>
          <a:xfrm>
            <a:off x="8090922" y="8735570"/>
            <a:ext cx="2360338" cy="1084296"/>
            <a:chOff x="1450964" y="740269"/>
            <a:chExt cx="1111137" cy="510436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11A83E-2790-1FCF-F495-B28B81B39121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3EBE286-9626-6BB2-9A5C-5397C95A46F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79BB2D0-47B7-D2D1-AC1D-3D4C12E6D5DD}"/>
              </a:ext>
            </a:extLst>
          </p:cNvPr>
          <p:cNvGrpSpPr/>
          <p:nvPr/>
        </p:nvGrpSpPr>
        <p:grpSpPr>
          <a:xfrm>
            <a:off x="10986518" y="7301026"/>
            <a:ext cx="2360338" cy="1084296"/>
            <a:chOff x="1450964" y="740269"/>
            <a:chExt cx="1111137" cy="510436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6F4BA9F-DDA7-3632-3997-52C9D071FE7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376B596-7F1D-DA1D-A0B7-0A6BFE2200B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Api-Lead Developer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BBBBF21-B682-8141-EC9E-B42864EEE5BA}"/>
              </a:ext>
            </a:extLst>
          </p:cNvPr>
          <p:cNvGrpSpPr/>
          <p:nvPr/>
        </p:nvGrpSpPr>
        <p:grpSpPr>
          <a:xfrm>
            <a:off x="10986518" y="8735570"/>
            <a:ext cx="2360338" cy="1084296"/>
            <a:chOff x="1450964" y="740269"/>
            <a:chExt cx="1111137" cy="510436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441AC09-37A8-B7B7-4E53-ACA8EC46674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6760FB-0D2D-2620-3CD3-A0EAF90A2A5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Api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A06532-37A3-F708-2030-681E5E220286}"/>
              </a:ext>
            </a:extLst>
          </p:cNvPr>
          <p:cNvSpPr/>
          <p:nvPr/>
        </p:nvSpPr>
        <p:spPr>
          <a:xfrm>
            <a:off x="15279738" y="6722166"/>
            <a:ext cx="6380922" cy="326532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835866C-C61A-B703-2647-01EC69E0A7F6}"/>
              </a:ext>
            </a:extLst>
          </p:cNvPr>
          <p:cNvGrpSpPr/>
          <p:nvPr/>
        </p:nvGrpSpPr>
        <p:grpSpPr>
          <a:xfrm>
            <a:off x="17231595" y="7301026"/>
            <a:ext cx="2360338" cy="1084296"/>
            <a:chOff x="1450964" y="740269"/>
            <a:chExt cx="1111137" cy="510436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72754C-CA2E-5CC3-96B7-BD0362042ECF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266C624-CF09-A3A7-F57D-F8E4D0D27BB6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UI-Lead Developer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0B7179-96C8-8B58-D56F-544F25C78D3C}"/>
              </a:ext>
            </a:extLst>
          </p:cNvPr>
          <p:cNvGrpSpPr/>
          <p:nvPr/>
        </p:nvGrpSpPr>
        <p:grpSpPr>
          <a:xfrm>
            <a:off x="17261409" y="8735570"/>
            <a:ext cx="2360338" cy="1084296"/>
            <a:chOff x="1450964" y="740269"/>
            <a:chExt cx="1111137" cy="510436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999757E-5572-8F87-83C1-DA071BBFB2BE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C46EF06-9AA6-3B3C-FC9D-D0637E8E3D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IN" sz="2400" dirty="0">
                  <a:solidFill>
                    <a:schemeClr val="tx1"/>
                  </a:solidFill>
                </a:rPr>
                <a:t>UI Senior</a:t>
              </a:r>
            </a:p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Developer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5749E7EC-A3C2-7DD0-C9B3-B83044846FE1}"/>
              </a:ext>
            </a:extLst>
          </p:cNvPr>
          <p:cNvSpPr txBox="1"/>
          <p:nvPr/>
        </p:nvSpPr>
        <p:spPr>
          <a:xfrm>
            <a:off x="2401146" y="8077447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DEV TEAM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759BDC-31B6-9A05-E9B0-3F9B9E201297}"/>
              </a:ext>
            </a:extLst>
          </p:cNvPr>
          <p:cNvSpPr txBox="1"/>
          <p:nvPr/>
        </p:nvSpPr>
        <p:spPr>
          <a:xfrm>
            <a:off x="7683451" y="6768572"/>
            <a:ext cx="6281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BACKEND – Team Size 10 Engineers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EED981-F582-377E-05D3-07328C9ECD0A}"/>
              </a:ext>
            </a:extLst>
          </p:cNvPr>
          <p:cNvSpPr txBox="1"/>
          <p:nvPr/>
        </p:nvSpPr>
        <p:spPr>
          <a:xfrm>
            <a:off x="15399514" y="6768572"/>
            <a:ext cx="6210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aleway SemiBold" pitchFamily="2" charset="0"/>
              </a:rPr>
              <a:t>FRONTEND – Team Size 3 Engineers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5DEB121-9AFB-8F9E-88E6-3AABF1C156C0}"/>
              </a:ext>
            </a:extLst>
          </p:cNvPr>
          <p:cNvSpPr/>
          <p:nvPr/>
        </p:nvSpPr>
        <p:spPr>
          <a:xfrm>
            <a:off x="5725640" y="3193777"/>
            <a:ext cx="17101234" cy="3265323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835AF50-54A0-28C7-B365-AE81ED9BBC03}"/>
              </a:ext>
            </a:extLst>
          </p:cNvPr>
          <p:cNvGrpSpPr/>
          <p:nvPr/>
        </p:nvGrpSpPr>
        <p:grpSpPr>
          <a:xfrm>
            <a:off x="12507202" y="3497658"/>
            <a:ext cx="2360338" cy="1084296"/>
            <a:chOff x="1450964" y="740269"/>
            <a:chExt cx="1111137" cy="510436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1A8E1D-BAD4-A9F7-654A-28B231D31F80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7143E4-941D-FB1E-0565-3C40911D9398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Lead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F5B68E-DA53-94B9-EAC6-E2438E6B53C3}"/>
              </a:ext>
            </a:extLst>
          </p:cNvPr>
          <p:cNvGrpSpPr/>
          <p:nvPr/>
        </p:nvGrpSpPr>
        <p:grpSpPr>
          <a:xfrm>
            <a:off x="10969955" y="5190618"/>
            <a:ext cx="2360338" cy="1084296"/>
            <a:chOff x="1450964" y="740269"/>
            <a:chExt cx="1111137" cy="51043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3FD16AF-1F19-917B-1195-A953EAA2A8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312F2C7-88D0-0DE0-F8D1-2ABB7E54EAC0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ACC94574-0D75-6DAA-76BC-62FBE7D21629}"/>
              </a:ext>
            </a:extLst>
          </p:cNvPr>
          <p:cNvSpPr txBox="1"/>
          <p:nvPr/>
        </p:nvSpPr>
        <p:spPr>
          <a:xfrm>
            <a:off x="2434278" y="4532932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UX TEAM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D4CA5D-8AA5-6782-4EDF-969237939DB9}"/>
              </a:ext>
            </a:extLst>
          </p:cNvPr>
          <p:cNvGrpSpPr/>
          <p:nvPr/>
        </p:nvGrpSpPr>
        <p:grpSpPr>
          <a:xfrm>
            <a:off x="14054392" y="5190618"/>
            <a:ext cx="2360338" cy="1084296"/>
            <a:chOff x="1450964" y="740269"/>
            <a:chExt cx="1111137" cy="51043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97615E3-727A-8102-EA1D-0834D4DA3CE4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chemeClr val="accent5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8658DDC-F519-196A-2476-DC2A23DD4919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UX Senior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Engineer</a:t>
              </a:r>
              <a:endParaRPr lang="en-I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E51A85DC-4066-E205-E27B-90B50008F725}"/>
              </a:ext>
            </a:extLst>
          </p:cNvPr>
          <p:cNvSpPr/>
          <p:nvPr/>
        </p:nvSpPr>
        <p:spPr>
          <a:xfrm>
            <a:off x="5762080" y="1543899"/>
            <a:ext cx="17081356" cy="1400076"/>
          </a:xfrm>
          <a:prstGeom prst="roundRect">
            <a:avLst>
              <a:gd name="adj" fmla="val 8152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4AD1FCD-E076-A627-3102-064B0F8654C8}"/>
              </a:ext>
            </a:extLst>
          </p:cNvPr>
          <p:cNvGrpSpPr/>
          <p:nvPr/>
        </p:nvGrpSpPr>
        <p:grpSpPr>
          <a:xfrm>
            <a:off x="12460819" y="1692056"/>
            <a:ext cx="2360338" cy="1084296"/>
            <a:chOff x="1450964" y="740269"/>
            <a:chExt cx="1111137" cy="51043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CEB934B-FD12-8282-0718-CD84E9A69B53}"/>
                </a:ext>
              </a:extLst>
            </p:cNvPr>
            <p:cNvSpPr/>
            <p:nvPr/>
          </p:nvSpPr>
          <p:spPr>
            <a:xfrm>
              <a:off x="1450964" y="740269"/>
              <a:ext cx="1064241" cy="47233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18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DCEA423-2410-0DE3-33A2-C84615F3B76D}"/>
                </a:ext>
              </a:extLst>
            </p:cNvPr>
            <p:cNvSpPr/>
            <p:nvPr/>
          </p:nvSpPr>
          <p:spPr>
            <a:xfrm>
              <a:off x="1497860" y="778373"/>
              <a:ext cx="1064241" cy="472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Scrum Master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C7665D10-3038-9736-A27D-F633F24BADA8}"/>
              </a:ext>
            </a:extLst>
          </p:cNvPr>
          <p:cNvSpPr txBox="1"/>
          <p:nvPr/>
        </p:nvSpPr>
        <p:spPr>
          <a:xfrm>
            <a:off x="2397830" y="1892670"/>
            <a:ext cx="336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aleway SemiBold" pitchFamily="2" charset="0"/>
              </a:rPr>
              <a:t>SCRUM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5964EF2-88A3-F4E0-12F9-ABE948FC1670}"/>
              </a:ext>
            </a:extLst>
          </p:cNvPr>
          <p:cNvSpPr txBox="1"/>
          <p:nvPr/>
        </p:nvSpPr>
        <p:spPr>
          <a:xfrm>
            <a:off x="10093630" y="324972"/>
            <a:ext cx="512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n-lt"/>
                <a:cs typeface="Poppins Medium" panose="00000600000000000000" pitchFamily="2" charset="0"/>
              </a:rPr>
              <a:t>Proposed Team</a:t>
            </a:r>
            <a:endParaRPr lang="ru-RU" sz="4800" b="1" dirty="0">
              <a:solidFill>
                <a:schemeClr val="accent2"/>
              </a:solidFill>
              <a:latin typeface="+mn-lt"/>
              <a:cs typeface="Poppins Medium" panose="00000600000000000000" pitchFamily="2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69BF190-962A-7B66-B9D4-C1697B5B6686}"/>
              </a:ext>
            </a:extLst>
          </p:cNvPr>
          <p:cNvCxnSpPr>
            <a:cxnSpLocks/>
          </p:cNvCxnSpPr>
          <p:nvPr/>
        </p:nvCxnSpPr>
        <p:spPr>
          <a:xfrm>
            <a:off x="12079003" y="4870173"/>
            <a:ext cx="3200735" cy="0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6C9F1DE-531E-5634-343E-937FE73D9815}"/>
              </a:ext>
            </a:extLst>
          </p:cNvPr>
          <p:cNvCxnSpPr>
            <a:cxnSpLocks/>
          </p:cNvCxnSpPr>
          <p:nvPr/>
        </p:nvCxnSpPr>
        <p:spPr>
          <a:xfrm>
            <a:off x="12079003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EEF6FB1-ADF3-7509-4160-43364A9764FF}"/>
              </a:ext>
            </a:extLst>
          </p:cNvPr>
          <p:cNvCxnSpPr>
            <a:cxnSpLocks/>
          </p:cNvCxnSpPr>
          <p:nvPr/>
        </p:nvCxnSpPr>
        <p:spPr>
          <a:xfrm>
            <a:off x="15272772" y="4873488"/>
            <a:ext cx="0" cy="393066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61147FA-B0E0-E8D6-8A5E-FDF209ED78E9}"/>
              </a:ext>
            </a:extLst>
          </p:cNvPr>
          <p:cNvCxnSpPr>
            <a:cxnSpLocks/>
          </p:cNvCxnSpPr>
          <p:nvPr/>
        </p:nvCxnSpPr>
        <p:spPr>
          <a:xfrm>
            <a:off x="13705703" y="4588565"/>
            <a:ext cx="0" cy="281608"/>
          </a:xfrm>
          <a:prstGeom prst="line">
            <a:avLst/>
          </a:prstGeom>
          <a:ln w="28575">
            <a:solidFill>
              <a:srgbClr val="9F61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8BA4CC19-83D0-C0B0-DCB8-CDB40F381E80}"/>
              </a:ext>
            </a:extLst>
          </p:cNvPr>
          <p:cNvCxnSpPr>
            <a:cxnSpLocks/>
          </p:cNvCxnSpPr>
          <p:nvPr/>
        </p:nvCxnSpPr>
        <p:spPr>
          <a:xfrm>
            <a:off x="9266234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6818FE5-4FC4-DA4C-AC0B-00D2957838E1}"/>
              </a:ext>
            </a:extLst>
          </p:cNvPr>
          <p:cNvCxnSpPr>
            <a:cxnSpLocks/>
          </p:cNvCxnSpPr>
          <p:nvPr/>
        </p:nvCxnSpPr>
        <p:spPr>
          <a:xfrm>
            <a:off x="12171769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E8F4196-3BCD-913E-89F6-5DEB1EB9FB2F}"/>
              </a:ext>
            </a:extLst>
          </p:cNvPr>
          <p:cNvCxnSpPr>
            <a:cxnSpLocks/>
          </p:cNvCxnSpPr>
          <p:nvPr/>
        </p:nvCxnSpPr>
        <p:spPr>
          <a:xfrm>
            <a:off x="18456598" y="8391930"/>
            <a:ext cx="0" cy="393066"/>
          </a:xfrm>
          <a:prstGeom prst="line">
            <a:avLst/>
          </a:prstGeom>
          <a:ln w="28575">
            <a:solidFill>
              <a:srgbClr val="9EE0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E8FD04-318A-EE85-EBB7-38FE229A4BDB}"/>
              </a:ext>
            </a:extLst>
          </p:cNvPr>
          <p:cNvSpPr txBox="1"/>
          <p:nvPr/>
        </p:nvSpPr>
        <p:spPr>
          <a:xfrm>
            <a:off x="6207829" y="355891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3 Engineers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1579D-E0F5-B3BC-9156-9A83ADFF5C3C}"/>
              </a:ext>
            </a:extLst>
          </p:cNvPr>
          <p:cNvSpPr txBox="1"/>
          <p:nvPr/>
        </p:nvSpPr>
        <p:spPr>
          <a:xfrm>
            <a:off x="5679509" y="10437230"/>
            <a:ext cx="414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Size – 2 Engineers</a:t>
            </a:r>
          </a:p>
        </p:txBody>
      </p:sp>
    </p:spTree>
    <p:extLst>
      <p:ext uri="{BB962C8B-B14F-4D97-AF65-F5344CB8AC3E}">
        <p14:creationId xmlns:p14="http://schemas.microsoft.com/office/powerpoint/2010/main" val="327809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19CD21-A9DB-48DE-A6D4-50B8DC3A9C5E}"/>
              </a:ext>
            </a:extLst>
          </p:cNvPr>
          <p:cNvSpPr/>
          <p:nvPr/>
        </p:nvSpPr>
        <p:spPr>
          <a:xfrm>
            <a:off x="17448303" y="4264188"/>
            <a:ext cx="2336143" cy="2336143"/>
          </a:xfrm>
          <a:prstGeom prst="roundRect">
            <a:avLst>
              <a:gd name="adj" fmla="val 13084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91416" rIns="182832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7198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4424BC-454C-400D-ACC1-3F3267F46473}"/>
              </a:ext>
            </a:extLst>
          </p:cNvPr>
          <p:cNvSpPr/>
          <p:nvPr/>
        </p:nvSpPr>
        <p:spPr>
          <a:xfrm>
            <a:off x="20159891" y="2291548"/>
            <a:ext cx="1430679" cy="1430679"/>
          </a:xfrm>
          <a:prstGeom prst="roundRect">
            <a:avLst>
              <a:gd name="adj" fmla="val 13084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91416" rIns="182832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7198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FDDF1A-BFA0-4403-B143-84944479E954}"/>
              </a:ext>
            </a:extLst>
          </p:cNvPr>
          <p:cNvSpPr txBox="1"/>
          <p:nvPr/>
        </p:nvSpPr>
        <p:spPr>
          <a:xfrm>
            <a:off x="9460916" y="254670"/>
            <a:ext cx="6388683" cy="1323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998" dirty="0">
                <a:solidFill>
                  <a:srgbClr val="0B0323"/>
                </a:solidFill>
                <a:latin typeface="+mj-lt"/>
              </a:rPr>
              <a:t>Pricing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078DF1B-683F-F464-BCE6-542CBC79F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965092"/>
              </p:ext>
            </p:extLst>
          </p:nvPr>
        </p:nvGraphicFramePr>
        <p:xfrm>
          <a:off x="1389527" y="1702128"/>
          <a:ext cx="21757055" cy="12082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112">
                  <a:extLst>
                    <a:ext uri="{9D8B030D-6E8A-4147-A177-3AD203B41FA5}">
                      <a16:colId xmlns:a16="http://schemas.microsoft.com/office/drawing/2014/main" val="3779735484"/>
                    </a:ext>
                  </a:extLst>
                </a:gridCol>
                <a:gridCol w="2282212">
                  <a:extLst>
                    <a:ext uri="{9D8B030D-6E8A-4147-A177-3AD203B41FA5}">
                      <a16:colId xmlns:a16="http://schemas.microsoft.com/office/drawing/2014/main" val="2142967613"/>
                    </a:ext>
                  </a:extLst>
                </a:gridCol>
                <a:gridCol w="1901457">
                  <a:extLst>
                    <a:ext uri="{9D8B030D-6E8A-4147-A177-3AD203B41FA5}">
                      <a16:colId xmlns:a16="http://schemas.microsoft.com/office/drawing/2014/main" val="1126084801"/>
                    </a:ext>
                  </a:extLst>
                </a:gridCol>
                <a:gridCol w="5272994">
                  <a:extLst>
                    <a:ext uri="{9D8B030D-6E8A-4147-A177-3AD203B41FA5}">
                      <a16:colId xmlns:a16="http://schemas.microsoft.com/office/drawing/2014/main" val="2697330320"/>
                    </a:ext>
                  </a:extLst>
                </a:gridCol>
                <a:gridCol w="3210428">
                  <a:extLst>
                    <a:ext uri="{9D8B030D-6E8A-4147-A177-3AD203B41FA5}">
                      <a16:colId xmlns:a16="http://schemas.microsoft.com/office/drawing/2014/main" val="2304767984"/>
                    </a:ext>
                  </a:extLst>
                </a:gridCol>
                <a:gridCol w="2157422">
                  <a:extLst>
                    <a:ext uri="{9D8B030D-6E8A-4147-A177-3AD203B41FA5}">
                      <a16:colId xmlns:a16="http://schemas.microsoft.com/office/drawing/2014/main" val="2307761282"/>
                    </a:ext>
                  </a:extLst>
                </a:gridCol>
                <a:gridCol w="4223430">
                  <a:extLst>
                    <a:ext uri="{9D8B030D-6E8A-4147-A177-3AD203B41FA5}">
                      <a16:colId xmlns:a16="http://schemas.microsoft.com/office/drawing/2014/main" val="485506438"/>
                    </a:ext>
                  </a:extLst>
                </a:gridCol>
              </a:tblGrid>
              <a:tr h="990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Role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Resources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Experience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Responsibility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Engagement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Rate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Cost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1995526989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 Api – Lead Developer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10 Yrs.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Ensure Enterprise SOA architectures, write SDKs, Framework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5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25$/Hr.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4250*2 = 8500$</a:t>
                      </a:r>
                    </a:p>
                    <a:p>
                      <a:pPr algn="ctr"/>
                      <a:r>
                        <a:rPr lang="en-US" sz="2200" b="0" dirty="0"/>
                        <a:t>8500$*5 = 42500$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2450084464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Api – Senior Developer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8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5 Yrs.</a:t>
                      </a:r>
                    </a:p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Work primarily on SDK’s and frameworks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5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12$/Hr.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2040*8 = 16320$</a:t>
                      </a:r>
                    </a:p>
                    <a:p>
                      <a:pPr algn="ctr"/>
                      <a:r>
                        <a:rPr lang="en-US" sz="2200" b="0" dirty="0"/>
                        <a:t>16320$*5 = 81600$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687617810"/>
                  </a:ext>
                </a:extLst>
              </a:tr>
              <a:tr h="986909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UI – Lead Developer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10 Yrs.</a:t>
                      </a:r>
                    </a:p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Write UI libraries and components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5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25$/Hr.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4250*1 = 4250$</a:t>
                      </a:r>
                    </a:p>
                    <a:p>
                      <a:pPr algn="ctr"/>
                      <a:r>
                        <a:rPr lang="en-US" sz="2200" b="0" dirty="0"/>
                        <a:t>4250$*5 = 21250$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3271388599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UI – Senior Developer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5 Yrs.</a:t>
                      </a:r>
                    </a:p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Write UI components using libraries &amp; framework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5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10$/Hr.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1700*2=3400$</a:t>
                      </a:r>
                    </a:p>
                    <a:p>
                      <a:pPr algn="ctr"/>
                      <a:r>
                        <a:rPr lang="en-US" sz="2200" b="0" dirty="0"/>
                        <a:t>3400$*5= 17000$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1127115572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UX Designer Lead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10 Yrs.</a:t>
                      </a:r>
                    </a:p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Does business analysis , Information architecture, Themes , Designs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 Month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25$/Hr.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4250*1=4250$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4227696826"/>
                  </a:ext>
                </a:extLst>
              </a:tr>
              <a:tr h="99090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UX Designer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6 Yrs.</a:t>
                      </a:r>
                    </a:p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Does business analysis and Designs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10$/Hr.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1700*2=3400$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2329890652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AWS DevOps Engineer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1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8 Yrs.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Provision/ Automate AWS cloud services, maintain Env’s and  automate CI/CD, operations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15$/Hr.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2550*1=2550$</a:t>
                      </a:r>
                    </a:p>
                    <a:p>
                      <a:pPr algn="ctr"/>
                      <a:r>
                        <a:rPr lang="en-US" sz="2200" b="0" dirty="0"/>
                        <a:t>2550$*2 = 5100$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1504316383"/>
                  </a:ext>
                </a:extLst>
              </a:tr>
              <a:tr h="118841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Test Engineer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2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2 Yrs.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Do functional/</a:t>
                      </a:r>
                      <a:r>
                        <a:rPr lang="en-US" sz="2200" b="0" dirty="0" err="1"/>
                        <a:t>api</a:t>
                      </a:r>
                      <a:r>
                        <a:rPr lang="en-US" sz="2200" b="0" dirty="0"/>
                        <a:t>/performance testing with cucumber/postman gatling/JMeter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4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10$/Hr.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1700*2=3400$</a:t>
                      </a:r>
                    </a:p>
                    <a:p>
                      <a:pPr algn="ctr"/>
                      <a:r>
                        <a:rPr lang="en-US" sz="2200" b="0" dirty="0"/>
                        <a:t>3400$*4 = 13600$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1281348985"/>
                  </a:ext>
                </a:extLst>
              </a:tr>
              <a:tr h="9909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Scrum Master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1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10 Yrs.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Manages customer, team and release. 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6 Months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20$/Hr.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3400*1=3400$</a:t>
                      </a:r>
                    </a:p>
                    <a:p>
                      <a:pPr algn="ctr"/>
                      <a:r>
                        <a:rPr lang="en-US" sz="2200" b="0" dirty="0"/>
                        <a:t>3400$*6 = 20400$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2544307599"/>
                  </a:ext>
                </a:extLst>
              </a:tr>
              <a:tr h="9909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Total Cost</a:t>
                      </a:r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0" dirty="0"/>
                    </a:p>
                  </a:txBody>
                  <a:tcPr marL="182832" marR="182832" marT="91416" marB="914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209,100$</a:t>
                      </a:r>
                    </a:p>
                  </a:txBody>
                  <a:tcPr marL="182832" marR="182832" marT="91416" marB="91416" anchor="ctr"/>
                </a:tc>
                <a:extLst>
                  <a:ext uri="{0D108BD9-81ED-4DB2-BD59-A6C34878D82A}">
                    <a16:rowId xmlns:a16="http://schemas.microsoft.com/office/drawing/2014/main" val="2909498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94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1.11022E-16 -1.48148E-6 L 1.11022E-16 0.03681 " pathEditMode="relative" rAng="0" ptsTypes="AA">
                                      <p:cBhvr>
                                        <p:cTn id="17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2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875E-6 -4.81481E-6 L -1.875E-6 -0.11689 " pathEditMode="relative" rAng="0" ptsTypes="AA">
                                      <p:cBhvr>
                                        <p:cTn id="22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19CD21-A9DB-48DE-A6D4-50B8DC3A9C5E}"/>
              </a:ext>
            </a:extLst>
          </p:cNvPr>
          <p:cNvSpPr/>
          <p:nvPr/>
        </p:nvSpPr>
        <p:spPr>
          <a:xfrm>
            <a:off x="17448303" y="4264188"/>
            <a:ext cx="2336143" cy="2336143"/>
          </a:xfrm>
          <a:prstGeom prst="roundRect">
            <a:avLst>
              <a:gd name="adj" fmla="val 13084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91416" rIns="182832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7198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4424BC-454C-400D-ACC1-3F3267F46473}"/>
              </a:ext>
            </a:extLst>
          </p:cNvPr>
          <p:cNvSpPr/>
          <p:nvPr/>
        </p:nvSpPr>
        <p:spPr>
          <a:xfrm>
            <a:off x="20159891" y="2291548"/>
            <a:ext cx="1430679" cy="1430679"/>
          </a:xfrm>
          <a:prstGeom prst="roundRect">
            <a:avLst>
              <a:gd name="adj" fmla="val 13084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91416" rIns="182832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7198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FDDF1A-BFA0-4403-B143-84944479E954}"/>
              </a:ext>
            </a:extLst>
          </p:cNvPr>
          <p:cNvSpPr txBox="1"/>
          <p:nvPr/>
        </p:nvSpPr>
        <p:spPr>
          <a:xfrm>
            <a:off x="8528471" y="254670"/>
            <a:ext cx="6920865" cy="255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998" dirty="0">
                <a:solidFill>
                  <a:srgbClr val="0B0323"/>
                </a:solidFill>
                <a:latin typeface="+mj-lt"/>
              </a:rPr>
              <a:t>Pricing Models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BEBAD5-56DA-4668-B47E-20D62B368AAA}"/>
              </a:ext>
            </a:extLst>
          </p:cNvPr>
          <p:cNvSpPr/>
          <p:nvPr/>
        </p:nvSpPr>
        <p:spPr>
          <a:xfrm>
            <a:off x="822745" y="1670075"/>
            <a:ext cx="22908897" cy="10837445"/>
          </a:xfrm>
          <a:prstGeom prst="roundRect">
            <a:avLst>
              <a:gd name="adj" fmla="val 8935"/>
            </a:avLst>
          </a:prstGeom>
          <a:solidFill>
            <a:schemeClr val="bg1"/>
          </a:solidFill>
          <a:ln>
            <a:noFill/>
          </a:ln>
          <a:effectLst>
            <a:outerShdw blurRad="1079500" dist="762000" dir="2700000" sx="85000" sy="85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91416" rIns="182832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7198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4B70BF-ACF7-BCCA-A17D-EF72BB15E5FD}"/>
              </a:ext>
            </a:extLst>
          </p:cNvPr>
          <p:cNvGraphicFramePr>
            <a:graphicFrameLocks noGrp="1"/>
          </p:cNvGraphicFramePr>
          <p:nvPr/>
        </p:nvGraphicFramePr>
        <p:xfrm>
          <a:off x="1282922" y="2436972"/>
          <a:ext cx="21936790" cy="932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418">
                  <a:extLst>
                    <a:ext uri="{9D8B030D-6E8A-4147-A177-3AD203B41FA5}">
                      <a16:colId xmlns:a16="http://schemas.microsoft.com/office/drawing/2014/main" val="2373957596"/>
                    </a:ext>
                  </a:extLst>
                </a:gridCol>
                <a:gridCol w="18359372">
                  <a:extLst>
                    <a:ext uri="{9D8B030D-6E8A-4147-A177-3AD203B41FA5}">
                      <a16:colId xmlns:a16="http://schemas.microsoft.com/office/drawing/2014/main" val="3872354840"/>
                    </a:ext>
                  </a:extLst>
                </a:gridCol>
              </a:tblGrid>
              <a:tr h="1165996">
                <a:tc>
                  <a:txBody>
                    <a:bodyPr/>
                    <a:lstStyle/>
                    <a:p>
                      <a:r>
                        <a:rPr lang="en-IN" sz="2800" b="0" dirty="0"/>
                        <a:t>Outcome </a:t>
                      </a:r>
                    </a:p>
                    <a:p>
                      <a:r>
                        <a:rPr lang="en-IN" sz="2800" b="0" dirty="0"/>
                        <a:t>Based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Budget for estimated outcome volume. </a:t>
                      </a:r>
                    </a:p>
                    <a:p>
                      <a:r>
                        <a:rPr lang="en-US" sz="2800" b="0" dirty="0"/>
                        <a:t>Payment based on result / SLAs.</a:t>
                      </a:r>
                      <a:endParaRPr lang="en-IN" sz="2800" b="0" dirty="0"/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822417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Managed Services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Budget for monthly fixed cost and x% of variance cost.</a:t>
                      </a:r>
                    </a:p>
                    <a:p>
                      <a:r>
                        <a:rPr lang="en-US" sz="2800" dirty="0"/>
                        <a:t>Payment</a:t>
                      </a:r>
                      <a:r>
                        <a:rPr lang="en-IN" sz="2800" dirty="0"/>
                        <a:t> based on delivered units.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494072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Transaction based model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Budget for a specific transaction volume band per agreed duration.</a:t>
                      </a:r>
                    </a:p>
                    <a:p>
                      <a:r>
                        <a:rPr lang="en-US" sz="2800" dirty="0"/>
                        <a:t>Payment based on transaction volume executed in agreed duration</a:t>
                      </a:r>
                      <a:endParaRPr lang="en-IN" sz="2800" dirty="0"/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772868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Fixed Price (FP)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Specific / limited budget with predicted needs for few years.</a:t>
                      </a:r>
                    </a:p>
                    <a:p>
                      <a:r>
                        <a:rPr lang="en-US" sz="2800" dirty="0"/>
                        <a:t>Payment based on Milestone/ project Completion.</a:t>
                      </a:r>
                      <a:endParaRPr lang="en-IN" sz="2800" dirty="0"/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927002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Time &amp; Material(T&amp;M) 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Floating budget.</a:t>
                      </a:r>
                    </a:p>
                    <a:p>
                      <a:r>
                        <a:rPr lang="en-IN" sz="2800" dirty="0"/>
                        <a:t>Payment based on Effort Put.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711909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Hybrid (T&amp;M for FP)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Phase wise budget, Phase1: Floating budget Phase2 : Specific / limited budget.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Payment – Phase1 –Effort Based, Phase2 – Milestone / Project Completion.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754457"/>
                  </a:ext>
                </a:extLst>
              </a:tr>
              <a:tr h="1165996">
                <a:tc>
                  <a:txBody>
                    <a:bodyPr/>
                    <a:lstStyle/>
                    <a:p>
                      <a:r>
                        <a:rPr lang="en-IN" sz="2800" dirty="0"/>
                        <a:t>Dedicated team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Fixed monthly budget.</a:t>
                      </a:r>
                    </a:p>
                    <a:p>
                      <a:r>
                        <a:rPr lang="en-IN" sz="2800" dirty="0"/>
                        <a:t>Payment based on resource.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418644"/>
                  </a:ext>
                </a:extLst>
              </a:tr>
              <a:tr h="1165996">
                <a:tc gridSpan="2">
                  <a:txBody>
                    <a:bodyPr/>
                    <a:lstStyle/>
                    <a:p>
                      <a:r>
                        <a:rPr lang="en-IN" sz="2800" b="1" dirty="0"/>
                        <a:t>While we are open to any flexible model, we strongly prefer, outcome based pricing model substantiated by our open product driven solutioning that protect customer investments.</a:t>
                      </a:r>
                    </a:p>
                  </a:txBody>
                  <a:tcPr marL="182832" marR="182832" marT="91416" marB="91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989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26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1.11022E-16 -1.48148E-6 L 1.11022E-16 0.03681 " pathEditMode="relative" rAng="0" ptsTypes="AA">
                                      <p:cBhvr>
                                        <p:cTn id="22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2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875E-6 -4.81481E-6 L -1.875E-6 -0.11689 " pathEditMode="relative" rAng="0" ptsTypes="AA">
                                      <p:cBhvr>
                                        <p:cTn id="27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" grpId="0"/>
      <p:bldP spid="4" grpId="0" animBg="1"/>
    </p:bldLst>
  </p:timing>
</p:sld>
</file>

<file path=ppt/theme/theme1.xml><?xml version="1.0" encoding="utf-8"?>
<a:theme xmlns:a="http://schemas.openxmlformats.org/drawingml/2006/main" name="Default Theme">
  <a:themeElements>
    <a:clrScheme name="Scheme #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D22FE"/>
      </a:accent1>
      <a:accent2>
        <a:srgbClr val="FF6E0F"/>
      </a:accent2>
      <a:accent3>
        <a:srgbClr val="FFD753"/>
      </a:accent3>
      <a:accent4>
        <a:srgbClr val="77E1C3"/>
      </a:accent4>
      <a:accent5>
        <a:srgbClr val="9F61F1"/>
      </a:accent5>
      <a:accent6>
        <a:srgbClr val="0DB1F8"/>
      </a:accent6>
      <a:hlink>
        <a:srgbClr val="0563C1"/>
      </a:hlink>
      <a:folHlink>
        <a:srgbClr val="954F72"/>
      </a:folHlink>
    </a:clrScheme>
    <a:fontScheme name="Corporate">
      <a:majorFont>
        <a:latin typeface="Poppins SemiBold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168850</TotalTime>
  <Words>522</Words>
  <Application>Microsoft Office PowerPoint</Application>
  <PresentationFormat>Custom</PresentationFormat>
  <Paragraphs>136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Light</vt:lpstr>
      <vt:lpstr>Lato Light</vt:lpstr>
      <vt:lpstr>Poppins Light</vt:lpstr>
      <vt:lpstr>Poppins SemiBold</vt:lpstr>
      <vt:lpstr>Raleway SemiBold</vt:lpstr>
      <vt:lpstr>Roboto</vt:lpstr>
      <vt:lpstr>Default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lastModifiedBy>Papu Bhattacharya</cp:lastModifiedBy>
  <cp:revision>10380</cp:revision>
  <dcterms:created xsi:type="dcterms:W3CDTF">2014-11-12T21:47:38Z</dcterms:created>
  <dcterms:modified xsi:type="dcterms:W3CDTF">2023-07-17T17:21:24Z</dcterms:modified>
</cp:coreProperties>
</file>