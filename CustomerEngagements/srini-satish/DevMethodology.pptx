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4"/>
  </p:sldMasterIdLst>
  <p:notesMasterIdLst>
    <p:notesMasterId r:id="rId10"/>
  </p:notesMasterIdLst>
  <p:handoutMasterIdLst>
    <p:handoutMasterId r:id="rId11"/>
  </p:handoutMasterIdLst>
  <p:sldIdLst>
    <p:sldId id="934" r:id="rId5"/>
    <p:sldId id="936" r:id="rId6"/>
    <p:sldId id="331" r:id="rId7"/>
    <p:sldId id="340" r:id="rId8"/>
    <p:sldId id="931" r:id="rId9"/>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666666"/>
    <a:srgbClr val="00B0F0"/>
    <a:srgbClr val="83A2D9"/>
    <a:srgbClr val="ADB9CA"/>
    <a:srgbClr val="B4C7E7"/>
    <a:srgbClr val="CFD5EA"/>
    <a:srgbClr val="E9EBF5"/>
    <a:srgbClr val="EE29DC"/>
    <a:srgbClr val="EEC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91799" autoAdjust="0"/>
  </p:normalViewPr>
  <p:slideViewPr>
    <p:cSldViewPr snapToGrid="0">
      <p:cViewPr varScale="1">
        <p:scale>
          <a:sx n="97" d="100"/>
          <a:sy n="97" d="100"/>
        </p:scale>
        <p:origin x="484" y="60"/>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75" d="100"/>
        <a:sy n="75" d="100"/>
      </p:scale>
      <p:origin x="0" y="0"/>
    </p:cViewPr>
  </p:notesTextViewPr>
  <p:sorterViewPr>
    <p:cViewPr>
      <p:scale>
        <a:sx n="100" d="100"/>
        <a:sy n="100" d="100"/>
      </p:scale>
      <p:origin x="0" y="5490"/>
    </p:cViewPr>
  </p:sorterViewPr>
  <p:notesViewPr>
    <p:cSldViewPr snapToGrid="0">
      <p:cViewPr varScale="1">
        <p:scale>
          <a:sx n="81" d="100"/>
          <a:sy n="81" d="100"/>
        </p:scale>
        <p:origin x="2112" y="53"/>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9/30/2021</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9/30/2021</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3</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5</a:t>
            </a:fld>
            <a:endParaRPr lang="en-US"/>
          </a:p>
        </p:txBody>
      </p:sp>
    </p:spTree>
    <p:extLst>
      <p:ext uri="{BB962C8B-B14F-4D97-AF65-F5344CB8AC3E}">
        <p14:creationId xmlns:p14="http://schemas.microsoft.com/office/powerpoint/2010/main" val="659267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C470-AD6E-4186-B9D1-F5CD3B500E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3C95E8-2456-4167-873C-DCE7CAAC38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2A8EA70-3D9F-4AF5-98CD-ADBF6098E199}"/>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5" name="Footer Placeholder 4">
            <a:extLst>
              <a:ext uri="{FF2B5EF4-FFF2-40B4-BE49-F238E27FC236}">
                <a16:creationId xmlns:a16="http://schemas.microsoft.com/office/drawing/2014/main" id="{23F43C81-0BFA-4130-A65D-D3CC84505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84D5-BB7E-4E36-BDD6-EFE15F39073F}"/>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9899198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13E0-DD14-47F6-9B7F-42FBF6140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29E49-3498-4403-82C4-B1F6B86D59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97E07-562F-45F1-837C-60309DDD771F}"/>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5" name="Footer Placeholder 4">
            <a:extLst>
              <a:ext uri="{FF2B5EF4-FFF2-40B4-BE49-F238E27FC236}">
                <a16:creationId xmlns:a16="http://schemas.microsoft.com/office/drawing/2014/main" id="{0CEF44FE-B2E7-4C3E-A0FF-6663FE339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7BC22-0663-4485-AAEC-0BD58F22644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37944400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CC4-3A0B-4712-A9F7-8EFECAA65EA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C75C78-E1BE-4358-BCCB-44D8FE6C948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5536-F69A-4616-A789-DA0A622B9244}"/>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5" name="Footer Placeholder 4">
            <a:extLst>
              <a:ext uri="{FF2B5EF4-FFF2-40B4-BE49-F238E27FC236}">
                <a16:creationId xmlns:a16="http://schemas.microsoft.com/office/drawing/2014/main" id="{9A658AAC-821A-44AE-8EE6-C0A1200FC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20430-D5EC-4964-B716-240956BB231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432167756"/>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28F0-303B-4830-9E52-17B2E6DD9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EB1E4-6C50-4BA0-AB4A-0E170CA477A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C525F4-5C5E-4C65-A4B4-F4613C63D3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5BC1C-BB68-4BEF-8C5B-5F1CE4BEA347}"/>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6" name="Footer Placeholder 5">
            <a:extLst>
              <a:ext uri="{FF2B5EF4-FFF2-40B4-BE49-F238E27FC236}">
                <a16:creationId xmlns:a16="http://schemas.microsoft.com/office/drawing/2014/main" id="{DC2B7364-CEC3-4B58-A2E4-650734E4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6CBE-3367-47A8-A624-5AA9168A8C4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57901034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F2DC-7C77-423C-B5AA-22D7DD08DE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FEFCC-4ACB-4A5B-A4AC-E10B7B40D56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928E7C7-CF83-449D-ACC7-0141E70E6AD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D6AC6-B8C6-4A02-8F99-A7E0F493353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F52BC-C951-4B70-9938-2B204E1F4B9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33799-1F0E-4495-8FE1-72980475DDDD}"/>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8" name="Footer Placeholder 7">
            <a:extLst>
              <a:ext uri="{FF2B5EF4-FFF2-40B4-BE49-F238E27FC236}">
                <a16:creationId xmlns:a16="http://schemas.microsoft.com/office/drawing/2014/main" id="{27F4A26C-594B-4849-ADE7-BDD65FA6FD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0AB182-1C5B-41A4-992A-A46157BC102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58960487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E026-9521-49F9-9910-4E59D0EE7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90F577-9C03-4D72-B18C-3DB7A3079E7A}"/>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4" name="Footer Placeholder 3">
            <a:extLst>
              <a:ext uri="{FF2B5EF4-FFF2-40B4-BE49-F238E27FC236}">
                <a16:creationId xmlns:a16="http://schemas.microsoft.com/office/drawing/2014/main" id="{2A5D3A2E-13DC-495D-90A7-7A4E5FDF7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7EF5E-5D2B-4CCD-B2BC-2A9FAD1D2DA4}"/>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6" name="Rectangle 5">
            <a:extLst>
              <a:ext uri="{FF2B5EF4-FFF2-40B4-BE49-F238E27FC236}">
                <a16:creationId xmlns:a16="http://schemas.microsoft.com/office/drawing/2014/main" id="{B10C55AE-6A42-40C6-97AE-E89CE4E6C939}"/>
              </a:ext>
            </a:extLst>
          </p:cNvPr>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315346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18A9C-B077-499A-8FA9-DFFA04A07D06}"/>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3" name="Footer Placeholder 2">
            <a:extLst>
              <a:ext uri="{FF2B5EF4-FFF2-40B4-BE49-F238E27FC236}">
                <a16:creationId xmlns:a16="http://schemas.microsoft.com/office/drawing/2014/main" id="{463B566F-A0BB-400C-A181-7DA718D963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758D3B-0ADC-4EE2-8119-D2FEA44A894F}"/>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5" name="Graphic 5">
            <a:extLst>
              <a:ext uri="{FF2B5EF4-FFF2-40B4-BE49-F238E27FC236}">
                <a16:creationId xmlns:a16="http://schemas.microsoft.com/office/drawing/2014/main" id="{B8F8BF69-64D7-4398-A323-00B3D8B0C0C0}"/>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376080980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E1F1-69D8-4AB9-A2CB-D1008002AA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920CFE4-0CFA-4BB0-99D2-46954FDDAFD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256C7-FCFA-43F1-94D2-4A905D20321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D5FC62-A4D6-4E31-874E-E2F7D31AD553}"/>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6" name="Footer Placeholder 5">
            <a:extLst>
              <a:ext uri="{FF2B5EF4-FFF2-40B4-BE49-F238E27FC236}">
                <a16:creationId xmlns:a16="http://schemas.microsoft.com/office/drawing/2014/main" id="{7A567646-D893-4414-BAEC-A3578E0E0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F64B9-EAA5-4849-872E-8A5B5815208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8362207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09EF-03C5-4888-88B5-4EA70E4254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8A5960-079A-48E1-843B-4F5A89112DB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ED5F0BC-0F2D-4FBE-B9F3-4AA42F04CC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89127A3-FA32-49FB-9287-668F7ED6DF56}"/>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6" name="Footer Placeholder 5">
            <a:extLst>
              <a:ext uri="{FF2B5EF4-FFF2-40B4-BE49-F238E27FC236}">
                <a16:creationId xmlns:a16="http://schemas.microsoft.com/office/drawing/2014/main" id="{E7882F0A-7C33-4891-8DDC-058E2B9CE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4B07F-B89D-44C8-9955-21F878CB402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7803190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3897-2A10-48CC-B46F-A4984195F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313DE-D904-4D6D-A071-8078EACAB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8042B-5B4A-4A4A-91CB-597523F4FBF3}"/>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5" name="Footer Placeholder 4">
            <a:extLst>
              <a:ext uri="{FF2B5EF4-FFF2-40B4-BE49-F238E27FC236}">
                <a16:creationId xmlns:a16="http://schemas.microsoft.com/office/drawing/2014/main" id="{AD9FBA54-D886-4643-8534-A20CFD9E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AA205-DC56-4C6D-B193-E25F0A4A1D5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6136027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3D52B-5A56-4B4C-9B42-D9A53D1575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A10A3-6943-4364-97E4-E652E32B323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1A199-B825-4041-8038-B421CFEF7369}"/>
              </a:ext>
            </a:extLst>
          </p:cNvPr>
          <p:cNvSpPr>
            <a:spLocks noGrp="1"/>
          </p:cNvSpPr>
          <p:nvPr>
            <p:ph type="dt" sz="half" idx="10"/>
          </p:nvPr>
        </p:nvSpPr>
        <p:spPr/>
        <p:txBody>
          <a:bodyPr/>
          <a:lstStyle/>
          <a:p>
            <a:fld id="{EEA2FC0F-490E-4037-809F-EE94D2F34D5E}" type="datetimeFigureOut">
              <a:rPr lang="en-US" smtClean="0"/>
              <a:t>9/30/2021</a:t>
            </a:fld>
            <a:endParaRPr lang="en-US"/>
          </a:p>
        </p:txBody>
      </p:sp>
      <p:sp>
        <p:nvSpPr>
          <p:cNvPr id="5" name="Footer Placeholder 4">
            <a:extLst>
              <a:ext uri="{FF2B5EF4-FFF2-40B4-BE49-F238E27FC236}">
                <a16:creationId xmlns:a16="http://schemas.microsoft.com/office/drawing/2014/main" id="{630F5A77-474F-4406-90D1-B956A7B3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8F4A5-AF5C-4AA5-BA15-0F4D22CF1B2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837694370"/>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Body Slide with Headlin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3429000"/>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D6EC5702-CC6C-449A-9363-23B4FFE00979}" type="datetime1">
              <a:rPr lang="en-US" smtClean="0"/>
              <a:t>9/30/2021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Option 2">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885949"/>
            <a:ext cx="9144000" cy="2743201"/>
          </a:xfrm>
        </p:spPr>
        <p:txBody>
          <a:bodyPr anchor="ctr" anchorCtr="0"/>
          <a:lstStyle>
            <a:lvl1pPr marL="0" indent="0" algn="ctr">
              <a:buFontTx/>
              <a:buNone/>
              <a:defRPr sz="1200"/>
            </a:lvl1pPr>
          </a:lstStyle>
          <a:p>
            <a:endParaRPr lang="en-US" dirty="0"/>
          </a:p>
        </p:txBody>
      </p:sp>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baseline="0"/>
            </a:lvl1pPr>
          </a:lstStyle>
          <a:p>
            <a:r>
              <a:rPr lang="en-US" dirty="0"/>
              <a:t>Slide Title</a:t>
            </a:r>
          </a:p>
        </p:txBody>
      </p:sp>
      <p:sp>
        <p:nvSpPr>
          <p:cNvPr id="6" name="Text Placeholder 12"/>
          <p:cNvSpPr>
            <a:spLocks noGrp="1"/>
          </p:cNvSpPr>
          <p:nvPr>
            <p:ph type="body" sz="quarter" idx="12" hasCustomPrompt="1"/>
          </p:nvPr>
        </p:nvSpPr>
        <p:spPr>
          <a:xfrm>
            <a:off x="228600" y="731520"/>
            <a:ext cx="6483096" cy="457200"/>
          </a:xfrm>
        </p:spPr>
        <p:txBody>
          <a:bodyPr lIns="0" tIns="0" rIns="0" bIns="0">
            <a:noAutofit/>
          </a:bodyPr>
          <a:lstStyle>
            <a:lvl1pPr marL="0" indent="0">
              <a:spcBef>
                <a:spcPts val="0"/>
              </a:spcBef>
              <a:buFontTx/>
              <a:buNone/>
              <a:defRPr sz="1800"/>
            </a:lvl1pPr>
          </a:lstStyle>
          <a:p>
            <a:pPr lvl="0"/>
            <a:r>
              <a:rPr lang="en-US" dirty="0"/>
              <a:t>Subhead</a:t>
            </a:r>
          </a:p>
        </p:txBody>
      </p:sp>
      <p:sp>
        <p:nvSpPr>
          <p:cNvPr id="10" name="Rectangle 9"/>
          <p:cNvSpPr/>
          <p:nvPr userDrawn="1"/>
        </p:nvSpPr>
        <p:spPr>
          <a:xfrm>
            <a:off x="8704716" y="4879337"/>
            <a:ext cx="218782" cy="1590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1" name="Picture 10" descr="hitachi-consulting-logo-rendered.png"/>
          <p:cNvPicPr>
            <a:picLocks noChangeAspect="1"/>
          </p:cNvPicPr>
          <p:nvPr userDrawn="1"/>
        </p:nvPicPr>
        <p:blipFill>
          <a:blip r:embed="rId2"/>
          <a:stretch>
            <a:fillRect/>
          </a:stretch>
        </p:blipFill>
        <p:spPr>
          <a:xfrm>
            <a:off x="230188" y="4714875"/>
            <a:ext cx="1798009" cy="352519"/>
          </a:xfrm>
          <a:prstGeom prst="rect">
            <a:avLst/>
          </a:prstGeom>
        </p:spPr>
      </p:pic>
      <p:pic>
        <p:nvPicPr>
          <p:cNvPr id="13" name="Picture 12" descr="hitachi-inspire-the-next-logo.png"/>
          <p:cNvPicPr>
            <a:picLocks noChangeAspect="1"/>
          </p:cNvPicPr>
          <p:nvPr userDrawn="1"/>
        </p:nvPicPr>
        <p:blipFill>
          <a:blip r:embed="rId3">
            <a:alphaModFix/>
          </a:blip>
          <a:stretch>
            <a:fillRect/>
          </a:stretch>
        </p:blipFill>
        <p:spPr>
          <a:xfrm>
            <a:off x="7740438" y="128016"/>
            <a:ext cx="1289130" cy="52232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Option 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0" y="1200150"/>
            <a:ext cx="9144000" cy="3429000"/>
          </a:xfrm>
        </p:spPr>
        <p:txBody>
          <a:bodyPr anchor="ctr" anchorCtr="0">
            <a:noAutofit/>
          </a:bodyPr>
          <a:lstStyle>
            <a:lvl1pPr marL="0" indent="0" algn="ctr">
              <a:buFontTx/>
              <a:buNone/>
              <a:defRPr sz="1200"/>
            </a:lvl1pPr>
          </a:lstStyle>
          <a:p>
            <a:endParaRPr lang="en-US" dirty="0"/>
          </a:p>
        </p:txBody>
      </p:sp>
      <p:pic>
        <p:nvPicPr>
          <p:cNvPr id="7" name="Picture 6"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1"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sp>
        <p:nvSpPr>
          <p:cNvPr id="18" name="Picture Placeholder 16"/>
          <p:cNvSpPr>
            <a:spLocks noGrp="1"/>
          </p:cNvSpPr>
          <p:nvPr>
            <p:ph type="pic" sz="quarter" idx="15"/>
          </p:nvPr>
        </p:nvSpPr>
        <p:spPr>
          <a:xfrm>
            <a:off x="0" y="1200151"/>
            <a:ext cx="5430837" cy="3428999"/>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4"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Option 3">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0" y="1889125"/>
            <a:ext cx="9144000" cy="2740025"/>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C Background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extLst>
      <p:ext uri="{BB962C8B-B14F-4D97-AF65-F5344CB8AC3E}">
        <p14:creationId xmlns:p14="http://schemas.microsoft.com/office/powerpoint/2010/main" val="1747966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and Table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69235B16-92EC-4ADE-AC67-A1F32B564842}" type="datetime1">
              <a:rPr lang="en-US" smtClean="0"/>
              <a:t>9/30/2021</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2286000" cy="457200"/>
          </a:xfrm>
        </p:spPr>
        <p:txBody>
          <a:bodyPr anchor="ctr" anchorCtr="0">
            <a:noAutofit/>
          </a:bodyPr>
          <a:lstStyle>
            <a:lvl1pPr algn="ctr">
              <a:buNone/>
              <a:defRPr sz="1200"/>
            </a:lvl1pPr>
          </a:lstStyle>
          <a:p>
            <a:endParaRPr lang="en-US" dirty="0"/>
          </a:p>
        </p:txBody>
      </p:sp>
      <p:sp>
        <p:nvSpPr>
          <p:cNvPr id="29" name="Picture Placeholder 16"/>
          <p:cNvSpPr>
            <a:spLocks noGrp="1"/>
          </p:cNvSpPr>
          <p:nvPr>
            <p:ph type="pic" sz="quarter" idx="25"/>
          </p:nvPr>
        </p:nvSpPr>
        <p:spPr>
          <a:xfrm>
            <a:off x="230188" y="2452688"/>
            <a:ext cx="2286000" cy="457200"/>
          </a:xfrm>
        </p:spPr>
        <p:txBody>
          <a:bodyPr anchor="ctr" anchorCtr="0">
            <a:noAutofit/>
          </a:bodyPr>
          <a:lstStyle>
            <a:lvl1pPr algn="ctr">
              <a:buNone/>
              <a:defRPr sz="1200"/>
            </a:lvl1pPr>
          </a:lstStyle>
          <a:p>
            <a:endParaRPr lang="en-US" dirty="0"/>
          </a:p>
        </p:txBody>
      </p:sp>
      <p:sp>
        <p:nvSpPr>
          <p:cNvPr id="30" name="Picture Placeholder 16"/>
          <p:cNvSpPr>
            <a:spLocks noGrp="1"/>
          </p:cNvSpPr>
          <p:nvPr>
            <p:ph type="pic" sz="quarter" idx="26"/>
          </p:nvPr>
        </p:nvSpPr>
        <p:spPr>
          <a:xfrm>
            <a:off x="230188" y="3014663"/>
            <a:ext cx="2286000" cy="457200"/>
          </a:xfrm>
        </p:spPr>
        <p:txBody>
          <a:bodyPr anchor="ctr" anchorCtr="0">
            <a:noAutofit/>
          </a:bodyPr>
          <a:lstStyle>
            <a:lvl1pPr algn="ctr">
              <a:buNone/>
              <a:defRPr sz="1200"/>
            </a:lvl1pPr>
          </a:lstStyle>
          <a:p>
            <a:endParaRPr lang="en-US" dirty="0"/>
          </a:p>
        </p:txBody>
      </p:sp>
      <p:sp>
        <p:nvSpPr>
          <p:cNvPr id="31" name="Picture Placeholder 16"/>
          <p:cNvSpPr>
            <a:spLocks noGrp="1"/>
          </p:cNvSpPr>
          <p:nvPr>
            <p:ph type="pic" sz="quarter" idx="27"/>
          </p:nvPr>
        </p:nvSpPr>
        <p:spPr>
          <a:xfrm>
            <a:off x="230188" y="3578225"/>
            <a:ext cx="2286000" cy="457200"/>
          </a:xfrm>
        </p:spPr>
        <p:txBody>
          <a:bodyPr anchor="ctr" anchorCtr="0">
            <a:noAutofit/>
          </a:bodyPr>
          <a:lstStyle>
            <a:lvl1pPr algn="ctr">
              <a:buNone/>
              <a:defRPr sz="1200"/>
            </a:lvl1pPr>
          </a:lstStyle>
          <a:p>
            <a:endParaRPr lang="en-US" dirty="0"/>
          </a:p>
        </p:txBody>
      </p:sp>
      <p:sp>
        <p:nvSpPr>
          <p:cNvPr id="32" name="Picture Placeholder 16"/>
          <p:cNvSpPr>
            <a:spLocks noGrp="1"/>
          </p:cNvSpPr>
          <p:nvPr>
            <p:ph type="pic" sz="quarter" idx="28"/>
          </p:nvPr>
        </p:nvSpPr>
        <p:spPr>
          <a:xfrm>
            <a:off x="230188" y="4141788"/>
            <a:ext cx="2286000" cy="457200"/>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2760292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Graph Option 1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688975"/>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C48BA28F-F5EE-4CA9-83D1-C0DADD8673A3}" type="datetime1">
              <a:rPr lang="en-US" smtClean="0"/>
              <a:t>9/30/2021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4233672" cy="1225296"/>
          </a:xfrm>
        </p:spPr>
        <p:txBody>
          <a:bodyPr anchor="ctr" anchorCtr="0">
            <a:noAutofit/>
          </a:bodyPr>
          <a:lstStyle>
            <a:lvl1pPr algn="ctr">
              <a:buNone/>
              <a:defRPr sz="1200"/>
            </a:lvl1pPr>
          </a:lstStyle>
          <a:p>
            <a:endParaRPr lang="en-US" dirty="0"/>
          </a:p>
        </p:txBody>
      </p:sp>
      <p:sp>
        <p:nvSpPr>
          <p:cNvPr id="23" name="Picture Placeholder 16"/>
          <p:cNvSpPr>
            <a:spLocks noGrp="1"/>
          </p:cNvSpPr>
          <p:nvPr>
            <p:ph type="pic" sz="quarter" idx="16"/>
          </p:nvPr>
        </p:nvSpPr>
        <p:spPr>
          <a:xfrm>
            <a:off x="4680462" y="1889125"/>
            <a:ext cx="4233672" cy="1225296"/>
          </a:xfrm>
        </p:spPr>
        <p:txBody>
          <a:bodyPr anchor="ctr" anchorCtr="0">
            <a:noAutofit/>
          </a:bodyPr>
          <a:lstStyle>
            <a:lvl1pPr algn="ctr">
              <a:buNone/>
              <a:defRPr sz="1200"/>
            </a:lvl1pPr>
          </a:lstStyle>
          <a:p>
            <a:endParaRPr lang="en-US" dirty="0"/>
          </a:p>
        </p:txBody>
      </p:sp>
      <p:sp>
        <p:nvSpPr>
          <p:cNvPr id="24" name="Picture Placeholder 16"/>
          <p:cNvSpPr>
            <a:spLocks noGrp="1"/>
          </p:cNvSpPr>
          <p:nvPr>
            <p:ph type="pic" sz="quarter" idx="17"/>
          </p:nvPr>
        </p:nvSpPr>
        <p:spPr>
          <a:xfrm>
            <a:off x="230186" y="3378816"/>
            <a:ext cx="4233672" cy="1225296"/>
          </a:xfrm>
        </p:spPr>
        <p:txBody>
          <a:bodyPr anchor="ctr" anchorCtr="0">
            <a:noAutofit/>
          </a:bodyPr>
          <a:lstStyle>
            <a:lvl1pPr algn="ctr">
              <a:buNone/>
              <a:defRPr sz="1200"/>
            </a:lvl1pPr>
          </a:lstStyle>
          <a:p>
            <a:endParaRPr lang="en-US" dirty="0"/>
          </a:p>
        </p:txBody>
      </p:sp>
      <p:sp>
        <p:nvSpPr>
          <p:cNvPr id="25" name="Picture Placeholder 16"/>
          <p:cNvSpPr>
            <a:spLocks noGrp="1"/>
          </p:cNvSpPr>
          <p:nvPr>
            <p:ph type="pic" sz="quarter" idx="18"/>
          </p:nvPr>
        </p:nvSpPr>
        <p:spPr>
          <a:xfrm>
            <a:off x="4680462" y="3378816"/>
            <a:ext cx="4233672" cy="1225296"/>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1869532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Rectangle 2"/>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892110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53"/>
          <p:cNvSpPr>
            <a:spLocks noGrp="1"/>
          </p:cNvSpPr>
          <p:nvPr>
            <p:ph idx="1" hasCustomPrompt="1"/>
          </p:nvPr>
        </p:nvSpPr>
        <p:spPr>
          <a:xfrm>
            <a:off x="264161" y="1244666"/>
            <a:ext cx="8575039" cy="1494768"/>
          </a:xfrm>
          <a:prstGeom prst="rect">
            <a:avLst/>
          </a:prstGeom>
        </p:spPr>
        <p:txBody>
          <a:bodyPr vert="horz" wrap="square" lIns="91430" tIns="91440" rIns="91430" bIns="91440" rtlCol="0">
            <a:spAutoFit/>
          </a:bodyPr>
          <a:lstStyle>
            <a:lvl1pPr marL="280953" indent="-280953">
              <a:buSzPct val="55000"/>
              <a:buFont typeface="Wingdings" charset="2"/>
              <a:buChar char="u"/>
              <a:defRPr sz="1800"/>
            </a:lvl1pPr>
            <a:lvl2pPr>
              <a:defRPr sz="1600"/>
            </a:lvl2pPr>
            <a:lvl3pPr marL="855557" indent="-280953">
              <a:buClr>
                <a:schemeClr val="tx2"/>
              </a:buClr>
              <a:buFont typeface="Wingdings" charset="2"/>
              <a:buChar char="§"/>
              <a:defRPr sz="1600"/>
            </a:lvl3pPr>
            <a:lvl4pPr>
              <a:defRPr sz="1600" baseline="0"/>
            </a:lvl4pPr>
          </a:lstStyle>
          <a:p>
            <a:pPr lvl="0"/>
            <a:r>
              <a:rPr lang="en-US" dirty="0"/>
              <a:t>Click to add text</a:t>
            </a:r>
          </a:p>
          <a:p>
            <a:pPr lvl="1"/>
            <a:r>
              <a:rPr lang="en-US" dirty="0"/>
              <a:t>Second level</a:t>
            </a:r>
          </a:p>
          <a:p>
            <a:pPr lvl="2"/>
            <a:r>
              <a:rPr lang="en-US" dirty="0"/>
              <a:t>Third level</a:t>
            </a:r>
          </a:p>
          <a:p>
            <a:pPr lvl="3"/>
            <a:r>
              <a:rPr lang="en-US" dirty="0"/>
              <a:t>Forth level</a:t>
            </a:r>
          </a:p>
        </p:txBody>
      </p:sp>
      <p:sp>
        <p:nvSpPr>
          <p:cNvPr id="4" name="Text Placeholder 5"/>
          <p:cNvSpPr>
            <a:spLocks noGrp="1"/>
          </p:cNvSpPr>
          <p:nvPr>
            <p:ph type="body" sz="quarter" idx="24"/>
          </p:nvPr>
        </p:nvSpPr>
        <p:spPr>
          <a:xfrm>
            <a:off x="264160" y="877455"/>
            <a:ext cx="8575040" cy="369332"/>
          </a:xfrm>
          <a:prstGeom prst="rect">
            <a:avLst/>
          </a:prstGeom>
        </p:spPr>
        <p:txBody>
          <a:bodyPr>
            <a:spAutoFit/>
          </a:bodyPr>
          <a:lstStyle>
            <a:lvl1pPr marL="0" indent="0">
              <a:buNone/>
              <a:defRPr sz="1800" b="0"/>
            </a:lvl1pPr>
          </a:lstStyle>
          <a:p>
            <a:r>
              <a:rPr lang="en-US" dirty="0"/>
              <a:t>Slide subtitle</a:t>
            </a:r>
          </a:p>
        </p:txBody>
      </p:sp>
    </p:spTree>
    <p:extLst>
      <p:ext uri="{BB962C8B-B14F-4D97-AF65-F5344CB8AC3E}">
        <p14:creationId xmlns:p14="http://schemas.microsoft.com/office/powerpoint/2010/main" val="389059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4238530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79842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36B8-BC4D-477E-BD3E-1E14E11F431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B19134-91FE-46CC-B0FB-BEDBEF5880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AF512-084F-4371-A0B6-8088CB7789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EA2FC0F-490E-4037-809F-EE94D2F34D5E}" type="datetimeFigureOut">
              <a:rPr lang="en-US" smtClean="0"/>
              <a:t>9/30/2021</a:t>
            </a:fld>
            <a:endParaRPr lang="en-US"/>
          </a:p>
        </p:txBody>
      </p:sp>
      <p:sp>
        <p:nvSpPr>
          <p:cNvPr id="5" name="Footer Placeholder 4">
            <a:extLst>
              <a:ext uri="{FF2B5EF4-FFF2-40B4-BE49-F238E27FC236}">
                <a16:creationId xmlns:a16="http://schemas.microsoft.com/office/drawing/2014/main" id="{1E09B006-DED5-43AC-A255-C435A76BF94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5B28A4-A031-40DC-89D6-956EADB64DC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ECA14B2-F45F-4421-8663-2E4CBFF6CDB4}" type="slidenum">
              <a:rPr lang="en-US" smtClean="0"/>
              <a:t>‹#›</a:t>
            </a:fld>
            <a:endParaRPr lang="en-US"/>
          </a:p>
        </p:txBody>
      </p:sp>
    </p:spTree>
    <p:extLst>
      <p:ext uri="{BB962C8B-B14F-4D97-AF65-F5344CB8AC3E}">
        <p14:creationId xmlns:p14="http://schemas.microsoft.com/office/powerpoint/2010/main" val="342186497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654" r:id="rId12"/>
    <p:sldLayoutId id="2147483701" r:id="rId13"/>
    <p:sldLayoutId id="2147483668" r:id="rId14"/>
    <p:sldLayoutId id="2147483670" r:id="rId15"/>
    <p:sldLayoutId id="2147483671" r:id="rId16"/>
    <p:sldLayoutId id="2147483716" r:id="rId17"/>
    <p:sldLayoutId id="2147483708" r:id="rId18"/>
    <p:sldLayoutId id="2147483709" r:id="rId19"/>
    <p:sldLayoutId id="2147483718" r:id="rId20"/>
    <p:sldLayoutId id="2147483719" r:id="rId21"/>
    <p:sldLayoutId id="2147483737" r:id="rId22"/>
    <p:sldLayoutId id="2147483738" r:id="rId23"/>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7508" y="1344700"/>
            <a:ext cx="260730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1600" dirty="0">
                <a:solidFill>
                  <a:srgbClr val="ED7D31"/>
                </a:solidFill>
                <a:latin typeface="Raleway ExtraBold" panose="020B0903030101060003" pitchFamily="34" charset="0"/>
              </a:rPr>
              <a:t>Development  Principle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24388" y="1943544"/>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build custom solutions based on Cloud Native principles with micro-service-based architecture , driven by DevSecOps approach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pic>
        <p:nvPicPr>
          <p:cNvPr id="3" name="Picture 2">
            <a:extLst>
              <a:ext uri="{FF2B5EF4-FFF2-40B4-BE49-F238E27FC236}">
                <a16:creationId xmlns:a16="http://schemas.microsoft.com/office/drawing/2014/main" id="{7F97DF68-A58F-46A9-9491-402630B2B71C}"/>
              </a:ext>
            </a:extLst>
          </p:cNvPr>
          <p:cNvPicPr>
            <a:picLocks noChangeAspect="1"/>
          </p:cNvPicPr>
          <p:nvPr/>
        </p:nvPicPr>
        <p:blipFill>
          <a:blip r:embed="rId2"/>
          <a:stretch>
            <a:fillRect/>
          </a:stretch>
        </p:blipFill>
        <p:spPr>
          <a:xfrm>
            <a:off x="2966140" y="585608"/>
            <a:ext cx="5964264" cy="3925571"/>
          </a:xfrm>
          <a:prstGeom prst="rect">
            <a:avLst/>
          </a:prstGeom>
        </p:spPr>
      </p:pic>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1678010" y="73563"/>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Architectures &amp; Development</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spTree>
    <p:extLst>
      <p:ext uri="{BB962C8B-B14F-4D97-AF65-F5344CB8AC3E}">
        <p14:creationId xmlns:p14="http://schemas.microsoft.com/office/powerpoint/2010/main" val="42555838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1125"/>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083DC11-28BC-45BB-86AC-D8E58EB198BE}"/>
              </a:ext>
            </a:extLst>
          </p:cNvPr>
          <p:cNvSpPr/>
          <p:nvPr/>
        </p:nvSpPr>
        <p:spPr>
          <a:xfrm>
            <a:off x="236823" y="4110881"/>
            <a:ext cx="8775609" cy="66505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10164B8B-BDC0-435A-B01D-389E5755DFA5}"/>
              </a:ext>
            </a:extLst>
          </p:cNvPr>
          <p:cNvSpPr/>
          <p:nvPr/>
        </p:nvSpPr>
        <p:spPr>
          <a:xfrm>
            <a:off x="236823" y="4110881"/>
            <a:ext cx="70931" cy="665050"/>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Diagram&#10;&#10;Description automatically generated">
            <a:extLst>
              <a:ext uri="{FF2B5EF4-FFF2-40B4-BE49-F238E27FC236}">
                <a16:creationId xmlns:a16="http://schemas.microsoft.com/office/drawing/2014/main" id="{9BDD177B-7A19-4EA0-B01C-2425731CC6BD}"/>
              </a:ext>
            </a:extLst>
          </p:cNvPr>
          <p:cNvPicPr>
            <a:picLocks noChangeAspect="1"/>
          </p:cNvPicPr>
          <p:nvPr/>
        </p:nvPicPr>
        <p:blipFill>
          <a:blip r:embed="rId2"/>
          <a:stretch>
            <a:fillRect/>
          </a:stretch>
        </p:blipFill>
        <p:spPr>
          <a:xfrm>
            <a:off x="0" y="280292"/>
            <a:ext cx="9144000" cy="3786626"/>
          </a:xfrm>
          <a:prstGeom prst="rect">
            <a:avLst/>
          </a:prstGeom>
        </p:spPr>
      </p:pic>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51945" y="4256236"/>
            <a:ext cx="8594700" cy="399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adopt DevSecOps principles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Operation Model</a:t>
            </a:r>
          </a:p>
        </p:txBody>
      </p:sp>
    </p:spTree>
    <p:extLst>
      <p:ext uri="{BB962C8B-B14F-4D97-AF65-F5344CB8AC3E}">
        <p14:creationId xmlns:p14="http://schemas.microsoft.com/office/powerpoint/2010/main" val="39620387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7C478D541D6174AA77107583A259864" ma:contentTypeVersion="4" ma:contentTypeDescription="Create a new document." ma:contentTypeScope="" ma:versionID="6aa4fae692c1ff43e35373b033661ad6">
  <xsd:schema xmlns:xsd="http://www.w3.org/2001/XMLSchema" xmlns:xs="http://www.w3.org/2001/XMLSchema" xmlns:p="http://schemas.microsoft.com/office/2006/metadata/properties" xmlns:ns2="ff405f1e-6196-4298-8e35-fbecc950cb7b" targetNamespace="http://schemas.microsoft.com/office/2006/metadata/properties" ma:root="true" ma:fieldsID="98c1a472ba01282ba882d7e661592592" ns2:_="">
    <xsd:import namespace="ff405f1e-6196-4298-8e35-fbecc950cb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05f1e-6196-4298-8e35-fbecc950c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1BF9A0-A380-42E8-B81F-03D2471160C1}">
  <ds:schemaRefs>
    <ds:schemaRef ds:uri="http://purl.org/dc/terms/"/>
    <ds:schemaRef ds:uri="http://www.w3.org/XML/1998/namespace"/>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820D18E-F63F-49C2-965E-6C5E03B4CC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405f1e-6196-4298-8e35-fbecc950c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1F4AC2-0AEA-4354-802A-609AA4E08D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Slice</Template>
  <TotalTime>1120</TotalTime>
  <Words>617</Words>
  <Application>Microsoft Office PowerPoint</Application>
  <PresentationFormat>On-screen Show (16:9)</PresentationFormat>
  <Paragraphs>190</Paragraphs>
  <Slides>5</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vt:i4>
      </vt:variant>
    </vt:vector>
  </HeadingPairs>
  <TitlesOfParts>
    <vt:vector size="16" baseType="lpstr">
      <vt:lpstr>Arial</vt:lpstr>
      <vt:lpstr>Calibri</vt:lpstr>
      <vt:lpstr>Calibri Light</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future state road map</dc:title>
  <dc:creator>Akbar Khan</dc:creator>
  <cp:lastModifiedBy>Papu Bhattacharya</cp:lastModifiedBy>
  <cp:revision>102</cp:revision>
  <dcterms:created xsi:type="dcterms:W3CDTF">2020-06-25T11:39:16Z</dcterms:created>
  <dcterms:modified xsi:type="dcterms:W3CDTF">2021-09-30T12:47:15Z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0x01010057C478D541D6174AA77107583A259864</vt:lpwstr>
  </property>
</Properties>
</file>