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413" r:id="rId2"/>
  </p:sldIdLst>
  <p:sldSz cx="12193588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519" y="1355149"/>
            <a:ext cx="10364550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4349128"/>
            <a:ext cx="9145191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6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616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9" y="2064352"/>
            <a:ext cx="10516970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9" y="5541353"/>
            <a:ext cx="10516970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/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75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37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92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440856"/>
            <a:ext cx="10516970" cy="1600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9" y="2029849"/>
            <a:ext cx="5158458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9" y="3024646"/>
            <a:ext cx="5158458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5" y="2029849"/>
            <a:ext cx="5183863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5" y="3024646"/>
            <a:ext cx="5183863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6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0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0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1192226"/>
            <a:ext cx="6173004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776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1192226"/>
            <a:ext cx="6173004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46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440855"/>
            <a:ext cx="2629242" cy="7017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10" y="440855"/>
            <a:ext cx="7735307" cy="7017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2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440856"/>
            <a:ext cx="10516970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2204273"/>
            <a:ext cx="10516970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7674706"/>
            <a:ext cx="4115336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8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3719CF4-6169-4B9F-8748-B4176F5625E0}"/>
              </a:ext>
            </a:extLst>
          </p:cNvPr>
          <p:cNvSpPr/>
          <p:nvPr/>
        </p:nvSpPr>
        <p:spPr>
          <a:xfrm>
            <a:off x="320996" y="659602"/>
            <a:ext cx="3576728" cy="7343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6DC59F-7012-4FA1-AC29-1A5E05966793}"/>
              </a:ext>
            </a:extLst>
          </p:cNvPr>
          <p:cNvSpPr txBox="1"/>
          <p:nvPr/>
        </p:nvSpPr>
        <p:spPr>
          <a:xfrm>
            <a:off x="450000" y="145038"/>
            <a:ext cx="4699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Product Manager  </a:t>
            </a:r>
            <a:r>
              <a:rPr lang="en-IN" sz="2200" dirty="0">
                <a:latin typeface="Raleway SemiBold" pitchFamily="2" charset="0"/>
              </a:rPr>
              <a:t> </a:t>
            </a:r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|</a:t>
            </a:r>
            <a:r>
              <a:rPr lang="en-IN" sz="2200" dirty="0">
                <a:latin typeface="Raleway SemiBold" pitchFamily="2" charset="0"/>
              </a:rPr>
              <a:t>   Siddhesh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08DF72-6A34-4F54-B864-A22C1CE68FEC}"/>
              </a:ext>
            </a:extLst>
          </p:cNvPr>
          <p:cNvSpPr txBox="1"/>
          <p:nvPr/>
        </p:nvSpPr>
        <p:spPr>
          <a:xfrm>
            <a:off x="450000" y="800935"/>
            <a:ext cx="3350821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Summary</a:t>
            </a:r>
          </a:p>
          <a:p>
            <a:r>
              <a:rPr lang="en-US" sz="1200" dirty="0">
                <a:latin typeface="Raleway Medium" panose="020B0604020202020204" pitchFamily="2" charset="0"/>
              </a:rPr>
              <a:t>Has good experience in managing and contributing to all aspects of Product Life Cycle Management including Information architecture ,requirement gathering , functional specifications,  Use Cases , UX Design, scrum management, release  and production support. Applied best project management and technology practices to deliver product releases in agile environment.</a:t>
            </a:r>
            <a:endParaRPr lang="en-IN" dirty="0"/>
          </a:p>
          <a:p>
            <a:r>
              <a:rPr lang="en-IN" dirty="0">
                <a:latin typeface="Raleway SemiBold" pitchFamily="2" charset="0"/>
              </a:rPr>
              <a:t>Expertise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Developing, reviewing and executing on established technical road maps and continual product optimizations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Leading team members in the delivery of technology solutions which meet business delivery expectations, maintain portfolio currency, and integrate best engineering practices.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 closely with product stakeholders to write complete user stories  including use case , UX design , test case.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Manage dev priorities and daily scrum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Do risk mitigation and risk contingency for dev projects.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Do release management and release documentation.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Do product promotion and presales support. </a:t>
            </a:r>
            <a:endParaRPr lang="en-IN" sz="1200" dirty="0">
              <a:latin typeface="Raleway Medium" pitchFamily="2" charset="0"/>
            </a:endParaRP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latin typeface="Raleway ExtraBold" pitchFamily="2" charset="0"/>
              </a:rPr>
              <a:t>Tools Used  </a:t>
            </a:r>
            <a:r>
              <a:rPr lang="en-IN" sz="1200" dirty="0">
                <a:latin typeface="Raleway Medium" pitchFamily="2" charset="0"/>
              </a:rPr>
              <a:t>-- Atlassian Jira , Microsoft project , Adobe XD , Microsoft Team Planner, OneNote </a:t>
            </a:r>
          </a:p>
          <a:p>
            <a:r>
              <a:rPr lang="en-IN" dirty="0">
                <a:latin typeface="Raleway SemiBold" pitchFamily="2" charset="0"/>
              </a:rPr>
              <a:t>Qualification</a:t>
            </a:r>
          </a:p>
          <a:p>
            <a:r>
              <a:rPr lang="en-IN" sz="1200" dirty="0">
                <a:latin typeface="Raleway Medium" pitchFamily="2" charset="0"/>
              </a:rPr>
              <a:t>Has Master in International Business Management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7DF6C4-C442-43BD-99B8-D9370A580957}"/>
              </a:ext>
            </a:extLst>
          </p:cNvPr>
          <p:cNvSpPr txBox="1"/>
          <p:nvPr/>
        </p:nvSpPr>
        <p:spPr>
          <a:xfrm>
            <a:off x="4107047" y="1462324"/>
            <a:ext cx="786521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Synectiks Appkube Platform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(Microsoft Team Planner , Adobe XD , OneNote 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with product stakeholders to define product roadmap and release schedule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writing complete user stories for business use cases.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</a:t>
            </a:r>
            <a:r>
              <a:rPr lang="en-US" sz="1200" dirty="0" err="1">
                <a:latin typeface="Raleway Medium" pitchFamily="2" charset="0"/>
              </a:rPr>
              <a:t>Ux</a:t>
            </a:r>
            <a:r>
              <a:rPr lang="en-US" sz="1200" dirty="0">
                <a:latin typeface="Raleway Medium" pitchFamily="2" charset="0"/>
              </a:rPr>
              <a:t> Design screen to define complete user experience.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product gap analysis and SWOT analysis and GTM strategies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 information architecture , workflows and BPM processes. 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release management , release note preparation and release verification.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daily scrum management , managed product backlog,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risk mitigation and risk contingencies for any project dependencies , logistics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defining analytics and workflows across the product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managing testcases , test framework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writing product user guide , marketing promotion guide.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presales support for the product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017297-9CC1-4E3A-B3E1-E59DD550B4F8}"/>
              </a:ext>
            </a:extLst>
          </p:cNvPr>
          <p:cNvSpPr txBox="1"/>
          <p:nvPr/>
        </p:nvSpPr>
        <p:spPr>
          <a:xfrm>
            <a:off x="4058239" y="4719554"/>
            <a:ext cx="763495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Education Management System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(Atlassian Jira , Confluence , Adobe XD)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with product stakeholders to define product roadmap and release schedule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writing complete user stories for business use cases.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</a:t>
            </a:r>
            <a:r>
              <a:rPr lang="en-US" sz="1200" dirty="0" err="1">
                <a:latin typeface="Raleway Medium" pitchFamily="2" charset="0"/>
              </a:rPr>
              <a:t>Ux</a:t>
            </a:r>
            <a:r>
              <a:rPr lang="en-US" sz="1200" dirty="0">
                <a:latin typeface="Raleway Medium" pitchFamily="2" charset="0"/>
              </a:rPr>
              <a:t> Design screen to define complete user experience.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product gap analysis and SWOT analysis and GTM strategies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 information architecture , workflows and BPM processes. 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release management , release note preparation and release verification.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daily scrum management , managed product backlog,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risk mitigation and risk contingencies for any project dependencies , logistics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defining analytics and workflows across the product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managing testcases , test framework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writing product user guide , marketing promotion guide.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presales support for the product</a:t>
            </a:r>
          </a:p>
          <a:p>
            <a:endParaRPr lang="en-US" sz="1200" dirty="0">
              <a:latin typeface="Raleway Medium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826717-78D8-4D38-BDEC-7C607E613AFA}"/>
              </a:ext>
            </a:extLst>
          </p:cNvPr>
          <p:cNvSpPr/>
          <p:nvPr/>
        </p:nvSpPr>
        <p:spPr>
          <a:xfrm>
            <a:off x="3880427" y="659602"/>
            <a:ext cx="7990582" cy="6698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6F2C2C-28C4-4BA9-8C16-39AFFF93DBFD}"/>
              </a:ext>
            </a:extLst>
          </p:cNvPr>
          <p:cNvSpPr txBox="1"/>
          <p:nvPr/>
        </p:nvSpPr>
        <p:spPr>
          <a:xfrm>
            <a:off x="4107047" y="800935"/>
            <a:ext cx="324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Raleway SemiBold" pitchFamily="2" charset="0"/>
              </a:rPr>
              <a:t>Recent Engagements</a:t>
            </a:r>
            <a:endParaRPr lang="en-IN" sz="1200" dirty="0">
              <a:solidFill>
                <a:schemeClr val="bg1"/>
              </a:solidFill>
              <a:latin typeface="Ralew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523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1220</TotalTime>
  <Words>446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Raleway ExtraBold</vt:lpstr>
      <vt:lpstr>Raleway Medium</vt:lpstr>
      <vt:lpstr>Raleway SemiBold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Imran Mohd</dc:creator>
  <cp:lastModifiedBy>Papu Bhattacharya</cp:lastModifiedBy>
  <cp:revision>57</cp:revision>
  <dcterms:created xsi:type="dcterms:W3CDTF">2021-09-22T11:31:43Z</dcterms:created>
  <dcterms:modified xsi:type="dcterms:W3CDTF">2021-10-14T06:29:47Z</dcterms:modified>
</cp:coreProperties>
</file>