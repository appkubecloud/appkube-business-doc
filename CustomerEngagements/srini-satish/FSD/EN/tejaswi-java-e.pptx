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04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856E72C-E4EC-4F72-9310-13853C0DBA5F}"/>
              </a:ext>
            </a:extLst>
          </p:cNvPr>
          <p:cNvSpPr/>
          <p:nvPr/>
        </p:nvSpPr>
        <p:spPr>
          <a:xfrm>
            <a:off x="320996" y="659602"/>
            <a:ext cx="3576728" cy="7343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30A20-05C6-4DBA-854A-2AC1D9509F82}"/>
              </a:ext>
            </a:extLst>
          </p:cNvPr>
          <p:cNvSpPr txBox="1"/>
          <p:nvPr/>
        </p:nvSpPr>
        <p:spPr>
          <a:xfrm>
            <a:off x="449998" y="145038"/>
            <a:ext cx="469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Java Engineer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Tejaswi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F9C68-96C0-46FC-B8AA-80A07778AC41}"/>
              </a:ext>
            </a:extLst>
          </p:cNvPr>
          <p:cNvSpPr txBox="1"/>
          <p:nvPr/>
        </p:nvSpPr>
        <p:spPr>
          <a:xfrm>
            <a:off x="449998" y="800934"/>
            <a:ext cx="33508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Summary</a:t>
            </a:r>
          </a:p>
          <a:p>
            <a:r>
              <a:rPr lang="en-IN" sz="1200" dirty="0">
                <a:latin typeface="Raleway Medium" panose="020B0604020202020204" pitchFamily="2" charset="0"/>
              </a:rPr>
              <a:t>Has good experience in software development using Java8, Spring Boot, </a:t>
            </a:r>
            <a:r>
              <a:rPr lang="en-IN" sz="1200" dirty="0" err="1">
                <a:latin typeface="Raleway Medium" panose="020B0604020202020204" pitchFamily="2" charset="0"/>
              </a:rPr>
              <a:t>GraphQL</a:t>
            </a:r>
            <a:r>
              <a:rPr lang="en-IN" sz="1200" dirty="0">
                <a:latin typeface="Raleway Medium" panose="020B0604020202020204" pitchFamily="2" charset="0"/>
              </a:rPr>
              <a:t> Microservices, PostgreSQL , </a:t>
            </a:r>
            <a:r>
              <a:rPr lang="en-IN" sz="1200" dirty="0" err="1">
                <a:latin typeface="Raleway Medium" panose="020B0604020202020204" pitchFamily="2" charset="0"/>
              </a:rPr>
              <a:t>Mongodb</a:t>
            </a:r>
            <a:r>
              <a:rPr lang="en-IN" sz="1200" dirty="0">
                <a:latin typeface="Raleway Medium" panose="020B0604020202020204" pitchFamily="2" charset="0"/>
              </a:rPr>
              <a:t>, </a:t>
            </a:r>
            <a:r>
              <a:rPr lang="en-IN" sz="1200" dirty="0" err="1">
                <a:latin typeface="Raleway Medium" panose="020B0604020202020204" pitchFamily="2" charset="0"/>
              </a:rPr>
              <a:t>Mssql</a:t>
            </a:r>
            <a:r>
              <a:rPr lang="en-IN" sz="1200" dirty="0">
                <a:latin typeface="Raleway Medium" panose="020B0604020202020204" pitchFamily="2" charset="0"/>
              </a:rPr>
              <a:t>, Elasticsearch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Has experience in designing the solutions (UML/ERD) for requirement.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Good knowledge in Java8, JPA, Maven, microservices, databases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Basic understanding of Linux commands and docker containers.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IntelliJ, Data grip, Git, Postman, 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Database Used </a:t>
            </a:r>
            <a:r>
              <a:rPr lang="en-IN" sz="1200" dirty="0">
                <a:latin typeface="Raleway Medium" pitchFamily="2" charset="0"/>
              </a:rPr>
              <a:t>-- PostgreSQL, Mongodb, Elasticsearch , SQL Server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Qualification</a:t>
            </a:r>
          </a:p>
          <a:p>
            <a:r>
              <a:rPr lang="en-IN" sz="1200" dirty="0">
                <a:latin typeface="Raleway Medium" pitchFamily="2" charset="0"/>
              </a:rPr>
              <a:t>Has Bachelor Degree in Computer Science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228EB-C9F7-4900-AAED-AA9DC63B387A}"/>
              </a:ext>
            </a:extLst>
          </p:cNvPr>
          <p:cNvSpPr txBox="1"/>
          <p:nvPr/>
        </p:nvSpPr>
        <p:spPr>
          <a:xfrm>
            <a:off x="3929821" y="1385592"/>
            <a:ext cx="76349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Education Management Application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Designed the  data model and entity structure for Admission and Fees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Developed JPA’s  and CRUD for the Admission and Fees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all the API  required for Admin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Tested all the API’s with Postman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Junit5 tests for 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some BDD tests with cucumber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the code fixes for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metrics / log / traces integration with operation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with UI team for integration of UI with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D10BB-C009-4393-83AC-FF4768A1467E}"/>
              </a:ext>
            </a:extLst>
          </p:cNvPr>
          <p:cNvSpPr/>
          <p:nvPr/>
        </p:nvSpPr>
        <p:spPr>
          <a:xfrm>
            <a:off x="3880425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82399-4360-4241-9B87-60AEDA9B4048}"/>
              </a:ext>
            </a:extLst>
          </p:cNvPr>
          <p:cNvSpPr txBox="1"/>
          <p:nvPr/>
        </p:nvSpPr>
        <p:spPr>
          <a:xfrm>
            <a:off x="4107045" y="800934"/>
            <a:ext cx="3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2DD3E-3FBE-4664-B789-BD5908786847}"/>
              </a:ext>
            </a:extLst>
          </p:cNvPr>
          <p:cNvSpPr txBox="1"/>
          <p:nvPr/>
        </p:nvSpPr>
        <p:spPr>
          <a:xfrm>
            <a:off x="3897724" y="4494152"/>
            <a:ext cx="76349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Ticketing and Notification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applying Design Patterns &amp;  develop Data Model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all the API  required for portal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Authentication , MFA and Security framework for product portals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developing a highly scalable alert notification framework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Wrote docker composers for Dev env creation and tests.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closely with the QA, project management and business teams on solution implementation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the code fixes for Errors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with UI team for integration of UI with API</a:t>
            </a:r>
            <a:endParaRPr lang="en-IN" sz="1200" dirty="0">
              <a:latin typeface="Ralew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718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</TotalTime>
  <Words>286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43</cp:revision>
  <dcterms:created xsi:type="dcterms:W3CDTF">2021-09-22T11:31:43Z</dcterms:created>
  <dcterms:modified xsi:type="dcterms:W3CDTF">2021-10-12T12:57:23Z</dcterms:modified>
</cp:coreProperties>
</file>