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23" r:id="rId4"/>
  </p:sldMasterIdLst>
  <p:notesMasterIdLst>
    <p:notesMasterId r:id="rId13"/>
  </p:notesMasterIdLst>
  <p:handoutMasterIdLst>
    <p:handoutMasterId r:id="rId14"/>
  </p:handoutMasterIdLst>
  <p:sldIdLst>
    <p:sldId id="256" r:id="rId5"/>
    <p:sldId id="932" r:id="rId6"/>
    <p:sldId id="935" r:id="rId7"/>
    <p:sldId id="934" r:id="rId8"/>
    <p:sldId id="936" r:id="rId9"/>
    <p:sldId id="331" r:id="rId10"/>
    <p:sldId id="340" r:id="rId11"/>
    <p:sldId id="931" r:id="rId12"/>
  </p:sldIdLst>
  <p:sldSz cx="9144000" cy="5143500" type="screen16x9"/>
  <p:notesSz cx="9601200" cy="7315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708" userDrawn="1">
          <p15:clr>
            <a:srgbClr val="A4A3A4"/>
          </p15:clr>
        </p15:guide>
        <p15:guide id="2" pos="355">
          <p15:clr>
            <a:srgbClr val="A4A3A4"/>
          </p15:clr>
        </p15:guide>
        <p15:guide id="3" orient="horz" pos="1212" userDrawn="1">
          <p15:clr>
            <a:srgbClr val="A4A3A4"/>
          </p15:clr>
        </p15:guide>
        <p15:guide id="4" orient="horz" pos="948" userDrawn="1">
          <p15:clr>
            <a:srgbClr val="A4A3A4"/>
          </p15:clr>
        </p15:guide>
        <p15:guide id="5" orient="horz" pos="2964" userDrawn="1">
          <p15:clr>
            <a:srgbClr val="A4A3A4"/>
          </p15:clr>
        </p15:guide>
        <p15:guide id="6" orient="horz" pos="516" userDrawn="1">
          <p15:clr>
            <a:srgbClr val="A4A3A4"/>
          </p15:clr>
        </p15:guide>
        <p15:guide id="7" orient="horz" pos="1190">
          <p15:clr>
            <a:srgbClr val="A4A3A4"/>
          </p15:clr>
        </p15:guide>
        <p15:guide id="8" orient="horz" pos="750">
          <p15:clr>
            <a:srgbClr val="A4A3A4"/>
          </p15:clr>
        </p15:guide>
        <p15:guide id="9" orient="horz" pos="2916">
          <p15:clr>
            <a:srgbClr val="A4A3A4"/>
          </p15:clr>
        </p15:guide>
        <p15:guide id="10" pos="145">
          <p15:clr>
            <a:srgbClr val="A4A3A4"/>
          </p15:clr>
        </p15:guide>
        <p15:guide id="11" pos="5617">
          <p15:clr>
            <a:srgbClr val="A4A3A4"/>
          </p15:clr>
        </p15:guide>
        <p15:guide id="12" pos="2881">
          <p15:clr>
            <a:srgbClr val="A4A3A4"/>
          </p15:clr>
        </p15:guide>
      </p15:sldGuideLst>
    </p:ext>
    <p:ext uri="{2D200454-40CA-4A62-9FC3-DE9A4176ACB9}">
      <p15:notesGuideLst xmlns:p15="http://schemas.microsoft.com/office/powerpoint/2012/main">
        <p15:guide id="1" orient="horz" pos="3024" userDrawn="1">
          <p15:clr>
            <a:srgbClr val="A4A3A4"/>
          </p15:clr>
        </p15:guide>
        <p15:guide id="2" pos="2304" userDrawn="1">
          <p15:clr>
            <a:srgbClr val="A4A3A4"/>
          </p15:clr>
        </p15:guide>
        <p15:guide id="3" orient="horz" pos="2304">
          <p15:clr>
            <a:srgbClr val="A4A3A4"/>
          </p15:clr>
        </p15:guide>
        <p15:guide id="4" pos="3024">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nirban Banerjee" initials="AB" lastIdx="10"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472C4"/>
    <a:srgbClr val="666666"/>
    <a:srgbClr val="00B0F0"/>
    <a:srgbClr val="83A2D9"/>
    <a:srgbClr val="ADB9CA"/>
    <a:srgbClr val="B4C7E7"/>
    <a:srgbClr val="CFD5EA"/>
    <a:srgbClr val="E9EBF5"/>
    <a:srgbClr val="EE29DC"/>
    <a:srgbClr val="EEC9D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425" autoAdjust="0"/>
    <p:restoredTop sz="91799" autoAdjust="0"/>
  </p:normalViewPr>
  <p:slideViewPr>
    <p:cSldViewPr snapToGrid="0">
      <p:cViewPr varScale="1">
        <p:scale>
          <a:sx n="97" d="100"/>
          <a:sy n="97" d="100"/>
        </p:scale>
        <p:origin x="484" y="48"/>
      </p:cViewPr>
      <p:guideLst>
        <p:guide orient="horz" pos="708"/>
        <p:guide pos="355"/>
        <p:guide orient="horz" pos="1212"/>
        <p:guide orient="horz" pos="948"/>
        <p:guide orient="horz" pos="2964"/>
        <p:guide orient="horz" pos="516"/>
        <p:guide orient="horz" pos="1190"/>
        <p:guide orient="horz" pos="750"/>
        <p:guide orient="horz" pos="2916"/>
        <p:guide pos="145"/>
        <p:guide pos="5617"/>
        <p:guide pos="2881"/>
      </p:guideLst>
    </p:cSldViewPr>
  </p:slideViewPr>
  <p:outlineViewPr>
    <p:cViewPr>
      <p:scale>
        <a:sx n="33" d="100"/>
        <a:sy n="33" d="100"/>
      </p:scale>
      <p:origin x="0" y="174"/>
    </p:cViewPr>
  </p:outlineViewPr>
  <p:notesTextViewPr>
    <p:cViewPr>
      <p:scale>
        <a:sx n="75" d="100"/>
        <a:sy n="75" d="100"/>
      </p:scale>
      <p:origin x="0" y="0"/>
    </p:cViewPr>
  </p:notesTextViewPr>
  <p:sorterViewPr>
    <p:cViewPr>
      <p:scale>
        <a:sx n="100" d="100"/>
        <a:sy n="100" d="100"/>
      </p:scale>
      <p:origin x="0" y="5490"/>
    </p:cViewPr>
  </p:sorterViewPr>
  <p:notesViewPr>
    <p:cSldViewPr snapToGrid="0">
      <p:cViewPr varScale="1">
        <p:scale>
          <a:sx n="81" d="100"/>
          <a:sy n="81" d="100"/>
        </p:scale>
        <p:origin x="2112" y="53"/>
      </p:cViewPr>
      <p:guideLst>
        <p:guide orient="horz" pos="3024"/>
        <p:guide pos="2304"/>
        <p:guide orient="horz" pos="2304"/>
        <p:guide pos="3024"/>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commentAuthors" Target="commentAuthors.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160520" cy="365760"/>
          </a:xfrm>
          <a:prstGeom prst="rect">
            <a:avLst/>
          </a:prstGeom>
        </p:spPr>
        <p:txBody>
          <a:bodyPr vert="horz" lIns="96648" tIns="48325" rIns="96648" bIns="48325" rtlCol="0"/>
          <a:lstStyle>
            <a:lvl1pPr algn="l">
              <a:defRPr sz="1300"/>
            </a:lvl1pPr>
          </a:lstStyle>
          <a:p>
            <a:endParaRPr lang="en-US" dirty="0"/>
          </a:p>
        </p:txBody>
      </p:sp>
      <p:sp>
        <p:nvSpPr>
          <p:cNvPr id="3" name="Date Placeholder 2"/>
          <p:cNvSpPr>
            <a:spLocks noGrp="1"/>
          </p:cNvSpPr>
          <p:nvPr>
            <p:ph type="dt" sz="quarter" idx="1"/>
          </p:nvPr>
        </p:nvSpPr>
        <p:spPr>
          <a:xfrm>
            <a:off x="5438459" y="0"/>
            <a:ext cx="4160520" cy="365760"/>
          </a:xfrm>
          <a:prstGeom prst="rect">
            <a:avLst/>
          </a:prstGeom>
        </p:spPr>
        <p:txBody>
          <a:bodyPr vert="horz" lIns="96648" tIns="48325" rIns="96648" bIns="48325" rtlCol="0"/>
          <a:lstStyle>
            <a:lvl1pPr algn="r">
              <a:defRPr sz="1300"/>
            </a:lvl1pPr>
          </a:lstStyle>
          <a:p>
            <a:fld id="{1B9E88C5-C104-1D4D-887E-00A617007132}" type="datetimeFigureOut">
              <a:rPr lang="en-US" smtClean="0"/>
              <a:pPr/>
              <a:t>9/29/2021</a:t>
            </a:fld>
            <a:endParaRPr lang="en-US" dirty="0"/>
          </a:p>
        </p:txBody>
      </p:sp>
      <p:sp>
        <p:nvSpPr>
          <p:cNvPr id="4" name="Footer Placeholder 3"/>
          <p:cNvSpPr>
            <a:spLocks noGrp="1"/>
          </p:cNvSpPr>
          <p:nvPr>
            <p:ph type="ftr" sz="quarter" idx="2"/>
          </p:nvPr>
        </p:nvSpPr>
        <p:spPr>
          <a:xfrm>
            <a:off x="0" y="6948171"/>
            <a:ext cx="4160520" cy="365760"/>
          </a:xfrm>
          <a:prstGeom prst="rect">
            <a:avLst/>
          </a:prstGeom>
        </p:spPr>
        <p:txBody>
          <a:bodyPr vert="horz" lIns="96648" tIns="48325" rIns="96648" bIns="48325" rtlCol="0" anchor="b"/>
          <a:lstStyle>
            <a:lvl1pPr algn="l">
              <a:defRPr sz="1300"/>
            </a:lvl1pPr>
          </a:lstStyle>
          <a:p>
            <a:endParaRPr lang="en-US" dirty="0"/>
          </a:p>
        </p:txBody>
      </p:sp>
      <p:sp>
        <p:nvSpPr>
          <p:cNvPr id="5" name="Slide Number Placeholder 4"/>
          <p:cNvSpPr>
            <a:spLocks noGrp="1"/>
          </p:cNvSpPr>
          <p:nvPr>
            <p:ph type="sldNum" sz="quarter" idx="3"/>
          </p:nvPr>
        </p:nvSpPr>
        <p:spPr>
          <a:xfrm>
            <a:off x="5438459" y="6948171"/>
            <a:ext cx="4160520" cy="365760"/>
          </a:xfrm>
          <a:prstGeom prst="rect">
            <a:avLst/>
          </a:prstGeom>
        </p:spPr>
        <p:txBody>
          <a:bodyPr vert="horz" lIns="96648" tIns="48325" rIns="96648" bIns="48325" rtlCol="0" anchor="b"/>
          <a:lstStyle>
            <a:lvl1pPr algn="r">
              <a:defRPr sz="1300"/>
            </a:lvl1pPr>
          </a:lstStyle>
          <a:p>
            <a:fld id="{AE1561C0-4582-414D-9482-B90AA17E5928}" type="slidenum">
              <a:rPr lang="en-US" smtClean="0"/>
              <a:pPr/>
              <a:t>‹#›</a:t>
            </a:fld>
            <a:endParaRPr lang="en-US" dirty="0"/>
          </a:p>
        </p:txBody>
      </p:sp>
    </p:spTree>
    <p:extLst>
      <p:ext uri="{BB962C8B-B14F-4D97-AF65-F5344CB8AC3E}">
        <p14:creationId xmlns:p14="http://schemas.microsoft.com/office/powerpoint/2010/main" val="273036734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160520" cy="365760"/>
          </a:xfrm>
          <a:prstGeom prst="rect">
            <a:avLst/>
          </a:prstGeom>
        </p:spPr>
        <p:txBody>
          <a:bodyPr vert="horz" lIns="96648" tIns="48325" rIns="96648" bIns="48325" rtlCol="0"/>
          <a:lstStyle>
            <a:lvl1pPr algn="l">
              <a:defRPr sz="1300"/>
            </a:lvl1pPr>
          </a:lstStyle>
          <a:p>
            <a:endParaRPr lang="en-US" dirty="0"/>
          </a:p>
        </p:txBody>
      </p:sp>
      <p:sp>
        <p:nvSpPr>
          <p:cNvPr id="3" name="Date Placeholder 2"/>
          <p:cNvSpPr>
            <a:spLocks noGrp="1"/>
          </p:cNvSpPr>
          <p:nvPr>
            <p:ph type="dt" idx="1"/>
          </p:nvPr>
        </p:nvSpPr>
        <p:spPr>
          <a:xfrm>
            <a:off x="5438459" y="0"/>
            <a:ext cx="4160520" cy="365760"/>
          </a:xfrm>
          <a:prstGeom prst="rect">
            <a:avLst/>
          </a:prstGeom>
        </p:spPr>
        <p:txBody>
          <a:bodyPr vert="horz" lIns="96648" tIns="48325" rIns="96648" bIns="48325" rtlCol="0"/>
          <a:lstStyle>
            <a:lvl1pPr algn="r">
              <a:defRPr sz="1300"/>
            </a:lvl1pPr>
          </a:lstStyle>
          <a:p>
            <a:fld id="{0F237061-72E3-FC45-B1DA-EE364FA20673}" type="datetimeFigureOut">
              <a:rPr lang="en-US" smtClean="0"/>
              <a:pPr/>
              <a:t>9/29/2021</a:t>
            </a:fld>
            <a:endParaRPr lang="en-US" dirty="0"/>
          </a:p>
        </p:txBody>
      </p:sp>
      <p:sp>
        <p:nvSpPr>
          <p:cNvPr id="4" name="Slide Image Placeholder 3"/>
          <p:cNvSpPr>
            <a:spLocks noGrp="1" noRot="1" noChangeAspect="1"/>
          </p:cNvSpPr>
          <p:nvPr>
            <p:ph type="sldImg" idx="2"/>
          </p:nvPr>
        </p:nvSpPr>
        <p:spPr>
          <a:xfrm>
            <a:off x="2362200" y="549275"/>
            <a:ext cx="4876800" cy="2743200"/>
          </a:xfrm>
          <a:prstGeom prst="rect">
            <a:avLst/>
          </a:prstGeom>
          <a:noFill/>
          <a:ln w="12700">
            <a:solidFill>
              <a:prstClr val="black"/>
            </a:solidFill>
          </a:ln>
        </p:spPr>
        <p:txBody>
          <a:bodyPr vert="horz" lIns="96648" tIns="48325" rIns="96648" bIns="48325" rtlCol="0" anchor="ctr"/>
          <a:lstStyle/>
          <a:p>
            <a:endParaRPr lang="en-US" dirty="0"/>
          </a:p>
        </p:txBody>
      </p:sp>
      <p:sp>
        <p:nvSpPr>
          <p:cNvPr id="5" name="Notes Placeholder 4"/>
          <p:cNvSpPr>
            <a:spLocks noGrp="1"/>
          </p:cNvSpPr>
          <p:nvPr>
            <p:ph type="body" sz="quarter" idx="3"/>
          </p:nvPr>
        </p:nvSpPr>
        <p:spPr>
          <a:xfrm>
            <a:off x="960121" y="3474720"/>
            <a:ext cx="7680960" cy="3291840"/>
          </a:xfrm>
          <a:prstGeom prst="rect">
            <a:avLst/>
          </a:prstGeom>
        </p:spPr>
        <p:txBody>
          <a:bodyPr vert="horz" lIns="96648" tIns="48325" rIns="96648" bIns="48325"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948171"/>
            <a:ext cx="4160520" cy="365760"/>
          </a:xfrm>
          <a:prstGeom prst="rect">
            <a:avLst/>
          </a:prstGeom>
        </p:spPr>
        <p:txBody>
          <a:bodyPr vert="horz" lIns="96648" tIns="48325" rIns="96648" bIns="48325" rtlCol="0" anchor="b"/>
          <a:lstStyle>
            <a:lvl1pPr algn="l">
              <a:defRPr sz="1300"/>
            </a:lvl1pPr>
          </a:lstStyle>
          <a:p>
            <a:endParaRPr lang="en-US" dirty="0"/>
          </a:p>
        </p:txBody>
      </p:sp>
      <p:sp>
        <p:nvSpPr>
          <p:cNvPr id="7" name="Slide Number Placeholder 6"/>
          <p:cNvSpPr>
            <a:spLocks noGrp="1"/>
          </p:cNvSpPr>
          <p:nvPr>
            <p:ph type="sldNum" sz="quarter" idx="5"/>
          </p:nvPr>
        </p:nvSpPr>
        <p:spPr>
          <a:xfrm>
            <a:off x="5438459" y="6948171"/>
            <a:ext cx="4160520" cy="365760"/>
          </a:xfrm>
          <a:prstGeom prst="rect">
            <a:avLst/>
          </a:prstGeom>
        </p:spPr>
        <p:txBody>
          <a:bodyPr vert="horz" lIns="96648" tIns="48325" rIns="96648" bIns="48325" rtlCol="0" anchor="b"/>
          <a:lstStyle>
            <a:lvl1pPr algn="r">
              <a:defRPr sz="1300"/>
            </a:lvl1pPr>
          </a:lstStyle>
          <a:p>
            <a:fld id="{11D4D097-0016-D44A-A908-ADB1EED4D51F}" type="slidenum">
              <a:rPr lang="en-US" smtClean="0"/>
              <a:pPr/>
              <a:t>‹#›</a:t>
            </a:fld>
            <a:endParaRPr lang="en-US" dirty="0"/>
          </a:p>
        </p:txBody>
      </p:sp>
    </p:spTree>
    <p:extLst>
      <p:ext uri="{BB962C8B-B14F-4D97-AF65-F5344CB8AC3E}">
        <p14:creationId xmlns:p14="http://schemas.microsoft.com/office/powerpoint/2010/main" val="924652529"/>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1D4D097-0016-D44A-A908-ADB1EED4D51F}" type="slidenum">
              <a:rPr lang="en-US" smtClean="0"/>
              <a:pPr/>
              <a:t>1</a:t>
            </a:fld>
            <a:endParaRPr lang="en-US" dirty="0"/>
          </a:p>
        </p:txBody>
      </p:sp>
    </p:spTree>
    <p:extLst>
      <p:ext uri="{BB962C8B-B14F-4D97-AF65-F5344CB8AC3E}">
        <p14:creationId xmlns:p14="http://schemas.microsoft.com/office/powerpoint/2010/main" val="5690004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1D4D097-0016-D44A-A908-ADB1EED4D51F}" type="slidenum">
              <a:rPr lang="en-US" smtClean="0"/>
              <a:pPr/>
              <a:t>6</a:t>
            </a:fld>
            <a:endParaRPr lang="en-US" dirty="0"/>
          </a:p>
        </p:txBody>
      </p:sp>
    </p:spTree>
    <p:extLst>
      <p:ext uri="{BB962C8B-B14F-4D97-AF65-F5344CB8AC3E}">
        <p14:creationId xmlns:p14="http://schemas.microsoft.com/office/powerpoint/2010/main" val="25422069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C0DFF67-9BFD-4416-9077-7693E6EC4916}" type="slidenum">
              <a:rPr lang="en-US" smtClean="0"/>
              <a:t>8</a:t>
            </a:fld>
            <a:endParaRPr lang="en-US"/>
          </a:p>
        </p:txBody>
      </p:sp>
    </p:spTree>
    <p:extLst>
      <p:ext uri="{BB962C8B-B14F-4D97-AF65-F5344CB8AC3E}">
        <p14:creationId xmlns:p14="http://schemas.microsoft.com/office/powerpoint/2010/main" val="6592675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21C470-AD6E-4186-B9D1-F5CD3B500E2B}"/>
              </a:ext>
            </a:extLst>
          </p:cNvPr>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D83C95E8-2456-4167-873C-DCE7CAAC3803}"/>
              </a:ext>
            </a:extLst>
          </p:cNvPr>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F2A8EA70-3D9F-4AF5-98CD-ADBF6098E199}"/>
              </a:ext>
            </a:extLst>
          </p:cNvPr>
          <p:cNvSpPr>
            <a:spLocks noGrp="1"/>
          </p:cNvSpPr>
          <p:nvPr>
            <p:ph type="dt" sz="half" idx="10"/>
          </p:nvPr>
        </p:nvSpPr>
        <p:spPr/>
        <p:txBody>
          <a:bodyPr/>
          <a:lstStyle/>
          <a:p>
            <a:fld id="{EEA2FC0F-490E-4037-809F-EE94D2F34D5E}" type="datetimeFigureOut">
              <a:rPr lang="en-US" smtClean="0"/>
              <a:t>9/29/2021</a:t>
            </a:fld>
            <a:endParaRPr lang="en-US"/>
          </a:p>
        </p:txBody>
      </p:sp>
      <p:sp>
        <p:nvSpPr>
          <p:cNvPr id="5" name="Footer Placeholder 4">
            <a:extLst>
              <a:ext uri="{FF2B5EF4-FFF2-40B4-BE49-F238E27FC236}">
                <a16:creationId xmlns:a16="http://schemas.microsoft.com/office/drawing/2014/main" id="{23F43C81-0BFA-4130-A65D-D3CC8450590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67E84D5-BB7E-4E36-BDD6-EFE15F39073F}"/>
              </a:ext>
            </a:extLst>
          </p:cNvPr>
          <p:cNvSpPr>
            <a:spLocks noGrp="1"/>
          </p:cNvSpPr>
          <p:nvPr>
            <p:ph type="sldNum" sz="quarter" idx="12"/>
          </p:nvPr>
        </p:nvSpPr>
        <p:spPr/>
        <p:txBody>
          <a:bodyPr/>
          <a:lstStyle/>
          <a:p>
            <a:fld id="{8ECA14B2-F45F-4421-8663-2E4CBFF6CDB4}" type="slidenum">
              <a:rPr lang="en-US" smtClean="0"/>
              <a:t>‹#›</a:t>
            </a:fld>
            <a:endParaRPr lang="en-US"/>
          </a:p>
        </p:txBody>
      </p:sp>
    </p:spTree>
    <p:extLst>
      <p:ext uri="{BB962C8B-B14F-4D97-AF65-F5344CB8AC3E}">
        <p14:creationId xmlns:p14="http://schemas.microsoft.com/office/powerpoint/2010/main" val="2698991981"/>
      </p:ext>
    </p:extLst>
  </p:cSld>
  <p:clrMapOvr>
    <a:masterClrMapping/>
  </p:clrMapOvr>
  <p:hf hdr="0" ftr="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2413E0-DD14-47F6-9B7F-42FBF614043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A229E49-3498-4403-82C4-B1F6B86D591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F197E07-562F-45F1-837C-60309DDD771F}"/>
              </a:ext>
            </a:extLst>
          </p:cNvPr>
          <p:cNvSpPr>
            <a:spLocks noGrp="1"/>
          </p:cNvSpPr>
          <p:nvPr>
            <p:ph type="dt" sz="half" idx="10"/>
          </p:nvPr>
        </p:nvSpPr>
        <p:spPr/>
        <p:txBody>
          <a:bodyPr/>
          <a:lstStyle/>
          <a:p>
            <a:fld id="{EEA2FC0F-490E-4037-809F-EE94D2F34D5E}" type="datetimeFigureOut">
              <a:rPr lang="en-US" smtClean="0"/>
              <a:t>9/29/2021</a:t>
            </a:fld>
            <a:endParaRPr lang="en-US"/>
          </a:p>
        </p:txBody>
      </p:sp>
      <p:sp>
        <p:nvSpPr>
          <p:cNvPr id="5" name="Footer Placeholder 4">
            <a:extLst>
              <a:ext uri="{FF2B5EF4-FFF2-40B4-BE49-F238E27FC236}">
                <a16:creationId xmlns:a16="http://schemas.microsoft.com/office/drawing/2014/main" id="{0CEF44FE-B2E7-4C3E-A0FF-6663FE339F2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F47BC22-0663-4485-AAEC-0BD58F226444}"/>
              </a:ext>
            </a:extLst>
          </p:cNvPr>
          <p:cNvSpPr>
            <a:spLocks noGrp="1"/>
          </p:cNvSpPr>
          <p:nvPr>
            <p:ph type="sldNum" sz="quarter" idx="12"/>
          </p:nvPr>
        </p:nvSpPr>
        <p:spPr/>
        <p:txBody>
          <a:bodyPr/>
          <a:lstStyle/>
          <a:p>
            <a:fld id="{8ECA14B2-F45F-4421-8663-2E4CBFF6CDB4}" type="slidenum">
              <a:rPr lang="en-US" smtClean="0"/>
              <a:t>‹#›</a:t>
            </a:fld>
            <a:endParaRPr lang="en-US"/>
          </a:p>
        </p:txBody>
      </p:sp>
    </p:spTree>
    <p:extLst>
      <p:ext uri="{BB962C8B-B14F-4D97-AF65-F5344CB8AC3E}">
        <p14:creationId xmlns:p14="http://schemas.microsoft.com/office/powerpoint/2010/main" val="2379444002"/>
      </p:ext>
    </p:extLst>
  </p:cSld>
  <p:clrMapOvr>
    <a:masterClrMapping/>
  </p:clrMapOvr>
  <p:hf hdr="0" ftr="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6F4CC4-3A0B-4712-A9F7-8EFECAA65EAC}"/>
              </a:ext>
            </a:extLst>
          </p:cNvPr>
          <p:cNvSpPr>
            <a:spLocks noGrp="1"/>
          </p:cNvSpPr>
          <p:nvPr>
            <p:ph type="title"/>
          </p:nvPr>
        </p:nvSpPr>
        <p:spPr>
          <a:xfrm>
            <a:off x="623888" y="1282304"/>
            <a:ext cx="7886700" cy="2139553"/>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F0C75C78-E1BE-4358-BCCB-44D8FE6C9488}"/>
              </a:ext>
            </a:extLst>
          </p:cNvPr>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B735536-F69A-4616-A789-DA0A622B9244}"/>
              </a:ext>
            </a:extLst>
          </p:cNvPr>
          <p:cNvSpPr>
            <a:spLocks noGrp="1"/>
          </p:cNvSpPr>
          <p:nvPr>
            <p:ph type="dt" sz="half" idx="10"/>
          </p:nvPr>
        </p:nvSpPr>
        <p:spPr/>
        <p:txBody>
          <a:bodyPr/>
          <a:lstStyle/>
          <a:p>
            <a:fld id="{EEA2FC0F-490E-4037-809F-EE94D2F34D5E}" type="datetimeFigureOut">
              <a:rPr lang="en-US" smtClean="0"/>
              <a:t>9/29/2021</a:t>
            </a:fld>
            <a:endParaRPr lang="en-US"/>
          </a:p>
        </p:txBody>
      </p:sp>
      <p:sp>
        <p:nvSpPr>
          <p:cNvPr id="5" name="Footer Placeholder 4">
            <a:extLst>
              <a:ext uri="{FF2B5EF4-FFF2-40B4-BE49-F238E27FC236}">
                <a16:creationId xmlns:a16="http://schemas.microsoft.com/office/drawing/2014/main" id="{9A658AAC-821A-44AE-8EE6-C0A1200FCE1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DF20430-D5EC-4964-B716-240956BB2319}"/>
              </a:ext>
            </a:extLst>
          </p:cNvPr>
          <p:cNvSpPr>
            <a:spLocks noGrp="1"/>
          </p:cNvSpPr>
          <p:nvPr>
            <p:ph type="sldNum" sz="quarter" idx="12"/>
          </p:nvPr>
        </p:nvSpPr>
        <p:spPr/>
        <p:txBody>
          <a:bodyPr/>
          <a:lstStyle/>
          <a:p>
            <a:fld id="{8ECA14B2-F45F-4421-8663-2E4CBFF6CDB4}" type="slidenum">
              <a:rPr lang="en-US" smtClean="0"/>
              <a:t>‹#›</a:t>
            </a:fld>
            <a:endParaRPr lang="en-US"/>
          </a:p>
        </p:txBody>
      </p:sp>
    </p:spTree>
    <p:extLst>
      <p:ext uri="{BB962C8B-B14F-4D97-AF65-F5344CB8AC3E}">
        <p14:creationId xmlns:p14="http://schemas.microsoft.com/office/powerpoint/2010/main" val="2432167756"/>
      </p:ext>
    </p:extLst>
  </p:cSld>
  <p:clrMapOvr>
    <a:masterClrMapping/>
  </p:clrMapOvr>
  <p:hf hdr="0" ftr="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F428F0-303B-4830-9E52-17B2E6DD965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25EB1E4-6C50-4BA0-AB4A-0E170CA477AE}"/>
              </a:ext>
            </a:extLst>
          </p:cNvPr>
          <p:cNvSpPr>
            <a:spLocks noGrp="1"/>
          </p:cNvSpPr>
          <p:nvPr>
            <p:ph sz="half" idx="1"/>
          </p:nvPr>
        </p:nvSpPr>
        <p:spPr>
          <a:xfrm>
            <a:off x="6286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7C525F4-5C5E-4C65-A4B4-F4613C63D38B}"/>
              </a:ext>
            </a:extLst>
          </p:cNvPr>
          <p:cNvSpPr>
            <a:spLocks noGrp="1"/>
          </p:cNvSpPr>
          <p:nvPr>
            <p:ph sz="half" idx="2"/>
          </p:nvPr>
        </p:nvSpPr>
        <p:spPr>
          <a:xfrm>
            <a:off x="46291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0B5BC1C-BB68-4BEF-8C5B-5F1CE4BEA347}"/>
              </a:ext>
            </a:extLst>
          </p:cNvPr>
          <p:cNvSpPr>
            <a:spLocks noGrp="1"/>
          </p:cNvSpPr>
          <p:nvPr>
            <p:ph type="dt" sz="half" idx="10"/>
          </p:nvPr>
        </p:nvSpPr>
        <p:spPr/>
        <p:txBody>
          <a:bodyPr/>
          <a:lstStyle/>
          <a:p>
            <a:fld id="{EEA2FC0F-490E-4037-809F-EE94D2F34D5E}" type="datetimeFigureOut">
              <a:rPr lang="en-US" smtClean="0"/>
              <a:t>9/29/2021</a:t>
            </a:fld>
            <a:endParaRPr lang="en-US"/>
          </a:p>
        </p:txBody>
      </p:sp>
      <p:sp>
        <p:nvSpPr>
          <p:cNvPr id="6" name="Footer Placeholder 5">
            <a:extLst>
              <a:ext uri="{FF2B5EF4-FFF2-40B4-BE49-F238E27FC236}">
                <a16:creationId xmlns:a16="http://schemas.microsoft.com/office/drawing/2014/main" id="{DC2B7364-CEC3-4B58-A2E4-650734E4FFE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AC36CBE-3367-47A8-A624-5AA9168A8C4D}"/>
              </a:ext>
            </a:extLst>
          </p:cNvPr>
          <p:cNvSpPr>
            <a:spLocks noGrp="1"/>
          </p:cNvSpPr>
          <p:nvPr>
            <p:ph type="sldNum" sz="quarter" idx="12"/>
          </p:nvPr>
        </p:nvSpPr>
        <p:spPr/>
        <p:txBody>
          <a:bodyPr/>
          <a:lstStyle/>
          <a:p>
            <a:fld id="{8ECA14B2-F45F-4421-8663-2E4CBFF6CDB4}" type="slidenum">
              <a:rPr lang="en-US" smtClean="0"/>
              <a:t>‹#›</a:t>
            </a:fld>
            <a:endParaRPr lang="en-US"/>
          </a:p>
        </p:txBody>
      </p:sp>
    </p:spTree>
    <p:extLst>
      <p:ext uri="{BB962C8B-B14F-4D97-AF65-F5344CB8AC3E}">
        <p14:creationId xmlns:p14="http://schemas.microsoft.com/office/powerpoint/2010/main" val="579010347"/>
      </p:ext>
    </p:extLst>
  </p:cSld>
  <p:clrMapOvr>
    <a:masterClrMapping/>
  </p:clrMapOvr>
  <p:hf hdr="0" ftr="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F9F2DC-7C77-423C-B5AA-22D7DD08DE8D}"/>
              </a:ext>
            </a:extLst>
          </p:cNvPr>
          <p:cNvSpPr>
            <a:spLocks noGrp="1"/>
          </p:cNvSpPr>
          <p:nvPr>
            <p:ph type="title"/>
          </p:nvPr>
        </p:nvSpPr>
        <p:spPr>
          <a:xfrm>
            <a:off x="629841" y="273844"/>
            <a:ext cx="7886700" cy="994172"/>
          </a:xfrm>
        </p:spPr>
        <p:txBody>
          <a:bodyPr/>
          <a:lstStyle/>
          <a:p>
            <a:r>
              <a:rPr lang="en-US"/>
              <a:t>Click to edit Master title style</a:t>
            </a:r>
          </a:p>
        </p:txBody>
      </p:sp>
      <p:sp>
        <p:nvSpPr>
          <p:cNvPr id="3" name="Text Placeholder 2">
            <a:extLst>
              <a:ext uri="{FF2B5EF4-FFF2-40B4-BE49-F238E27FC236}">
                <a16:creationId xmlns:a16="http://schemas.microsoft.com/office/drawing/2014/main" id="{C83FEFCC-4ACB-4A5B-A4AC-E10B7B40D568}"/>
              </a:ext>
            </a:extLst>
          </p:cNvPr>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5928E7C7-CF83-449D-ACC7-0141E70E6AD9}"/>
              </a:ext>
            </a:extLst>
          </p:cNvPr>
          <p:cNvSpPr>
            <a:spLocks noGrp="1"/>
          </p:cNvSpPr>
          <p:nvPr>
            <p:ph sz="half" idx="2"/>
          </p:nvPr>
        </p:nvSpPr>
        <p:spPr>
          <a:xfrm>
            <a:off x="629842"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7D6AC6-B8C6-4A02-8F99-A7E0F493353C}"/>
              </a:ext>
            </a:extLst>
          </p:cNvPr>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8F8F52BC-C951-4B70-9938-2B204E1F4B9C}"/>
              </a:ext>
            </a:extLst>
          </p:cNvPr>
          <p:cNvSpPr>
            <a:spLocks noGrp="1"/>
          </p:cNvSpPr>
          <p:nvPr>
            <p:ph sz="quarter" idx="4"/>
          </p:nvPr>
        </p:nvSpPr>
        <p:spPr>
          <a:xfrm>
            <a:off x="4629150"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D733799-1F0E-4495-8FE1-72980475DDDD}"/>
              </a:ext>
            </a:extLst>
          </p:cNvPr>
          <p:cNvSpPr>
            <a:spLocks noGrp="1"/>
          </p:cNvSpPr>
          <p:nvPr>
            <p:ph type="dt" sz="half" idx="10"/>
          </p:nvPr>
        </p:nvSpPr>
        <p:spPr/>
        <p:txBody>
          <a:bodyPr/>
          <a:lstStyle/>
          <a:p>
            <a:fld id="{EEA2FC0F-490E-4037-809F-EE94D2F34D5E}" type="datetimeFigureOut">
              <a:rPr lang="en-US" smtClean="0"/>
              <a:t>9/29/2021</a:t>
            </a:fld>
            <a:endParaRPr lang="en-US"/>
          </a:p>
        </p:txBody>
      </p:sp>
      <p:sp>
        <p:nvSpPr>
          <p:cNvPr id="8" name="Footer Placeholder 7">
            <a:extLst>
              <a:ext uri="{FF2B5EF4-FFF2-40B4-BE49-F238E27FC236}">
                <a16:creationId xmlns:a16="http://schemas.microsoft.com/office/drawing/2014/main" id="{27F4A26C-594B-4849-ADE7-BDD65FA6FD9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10AB182-1C5B-41A4-992A-A46157BC102D}"/>
              </a:ext>
            </a:extLst>
          </p:cNvPr>
          <p:cNvSpPr>
            <a:spLocks noGrp="1"/>
          </p:cNvSpPr>
          <p:nvPr>
            <p:ph type="sldNum" sz="quarter" idx="12"/>
          </p:nvPr>
        </p:nvSpPr>
        <p:spPr/>
        <p:txBody>
          <a:bodyPr/>
          <a:lstStyle/>
          <a:p>
            <a:fld id="{8ECA14B2-F45F-4421-8663-2E4CBFF6CDB4}" type="slidenum">
              <a:rPr lang="en-US" smtClean="0"/>
              <a:t>‹#›</a:t>
            </a:fld>
            <a:endParaRPr lang="en-US"/>
          </a:p>
        </p:txBody>
      </p:sp>
    </p:spTree>
    <p:extLst>
      <p:ext uri="{BB962C8B-B14F-4D97-AF65-F5344CB8AC3E}">
        <p14:creationId xmlns:p14="http://schemas.microsoft.com/office/powerpoint/2010/main" val="1589604878"/>
      </p:ext>
    </p:extLst>
  </p:cSld>
  <p:clrMapOvr>
    <a:masterClrMapping/>
  </p:clrMapOvr>
  <p:hf hdr="0" ftr="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E4E026-9521-49F9-9910-4E59D0EE7E9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390F577-9C03-4D72-B18C-3DB7A3079E7A}"/>
              </a:ext>
            </a:extLst>
          </p:cNvPr>
          <p:cNvSpPr>
            <a:spLocks noGrp="1"/>
          </p:cNvSpPr>
          <p:nvPr>
            <p:ph type="dt" sz="half" idx="10"/>
          </p:nvPr>
        </p:nvSpPr>
        <p:spPr/>
        <p:txBody>
          <a:bodyPr/>
          <a:lstStyle/>
          <a:p>
            <a:fld id="{EEA2FC0F-490E-4037-809F-EE94D2F34D5E}" type="datetimeFigureOut">
              <a:rPr lang="en-US" smtClean="0"/>
              <a:t>9/29/2021</a:t>
            </a:fld>
            <a:endParaRPr lang="en-US"/>
          </a:p>
        </p:txBody>
      </p:sp>
      <p:sp>
        <p:nvSpPr>
          <p:cNvPr id="4" name="Footer Placeholder 3">
            <a:extLst>
              <a:ext uri="{FF2B5EF4-FFF2-40B4-BE49-F238E27FC236}">
                <a16:creationId xmlns:a16="http://schemas.microsoft.com/office/drawing/2014/main" id="{2A5D3A2E-13DC-495D-90A7-7A4E5FDF7DB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E97EF5E-5D2B-4CCD-B2BC-2A9FAD1D2DA4}"/>
              </a:ext>
            </a:extLst>
          </p:cNvPr>
          <p:cNvSpPr>
            <a:spLocks noGrp="1"/>
          </p:cNvSpPr>
          <p:nvPr>
            <p:ph type="sldNum" sz="quarter" idx="12"/>
          </p:nvPr>
        </p:nvSpPr>
        <p:spPr/>
        <p:txBody>
          <a:bodyPr/>
          <a:lstStyle/>
          <a:p>
            <a:fld id="{8ECA14B2-F45F-4421-8663-2E4CBFF6CDB4}" type="slidenum">
              <a:rPr lang="en-US" smtClean="0"/>
              <a:t>‹#›</a:t>
            </a:fld>
            <a:endParaRPr lang="en-US"/>
          </a:p>
        </p:txBody>
      </p:sp>
      <p:sp>
        <p:nvSpPr>
          <p:cNvPr id="6" name="Rectangle 5">
            <a:extLst>
              <a:ext uri="{FF2B5EF4-FFF2-40B4-BE49-F238E27FC236}">
                <a16:creationId xmlns:a16="http://schemas.microsoft.com/office/drawing/2014/main" id="{B10C55AE-6A42-40C6-97AE-E89CE4E6C939}"/>
              </a:ext>
            </a:extLst>
          </p:cNvPr>
          <p:cNvSpPr/>
          <p:nvPr userDrawn="1"/>
        </p:nvSpPr>
        <p:spPr>
          <a:xfrm>
            <a:off x="313381" y="4915450"/>
            <a:ext cx="4065124" cy="22805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lIns="91430" tIns="45715" rIns="91430" bIns="45715" rtlCol="0" anchor="ctr"/>
          <a:lstStyle/>
          <a:p>
            <a:pPr algn="ctr"/>
            <a:endParaRPr lang="en-US" dirty="0"/>
          </a:p>
        </p:txBody>
      </p:sp>
    </p:spTree>
    <p:extLst>
      <p:ext uri="{BB962C8B-B14F-4D97-AF65-F5344CB8AC3E}">
        <p14:creationId xmlns:p14="http://schemas.microsoft.com/office/powerpoint/2010/main" val="31534675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4418A9C-B077-499A-8FA9-DFFA04A07D06}"/>
              </a:ext>
            </a:extLst>
          </p:cNvPr>
          <p:cNvSpPr>
            <a:spLocks noGrp="1"/>
          </p:cNvSpPr>
          <p:nvPr>
            <p:ph type="dt" sz="half" idx="10"/>
          </p:nvPr>
        </p:nvSpPr>
        <p:spPr/>
        <p:txBody>
          <a:bodyPr/>
          <a:lstStyle/>
          <a:p>
            <a:fld id="{EEA2FC0F-490E-4037-809F-EE94D2F34D5E}" type="datetimeFigureOut">
              <a:rPr lang="en-US" smtClean="0"/>
              <a:t>9/29/2021</a:t>
            </a:fld>
            <a:endParaRPr lang="en-US"/>
          </a:p>
        </p:txBody>
      </p:sp>
      <p:sp>
        <p:nvSpPr>
          <p:cNvPr id="3" name="Footer Placeholder 2">
            <a:extLst>
              <a:ext uri="{FF2B5EF4-FFF2-40B4-BE49-F238E27FC236}">
                <a16:creationId xmlns:a16="http://schemas.microsoft.com/office/drawing/2014/main" id="{463B566F-A0BB-400C-A181-7DA718D9630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F758D3B-0ADC-4EE2-8119-D2FEA44A894F}"/>
              </a:ext>
            </a:extLst>
          </p:cNvPr>
          <p:cNvSpPr>
            <a:spLocks noGrp="1"/>
          </p:cNvSpPr>
          <p:nvPr>
            <p:ph type="sldNum" sz="quarter" idx="12"/>
          </p:nvPr>
        </p:nvSpPr>
        <p:spPr/>
        <p:txBody>
          <a:bodyPr/>
          <a:lstStyle/>
          <a:p>
            <a:fld id="{8ECA14B2-F45F-4421-8663-2E4CBFF6CDB4}" type="slidenum">
              <a:rPr lang="en-US" smtClean="0"/>
              <a:t>‹#›</a:t>
            </a:fld>
            <a:endParaRPr lang="en-US"/>
          </a:p>
        </p:txBody>
      </p:sp>
      <p:sp>
        <p:nvSpPr>
          <p:cNvPr id="5" name="Graphic 5">
            <a:extLst>
              <a:ext uri="{FF2B5EF4-FFF2-40B4-BE49-F238E27FC236}">
                <a16:creationId xmlns:a16="http://schemas.microsoft.com/office/drawing/2014/main" id="{B8F8BF69-64D7-4398-A323-00B3D8B0C0C0}"/>
              </a:ext>
            </a:extLst>
          </p:cNvPr>
          <p:cNvSpPr>
            <a:spLocks noChangeAspect="1"/>
          </p:cNvSpPr>
          <p:nvPr userDrawn="1"/>
        </p:nvSpPr>
        <p:spPr>
          <a:xfrm>
            <a:off x="3079321" y="1"/>
            <a:ext cx="2985359" cy="290786"/>
          </a:xfrm>
          <a:custGeom>
            <a:avLst/>
            <a:gdLst>
              <a:gd name="connsiteX0" fmla="*/ 5298019 w 5298018"/>
              <a:gd name="connsiteY0" fmla="*/ 0 h 475749"/>
              <a:gd name="connsiteX1" fmla="*/ 4792594 w 5298018"/>
              <a:gd name="connsiteY1" fmla="*/ 475749 h 475749"/>
              <a:gd name="connsiteX2" fmla="*/ 505473 w 5298018"/>
              <a:gd name="connsiteY2" fmla="*/ 475749 h 475749"/>
              <a:gd name="connsiteX3" fmla="*/ 0 w 5298018"/>
              <a:gd name="connsiteY3" fmla="*/ 0 h 475749"/>
            </a:gdLst>
            <a:ahLst/>
            <a:cxnLst>
              <a:cxn ang="0">
                <a:pos x="connsiteX0" y="connsiteY0"/>
              </a:cxn>
              <a:cxn ang="0">
                <a:pos x="connsiteX1" y="connsiteY1"/>
              </a:cxn>
              <a:cxn ang="0">
                <a:pos x="connsiteX2" y="connsiteY2"/>
              </a:cxn>
              <a:cxn ang="0">
                <a:pos x="connsiteX3" y="connsiteY3"/>
              </a:cxn>
            </a:cxnLst>
            <a:rect l="l" t="t" r="r" b="b"/>
            <a:pathLst>
              <a:path w="5298018" h="475749">
                <a:moveTo>
                  <a:pt x="5298019" y="0"/>
                </a:moveTo>
                <a:cubicBezTo>
                  <a:pt x="4930695" y="172726"/>
                  <a:pt x="5133304" y="475749"/>
                  <a:pt x="4792594" y="475749"/>
                </a:cubicBezTo>
                <a:lnTo>
                  <a:pt x="505473" y="475749"/>
                </a:lnTo>
                <a:cubicBezTo>
                  <a:pt x="164763" y="475749"/>
                  <a:pt x="367324" y="172726"/>
                  <a:pt x="0" y="0"/>
                </a:cubicBezTo>
                <a:close/>
              </a:path>
            </a:pathLst>
          </a:custGeom>
          <a:solidFill>
            <a:schemeClr val="accent1"/>
          </a:solidFill>
          <a:ln w="4881" cap="flat">
            <a:noFill/>
            <a:prstDash val="solid"/>
            <a:miter/>
          </a:ln>
        </p:spPr>
        <p:txBody>
          <a:bodyPr rtlCol="0" anchor="ctr"/>
          <a:lstStyle/>
          <a:p>
            <a:endParaRPr lang="en-EG" sz="1350"/>
          </a:p>
        </p:txBody>
      </p:sp>
    </p:spTree>
    <p:extLst>
      <p:ext uri="{BB962C8B-B14F-4D97-AF65-F5344CB8AC3E}">
        <p14:creationId xmlns:p14="http://schemas.microsoft.com/office/powerpoint/2010/main" val="3760809805"/>
      </p:ext>
    </p:extLst>
  </p:cSld>
  <p:clrMapOvr>
    <a:masterClrMapping/>
  </p:clrMapOvr>
  <p:hf hdr="0" ftr="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3AE1F1-69D8-4AB9-A2CB-D1008002AAAC}"/>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F920CFE4-0CFA-4BB0-99D2-46954FDDAFDF}"/>
              </a:ext>
            </a:extLst>
          </p:cNvPr>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2C256C7-FCFA-43F1-94D2-4A905D203211}"/>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96D5FC62-A4D6-4E31-874E-E2F7D31AD553}"/>
              </a:ext>
            </a:extLst>
          </p:cNvPr>
          <p:cNvSpPr>
            <a:spLocks noGrp="1"/>
          </p:cNvSpPr>
          <p:nvPr>
            <p:ph type="dt" sz="half" idx="10"/>
          </p:nvPr>
        </p:nvSpPr>
        <p:spPr/>
        <p:txBody>
          <a:bodyPr/>
          <a:lstStyle/>
          <a:p>
            <a:fld id="{EEA2FC0F-490E-4037-809F-EE94D2F34D5E}" type="datetimeFigureOut">
              <a:rPr lang="en-US" smtClean="0"/>
              <a:t>9/29/2021</a:t>
            </a:fld>
            <a:endParaRPr lang="en-US"/>
          </a:p>
        </p:txBody>
      </p:sp>
      <p:sp>
        <p:nvSpPr>
          <p:cNvPr id="6" name="Footer Placeholder 5">
            <a:extLst>
              <a:ext uri="{FF2B5EF4-FFF2-40B4-BE49-F238E27FC236}">
                <a16:creationId xmlns:a16="http://schemas.microsoft.com/office/drawing/2014/main" id="{7A567646-D893-4414-BAEC-A3578E0E0F6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CF64B9-EAA5-4849-872E-8A5B5815208D}"/>
              </a:ext>
            </a:extLst>
          </p:cNvPr>
          <p:cNvSpPr>
            <a:spLocks noGrp="1"/>
          </p:cNvSpPr>
          <p:nvPr>
            <p:ph type="sldNum" sz="quarter" idx="12"/>
          </p:nvPr>
        </p:nvSpPr>
        <p:spPr/>
        <p:txBody>
          <a:bodyPr/>
          <a:lstStyle/>
          <a:p>
            <a:fld id="{8ECA14B2-F45F-4421-8663-2E4CBFF6CDB4}" type="slidenum">
              <a:rPr lang="en-US" smtClean="0"/>
              <a:t>‹#›</a:t>
            </a:fld>
            <a:endParaRPr lang="en-US"/>
          </a:p>
        </p:txBody>
      </p:sp>
    </p:spTree>
    <p:extLst>
      <p:ext uri="{BB962C8B-B14F-4D97-AF65-F5344CB8AC3E}">
        <p14:creationId xmlns:p14="http://schemas.microsoft.com/office/powerpoint/2010/main" val="1836220739"/>
      </p:ext>
    </p:extLst>
  </p:cSld>
  <p:clrMapOvr>
    <a:masterClrMapping/>
  </p:clrMapOvr>
  <p:hf hdr="0" ftr="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2309EF-03C5-4888-88B5-4EA70E425490}"/>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B08A5960-079A-48E1-843B-4F5A89112DBB}"/>
              </a:ext>
            </a:extLst>
          </p:cNvPr>
          <p:cNvSpPr>
            <a:spLocks noGrp="1"/>
          </p:cNvSpPr>
          <p:nvPr>
            <p:ph type="pic" idx="1"/>
          </p:nvPr>
        </p:nvSpPr>
        <p:spPr>
          <a:xfrm>
            <a:off x="3887391"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DED5F0BC-0F2D-4FBE-B9F3-4AA42F04CC13}"/>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B89127A3-FA32-49FB-9287-668F7ED6DF56}"/>
              </a:ext>
            </a:extLst>
          </p:cNvPr>
          <p:cNvSpPr>
            <a:spLocks noGrp="1"/>
          </p:cNvSpPr>
          <p:nvPr>
            <p:ph type="dt" sz="half" idx="10"/>
          </p:nvPr>
        </p:nvSpPr>
        <p:spPr/>
        <p:txBody>
          <a:bodyPr/>
          <a:lstStyle/>
          <a:p>
            <a:fld id="{EEA2FC0F-490E-4037-809F-EE94D2F34D5E}" type="datetimeFigureOut">
              <a:rPr lang="en-US" smtClean="0"/>
              <a:t>9/29/2021</a:t>
            </a:fld>
            <a:endParaRPr lang="en-US"/>
          </a:p>
        </p:txBody>
      </p:sp>
      <p:sp>
        <p:nvSpPr>
          <p:cNvPr id="6" name="Footer Placeholder 5">
            <a:extLst>
              <a:ext uri="{FF2B5EF4-FFF2-40B4-BE49-F238E27FC236}">
                <a16:creationId xmlns:a16="http://schemas.microsoft.com/office/drawing/2014/main" id="{E7882F0A-7C33-4891-8DDC-058E2B9CE86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204B07F-B89D-44C8-9955-21F878CB4029}"/>
              </a:ext>
            </a:extLst>
          </p:cNvPr>
          <p:cNvSpPr>
            <a:spLocks noGrp="1"/>
          </p:cNvSpPr>
          <p:nvPr>
            <p:ph type="sldNum" sz="quarter" idx="12"/>
          </p:nvPr>
        </p:nvSpPr>
        <p:spPr/>
        <p:txBody>
          <a:bodyPr/>
          <a:lstStyle/>
          <a:p>
            <a:fld id="{8ECA14B2-F45F-4421-8663-2E4CBFF6CDB4}" type="slidenum">
              <a:rPr lang="en-US" smtClean="0"/>
              <a:t>‹#›</a:t>
            </a:fld>
            <a:endParaRPr lang="en-US"/>
          </a:p>
        </p:txBody>
      </p:sp>
    </p:spTree>
    <p:extLst>
      <p:ext uri="{BB962C8B-B14F-4D97-AF65-F5344CB8AC3E}">
        <p14:creationId xmlns:p14="http://schemas.microsoft.com/office/powerpoint/2010/main" val="278031905"/>
      </p:ext>
    </p:extLst>
  </p:cSld>
  <p:clrMapOvr>
    <a:masterClrMapping/>
  </p:clrMapOvr>
  <p:hf hdr="0" ftr="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CF3897-2A10-48CC-B46F-A4984195FF3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A8313DE-D904-4D6D-A071-8078EACABB7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208042B-5B4A-4A4A-91CB-597523F4FBF3}"/>
              </a:ext>
            </a:extLst>
          </p:cNvPr>
          <p:cNvSpPr>
            <a:spLocks noGrp="1"/>
          </p:cNvSpPr>
          <p:nvPr>
            <p:ph type="dt" sz="half" idx="10"/>
          </p:nvPr>
        </p:nvSpPr>
        <p:spPr/>
        <p:txBody>
          <a:bodyPr/>
          <a:lstStyle/>
          <a:p>
            <a:fld id="{EEA2FC0F-490E-4037-809F-EE94D2F34D5E}" type="datetimeFigureOut">
              <a:rPr lang="en-US" smtClean="0"/>
              <a:t>9/29/2021</a:t>
            </a:fld>
            <a:endParaRPr lang="en-US"/>
          </a:p>
        </p:txBody>
      </p:sp>
      <p:sp>
        <p:nvSpPr>
          <p:cNvPr id="5" name="Footer Placeholder 4">
            <a:extLst>
              <a:ext uri="{FF2B5EF4-FFF2-40B4-BE49-F238E27FC236}">
                <a16:creationId xmlns:a16="http://schemas.microsoft.com/office/drawing/2014/main" id="{AD9FBA54-D886-4643-8534-A20CFD9E3A7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18AA205-DC56-4C6D-B193-E25F0A4A1D59}"/>
              </a:ext>
            </a:extLst>
          </p:cNvPr>
          <p:cNvSpPr>
            <a:spLocks noGrp="1"/>
          </p:cNvSpPr>
          <p:nvPr>
            <p:ph type="sldNum" sz="quarter" idx="12"/>
          </p:nvPr>
        </p:nvSpPr>
        <p:spPr/>
        <p:txBody>
          <a:bodyPr/>
          <a:lstStyle/>
          <a:p>
            <a:fld id="{8ECA14B2-F45F-4421-8663-2E4CBFF6CDB4}" type="slidenum">
              <a:rPr lang="en-US" smtClean="0"/>
              <a:t>‹#›</a:t>
            </a:fld>
            <a:endParaRPr lang="en-US"/>
          </a:p>
        </p:txBody>
      </p:sp>
    </p:spTree>
    <p:extLst>
      <p:ext uri="{BB962C8B-B14F-4D97-AF65-F5344CB8AC3E}">
        <p14:creationId xmlns:p14="http://schemas.microsoft.com/office/powerpoint/2010/main" val="2661360278"/>
      </p:ext>
    </p:extLst>
  </p:cSld>
  <p:clrMapOvr>
    <a:masterClrMapping/>
  </p:clrMapOvr>
  <p:hf hdr="0" ftr="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643D52B-5A56-4B4C-9B42-D9A53D157502}"/>
              </a:ext>
            </a:extLst>
          </p:cNvPr>
          <p:cNvSpPr>
            <a:spLocks noGrp="1"/>
          </p:cNvSpPr>
          <p:nvPr>
            <p:ph type="title" orient="vert"/>
          </p:nvPr>
        </p:nvSpPr>
        <p:spPr>
          <a:xfrm>
            <a:off x="6543675" y="273844"/>
            <a:ext cx="1971675" cy="4358879"/>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92A10A3-6943-4364-97E4-E652E32B323F}"/>
              </a:ext>
            </a:extLst>
          </p:cNvPr>
          <p:cNvSpPr>
            <a:spLocks noGrp="1"/>
          </p:cNvSpPr>
          <p:nvPr>
            <p:ph type="body" orient="vert" idx="1"/>
          </p:nvPr>
        </p:nvSpPr>
        <p:spPr>
          <a:xfrm>
            <a:off x="628650" y="273844"/>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F11A199-B825-4041-8038-B421CFEF7369}"/>
              </a:ext>
            </a:extLst>
          </p:cNvPr>
          <p:cNvSpPr>
            <a:spLocks noGrp="1"/>
          </p:cNvSpPr>
          <p:nvPr>
            <p:ph type="dt" sz="half" idx="10"/>
          </p:nvPr>
        </p:nvSpPr>
        <p:spPr/>
        <p:txBody>
          <a:bodyPr/>
          <a:lstStyle/>
          <a:p>
            <a:fld id="{EEA2FC0F-490E-4037-809F-EE94D2F34D5E}" type="datetimeFigureOut">
              <a:rPr lang="en-US" smtClean="0"/>
              <a:t>9/29/2021</a:t>
            </a:fld>
            <a:endParaRPr lang="en-US"/>
          </a:p>
        </p:txBody>
      </p:sp>
      <p:sp>
        <p:nvSpPr>
          <p:cNvPr id="5" name="Footer Placeholder 4">
            <a:extLst>
              <a:ext uri="{FF2B5EF4-FFF2-40B4-BE49-F238E27FC236}">
                <a16:creationId xmlns:a16="http://schemas.microsoft.com/office/drawing/2014/main" id="{630F5A77-474F-4406-90D1-B956A7B3E30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D88F4A5-AF5C-4AA5-BA15-0F4D22CF1B24}"/>
              </a:ext>
            </a:extLst>
          </p:cNvPr>
          <p:cNvSpPr>
            <a:spLocks noGrp="1"/>
          </p:cNvSpPr>
          <p:nvPr>
            <p:ph type="sldNum" sz="quarter" idx="12"/>
          </p:nvPr>
        </p:nvSpPr>
        <p:spPr/>
        <p:txBody>
          <a:bodyPr/>
          <a:lstStyle/>
          <a:p>
            <a:fld id="{8ECA14B2-F45F-4421-8663-2E4CBFF6CDB4}" type="slidenum">
              <a:rPr lang="en-US" smtClean="0"/>
              <a:t>‹#›</a:t>
            </a:fld>
            <a:endParaRPr lang="en-US"/>
          </a:p>
        </p:txBody>
      </p:sp>
    </p:spTree>
    <p:extLst>
      <p:ext uri="{BB962C8B-B14F-4D97-AF65-F5344CB8AC3E}">
        <p14:creationId xmlns:p14="http://schemas.microsoft.com/office/powerpoint/2010/main" val="2837694370"/>
      </p:ext>
    </p:extLst>
  </p:cSld>
  <p:clrMapOvr>
    <a:masterClrMapping/>
  </p:clrMapOvr>
  <p:hf hdr="0" ftr="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tandard Body Slide with Headline and Subhead">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28600" y="274320"/>
            <a:ext cx="6483096" cy="457200"/>
          </a:xfrm>
          <a:prstGeom prst="rect">
            <a:avLst/>
          </a:prstGeom>
        </p:spPr>
        <p:txBody>
          <a:bodyPr lIns="0" tIns="0" rIns="0" bIns="0" anchor="b" anchorCtr="0"/>
          <a:lstStyle>
            <a:lvl1pPr>
              <a:defRPr>
                <a:latin typeface="Arial"/>
              </a:defRPr>
            </a:lvl1pPr>
          </a:lstStyle>
          <a:p>
            <a:r>
              <a:rPr lang="en-US" dirty="0"/>
              <a:t>Slide Title</a:t>
            </a:r>
          </a:p>
        </p:txBody>
      </p:sp>
      <p:sp>
        <p:nvSpPr>
          <p:cNvPr id="6" name="Text Placeholder 12"/>
          <p:cNvSpPr>
            <a:spLocks noGrp="1"/>
          </p:cNvSpPr>
          <p:nvPr>
            <p:ph type="body" sz="quarter" idx="13" hasCustomPrompt="1"/>
          </p:nvPr>
        </p:nvSpPr>
        <p:spPr>
          <a:xfrm>
            <a:off x="228600" y="731520"/>
            <a:ext cx="6483096" cy="457200"/>
          </a:xfrm>
        </p:spPr>
        <p:txBody>
          <a:bodyPr lIns="0" tIns="0" rIns="0" bIns="0">
            <a:noAutofit/>
          </a:bodyPr>
          <a:lstStyle>
            <a:lvl1pPr marL="0" indent="0">
              <a:spcBef>
                <a:spcPts val="0"/>
              </a:spcBef>
              <a:buFontTx/>
              <a:buNone/>
              <a:defRPr sz="1800" baseline="0"/>
            </a:lvl1pPr>
          </a:lstStyle>
          <a:p>
            <a:pPr lvl="0"/>
            <a:r>
              <a:rPr lang="en-US" dirty="0"/>
              <a:t>Subhead</a:t>
            </a:r>
          </a:p>
        </p:txBody>
      </p:sp>
      <p:sp>
        <p:nvSpPr>
          <p:cNvPr id="7" name="Text Placeholder 12"/>
          <p:cNvSpPr>
            <a:spLocks noGrp="1"/>
          </p:cNvSpPr>
          <p:nvPr>
            <p:ph type="body" sz="quarter" idx="14"/>
          </p:nvPr>
        </p:nvSpPr>
        <p:spPr>
          <a:xfrm>
            <a:off x="230188" y="1200150"/>
            <a:ext cx="8686800" cy="3429000"/>
          </a:xfrm>
        </p:spPr>
        <p:txBody>
          <a:bodyPr lIns="0" tIns="0" rIns="0" bIns="0">
            <a:noAutofit/>
          </a:bodyPr>
          <a:lstStyle>
            <a:lvl1pPr marL="0" indent="0">
              <a:spcBef>
                <a:spcPts val="0"/>
              </a:spcBef>
              <a:buFontTx/>
              <a:buNone/>
              <a:defRPr sz="1200" baseline="0">
                <a:solidFill>
                  <a:srgbClr val="000000"/>
                </a:solidFill>
              </a:defRPr>
            </a:lvl1pPr>
          </a:lstStyle>
          <a:p>
            <a:pPr lvl="0"/>
            <a:endParaRPr lang="en-US" dirty="0"/>
          </a:p>
        </p:txBody>
      </p:sp>
      <p:pic>
        <p:nvPicPr>
          <p:cNvPr id="8" name="Picture 7" descr="hitachi-consulting-logo-rendered.png"/>
          <p:cNvPicPr>
            <a:picLocks noChangeAspect="1"/>
          </p:cNvPicPr>
          <p:nvPr userDrawn="1"/>
        </p:nvPicPr>
        <p:blipFill>
          <a:blip r:embed="rId2"/>
          <a:stretch>
            <a:fillRect/>
          </a:stretch>
        </p:blipFill>
        <p:spPr>
          <a:xfrm>
            <a:off x="6885432" y="225962"/>
            <a:ext cx="1798009" cy="352519"/>
          </a:xfrm>
          <a:prstGeom prst="rect">
            <a:avLst/>
          </a:prstGeom>
        </p:spPr>
      </p:pic>
      <p:sp>
        <p:nvSpPr>
          <p:cNvPr id="9" name="Date Placeholder 3"/>
          <p:cNvSpPr>
            <a:spLocks noGrp="1"/>
          </p:cNvSpPr>
          <p:nvPr>
            <p:ph type="dt" sz="half" idx="2"/>
          </p:nvPr>
        </p:nvSpPr>
        <p:spPr>
          <a:xfrm>
            <a:off x="6775704" y="4830696"/>
            <a:ext cx="1682496" cy="228600"/>
          </a:xfrm>
          <a:prstGeom prst="rect">
            <a:avLst/>
          </a:prstGeom>
        </p:spPr>
        <p:txBody>
          <a:bodyPr vert="horz" lIns="0" tIns="0" rIns="0" bIns="0" rtlCol="0" anchor="ctr"/>
          <a:lstStyle>
            <a:lvl1pPr algn="r">
              <a:defRPr sz="800">
                <a:solidFill>
                  <a:schemeClr val="tx1">
                    <a:tint val="75000"/>
                  </a:schemeClr>
                </a:solidFill>
                <a:latin typeface="Arial"/>
              </a:defRPr>
            </a:lvl1pPr>
          </a:lstStyle>
          <a:p>
            <a:fld id="{D6EC5702-CC6C-449A-9363-23B4FFE00979}" type="datetime1">
              <a:rPr lang="en-US" smtClean="0"/>
              <a:t>9/29/2021</a:t>
            </a:fld>
            <a:endParaRPr lang="en-US" dirty="0"/>
          </a:p>
        </p:txBody>
      </p:sp>
      <p:sp>
        <p:nvSpPr>
          <p:cNvPr id="10" name="Slide Number Placeholder 5"/>
          <p:cNvSpPr>
            <a:spLocks noGrp="1"/>
          </p:cNvSpPr>
          <p:nvPr>
            <p:ph type="sldNum" sz="quarter" idx="4"/>
          </p:nvPr>
        </p:nvSpPr>
        <p:spPr>
          <a:xfrm>
            <a:off x="8688499" y="4830692"/>
            <a:ext cx="228600" cy="228600"/>
          </a:xfrm>
          <a:prstGeom prst="rect">
            <a:avLst/>
          </a:prstGeom>
        </p:spPr>
        <p:txBody>
          <a:bodyPr vert="horz" lIns="0" tIns="0" rIns="0" bIns="0" rtlCol="0" anchor="ctr"/>
          <a:lstStyle>
            <a:lvl1pPr algn="l">
              <a:defRPr sz="800">
                <a:solidFill>
                  <a:schemeClr val="tx1">
                    <a:tint val="75000"/>
                  </a:schemeClr>
                </a:solidFill>
                <a:latin typeface="Arial"/>
              </a:defRPr>
            </a:lvl1pPr>
          </a:lstStyle>
          <a:p>
            <a:fld id="{4D82F6D6-BD64-564F-BDB4-3E98167DF08D}" type="slidenum">
              <a:rPr lang="en-US" smtClean="0"/>
              <a:pPr/>
              <a:t>‹#›</a:t>
            </a:fld>
            <a:endParaRPr lang="en-US" dirty="0"/>
          </a:p>
        </p:txBody>
      </p:sp>
      <p:cxnSp>
        <p:nvCxnSpPr>
          <p:cNvPr id="11" name="Straight Connector 10"/>
          <p:cNvCxnSpPr/>
          <p:nvPr userDrawn="1"/>
        </p:nvCxnSpPr>
        <p:spPr>
          <a:xfrm rot="5400000">
            <a:off x="8529532" y="4946102"/>
            <a:ext cx="77629" cy="1588"/>
          </a:xfrm>
          <a:prstGeom prst="line">
            <a:avLst/>
          </a:prstGeom>
          <a:ln w="6350">
            <a:solidFill>
              <a:srgbClr val="DA291C"/>
            </a:solidFill>
          </a:ln>
          <a:effectLst/>
        </p:spPr>
        <p:style>
          <a:lnRef idx="2">
            <a:schemeClr val="accent1"/>
          </a:lnRef>
          <a:fillRef idx="0">
            <a:schemeClr val="accent1"/>
          </a:fillRef>
          <a:effectRef idx="1">
            <a:schemeClr val="accent1"/>
          </a:effectRef>
          <a:fontRef idx="minor">
            <a:schemeClr val="tx1"/>
          </a:fontRef>
        </p:style>
      </p:cxnSp>
      <p:sp>
        <p:nvSpPr>
          <p:cNvPr id="36" name="Date Placeholder 3"/>
          <p:cNvSpPr txBox="1">
            <a:spLocks/>
          </p:cNvSpPr>
          <p:nvPr userDrawn="1"/>
        </p:nvSpPr>
        <p:spPr>
          <a:xfrm>
            <a:off x="230188" y="4830696"/>
            <a:ext cx="4343400" cy="228600"/>
          </a:xfrm>
          <a:prstGeom prst="rect">
            <a:avLst/>
          </a:prstGeom>
        </p:spPr>
        <p:txBody>
          <a:bodyPr vert="horz" lIns="0" tIns="0" rIns="0" bIns="0" rtlCol="0" anchor="ctr"/>
          <a:lstStyle>
            <a:defPPr>
              <a:defRPr lang="en-US"/>
            </a:defPPr>
            <a:lvl1pPr marL="0" algn="r" defTabSz="457200" rtl="0" eaLnBrk="1" latinLnBrk="0" hangingPunct="1">
              <a:defRPr sz="800" kern="1200">
                <a:solidFill>
                  <a:schemeClr val="tx1">
                    <a:tint val="75000"/>
                  </a:schemeClr>
                </a:solidFill>
                <a:latin typeface="Arial"/>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sz="800" kern="1200" dirty="0">
                <a:solidFill>
                  <a:schemeClr val="tx1">
                    <a:tint val="75000"/>
                  </a:schemeClr>
                </a:solidFill>
                <a:effectLst/>
                <a:latin typeface="Arial"/>
                <a:ea typeface="+mn-ea"/>
                <a:cs typeface="+mn-cs"/>
              </a:rPr>
              <a:t>© 2016 Hitachi Consulting Corporation.  All rights reserved. Proprietary and confidential.</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ver Slide Option 2">
    <p:spTree>
      <p:nvGrpSpPr>
        <p:cNvPr id="1" name=""/>
        <p:cNvGrpSpPr/>
        <p:nvPr/>
      </p:nvGrpSpPr>
      <p:grpSpPr>
        <a:xfrm>
          <a:off x="0" y="0"/>
          <a:ext cx="0" cy="0"/>
          <a:chOff x="0" y="0"/>
          <a:chExt cx="0" cy="0"/>
        </a:xfrm>
      </p:grpSpPr>
      <p:sp>
        <p:nvSpPr>
          <p:cNvPr id="8" name="Picture Placeholder 7"/>
          <p:cNvSpPr>
            <a:spLocks noGrp="1"/>
          </p:cNvSpPr>
          <p:nvPr>
            <p:ph type="pic" sz="quarter" idx="13"/>
          </p:nvPr>
        </p:nvSpPr>
        <p:spPr>
          <a:xfrm>
            <a:off x="0" y="1885949"/>
            <a:ext cx="9144000" cy="2743201"/>
          </a:xfrm>
        </p:spPr>
        <p:txBody>
          <a:bodyPr anchor="ctr" anchorCtr="0"/>
          <a:lstStyle>
            <a:lvl1pPr marL="0" indent="0" algn="ctr">
              <a:buFontTx/>
              <a:buNone/>
              <a:defRPr sz="1200"/>
            </a:lvl1pPr>
          </a:lstStyle>
          <a:p>
            <a:endParaRPr lang="en-US" dirty="0"/>
          </a:p>
        </p:txBody>
      </p:sp>
      <p:sp>
        <p:nvSpPr>
          <p:cNvPr id="2" name="Title 1"/>
          <p:cNvSpPr>
            <a:spLocks noGrp="1"/>
          </p:cNvSpPr>
          <p:nvPr>
            <p:ph type="title" hasCustomPrompt="1"/>
          </p:nvPr>
        </p:nvSpPr>
        <p:spPr>
          <a:xfrm>
            <a:off x="228600" y="274320"/>
            <a:ext cx="6483096" cy="457200"/>
          </a:xfrm>
          <a:prstGeom prst="rect">
            <a:avLst/>
          </a:prstGeom>
        </p:spPr>
        <p:txBody>
          <a:bodyPr lIns="0" tIns="0" rIns="0" bIns="0" anchor="b" anchorCtr="0"/>
          <a:lstStyle>
            <a:lvl1pPr>
              <a:defRPr baseline="0"/>
            </a:lvl1pPr>
          </a:lstStyle>
          <a:p>
            <a:r>
              <a:rPr lang="en-US" dirty="0"/>
              <a:t>Slide Title</a:t>
            </a:r>
          </a:p>
        </p:txBody>
      </p:sp>
      <p:sp>
        <p:nvSpPr>
          <p:cNvPr id="6" name="Text Placeholder 12"/>
          <p:cNvSpPr>
            <a:spLocks noGrp="1"/>
          </p:cNvSpPr>
          <p:nvPr>
            <p:ph type="body" sz="quarter" idx="12" hasCustomPrompt="1"/>
          </p:nvPr>
        </p:nvSpPr>
        <p:spPr>
          <a:xfrm>
            <a:off x="228600" y="731520"/>
            <a:ext cx="6483096" cy="457200"/>
          </a:xfrm>
        </p:spPr>
        <p:txBody>
          <a:bodyPr lIns="0" tIns="0" rIns="0" bIns="0">
            <a:noAutofit/>
          </a:bodyPr>
          <a:lstStyle>
            <a:lvl1pPr marL="0" indent="0">
              <a:spcBef>
                <a:spcPts val="0"/>
              </a:spcBef>
              <a:buFontTx/>
              <a:buNone/>
              <a:defRPr sz="1800"/>
            </a:lvl1pPr>
          </a:lstStyle>
          <a:p>
            <a:pPr lvl="0"/>
            <a:r>
              <a:rPr lang="en-US" dirty="0"/>
              <a:t>Subhead</a:t>
            </a:r>
          </a:p>
        </p:txBody>
      </p:sp>
      <p:sp>
        <p:nvSpPr>
          <p:cNvPr id="10" name="Rectangle 9"/>
          <p:cNvSpPr/>
          <p:nvPr userDrawn="1"/>
        </p:nvSpPr>
        <p:spPr>
          <a:xfrm>
            <a:off x="8704716" y="4879337"/>
            <a:ext cx="218782" cy="159035"/>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pic>
        <p:nvPicPr>
          <p:cNvPr id="11" name="Picture 10" descr="hitachi-consulting-logo-rendered.png"/>
          <p:cNvPicPr>
            <a:picLocks noChangeAspect="1"/>
          </p:cNvPicPr>
          <p:nvPr userDrawn="1"/>
        </p:nvPicPr>
        <p:blipFill>
          <a:blip r:embed="rId2"/>
          <a:stretch>
            <a:fillRect/>
          </a:stretch>
        </p:blipFill>
        <p:spPr>
          <a:xfrm>
            <a:off x="230188" y="4714875"/>
            <a:ext cx="1798009" cy="352519"/>
          </a:xfrm>
          <a:prstGeom prst="rect">
            <a:avLst/>
          </a:prstGeom>
        </p:spPr>
      </p:pic>
      <p:pic>
        <p:nvPicPr>
          <p:cNvPr id="13" name="Picture 12" descr="hitachi-inspire-the-next-logo.png"/>
          <p:cNvPicPr>
            <a:picLocks noChangeAspect="1"/>
          </p:cNvPicPr>
          <p:nvPr userDrawn="1"/>
        </p:nvPicPr>
        <p:blipFill>
          <a:blip r:embed="rId3">
            <a:alphaModFix/>
          </a:blip>
          <a:stretch>
            <a:fillRect/>
          </a:stretch>
        </p:blipFill>
        <p:spPr>
          <a:xfrm>
            <a:off x="7740438" y="128016"/>
            <a:ext cx="1289130" cy="522320"/>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ection Divider Option 1">
    <p:spTree>
      <p:nvGrpSpPr>
        <p:cNvPr id="1" name=""/>
        <p:cNvGrpSpPr/>
        <p:nvPr/>
      </p:nvGrpSpPr>
      <p:grpSpPr>
        <a:xfrm>
          <a:off x="0" y="0"/>
          <a:ext cx="0" cy="0"/>
          <a:chOff x="0" y="0"/>
          <a:chExt cx="0" cy="0"/>
        </a:xfrm>
      </p:grpSpPr>
      <p:sp>
        <p:nvSpPr>
          <p:cNvPr id="17" name="Picture Placeholder 16"/>
          <p:cNvSpPr>
            <a:spLocks noGrp="1"/>
          </p:cNvSpPr>
          <p:nvPr>
            <p:ph type="pic" sz="quarter" idx="14"/>
          </p:nvPr>
        </p:nvSpPr>
        <p:spPr>
          <a:xfrm>
            <a:off x="0" y="1200150"/>
            <a:ext cx="9144000" cy="3429000"/>
          </a:xfrm>
        </p:spPr>
        <p:txBody>
          <a:bodyPr anchor="ctr" anchorCtr="0">
            <a:noAutofit/>
          </a:bodyPr>
          <a:lstStyle>
            <a:lvl1pPr marL="0" indent="0" algn="ctr">
              <a:buFontTx/>
              <a:buNone/>
              <a:defRPr sz="1200"/>
            </a:lvl1pPr>
          </a:lstStyle>
          <a:p>
            <a:endParaRPr lang="en-US" dirty="0"/>
          </a:p>
        </p:txBody>
      </p:sp>
      <p:pic>
        <p:nvPicPr>
          <p:cNvPr id="7" name="Picture 6" descr="hitachi-consulting-logo-rendered.png"/>
          <p:cNvPicPr>
            <a:picLocks noChangeAspect="1"/>
          </p:cNvPicPr>
          <p:nvPr userDrawn="1"/>
        </p:nvPicPr>
        <p:blipFill>
          <a:blip r:embed="rId2"/>
          <a:stretch>
            <a:fillRect/>
          </a:stretch>
        </p:blipFill>
        <p:spPr>
          <a:xfrm>
            <a:off x="6885432" y="225962"/>
            <a:ext cx="1798009" cy="352519"/>
          </a:xfrm>
          <a:prstGeom prst="rect">
            <a:avLst/>
          </a:prstGeom>
        </p:spPr>
      </p:pic>
      <p:sp>
        <p:nvSpPr>
          <p:cNvPr id="11" name="Date Placeholder 3"/>
          <p:cNvSpPr txBox="1">
            <a:spLocks/>
          </p:cNvSpPr>
          <p:nvPr userDrawn="1"/>
        </p:nvSpPr>
        <p:spPr>
          <a:xfrm>
            <a:off x="230188" y="4830696"/>
            <a:ext cx="4343400" cy="228600"/>
          </a:xfrm>
          <a:prstGeom prst="rect">
            <a:avLst/>
          </a:prstGeom>
        </p:spPr>
        <p:txBody>
          <a:bodyPr vert="horz" lIns="0" tIns="0" rIns="0" bIns="0" rtlCol="0" anchor="ctr"/>
          <a:lstStyle>
            <a:defPPr>
              <a:defRPr lang="en-US"/>
            </a:defPPr>
            <a:lvl1pPr marL="0" algn="r" defTabSz="457200" rtl="0" eaLnBrk="1" latinLnBrk="0" hangingPunct="1">
              <a:defRPr sz="800" kern="1200">
                <a:solidFill>
                  <a:schemeClr val="tx1">
                    <a:tint val="75000"/>
                  </a:schemeClr>
                </a:solidFill>
                <a:latin typeface="Arial"/>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sz="800" kern="1200" dirty="0">
                <a:solidFill>
                  <a:schemeClr val="tx1">
                    <a:tint val="75000"/>
                  </a:schemeClr>
                </a:solidFill>
                <a:effectLst/>
                <a:latin typeface="Arial"/>
                <a:ea typeface="+mn-ea"/>
                <a:cs typeface="+mn-cs"/>
              </a:rPr>
              <a:t>© 2016 Hitachi Consulting Corporation.  All rights reserved. Proprietary and confidential.</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ection Divider Option 2">
    <p:spTree>
      <p:nvGrpSpPr>
        <p:cNvPr id="1" name=""/>
        <p:cNvGrpSpPr/>
        <p:nvPr/>
      </p:nvGrpSpPr>
      <p:grpSpPr>
        <a:xfrm>
          <a:off x="0" y="0"/>
          <a:ext cx="0" cy="0"/>
          <a:chOff x="0" y="0"/>
          <a:chExt cx="0" cy="0"/>
        </a:xfrm>
      </p:grpSpPr>
      <p:sp>
        <p:nvSpPr>
          <p:cNvPr id="18" name="Picture Placeholder 16"/>
          <p:cNvSpPr>
            <a:spLocks noGrp="1"/>
          </p:cNvSpPr>
          <p:nvPr>
            <p:ph type="pic" sz="quarter" idx="15"/>
          </p:nvPr>
        </p:nvSpPr>
        <p:spPr>
          <a:xfrm>
            <a:off x="0" y="1200151"/>
            <a:ext cx="5430837" cy="3428999"/>
          </a:xfrm>
        </p:spPr>
        <p:txBody>
          <a:bodyPr anchor="ctr" anchorCtr="0">
            <a:noAutofit/>
          </a:bodyPr>
          <a:lstStyle>
            <a:lvl1pPr algn="ctr">
              <a:buNone/>
              <a:defRPr sz="1200"/>
            </a:lvl1pPr>
          </a:lstStyle>
          <a:p>
            <a:endParaRPr lang="en-US" dirty="0"/>
          </a:p>
        </p:txBody>
      </p:sp>
      <p:pic>
        <p:nvPicPr>
          <p:cNvPr id="8" name="Picture 7" descr="hitachi-consulting-logo-rendered.png"/>
          <p:cNvPicPr>
            <a:picLocks noChangeAspect="1"/>
          </p:cNvPicPr>
          <p:nvPr userDrawn="1"/>
        </p:nvPicPr>
        <p:blipFill>
          <a:blip r:embed="rId2"/>
          <a:stretch>
            <a:fillRect/>
          </a:stretch>
        </p:blipFill>
        <p:spPr>
          <a:xfrm>
            <a:off x="6885432" y="225962"/>
            <a:ext cx="1798009" cy="352519"/>
          </a:xfrm>
          <a:prstGeom prst="rect">
            <a:avLst/>
          </a:prstGeom>
        </p:spPr>
      </p:pic>
      <p:sp>
        <p:nvSpPr>
          <p:cNvPr id="14" name="Date Placeholder 3"/>
          <p:cNvSpPr txBox="1">
            <a:spLocks/>
          </p:cNvSpPr>
          <p:nvPr userDrawn="1"/>
        </p:nvSpPr>
        <p:spPr>
          <a:xfrm>
            <a:off x="230188" y="4830696"/>
            <a:ext cx="4343400" cy="228600"/>
          </a:xfrm>
          <a:prstGeom prst="rect">
            <a:avLst/>
          </a:prstGeom>
        </p:spPr>
        <p:txBody>
          <a:bodyPr vert="horz" lIns="0" tIns="0" rIns="0" bIns="0" rtlCol="0" anchor="ctr"/>
          <a:lstStyle>
            <a:defPPr>
              <a:defRPr lang="en-US"/>
            </a:defPPr>
            <a:lvl1pPr marL="0" algn="r" defTabSz="457200" rtl="0" eaLnBrk="1" latinLnBrk="0" hangingPunct="1">
              <a:defRPr sz="800" kern="1200">
                <a:solidFill>
                  <a:schemeClr val="tx1">
                    <a:tint val="75000"/>
                  </a:schemeClr>
                </a:solidFill>
                <a:latin typeface="Arial"/>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sz="800" kern="1200" dirty="0">
                <a:solidFill>
                  <a:schemeClr val="tx1">
                    <a:tint val="75000"/>
                  </a:schemeClr>
                </a:solidFill>
                <a:effectLst/>
                <a:latin typeface="Arial"/>
                <a:ea typeface="+mn-ea"/>
                <a:cs typeface="+mn-cs"/>
              </a:rPr>
              <a:t>© 2016 Hitachi Consulting Corporation.  All rights reserved. Proprietary and confidential.</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ection Divider Option 3">
    <p:spTree>
      <p:nvGrpSpPr>
        <p:cNvPr id="1" name=""/>
        <p:cNvGrpSpPr/>
        <p:nvPr/>
      </p:nvGrpSpPr>
      <p:grpSpPr>
        <a:xfrm>
          <a:off x="0" y="0"/>
          <a:ext cx="0" cy="0"/>
          <a:chOff x="0" y="0"/>
          <a:chExt cx="0" cy="0"/>
        </a:xfrm>
      </p:grpSpPr>
      <p:sp>
        <p:nvSpPr>
          <p:cNvPr id="15" name="Picture Placeholder 14"/>
          <p:cNvSpPr>
            <a:spLocks noGrp="1"/>
          </p:cNvSpPr>
          <p:nvPr>
            <p:ph type="pic" sz="quarter" idx="15"/>
          </p:nvPr>
        </p:nvSpPr>
        <p:spPr>
          <a:xfrm>
            <a:off x="0" y="1889125"/>
            <a:ext cx="9144000" cy="2740025"/>
          </a:xfrm>
        </p:spPr>
        <p:txBody>
          <a:bodyPr anchor="ctr" anchorCtr="0">
            <a:noAutofit/>
          </a:bodyPr>
          <a:lstStyle>
            <a:lvl1pPr algn="ctr">
              <a:buNone/>
              <a:defRPr sz="1200"/>
            </a:lvl1pPr>
          </a:lstStyle>
          <a:p>
            <a:endParaRPr lang="en-US" dirty="0"/>
          </a:p>
        </p:txBody>
      </p:sp>
      <p:pic>
        <p:nvPicPr>
          <p:cNvPr id="8" name="Picture 7" descr="hitachi-consulting-logo-rendered.png"/>
          <p:cNvPicPr>
            <a:picLocks noChangeAspect="1"/>
          </p:cNvPicPr>
          <p:nvPr userDrawn="1"/>
        </p:nvPicPr>
        <p:blipFill>
          <a:blip r:embed="rId2"/>
          <a:stretch>
            <a:fillRect/>
          </a:stretch>
        </p:blipFill>
        <p:spPr>
          <a:xfrm>
            <a:off x="6885432" y="225962"/>
            <a:ext cx="1798009" cy="352519"/>
          </a:xfrm>
          <a:prstGeom prst="rect">
            <a:avLst/>
          </a:prstGeom>
        </p:spPr>
      </p:pic>
      <p:sp>
        <p:nvSpPr>
          <p:cNvPr id="16" name="Date Placeholder 3"/>
          <p:cNvSpPr txBox="1">
            <a:spLocks/>
          </p:cNvSpPr>
          <p:nvPr userDrawn="1"/>
        </p:nvSpPr>
        <p:spPr>
          <a:xfrm>
            <a:off x="230188" y="4830696"/>
            <a:ext cx="4343400" cy="228600"/>
          </a:xfrm>
          <a:prstGeom prst="rect">
            <a:avLst/>
          </a:prstGeom>
        </p:spPr>
        <p:txBody>
          <a:bodyPr vert="horz" lIns="0" tIns="0" rIns="0" bIns="0" rtlCol="0" anchor="ctr"/>
          <a:lstStyle>
            <a:defPPr>
              <a:defRPr lang="en-US"/>
            </a:defPPr>
            <a:lvl1pPr marL="0" algn="r" defTabSz="457200" rtl="0" eaLnBrk="1" latinLnBrk="0" hangingPunct="1">
              <a:defRPr sz="800" kern="1200">
                <a:solidFill>
                  <a:schemeClr val="tx1">
                    <a:tint val="75000"/>
                  </a:schemeClr>
                </a:solidFill>
                <a:latin typeface="Arial"/>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sz="800" kern="1200" dirty="0">
                <a:solidFill>
                  <a:schemeClr val="tx1">
                    <a:tint val="75000"/>
                  </a:schemeClr>
                </a:solidFill>
                <a:effectLst/>
                <a:latin typeface="Arial"/>
                <a:ea typeface="+mn-ea"/>
                <a:cs typeface="+mn-cs"/>
              </a:rPr>
              <a:t>© 2016 Hitachi Consulting Corporation.  All rights reserved. Proprietary and confidential.</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OC Background Maste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28600" y="274320"/>
            <a:ext cx="6483096" cy="457200"/>
          </a:xfrm>
          <a:prstGeom prst="rect">
            <a:avLst/>
          </a:prstGeom>
        </p:spPr>
        <p:txBody>
          <a:bodyPr lIns="0" tIns="0" rIns="0" bIns="0" anchor="b" anchorCtr="0"/>
          <a:lstStyle>
            <a:lvl1pPr>
              <a:defRPr/>
            </a:lvl1pPr>
          </a:lstStyle>
          <a:p>
            <a:r>
              <a:rPr lang="en-US" dirty="0"/>
              <a:t>Slide Title</a:t>
            </a:r>
          </a:p>
        </p:txBody>
      </p:sp>
      <p:sp>
        <p:nvSpPr>
          <p:cNvPr id="24" name="Text Placeholder 12"/>
          <p:cNvSpPr>
            <a:spLocks noGrp="1"/>
          </p:cNvSpPr>
          <p:nvPr>
            <p:ph type="body" sz="quarter" idx="24" hasCustomPrompt="1"/>
          </p:nvPr>
        </p:nvSpPr>
        <p:spPr>
          <a:xfrm>
            <a:off x="228600" y="731520"/>
            <a:ext cx="6483096" cy="457200"/>
          </a:xfrm>
        </p:spPr>
        <p:txBody>
          <a:bodyPr lIns="0" tIns="0" rIns="0" bIns="0">
            <a:noAutofit/>
          </a:bodyPr>
          <a:lstStyle>
            <a:lvl1pPr marL="0" indent="0">
              <a:spcBef>
                <a:spcPts val="0"/>
              </a:spcBef>
              <a:buFontTx/>
              <a:buNone/>
              <a:defRPr sz="1800" baseline="0"/>
            </a:lvl1pPr>
          </a:lstStyle>
          <a:p>
            <a:pPr lvl="0"/>
            <a:r>
              <a:rPr lang="en-US" dirty="0"/>
              <a:t>Subhead</a:t>
            </a:r>
          </a:p>
        </p:txBody>
      </p:sp>
      <p:pic>
        <p:nvPicPr>
          <p:cNvPr id="23" name="Picture 22" descr="hitachi-consulting-logo-rendered.png"/>
          <p:cNvPicPr>
            <a:picLocks noChangeAspect="1"/>
          </p:cNvPicPr>
          <p:nvPr userDrawn="1"/>
        </p:nvPicPr>
        <p:blipFill>
          <a:blip r:embed="rId2"/>
          <a:stretch>
            <a:fillRect/>
          </a:stretch>
        </p:blipFill>
        <p:spPr>
          <a:xfrm>
            <a:off x="6885432" y="225962"/>
            <a:ext cx="1798009" cy="352519"/>
          </a:xfrm>
          <a:prstGeom prst="rect">
            <a:avLst/>
          </a:prstGeom>
        </p:spPr>
      </p:pic>
      <p:sp>
        <p:nvSpPr>
          <p:cNvPr id="28" name="Date Placeholder 3"/>
          <p:cNvSpPr txBox="1">
            <a:spLocks/>
          </p:cNvSpPr>
          <p:nvPr userDrawn="1"/>
        </p:nvSpPr>
        <p:spPr>
          <a:xfrm>
            <a:off x="230188" y="4830696"/>
            <a:ext cx="4343400" cy="228600"/>
          </a:xfrm>
          <a:prstGeom prst="rect">
            <a:avLst/>
          </a:prstGeom>
        </p:spPr>
        <p:txBody>
          <a:bodyPr vert="horz" lIns="0" tIns="0" rIns="0" bIns="0" rtlCol="0" anchor="ctr"/>
          <a:lstStyle>
            <a:defPPr>
              <a:defRPr lang="en-US"/>
            </a:defPPr>
            <a:lvl1pPr marL="0" algn="r" defTabSz="457200" rtl="0" eaLnBrk="1" latinLnBrk="0" hangingPunct="1">
              <a:defRPr sz="800" kern="1200">
                <a:solidFill>
                  <a:schemeClr val="tx1">
                    <a:tint val="75000"/>
                  </a:schemeClr>
                </a:solidFill>
                <a:latin typeface="Arial"/>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sz="800" kern="1200" dirty="0">
                <a:solidFill>
                  <a:schemeClr val="tx1">
                    <a:tint val="75000"/>
                  </a:schemeClr>
                </a:solidFill>
                <a:effectLst/>
                <a:latin typeface="Arial"/>
                <a:ea typeface="+mn-ea"/>
                <a:cs typeface="+mn-cs"/>
              </a:rPr>
              <a:t>© 2016 Hitachi Consulting Corporation.  All rights reserved. Proprietary and confidential.</a:t>
            </a:r>
          </a:p>
        </p:txBody>
      </p:sp>
    </p:spTree>
    <p:extLst>
      <p:ext uri="{BB962C8B-B14F-4D97-AF65-F5344CB8AC3E}">
        <p14:creationId xmlns:p14="http://schemas.microsoft.com/office/powerpoint/2010/main" val="174796649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Process and Table Maste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28600" y="274320"/>
            <a:ext cx="6483096" cy="457200"/>
          </a:xfrm>
          <a:prstGeom prst="rect">
            <a:avLst/>
          </a:prstGeom>
        </p:spPr>
        <p:txBody>
          <a:bodyPr lIns="0" tIns="0" rIns="0" bIns="0" anchor="b" anchorCtr="0"/>
          <a:lstStyle>
            <a:lvl1pPr>
              <a:defRPr/>
            </a:lvl1pPr>
          </a:lstStyle>
          <a:p>
            <a:r>
              <a:rPr lang="en-US" dirty="0"/>
              <a:t>Slide Title</a:t>
            </a:r>
          </a:p>
        </p:txBody>
      </p:sp>
      <p:sp>
        <p:nvSpPr>
          <p:cNvPr id="24" name="Text Placeholder 12"/>
          <p:cNvSpPr>
            <a:spLocks noGrp="1"/>
          </p:cNvSpPr>
          <p:nvPr>
            <p:ph type="body" sz="quarter" idx="24" hasCustomPrompt="1"/>
          </p:nvPr>
        </p:nvSpPr>
        <p:spPr>
          <a:xfrm>
            <a:off x="228600" y="731520"/>
            <a:ext cx="6483096" cy="457200"/>
          </a:xfrm>
        </p:spPr>
        <p:txBody>
          <a:bodyPr lIns="0" tIns="0" rIns="0" bIns="0">
            <a:noAutofit/>
          </a:bodyPr>
          <a:lstStyle>
            <a:lvl1pPr marL="0" indent="0">
              <a:spcBef>
                <a:spcPts val="0"/>
              </a:spcBef>
              <a:buFontTx/>
              <a:buNone/>
              <a:defRPr sz="1800" baseline="0"/>
            </a:lvl1pPr>
          </a:lstStyle>
          <a:p>
            <a:pPr lvl="0"/>
            <a:r>
              <a:rPr lang="en-US" dirty="0"/>
              <a:t>Subhead</a:t>
            </a:r>
          </a:p>
        </p:txBody>
      </p:sp>
      <p:pic>
        <p:nvPicPr>
          <p:cNvPr id="23" name="Picture 22" descr="hitachi-consulting-logo-rendered.png"/>
          <p:cNvPicPr>
            <a:picLocks noChangeAspect="1"/>
          </p:cNvPicPr>
          <p:nvPr userDrawn="1"/>
        </p:nvPicPr>
        <p:blipFill>
          <a:blip r:embed="rId2"/>
          <a:stretch>
            <a:fillRect/>
          </a:stretch>
        </p:blipFill>
        <p:spPr>
          <a:xfrm>
            <a:off x="6885432" y="225962"/>
            <a:ext cx="1798009" cy="352519"/>
          </a:xfrm>
          <a:prstGeom prst="rect">
            <a:avLst/>
          </a:prstGeom>
        </p:spPr>
      </p:pic>
      <p:sp>
        <p:nvSpPr>
          <p:cNvPr id="25" name="Date Placeholder 3"/>
          <p:cNvSpPr>
            <a:spLocks noGrp="1"/>
          </p:cNvSpPr>
          <p:nvPr>
            <p:ph type="dt" sz="half" idx="2"/>
          </p:nvPr>
        </p:nvSpPr>
        <p:spPr>
          <a:xfrm>
            <a:off x="6775704" y="4830696"/>
            <a:ext cx="1682496" cy="228600"/>
          </a:xfrm>
          <a:prstGeom prst="rect">
            <a:avLst/>
          </a:prstGeom>
        </p:spPr>
        <p:txBody>
          <a:bodyPr vert="horz" lIns="0" tIns="0" rIns="0" bIns="0" rtlCol="0" anchor="ctr"/>
          <a:lstStyle>
            <a:lvl1pPr algn="r">
              <a:defRPr sz="800">
                <a:solidFill>
                  <a:schemeClr val="tx1">
                    <a:tint val="75000"/>
                  </a:schemeClr>
                </a:solidFill>
                <a:latin typeface="Arial"/>
              </a:defRPr>
            </a:lvl1pPr>
          </a:lstStyle>
          <a:p>
            <a:fld id="{69235B16-92EC-4ADE-AC67-A1F32B564842}" type="datetime1">
              <a:rPr lang="en-US" smtClean="0"/>
              <a:t>9/29/2021</a:t>
            </a:fld>
            <a:endParaRPr lang="en-US" dirty="0"/>
          </a:p>
        </p:txBody>
      </p:sp>
      <p:sp>
        <p:nvSpPr>
          <p:cNvPr id="26" name="Slide Number Placeholder 5"/>
          <p:cNvSpPr>
            <a:spLocks noGrp="1"/>
          </p:cNvSpPr>
          <p:nvPr>
            <p:ph type="sldNum" sz="quarter" idx="4"/>
          </p:nvPr>
        </p:nvSpPr>
        <p:spPr>
          <a:xfrm>
            <a:off x="8688499" y="4830692"/>
            <a:ext cx="228600" cy="228600"/>
          </a:xfrm>
          <a:prstGeom prst="rect">
            <a:avLst/>
          </a:prstGeom>
        </p:spPr>
        <p:txBody>
          <a:bodyPr vert="horz" lIns="0" tIns="0" rIns="0" bIns="0" rtlCol="0" anchor="ctr"/>
          <a:lstStyle>
            <a:lvl1pPr algn="l">
              <a:defRPr sz="800">
                <a:solidFill>
                  <a:schemeClr val="tx1">
                    <a:tint val="75000"/>
                  </a:schemeClr>
                </a:solidFill>
                <a:latin typeface="Arial"/>
              </a:defRPr>
            </a:lvl1pPr>
          </a:lstStyle>
          <a:p>
            <a:fld id="{4D82F6D6-BD64-564F-BDB4-3E98167DF08D}" type="slidenum">
              <a:rPr lang="en-US" smtClean="0"/>
              <a:pPr/>
              <a:t>‹#›</a:t>
            </a:fld>
            <a:endParaRPr lang="en-US" dirty="0"/>
          </a:p>
        </p:txBody>
      </p:sp>
      <p:cxnSp>
        <p:nvCxnSpPr>
          <p:cNvPr id="27" name="Straight Connector 26"/>
          <p:cNvCxnSpPr/>
          <p:nvPr userDrawn="1"/>
        </p:nvCxnSpPr>
        <p:spPr>
          <a:xfrm rot="5400000">
            <a:off x="8529532" y="4946102"/>
            <a:ext cx="77629" cy="1588"/>
          </a:xfrm>
          <a:prstGeom prst="line">
            <a:avLst/>
          </a:prstGeom>
          <a:ln w="6350">
            <a:solidFill>
              <a:srgbClr val="DA291C"/>
            </a:solidFill>
          </a:ln>
          <a:effectLst/>
        </p:spPr>
        <p:style>
          <a:lnRef idx="2">
            <a:schemeClr val="accent1"/>
          </a:lnRef>
          <a:fillRef idx="0">
            <a:schemeClr val="accent1"/>
          </a:fillRef>
          <a:effectRef idx="1">
            <a:schemeClr val="accent1"/>
          </a:effectRef>
          <a:fontRef idx="minor">
            <a:schemeClr val="tx1"/>
          </a:fontRef>
        </p:style>
      </p:cxnSp>
      <p:sp>
        <p:nvSpPr>
          <p:cNvPr id="28" name="Date Placeholder 3"/>
          <p:cNvSpPr txBox="1">
            <a:spLocks/>
          </p:cNvSpPr>
          <p:nvPr userDrawn="1"/>
        </p:nvSpPr>
        <p:spPr>
          <a:xfrm>
            <a:off x="230188" y="4830696"/>
            <a:ext cx="4343400" cy="228600"/>
          </a:xfrm>
          <a:prstGeom prst="rect">
            <a:avLst/>
          </a:prstGeom>
        </p:spPr>
        <p:txBody>
          <a:bodyPr vert="horz" lIns="0" tIns="0" rIns="0" bIns="0" rtlCol="0" anchor="ctr"/>
          <a:lstStyle>
            <a:defPPr>
              <a:defRPr lang="en-US"/>
            </a:defPPr>
            <a:lvl1pPr marL="0" algn="r" defTabSz="457200" rtl="0" eaLnBrk="1" latinLnBrk="0" hangingPunct="1">
              <a:defRPr sz="800" kern="1200">
                <a:solidFill>
                  <a:schemeClr val="tx1">
                    <a:tint val="75000"/>
                  </a:schemeClr>
                </a:solidFill>
                <a:latin typeface="Arial"/>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sz="800" kern="1200" dirty="0">
                <a:solidFill>
                  <a:schemeClr val="tx1">
                    <a:tint val="75000"/>
                  </a:schemeClr>
                </a:solidFill>
                <a:effectLst/>
                <a:latin typeface="Arial"/>
                <a:ea typeface="+mn-ea"/>
                <a:cs typeface="+mn-cs"/>
              </a:rPr>
              <a:t>© 2016 Hitachi Consulting Corporation.  All rights reserved. Proprietary and confidential.</a:t>
            </a:r>
          </a:p>
        </p:txBody>
      </p:sp>
      <p:sp>
        <p:nvSpPr>
          <p:cNvPr id="22" name="Picture Placeholder 16"/>
          <p:cNvSpPr>
            <a:spLocks noGrp="1"/>
          </p:cNvSpPr>
          <p:nvPr>
            <p:ph type="pic" sz="quarter" idx="15"/>
          </p:nvPr>
        </p:nvSpPr>
        <p:spPr>
          <a:xfrm>
            <a:off x="230186" y="1889125"/>
            <a:ext cx="2286000" cy="457200"/>
          </a:xfrm>
        </p:spPr>
        <p:txBody>
          <a:bodyPr anchor="ctr" anchorCtr="0">
            <a:noAutofit/>
          </a:bodyPr>
          <a:lstStyle>
            <a:lvl1pPr algn="ctr">
              <a:buNone/>
              <a:defRPr sz="1200"/>
            </a:lvl1pPr>
          </a:lstStyle>
          <a:p>
            <a:endParaRPr lang="en-US" dirty="0"/>
          </a:p>
        </p:txBody>
      </p:sp>
      <p:sp>
        <p:nvSpPr>
          <p:cNvPr id="29" name="Picture Placeholder 16"/>
          <p:cNvSpPr>
            <a:spLocks noGrp="1"/>
          </p:cNvSpPr>
          <p:nvPr>
            <p:ph type="pic" sz="quarter" idx="25"/>
          </p:nvPr>
        </p:nvSpPr>
        <p:spPr>
          <a:xfrm>
            <a:off x="230188" y="2452688"/>
            <a:ext cx="2286000" cy="457200"/>
          </a:xfrm>
        </p:spPr>
        <p:txBody>
          <a:bodyPr anchor="ctr" anchorCtr="0">
            <a:noAutofit/>
          </a:bodyPr>
          <a:lstStyle>
            <a:lvl1pPr algn="ctr">
              <a:buNone/>
              <a:defRPr sz="1200"/>
            </a:lvl1pPr>
          </a:lstStyle>
          <a:p>
            <a:endParaRPr lang="en-US" dirty="0"/>
          </a:p>
        </p:txBody>
      </p:sp>
      <p:sp>
        <p:nvSpPr>
          <p:cNvPr id="30" name="Picture Placeholder 16"/>
          <p:cNvSpPr>
            <a:spLocks noGrp="1"/>
          </p:cNvSpPr>
          <p:nvPr>
            <p:ph type="pic" sz="quarter" idx="26"/>
          </p:nvPr>
        </p:nvSpPr>
        <p:spPr>
          <a:xfrm>
            <a:off x="230188" y="3014663"/>
            <a:ext cx="2286000" cy="457200"/>
          </a:xfrm>
        </p:spPr>
        <p:txBody>
          <a:bodyPr anchor="ctr" anchorCtr="0">
            <a:noAutofit/>
          </a:bodyPr>
          <a:lstStyle>
            <a:lvl1pPr algn="ctr">
              <a:buNone/>
              <a:defRPr sz="1200"/>
            </a:lvl1pPr>
          </a:lstStyle>
          <a:p>
            <a:endParaRPr lang="en-US" dirty="0"/>
          </a:p>
        </p:txBody>
      </p:sp>
      <p:sp>
        <p:nvSpPr>
          <p:cNvPr id="31" name="Picture Placeholder 16"/>
          <p:cNvSpPr>
            <a:spLocks noGrp="1"/>
          </p:cNvSpPr>
          <p:nvPr>
            <p:ph type="pic" sz="quarter" idx="27"/>
          </p:nvPr>
        </p:nvSpPr>
        <p:spPr>
          <a:xfrm>
            <a:off x="230188" y="3578225"/>
            <a:ext cx="2286000" cy="457200"/>
          </a:xfrm>
        </p:spPr>
        <p:txBody>
          <a:bodyPr anchor="ctr" anchorCtr="0">
            <a:noAutofit/>
          </a:bodyPr>
          <a:lstStyle>
            <a:lvl1pPr algn="ctr">
              <a:buNone/>
              <a:defRPr sz="1200"/>
            </a:lvl1pPr>
          </a:lstStyle>
          <a:p>
            <a:endParaRPr lang="en-US" dirty="0"/>
          </a:p>
        </p:txBody>
      </p:sp>
      <p:sp>
        <p:nvSpPr>
          <p:cNvPr id="32" name="Picture Placeholder 16"/>
          <p:cNvSpPr>
            <a:spLocks noGrp="1"/>
          </p:cNvSpPr>
          <p:nvPr>
            <p:ph type="pic" sz="quarter" idx="28"/>
          </p:nvPr>
        </p:nvSpPr>
        <p:spPr>
          <a:xfrm>
            <a:off x="230188" y="4141788"/>
            <a:ext cx="2286000" cy="457200"/>
          </a:xfrm>
        </p:spPr>
        <p:txBody>
          <a:bodyPr anchor="ctr" anchorCtr="0">
            <a:noAutofit/>
          </a:bodyPr>
          <a:lstStyle>
            <a:lvl1pPr algn="ctr">
              <a:buNone/>
              <a:defRPr sz="1200"/>
            </a:lvl1pPr>
          </a:lstStyle>
          <a:p>
            <a:endParaRPr lang="en-US" dirty="0"/>
          </a:p>
        </p:txBody>
      </p:sp>
    </p:spTree>
    <p:extLst>
      <p:ext uri="{BB962C8B-B14F-4D97-AF65-F5344CB8AC3E}">
        <p14:creationId xmlns:p14="http://schemas.microsoft.com/office/powerpoint/2010/main" val="276029225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Multiple Graph Option 1 Maste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28600" y="274320"/>
            <a:ext cx="6483096" cy="457200"/>
          </a:xfrm>
          <a:prstGeom prst="rect">
            <a:avLst/>
          </a:prstGeom>
        </p:spPr>
        <p:txBody>
          <a:bodyPr lIns="0" tIns="0" rIns="0" bIns="0" anchor="b" anchorCtr="0"/>
          <a:lstStyle>
            <a:lvl1pPr>
              <a:defRPr>
                <a:latin typeface="Arial"/>
              </a:defRPr>
            </a:lvl1pPr>
          </a:lstStyle>
          <a:p>
            <a:r>
              <a:rPr lang="en-US" dirty="0"/>
              <a:t>Slide Title</a:t>
            </a:r>
          </a:p>
        </p:txBody>
      </p:sp>
      <p:sp>
        <p:nvSpPr>
          <p:cNvPr id="6" name="Text Placeholder 12"/>
          <p:cNvSpPr>
            <a:spLocks noGrp="1"/>
          </p:cNvSpPr>
          <p:nvPr>
            <p:ph type="body" sz="quarter" idx="13" hasCustomPrompt="1"/>
          </p:nvPr>
        </p:nvSpPr>
        <p:spPr>
          <a:xfrm>
            <a:off x="228600" y="731520"/>
            <a:ext cx="6483096" cy="457200"/>
          </a:xfrm>
        </p:spPr>
        <p:txBody>
          <a:bodyPr lIns="0" tIns="0" rIns="0" bIns="0">
            <a:noAutofit/>
          </a:bodyPr>
          <a:lstStyle>
            <a:lvl1pPr marL="0" indent="0">
              <a:spcBef>
                <a:spcPts val="0"/>
              </a:spcBef>
              <a:buFontTx/>
              <a:buNone/>
              <a:defRPr sz="1800" baseline="0"/>
            </a:lvl1pPr>
          </a:lstStyle>
          <a:p>
            <a:pPr lvl="0"/>
            <a:r>
              <a:rPr lang="en-US" dirty="0"/>
              <a:t>Subhead</a:t>
            </a:r>
          </a:p>
        </p:txBody>
      </p:sp>
      <p:sp>
        <p:nvSpPr>
          <p:cNvPr id="7" name="Text Placeholder 12"/>
          <p:cNvSpPr>
            <a:spLocks noGrp="1"/>
          </p:cNvSpPr>
          <p:nvPr>
            <p:ph type="body" sz="quarter" idx="14"/>
          </p:nvPr>
        </p:nvSpPr>
        <p:spPr>
          <a:xfrm>
            <a:off x="230188" y="1200150"/>
            <a:ext cx="8686800" cy="688975"/>
          </a:xfrm>
        </p:spPr>
        <p:txBody>
          <a:bodyPr lIns="0" tIns="0" rIns="0" bIns="0">
            <a:noAutofit/>
          </a:bodyPr>
          <a:lstStyle>
            <a:lvl1pPr marL="0" indent="0">
              <a:spcBef>
                <a:spcPts val="0"/>
              </a:spcBef>
              <a:buFontTx/>
              <a:buNone/>
              <a:defRPr sz="1200" baseline="0">
                <a:solidFill>
                  <a:srgbClr val="000000"/>
                </a:solidFill>
              </a:defRPr>
            </a:lvl1pPr>
          </a:lstStyle>
          <a:p>
            <a:pPr lvl="0"/>
            <a:endParaRPr lang="en-US" dirty="0"/>
          </a:p>
        </p:txBody>
      </p:sp>
      <p:pic>
        <p:nvPicPr>
          <p:cNvPr id="8" name="Picture 7" descr="hitachi-consulting-logo-rendered.png"/>
          <p:cNvPicPr>
            <a:picLocks noChangeAspect="1"/>
          </p:cNvPicPr>
          <p:nvPr userDrawn="1"/>
        </p:nvPicPr>
        <p:blipFill>
          <a:blip r:embed="rId2"/>
          <a:stretch>
            <a:fillRect/>
          </a:stretch>
        </p:blipFill>
        <p:spPr>
          <a:xfrm>
            <a:off x="6885432" y="225962"/>
            <a:ext cx="1798009" cy="352519"/>
          </a:xfrm>
          <a:prstGeom prst="rect">
            <a:avLst/>
          </a:prstGeom>
        </p:spPr>
      </p:pic>
      <p:sp>
        <p:nvSpPr>
          <p:cNvPr id="9" name="Date Placeholder 3"/>
          <p:cNvSpPr>
            <a:spLocks noGrp="1"/>
          </p:cNvSpPr>
          <p:nvPr>
            <p:ph type="dt" sz="half" idx="2"/>
          </p:nvPr>
        </p:nvSpPr>
        <p:spPr>
          <a:xfrm>
            <a:off x="6775704" y="4830696"/>
            <a:ext cx="1682496" cy="228600"/>
          </a:xfrm>
          <a:prstGeom prst="rect">
            <a:avLst/>
          </a:prstGeom>
        </p:spPr>
        <p:txBody>
          <a:bodyPr vert="horz" lIns="0" tIns="0" rIns="0" bIns="0" rtlCol="0" anchor="ctr"/>
          <a:lstStyle>
            <a:lvl1pPr algn="r">
              <a:defRPr sz="800">
                <a:solidFill>
                  <a:schemeClr val="tx1">
                    <a:tint val="75000"/>
                  </a:schemeClr>
                </a:solidFill>
                <a:latin typeface="Arial"/>
              </a:defRPr>
            </a:lvl1pPr>
          </a:lstStyle>
          <a:p>
            <a:fld id="{C48BA28F-F5EE-4CA9-83D1-C0DADD8673A3}" type="datetime1">
              <a:rPr lang="en-US" smtClean="0"/>
              <a:t>9/29/2021</a:t>
            </a:fld>
            <a:endParaRPr lang="en-US" dirty="0"/>
          </a:p>
        </p:txBody>
      </p:sp>
      <p:sp>
        <p:nvSpPr>
          <p:cNvPr id="10" name="Slide Number Placeholder 5"/>
          <p:cNvSpPr>
            <a:spLocks noGrp="1"/>
          </p:cNvSpPr>
          <p:nvPr>
            <p:ph type="sldNum" sz="quarter" idx="4"/>
          </p:nvPr>
        </p:nvSpPr>
        <p:spPr>
          <a:xfrm>
            <a:off x="8688499" y="4830692"/>
            <a:ext cx="228600" cy="228600"/>
          </a:xfrm>
          <a:prstGeom prst="rect">
            <a:avLst/>
          </a:prstGeom>
        </p:spPr>
        <p:txBody>
          <a:bodyPr vert="horz" lIns="0" tIns="0" rIns="0" bIns="0" rtlCol="0" anchor="ctr"/>
          <a:lstStyle>
            <a:lvl1pPr algn="l">
              <a:defRPr sz="800">
                <a:solidFill>
                  <a:schemeClr val="tx1">
                    <a:tint val="75000"/>
                  </a:schemeClr>
                </a:solidFill>
                <a:latin typeface="Arial"/>
              </a:defRPr>
            </a:lvl1pPr>
          </a:lstStyle>
          <a:p>
            <a:fld id="{4D82F6D6-BD64-564F-BDB4-3E98167DF08D}" type="slidenum">
              <a:rPr lang="en-US" smtClean="0"/>
              <a:pPr/>
              <a:t>‹#›</a:t>
            </a:fld>
            <a:endParaRPr lang="en-US" dirty="0"/>
          </a:p>
        </p:txBody>
      </p:sp>
      <p:cxnSp>
        <p:nvCxnSpPr>
          <p:cNvPr id="11" name="Straight Connector 10"/>
          <p:cNvCxnSpPr/>
          <p:nvPr userDrawn="1"/>
        </p:nvCxnSpPr>
        <p:spPr>
          <a:xfrm rot="5400000">
            <a:off x="8529532" y="4946102"/>
            <a:ext cx="77629" cy="1588"/>
          </a:xfrm>
          <a:prstGeom prst="line">
            <a:avLst/>
          </a:prstGeom>
          <a:ln w="6350">
            <a:solidFill>
              <a:srgbClr val="DA291C"/>
            </a:solidFill>
          </a:ln>
          <a:effectLst/>
        </p:spPr>
        <p:style>
          <a:lnRef idx="2">
            <a:schemeClr val="accent1"/>
          </a:lnRef>
          <a:fillRef idx="0">
            <a:schemeClr val="accent1"/>
          </a:fillRef>
          <a:effectRef idx="1">
            <a:schemeClr val="accent1"/>
          </a:effectRef>
          <a:fontRef idx="minor">
            <a:schemeClr val="tx1"/>
          </a:fontRef>
        </p:style>
      </p:cxnSp>
      <p:sp>
        <p:nvSpPr>
          <p:cNvPr id="36" name="Date Placeholder 3"/>
          <p:cNvSpPr txBox="1">
            <a:spLocks/>
          </p:cNvSpPr>
          <p:nvPr userDrawn="1"/>
        </p:nvSpPr>
        <p:spPr>
          <a:xfrm>
            <a:off x="230188" y="4830696"/>
            <a:ext cx="4343400" cy="228600"/>
          </a:xfrm>
          <a:prstGeom prst="rect">
            <a:avLst/>
          </a:prstGeom>
        </p:spPr>
        <p:txBody>
          <a:bodyPr vert="horz" lIns="0" tIns="0" rIns="0" bIns="0" rtlCol="0" anchor="ctr"/>
          <a:lstStyle>
            <a:defPPr>
              <a:defRPr lang="en-US"/>
            </a:defPPr>
            <a:lvl1pPr marL="0" algn="r" defTabSz="457200" rtl="0" eaLnBrk="1" latinLnBrk="0" hangingPunct="1">
              <a:defRPr sz="800" kern="1200">
                <a:solidFill>
                  <a:schemeClr val="tx1">
                    <a:tint val="75000"/>
                  </a:schemeClr>
                </a:solidFill>
                <a:latin typeface="Arial"/>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sz="800" kern="1200" dirty="0">
                <a:solidFill>
                  <a:schemeClr val="tx1">
                    <a:tint val="75000"/>
                  </a:schemeClr>
                </a:solidFill>
                <a:effectLst/>
                <a:latin typeface="Arial"/>
                <a:ea typeface="+mn-ea"/>
                <a:cs typeface="+mn-cs"/>
              </a:rPr>
              <a:t>© 2016 Hitachi Consulting Corporation.  All rights reserved. Proprietary and confidential.</a:t>
            </a:r>
          </a:p>
        </p:txBody>
      </p:sp>
      <p:sp>
        <p:nvSpPr>
          <p:cNvPr id="22" name="Picture Placeholder 16"/>
          <p:cNvSpPr>
            <a:spLocks noGrp="1"/>
          </p:cNvSpPr>
          <p:nvPr>
            <p:ph type="pic" sz="quarter" idx="15"/>
          </p:nvPr>
        </p:nvSpPr>
        <p:spPr>
          <a:xfrm>
            <a:off x="230186" y="1889125"/>
            <a:ext cx="4233672" cy="1225296"/>
          </a:xfrm>
        </p:spPr>
        <p:txBody>
          <a:bodyPr anchor="ctr" anchorCtr="0">
            <a:noAutofit/>
          </a:bodyPr>
          <a:lstStyle>
            <a:lvl1pPr algn="ctr">
              <a:buNone/>
              <a:defRPr sz="1200"/>
            </a:lvl1pPr>
          </a:lstStyle>
          <a:p>
            <a:endParaRPr lang="en-US" dirty="0"/>
          </a:p>
        </p:txBody>
      </p:sp>
      <p:sp>
        <p:nvSpPr>
          <p:cNvPr id="23" name="Picture Placeholder 16"/>
          <p:cNvSpPr>
            <a:spLocks noGrp="1"/>
          </p:cNvSpPr>
          <p:nvPr>
            <p:ph type="pic" sz="quarter" idx="16"/>
          </p:nvPr>
        </p:nvSpPr>
        <p:spPr>
          <a:xfrm>
            <a:off x="4680462" y="1889125"/>
            <a:ext cx="4233672" cy="1225296"/>
          </a:xfrm>
        </p:spPr>
        <p:txBody>
          <a:bodyPr anchor="ctr" anchorCtr="0">
            <a:noAutofit/>
          </a:bodyPr>
          <a:lstStyle>
            <a:lvl1pPr algn="ctr">
              <a:buNone/>
              <a:defRPr sz="1200"/>
            </a:lvl1pPr>
          </a:lstStyle>
          <a:p>
            <a:endParaRPr lang="en-US" dirty="0"/>
          </a:p>
        </p:txBody>
      </p:sp>
      <p:sp>
        <p:nvSpPr>
          <p:cNvPr id="24" name="Picture Placeholder 16"/>
          <p:cNvSpPr>
            <a:spLocks noGrp="1"/>
          </p:cNvSpPr>
          <p:nvPr>
            <p:ph type="pic" sz="quarter" idx="17"/>
          </p:nvPr>
        </p:nvSpPr>
        <p:spPr>
          <a:xfrm>
            <a:off x="230186" y="3378816"/>
            <a:ext cx="4233672" cy="1225296"/>
          </a:xfrm>
        </p:spPr>
        <p:txBody>
          <a:bodyPr anchor="ctr" anchorCtr="0">
            <a:noAutofit/>
          </a:bodyPr>
          <a:lstStyle>
            <a:lvl1pPr algn="ctr">
              <a:buNone/>
              <a:defRPr sz="1200"/>
            </a:lvl1pPr>
          </a:lstStyle>
          <a:p>
            <a:endParaRPr lang="en-US" dirty="0"/>
          </a:p>
        </p:txBody>
      </p:sp>
      <p:sp>
        <p:nvSpPr>
          <p:cNvPr id="25" name="Picture Placeholder 16"/>
          <p:cNvSpPr>
            <a:spLocks noGrp="1"/>
          </p:cNvSpPr>
          <p:nvPr>
            <p:ph type="pic" sz="quarter" idx="18"/>
          </p:nvPr>
        </p:nvSpPr>
        <p:spPr>
          <a:xfrm>
            <a:off x="4680462" y="3378816"/>
            <a:ext cx="4233672" cy="1225296"/>
          </a:xfrm>
        </p:spPr>
        <p:txBody>
          <a:bodyPr anchor="ctr" anchorCtr="0">
            <a:noAutofit/>
          </a:bodyPr>
          <a:lstStyle>
            <a:lvl1pPr algn="ctr">
              <a:buNone/>
              <a:defRPr sz="1200"/>
            </a:lvl1pPr>
          </a:lstStyle>
          <a:p>
            <a:endParaRPr lang="en-US" dirty="0"/>
          </a:p>
        </p:txBody>
      </p:sp>
    </p:spTree>
    <p:extLst>
      <p:ext uri="{BB962C8B-B14F-4D97-AF65-F5344CB8AC3E}">
        <p14:creationId xmlns:p14="http://schemas.microsoft.com/office/powerpoint/2010/main" val="186953242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Rectangle 2"/>
          <p:cNvSpPr/>
          <p:nvPr userDrawn="1"/>
        </p:nvSpPr>
        <p:spPr>
          <a:xfrm>
            <a:off x="313381" y="4915450"/>
            <a:ext cx="4065124" cy="22805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lIns="91430" tIns="45715" rIns="91430" bIns="45715" rtlCol="0" anchor="ctr"/>
          <a:lstStyle/>
          <a:p>
            <a:pPr algn="ctr"/>
            <a:endParaRPr lang="en-US" dirty="0"/>
          </a:p>
        </p:txBody>
      </p:sp>
    </p:spTree>
    <p:extLst>
      <p:ext uri="{BB962C8B-B14F-4D97-AF65-F5344CB8AC3E}">
        <p14:creationId xmlns:p14="http://schemas.microsoft.com/office/powerpoint/2010/main" val="89211035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Title, sub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Text Placeholder 53"/>
          <p:cNvSpPr>
            <a:spLocks noGrp="1"/>
          </p:cNvSpPr>
          <p:nvPr>
            <p:ph idx="1" hasCustomPrompt="1"/>
          </p:nvPr>
        </p:nvSpPr>
        <p:spPr>
          <a:xfrm>
            <a:off x="264161" y="1244666"/>
            <a:ext cx="8575039" cy="1494768"/>
          </a:xfrm>
          <a:prstGeom prst="rect">
            <a:avLst/>
          </a:prstGeom>
        </p:spPr>
        <p:txBody>
          <a:bodyPr vert="horz" wrap="square" lIns="91430" tIns="91440" rIns="91430" bIns="91440" rtlCol="0">
            <a:spAutoFit/>
          </a:bodyPr>
          <a:lstStyle>
            <a:lvl1pPr marL="280953" indent="-280953">
              <a:buSzPct val="55000"/>
              <a:buFont typeface="Wingdings" charset="2"/>
              <a:buChar char="u"/>
              <a:defRPr sz="1800"/>
            </a:lvl1pPr>
            <a:lvl2pPr>
              <a:defRPr sz="1600"/>
            </a:lvl2pPr>
            <a:lvl3pPr marL="855557" indent="-280953">
              <a:buClr>
                <a:schemeClr val="tx2"/>
              </a:buClr>
              <a:buFont typeface="Wingdings" charset="2"/>
              <a:buChar char="§"/>
              <a:defRPr sz="1600"/>
            </a:lvl3pPr>
            <a:lvl4pPr>
              <a:defRPr sz="1600" baseline="0"/>
            </a:lvl4pPr>
          </a:lstStyle>
          <a:p>
            <a:pPr lvl="0"/>
            <a:r>
              <a:rPr lang="en-US" dirty="0"/>
              <a:t>Click to add text</a:t>
            </a:r>
          </a:p>
          <a:p>
            <a:pPr lvl="1"/>
            <a:r>
              <a:rPr lang="en-US" dirty="0"/>
              <a:t>Second level</a:t>
            </a:r>
          </a:p>
          <a:p>
            <a:pPr lvl="2"/>
            <a:r>
              <a:rPr lang="en-US" dirty="0"/>
              <a:t>Third level</a:t>
            </a:r>
          </a:p>
          <a:p>
            <a:pPr lvl="3"/>
            <a:r>
              <a:rPr lang="en-US" dirty="0"/>
              <a:t>Forth level</a:t>
            </a:r>
          </a:p>
        </p:txBody>
      </p:sp>
      <p:sp>
        <p:nvSpPr>
          <p:cNvPr id="4" name="Text Placeholder 5"/>
          <p:cNvSpPr>
            <a:spLocks noGrp="1"/>
          </p:cNvSpPr>
          <p:nvPr>
            <p:ph type="body" sz="quarter" idx="24"/>
          </p:nvPr>
        </p:nvSpPr>
        <p:spPr>
          <a:xfrm>
            <a:off x="264160" y="877455"/>
            <a:ext cx="8575040" cy="369332"/>
          </a:xfrm>
          <a:prstGeom prst="rect">
            <a:avLst/>
          </a:prstGeom>
        </p:spPr>
        <p:txBody>
          <a:bodyPr>
            <a:spAutoFit/>
          </a:bodyPr>
          <a:lstStyle>
            <a:lvl1pPr marL="0" indent="0">
              <a:buNone/>
              <a:defRPr sz="1800" b="0"/>
            </a:lvl1pPr>
          </a:lstStyle>
          <a:p>
            <a:r>
              <a:rPr lang="en-US" dirty="0"/>
              <a:t>Slide subtitle</a:t>
            </a:r>
          </a:p>
        </p:txBody>
      </p:sp>
    </p:spTree>
    <p:extLst>
      <p:ext uri="{BB962C8B-B14F-4D97-AF65-F5344CB8AC3E}">
        <p14:creationId xmlns:p14="http://schemas.microsoft.com/office/powerpoint/2010/main" val="389059315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7_Пользовательский макет">
    <p:spTree>
      <p:nvGrpSpPr>
        <p:cNvPr id="1" name=""/>
        <p:cNvGrpSpPr/>
        <p:nvPr/>
      </p:nvGrpSpPr>
      <p:grpSpPr>
        <a:xfrm>
          <a:off x="0" y="0"/>
          <a:ext cx="0" cy="0"/>
          <a:chOff x="0" y="0"/>
          <a:chExt cx="0" cy="0"/>
        </a:xfrm>
      </p:grpSpPr>
      <p:sp>
        <p:nvSpPr>
          <p:cNvPr id="7" name="Рисунок 7"/>
          <p:cNvSpPr>
            <a:spLocks noGrp="1"/>
          </p:cNvSpPr>
          <p:nvPr>
            <p:ph type="pic" sz="quarter" idx="10"/>
          </p:nvPr>
        </p:nvSpPr>
        <p:spPr>
          <a:xfrm>
            <a:off x="2785188" y="0"/>
            <a:ext cx="1780642" cy="5143500"/>
          </a:xfrm>
        </p:spPr>
        <p:txBody>
          <a:bodyPr rtlCol="0">
            <a:normAutofit/>
          </a:bodyPr>
          <a:lstStyle/>
          <a:p>
            <a:pPr lvl="0"/>
            <a:endParaRPr lang="ru-RU" noProof="0" dirty="0"/>
          </a:p>
        </p:txBody>
      </p:sp>
    </p:spTree>
    <p:extLst>
      <p:ext uri="{BB962C8B-B14F-4D97-AF65-F5344CB8AC3E}">
        <p14:creationId xmlns:p14="http://schemas.microsoft.com/office/powerpoint/2010/main" val="423853091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11_Пользовательский макет">
    <p:spTree>
      <p:nvGrpSpPr>
        <p:cNvPr id="1" name=""/>
        <p:cNvGrpSpPr/>
        <p:nvPr/>
      </p:nvGrpSpPr>
      <p:grpSpPr>
        <a:xfrm>
          <a:off x="0" y="0"/>
          <a:ext cx="0" cy="0"/>
          <a:chOff x="0" y="0"/>
          <a:chExt cx="0" cy="0"/>
        </a:xfrm>
      </p:grpSpPr>
      <p:sp>
        <p:nvSpPr>
          <p:cNvPr id="3" name="Прямоугольник 6">
            <a:extLst>
              <a:ext uri="{FF2B5EF4-FFF2-40B4-BE49-F238E27FC236}">
                <a16:creationId xmlns:a16="http://schemas.microsoft.com/office/drawing/2014/main" id="{0F6B3C34-BC18-4C25-AA33-07C5907A217C}"/>
              </a:ext>
            </a:extLst>
          </p:cNvPr>
          <p:cNvSpPr/>
          <p:nvPr userDrawn="1"/>
        </p:nvSpPr>
        <p:spPr>
          <a:xfrm>
            <a:off x="6359128" y="0"/>
            <a:ext cx="2784872" cy="51435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sz="1350" dirty="0"/>
          </a:p>
        </p:txBody>
      </p:sp>
      <p:sp>
        <p:nvSpPr>
          <p:cNvPr id="4" name="Прямоугольник 7">
            <a:extLst>
              <a:ext uri="{FF2B5EF4-FFF2-40B4-BE49-F238E27FC236}">
                <a16:creationId xmlns:a16="http://schemas.microsoft.com/office/drawing/2014/main" id="{2EA17AA2-7945-40FC-9355-4675866C879A}"/>
              </a:ext>
            </a:extLst>
          </p:cNvPr>
          <p:cNvSpPr>
            <a:spLocks noChangeArrowheads="1"/>
          </p:cNvSpPr>
          <p:nvPr userDrawn="1"/>
        </p:nvSpPr>
        <p:spPr bwMode="auto">
          <a:xfrm>
            <a:off x="309906" y="4829175"/>
            <a:ext cx="306495" cy="196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Raleway SemiBold" panose="020B0003030101060003" pitchFamily="34" charset="0"/>
              </a:defRPr>
            </a:lvl1pPr>
            <a:lvl2pPr marL="742950" indent="-285750">
              <a:defRPr>
                <a:solidFill>
                  <a:schemeClr val="tx1"/>
                </a:solidFill>
                <a:latin typeface="Raleway SemiBold" panose="020B0003030101060003" pitchFamily="34" charset="0"/>
              </a:defRPr>
            </a:lvl2pPr>
            <a:lvl3pPr marL="1143000" indent="-228600">
              <a:defRPr>
                <a:solidFill>
                  <a:schemeClr val="tx1"/>
                </a:solidFill>
                <a:latin typeface="Raleway SemiBold" panose="020B0003030101060003" pitchFamily="34" charset="0"/>
              </a:defRPr>
            </a:lvl3pPr>
            <a:lvl4pPr marL="1600200" indent="-228600">
              <a:defRPr>
                <a:solidFill>
                  <a:schemeClr val="tx1"/>
                </a:solidFill>
                <a:latin typeface="Raleway SemiBold" panose="020B0003030101060003" pitchFamily="34" charset="0"/>
              </a:defRPr>
            </a:lvl4pPr>
            <a:lvl5pPr marL="2057400" indent="-228600">
              <a:defRPr>
                <a:solidFill>
                  <a:schemeClr val="tx1"/>
                </a:solidFill>
                <a:latin typeface="Raleway SemiBold" panose="020B0003030101060003" pitchFamily="34" charset="0"/>
              </a:defRPr>
            </a:lvl5pPr>
            <a:lvl6pPr marL="2514600" indent="-228600" fontAlgn="base">
              <a:spcBef>
                <a:spcPct val="0"/>
              </a:spcBef>
              <a:spcAft>
                <a:spcPct val="0"/>
              </a:spcAft>
              <a:defRPr>
                <a:solidFill>
                  <a:schemeClr val="tx1"/>
                </a:solidFill>
                <a:latin typeface="Raleway SemiBold" panose="020B0003030101060003" pitchFamily="34" charset="0"/>
              </a:defRPr>
            </a:lvl6pPr>
            <a:lvl7pPr marL="2971800" indent="-228600" fontAlgn="base">
              <a:spcBef>
                <a:spcPct val="0"/>
              </a:spcBef>
              <a:spcAft>
                <a:spcPct val="0"/>
              </a:spcAft>
              <a:defRPr>
                <a:solidFill>
                  <a:schemeClr val="tx1"/>
                </a:solidFill>
                <a:latin typeface="Raleway SemiBold" panose="020B0003030101060003" pitchFamily="34" charset="0"/>
              </a:defRPr>
            </a:lvl7pPr>
            <a:lvl8pPr marL="3429000" indent="-228600" fontAlgn="base">
              <a:spcBef>
                <a:spcPct val="0"/>
              </a:spcBef>
              <a:spcAft>
                <a:spcPct val="0"/>
              </a:spcAft>
              <a:defRPr>
                <a:solidFill>
                  <a:schemeClr val="tx1"/>
                </a:solidFill>
                <a:latin typeface="Raleway SemiBold" panose="020B0003030101060003" pitchFamily="34" charset="0"/>
              </a:defRPr>
            </a:lvl8pPr>
            <a:lvl9pPr marL="3886200" indent="-228600" fontAlgn="base">
              <a:spcBef>
                <a:spcPct val="0"/>
              </a:spcBef>
              <a:spcAft>
                <a:spcPct val="0"/>
              </a:spcAft>
              <a:defRPr>
                <a:solidFill>
                  <a:schemeClr val="tx1"/>
                </a:solidFill>
                <a:latin typeface="Raleway SemiBold" panose="020B0003030101060003" pitchFamily="34" charset="0"/>
              </a:defRPr>
            </a:lvl9pPr>
          </a:lstStyle>
          <a:p>
            <a:pPr algn="ctr" eaLnBrk="1" hangingPunct="1">
              <a:defRPr/>
            </a:pPr>
            <a:fld id="{C7D08EDB-785C-43C0-BE23-041849E8AED4}" type="slidenum">
              <a:rPr lang="ru-RU" altLang="ru-RU" sz="675" smtClean="0">
                <a:ea typeface="Lato" panose="020F0502020204030203" pitchFamily="34" charset="0"/>
                <a:cs typeface="Poppins SemiBold" panose="02000000000000000000" pitchFamily="2" charset="0"/>
              </a:rPr>
              <a:pPr algn="ctr" eaLnBrk="1" hangingPunct="1">
                <a:defRPr/>
              </a:pPr>
              <a:t>‹#›</a:t>
            </a:fld>
            <a:endParaRPr lang="ru-RU" altLang="ru-RU" sz="900">
              <a:ea typeface="Lato" panose="020F0502020204030203" pitchFamily="34" charset="0"/>
              <a:cs typeface="Poppins SemiBold" panose="02000000000000000000" pitchFamily="2" charset="0"/>
            </a:endParaRPr>
          </a:p>
        </p:txBody>
      </p:sp>
      <p:pic>
        <p:nvPicPr>
          <p:cNvPr id="5" name="Рисунок 8">
            <a:extLst>
              <a:ext uri="{FF2B5EF4-FFF2-40B4-BE49-F238E27FC236}">
                <a16:creationId xmlns:a16="http://schemas.microsoft.com/office/drawing/2014/main" id="{207AB24F-3E63-4B3A-B708-5619D6A838F1}"/>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03622" y="255985"/>
            <a:ext cx="119063" cy="1202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Рисунок 7"/>
          <p:cNvSpPr>
            <a:spLocks noGrp="1"/>
          </p:cNvSpPr>
          <p:nvPr>
            <p:ph type="pic" sz="quarter" idx="10"/>
          </p:nvPr>
        </p:nvSpPr>
        <p:spPr>
          <a:xfrm>
            <a:off x="4578171" y="0"/>
            <a:ext cx="1780642" cy="5143500"/>
          </a:xfrm>
        </p:spPr>
        <p:txBody>
          <a:bodyPr rtlCol="0">
            <a:normAutofit/>
          </a:bodyPr>
          <a:lstStyle/>
          <a:p>
            <a:pPr lvl="0"/>
            <a:endParaRPr lang="ru-RU" noProof="0" dirty="0"/>
          </a:p>
        </p:txBody>
      </p:sp>
    </p:spTree>
    <p:extLst>
      <p:ext uri="{BB962C8B-B14F-4D97-AF65-F5344CB8AC3E}">
        <p14:creationId xmlns:p14="http://schemas.microsoft.com/office/powerpoint/2010/main" val="27984225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35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D4536B8-BC4D-477E-BD3E-1E14E11F4311}"/>
              </a:ext>
            </a:extLst>
          </p:cNvPr>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7B19134-91FE-46CC-B0FB-BEDBEF5880F1}"/>
              </a:ext>
            </a:extLst>
          </p:cNvPr>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58AF512-084F-4371-A0B6-8088CB77895C}"/>
              </a:ext>
            </a:extLst>
          </p:cNvPr>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EEA2FC0F-490E-4037-809F-EE94D2F34D5E}" type="datetimeFigureOut">
              <a:rPr lang="en-US" smtClean="0"/>
              <a:t>9/29/2021</a:t>
            </a:fld>
            <a:endParaRPr lang="en-US"/>
          </a:p>
        </p:txBody>
      </p:sp>
      <p:sp>
        <p:nvSpPr>
          <p:cNvPr id="5" name="Footer Placeholder 4">
            <a:extLst>
              <a:ext uri="{FF2B5EF4-FFF2-40B4-BE49-F238E27FC236}">
                <a16:creationId xmlns:a16="http://schemas.microsoft.com/office/drawing/2014/main" id="{1E09B006-DED5-43AC-A255-C435A76BF942}"/>
              </a:ext>
            </a:extLst>
          </p:cNvPr>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95B28A4-A031-40DC-89D6-956EADB64DCD}"/>
              </a:ext>
            </a:extLst>
          </p:cNvPr>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8ECA14B2-F45F-4421-8663-2E4CBFF6CDB4}" type="slidenum">
              <a:rPr lang="en-US" smtClean="0"/>
              <a:t>‹#›</a:t>
            </a:fld>
            <a:endParaRPr lang="en-US"/>
          </a:p>
        </p:txBody>
      </p:sp>
    </p:spTree>
    <p:extLst>
      <p:ext uri="{BB962C8B-B14F-4D97-AF65-F5344CB8AC3E}">
        <p14:creationId xmlns:p14="http://schemas.microsoft.com/office/powerpoint/2010/main" val="3421864977"/>
      </p:ext>
    </p:extLst>
  </p:cSld>
  <p:clrMap bg1="lt1" tx1="dk1" bg2="lt2" tx2="dk2" accent1="accent1" accent2="accent2" accent3="accent3" accent4="accent4" accent5="accent5" accent6="accent6" hlink="hlink" folHlink="folHlink"/>
  <p:sldLayoutIdLst>
    <p:sldLayoutId id="2147483724" r:id="rId1"/>
    <p:sldLayoutId id="2147483725" r:id="rId2"/>
    <p:sldLayoutId id="2147483726" r:id="rId3"/>
    <p:sldLayoutId id="2147483727" r:id="rId4"/>
    <p:sldLayoutId id="2147483728" r:id="rId5"/>
    <p:sldLayoutId id="2147483729" r:id="rId6"/>
    <p:sldLayoutId id="2147483730" r:id="rId7"/>
    <p:sldLayoutId id="2147483731" r:id="rId8"/>
    <p:sldLayoutId id="2147483732" r:id="rId9"/>
    <p:sldLayoutId id="2147483733" r:id="rId10"/>
    <p:sldLayoutId id="2147483734" r:id="rId11"/>
    <p:sldLayoutId id="2147483654" r:id="rId12"/>
    <p:sldLayoutId id="2147483701" r:id="rId13"/>
    <p:sldLayoutId id="2147483668" r:id="rId14"/>
    <p:sldLayoutId id="2147483670" r:id="rId15"/>
    <p:sldLayoutId id="2147483671" r:id="rId16"/>
    <p:sldLayoutId id="2147483716" r:id="rId17"/>
    <p:sldLayoutId id="2147483708" r:id="rId18"/>
    <p:sldLayoutId id="2147483709" r:id="rId19"/>
    <p:sldLayoutId id="2147483718" r:id="rId20"/>
    <p:sldLayoutId id="2147483719" r:id="rId21"/>
    <p:sldLayoutId id="2147483737" r:id="rId22"/>
    <p:sldLayoutId id="2147483738" r:id="rId23"/>
  </p:sldLayoutIdLst>
  <p:hf hdr="0" ftr="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5E6DC59F-7012-4FA1-AC29-1A5E05966793}"/>
              </a:ext>
            </a:extLst>
          </p:cNvPr>
          <p:cNvSpPr txBox="1"/>
          <p:nvPr/>
        </p:nvSpPr>
        <p:spPr>
          <a:xfrm>
            <a:off x="3112503" y="2173"/>
            <a:ext cx="2918995" cy="276999"/>
          </a:xfrm>
          <a:prstGeom prst="rect">
            <a:avLst/>
          </a:prstGeom>
          <a:noFill/>
        </p:spPr>
        <p:txBody>
          <a:bodyPr wrap="square" rtlCol="0">
            <a:spAutoFit/>
          </a:bodyPr>
          <a:lstStyle/>
          <a:p>
            <a:pPr algn="ctr"/>
            <a:r>
              <a:rPr lang="en-IN" sz="1200" dirty="0">
                <a:solidFill>
                  <a:schemeClr val="bg1"/>
                </a:solidFill>
                <a:latin typeface="Raleway SemiBold" pitchFamily="2" charset="0"/>
              </a:rPr>
              <a:t>Proposed  Team</a:t>
            </a:r>
          </a:p>
        </p:txBody>
      </p:sp>
      <p:sp>
        <p:nvSpPr>
          <p:cNvPr id="133" name="Rectangle: Rounded Corners 132">
            <a:extLst>
              <a:ext uri="{FF2B5EF4-FFF2-40B4-BE49-F238E27FC236}">
                <a16:creationId xmlns:a16="http://schemas.microsoft.com/office/drawing/2014/main" id="{23257882-F7B7-456C-8DCA-D638535B32D1}"/>
              </a:ext>
            </a:extLst>
          </p:cNvPr>
          <p:cNvSpPr/>
          <p:nvPr/>
        </p:nvSpPr>
        <p:spPr>
          <a:xfrm>
            <a:off x="2134028" y="457853"/>
            <a:ext cx="6412096" cy="1445533"/>
          </a:xfrm>
          <a:prstGeom prst="roundRect">
            <a:avLst>
              <a:gd name="adj" fmla="val 5021"/>
            </a:avLst>
          </a:prstGeom>
          <a:solidFill>
            <a:srgbClr val="E9EBF5"/>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132" name="Group 131">
            <a:extLst>
              <a:ext uri="{FF2B5EF4-FFF2-40B4-BE49-F238E27FC236}">
                <a16:creationId xmlns:a16="http://schemas.microsoft.com/office/drawing/2014/main" id="{94922B13-2D45-4DA9-AC05-5823BD97F6D0}"/>
              </a:ext>
            </a:extLst>
          </p:cNvPr>
          <p:cNvGrpSpPr/>
          <p:nvPr/>
        </p:nvGrpSpPr>
        <p:grpSpPr>
          <a:xfrm>
            <a:off x="4088448" y="550625"/>
            <a:ext cx="2503256" cy="1246051"/>
            <a:chOff x="3320372" y="577784"/>
            <a:chExt cx="2503256" cy="1246051"/>
          </a:xfrm>
        </p:grpSpPr>
        <p:grpSp>
          <p:nvGrpSpPr>
            <p:cNvPr id="41" name="Group 40">
              <a:extLst>
                <a:ext uri="{FF2B5EF4-FFF2-40B4-BE49-F238E27FC236}">
                  <a16:creationId xmlns:a16="http://schemas.microsoft.com/office/drawing/2014/main" id="{F14982A0-34F8-4928-BD9E-4CF535E389E0}"/>
                </a:ext>
              </a:extLst>
            </p:cNvPr>
            <p:cNvGrpSpPr/>
            <p:nvPr/>
          </p:nvGrpSpPr>
          <p:grpSpPr>
            <a:xfrm>
              <a:off x="4017166" y="577784"/>
              <a:ext cx="1111137" cy="510436"/>
              <a:chOff x="1450964" y="740269"/>
              <a:chExt cx="1111137" cy="510436"/>
            </a:xfrm>
          </p:grpSpPr>
          <p:sp>
            <p:nvSpPr>
              <p:cNvPr id="57" name="Rectangle 56">
                <a:extLst>
                  <a:ext uri="{FF2B5EF4-FFF2-40B4-BE49-F238E27FC236}">
                    <a16:creationId xmlns:a16="http://schemas.microsoft.com/office/drawing/2014/main" id="{3D040892-78CE-4156-B9C3-08DFE7C6ACF3}"/>
                  </a:ext>
                </a:extLst>
              </p:cNvPr>
              <p:cNvSpPr/>
              <p:nvPr/>
            </p:nvSpPr>
            <p:spPr>
              <a:xfrm>
                <a:off x="1450964" y="740269"/>
                <a:ext cx="1064241" cy="472332"/>
              </a:xfrm>
              <a:prstGeom prst="rect">
                <a:avLst/>
              </a:prstGeom>
              <a:solidFill>
                <a:srgbClr val="4472C4"/>
              </a:solidFill>
              <a:ln>
                <a:solidFill>
                  <a:srgbClr val="4472C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118" dirty="0">
                  <a:solidFill>
                    <a:schemeClr val="tx1"/>
                  </a:solidFill>
                </a:endParaRPr>
              </a:p>
            </p:txBody>
          </p:sp>
          <p:sp>
            <p:nvSpPr>
              <p:cNvPr id="58" name="Rectangle 57">
                <a:extLst>
                  <a:ext uri="{FF2B5EF4-FFF2-40B4-BE49-F238E27FC236}">
                    <a16:creationId xmlns:a16="http://schemas.microsoft.com/office/drawing/2014/main" id="{784FC47D-1217-40A5-9DB0-C0CE888AA0E9}"/>
                  </a:ext>
                </a:extLst>
              </p:cNvPr>
              <p:cNvSpPr/>
              <p:nvPr/>
            </p:nvSpPr>
            <p:spPr>
              <a:xfrm>
                <a:off x="1497860" y="778373"/>
                <a:ext cx="1064241" cy="472332"/>
              </a:xfrm>
              <a:prstGeom prst="rect">
                <a:avLst/>
              </a:prstGeom>
              <a:solidFill>
                <a:schemeClr val="bg1">
                  <a:lumMod val="95000"/>
                </a:schemeClr>
              </a:solidFill>
              <a:ln>
                <a:solidFill>
                  <a:srgbClr val="4472C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118" dirty="0">
                    <a:solidFill>
                      <a:schemeClr val="tx1"/>
                    </a:solidFill>
                  </a:rPr>
                  <a:t>UX Lead </a:t>
                </a:r>
              </a:p>
              <a:p>
                <a:pPr algn="ctr"/>
                <a:r>
                  <a:rPr lang="en-IN" sz="1118" dirty="0">
                    <a:solidFill>
                      <a:schemeClr val="tx1"/>
                    </a:solidFill>
                  </a:rPr>
                  <a:t>Architect</a:t>
                </a:r>
              </a:p>
            </p:txBody>
          </p:sp>
        </p:grpSp>
        <p:grpSp>
          <p:nvGrpSpPr>
            <p:cNvPr id="46" name="Group 45">
              <a:extLst>
                <a:ext uri="{FF2B5EF4-FFF2-40B4-BE49-F238E27FC236}">
                  <a16:creationId xmlns:a16="http://schemas.microsoft.com/office/drawing/2014/main" id="{87A37A7C-E28D-4CB1-9B76-0469AA8DE719}"/>
                </a:ext>
              </a:extLst>
            </p:cNvPr>
            <p:cNvGrpSpPr/>
            <p:nvPr/>
          </p:nvGrpSpPr>
          <p:grpSpPr>
            <a:xfrm>
              <a:off x="3320372" y="1304607"/>
              <a:ext cx="1111137" cy="519228"/>
              <a:chOff x="1450964" y="678725"/>
              <a:chExt cx="1111137" cy="519228"/>
            </a:xfrm>
          </p:grpSpPr>
          <p:sp>
            <p:nvSpPr>
              <p:cNvPr id="55" name="Rectangle 54">
                <a:extLst>
                  <a:ext uri="{FF2B5EF4-FFF2-40B4-BE49-F238E27FC236}">
                    <a16:creationId xmlns:a16="http://schemas.microsoft.com/office/drawing/2014/main" id="{5DFB013D-0866-47F0-8B29-878B44B1A9EB}"/>
                  </a:ext>
                </a:extLst>
              </p:cNvPr>
              <p:cNvSpPr/>
              <p:nvPr/>
            </p:nvSpPr>
            <p:spPr>
              <a:xfrm>
                <a:off x="1450964" y="678725"/>
                <a:ext cx="1064241" cy="472332"/>
              </a:xfrm>
              <a:prstGeom prst="rect">
                <a:avLst/>
              </a:prstGeom>
              <a:solidFill>
                <a:srgbClr val="4472C4"/>
              </a:solidFill>
              <a:ln>
                <a:solidFill>
                  <a:srgbClr val="4472C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118" dirty="0">
                  <a:solidFill>
                    <a:schemeClr val="tx1"/>
                  </a:solidFill>
                </a:endParaRPr>
              </a:p>
            </p:txBody>
          </p:sp>
          <p:sp>
            <p:nvSpPr>
              <p:cNvPr id="56" name="Rectangle 55">
                <a:extLst>
                  <a:ext uri="{FF2B5EF4-FFF2-40B4-BE49-F238E27FC236}">
                    <a16:creationId xmlns:a16="http://schemas.microsoft.com/office/drawing/2014/main" id="{1EAA1A02-1A9C-425B-A01F-99F34DABA59B}"/>
                  </a:ext>
                </a:extLst>
              </p:cNvPr>
              <p:cNvSpPr/>
              <p:nvPr/>
            </p:nvSpPr>
            <p:spPr>
              <a:xfrm>
                <a:off x="1497860" y="725621"/>
                <a:ext cx="1064241" cy="472332"/>
              </a:xfrm>
              <a:prstGeom prst="rect">
                <a:avLst/>
              </a:prstGeom>
              <a:solidFill>
                <a:schemeClr val="bg1">
                  <a:lumMod val="95000"/>
                </a:schemeClr>
              </a:solidFill>
              <a:ln>
                <a:solidFill>
                  <a:srgbClr val="4472C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118" dirty="0">
                    <a:solidFill>
                      <a:schemeClr val="tx1"/>
                    </a:solidFill>
                  </a:rPr>
                  <a:t>UX Senior </a:t>
                </a:r>
              </a:p>
              <a:p>
                <a:pPr algn="ctr"/>
                <a:r>
                  <a:rPr lang="en-IN" sz="1118" dirty="0">
                    <a:solidFill>
                      <a:schemeClr val="tx1"/>
                    </a:solidFill>
                  </a:rPr>
                  <a:t>Engineer</a:t>
                </a:r>
              </a:p>
            </p:txBody>
          </p:sp>
        </p:grpSp>
        <p:grpSp>
          <p:nvGrpSpPr>
            <p:cNvPr id="48" name="Group 47">
              <a:extLst>
                <a:ext uri="{FF2B5EF4-FFF2-40B4-BE49-F238E27FC236}">
                  <a16:creationId xmlns:a16="http://schemas.microsoft.com/office/drawing/2014/main" id="{BC59975D-6032-4539-9CE6-32FDA8940AB7}"/>
                </a:ext>
              </a:extLst>
            </p:cNvPr>
            <p:cNvGrpSpPr/>
            <p:nvPr/>
          </p:nvGrpSpPr>
          <p:grpSpPr>
            <a:xfrm>
              <a:off x="4712491" y="1304607"/>
              <a:ext cx="1111137" cy="519228"/>
              <a:chOff x="1450964" y="678725"/>
              <a:chExt cx="1111137" cy="519228"/>
            </a:xfrm>
          </p:grpSpPr>
          <p:sp>
            <p:nvSpPr>
              <p:cNvPr id="53" name="Rectangle 52">
                <a:extLst>
                  <a:ext uri="{FF2B5EF4-FFF2-40B4-BE49-F238E27FC236}">
                    <a16:creationId xmlns:a16="http://schemas.microsoft.com/office/drawing/2014/main" id="{A44D4734-4AE7-4DD2-B586-4534F1C989DA}"/>
                  </a:ext>
                </a:extLst>
              </p:cNvPr>
              <p:cNvSpPr/>
              <p:nvPr/>
            </p:nvSpPr>
            <p:spPr>
              <a:xfrm>
                <a:off x="1450964" y="678725"/>
                <a:ext cx="1064241" cy="472332"/>
              </a:xfrm>
              <a:prstGeom prst="rect">
                <a:avLst/>
              </a:prstGeom>
              <a:solidFill>
                <a:srgbClr val="4472C4"/>
              </a:solidFill>
              <a:ln>
                <a:solidFill>
                  <a:srgbClr val="4472C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118" dirty="0">
                  <a:solidFill>
                    <a:schemeClr val="tx1"/>
                  </a:solidFill>
                </a:endParaRPr>
              </a:p>
            </p:txBody>
          </p:sp>
          <p:sp>
            <p:nvSpPr>
              <p:cNvPr id="54" name="Rectangle 53">
                <a:extLst>
                  <a:ext uri="{FF2B5EF4-FFF2-40B4-BE49-F238E27FC236}">
                    <a16:creationId xmlns:a16="http://schemas.microsoft.com/office/drawing/2014/main" id="{247D7AF0-D595-44E4-809B-6C0B6E8EA4B5}"/>
                  </a:ext>
                </a:extLst>
              </p:cNvPr>
              <p:cNvSpPr/>
              <p:nvPr/>
            </p:nvSpPr>
            <p:spPr>
              <a:xfrm>
                <a:off x="1497860" y="725621"/>
                <a:ext cx="1064241" cy="472332"/>
              </a:xfrm>
              <a:prstGeom prst="rect">
                <a:avLst/>
              </a:prstGeom>
              <a:solidFill>
                <a:schemeClr val="bg1">
                  <a:lumMod val="95000"/>
                </a:schemeClr>
              </a:solidFill>
              <a:ln>
                <a:solidFill>
                  <a:srgbClr val="4472C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118" dirty="0">
                    <a:solidFill>
                      <a:schemeClr val="tx1"/>
                    </a:solidFill>
                  </a:rPr>
                  <a:t>UX Senior </a:t>
                </a:r>
              </a:p>
              <a:p>
                <a:pPr algn="ctr"/>
                <a:r>
                  <a:rPr lang="en-IN" sz="1118" dirty="0">
                    <a:solidFill>
                      <a:schemeClr val="tx1"/>
                    </a:solidFill>
                  </a:rPr>
                  <a:t>Engineer</a:t>
                </a:r>
              </a:p>
            </p:txBody>
          </p:sp>
        </p:grpSp>
        <p:cxnSp>
          <p:nvCxnSpPr>
            <p:cNvPr id="50" name="Straight Connector 49">
              <a:extLst>
                <a:ext uri="{FF2B5EF4-FFF2-40B4-BE49-F238E27FC236}">
                  <a16:creationId xmlns:a16="http://schemas.microsoft.com/office/drawing/2014/main" id="{DFAFD299-20C3-42E0-AEA7-51159C848DC2}"/>
                </a:ext>
              </a:extLst>
            </p:cNvPr>
            <p:cNvCxnSpPr>
              <a:cxnSpLocks/>
            </p:cNvCxnSpPr>
            <p:nvPr/>
          </p:nvCxnSpPr>
          <p:spPr>
            <a:xfrm>
              <a:off x="3875940" y="1194998"/>
              <a:ext cx="1" cy="10800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BB1D62F9-D059-4BCA-BB1C-FCE753EAB1F6}"/>
                </a:ext>
              </a:extLst>
            </p:cNvPr>
            <p:cNvCxnSpPr>
              <a:cxnSpLocks/>
            </p:cNvCxnSpPr>
            <p:nvPr/>
          </p:nvCxnSpPr>
          <p:spPr>
            <a:xfrm>
              <a:off x="3877409" y="1197663"/>
              <a:ext cx="139065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096DA73B-AF28-4996-A37D-4543AC5F0916}"/>
                </a:ext>
              </a:extLst>
            </p:cNvPr>
            <p:cNvCxnSpPr>
              <a:cxnSpLocks/>
            </p:cNvCxnSpPr>
            <p:nvPr/>
          </p:nvCxnSpPr>
          <p:spPr>
            <a:xfrm>
              <a:off x="4577129" y="1089925"/>
              <a:ext cx="1" cy="10800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1" name="Straight Connector 130">
              <a:extLst>
                <a:ext uri="{FF2B5EF4-FFF2-40B4-BE49-F238E27FC236}">
                  <a16:creationId xmlns:a16="http://schemas.microsoft.com/office/drawing/2014/main" id="{3E577B84-11C6-40F0-B715-A6E3C455B0AC}"/>
                </a:ext>
              </a:extLst>
            </p:cNvPr>
            <p:cNvCxnSpPr>
              <a:cxnSpLocks/>
            </p:cNvCxnSpPr>
            <p:nvPr/>
          </p:nvCxnSpPr>
          <p:spPr>
            <a:xfrm>
              <a:off x="5265211" y="1197337"/>
              <a:ext cx="1" cy="10800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37" name="Rectangle: Rounded Corners 136">
            <a:extLst>
              <a:ext uri="{FF2B5EF4-FFF2-40B4-BE49-F238E27FC236}">
                <a16:creationId xmlns:a16="http://schemas.microsoft.com/office/drawing/2014/main" id="{4ACF6D3D-FCED-4B77-A565-829765A06FC0}"/>
              </a:ext>
            </a:extLst>
          </p:cNvPr>
          <p:cNvSpPr/>
          <p:nvPr/>
        </p:nvSpPr>
        <p:spPr>
          <a:xfrm>
            <a:off x="2134029" y="1960830"/>
            <a:ext cx="6412096" cy="1445533"/>
          </a:xfrm>
          <a:prstGeom prst="roundRect">
            <a:avLst>
              <a:gd name="adj" fmla="val 5020"/>
            </a:avLst>
          </a:prstGeom>
          <a:solidFill>
            <a:srgbClr val="CFD5EA"/>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3" name="Rectangle: Rounded Corners 152">
            <a:extLst>
              <a:ext uri="{FF2B5EF4-FFF2-40B4-BE49-F238E27FC236}">
                <a16:creationId xmlns:a16="http://schemas.microsoft.com/office/drawing/2014/main" id="{1AF0971E-63F4-4ED3-97C8-A9C88F5D9C56}"/>
              </a:ext>
            </a:extLst>
          </p:cNvPr>
          <p:cNvSpPr/>
          <p:nvPr/>
        </p:nvSpPr>
        <p:spPr>
          <a:xfrm>
            <a:off x="2134028" y="3463807"/>
            <a:ext cx="6412096" cy="718517"/>
          </a:xfrm>
          <a:prstGeom prst="roundRect">
            <a:avLst>
              <a:gd name="adj" fmla="val 8152"/>
            </a:avLst>
          </a:prstGeom>
          <a:solidFill>
            <a:schemeClr val="accent1">
              <a:lumMod val="40000"/>
              <a:lumOff val="60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155" name="Group 154">
            <a:extLst>
              <a:ext uri="{FF2B5EF4-FFF2-40B4-BE49-F238E27FC236}">
                <a16:creationId xmlns:a16="http://schemas.microsoft.com/office/drawing/2014/main" id="{891BBF7A-8FB4-42C8-812A-D128DC511CBD}"/>
              </a:ext>
            </a:extLst>
          </p:cNvPr>
          <p:cNvGrpSpPr/>
          <p:nvPr/>
        </p:nvGrpSpPr>
        <p:grpSpPr>
          <a:xfrm>
            <a:off x="4079339" y="3556579"/>
            <a:ext cx="1111137" cy="510436"/>
            <a:chOff x="1450964" y="740269"/>
            <a:chExt cx="1111137" cy="510436"/>
          </a:xfrm>
        </p:grpSpPr>
        <p:sp>
          <p:nvSpPr>
            <p:cNvPr id="166" name="Rectangle 165">
              <a:extLst>
                <a:ext uri="{FF2B5EF4-FFF2-40B4-BE49-F238E27FC236}">
                  <a16:creationId xmlns:a16="http://schemas.microsoft.com/office/drawing/2014/main" id="{976D5EA9-280B-495F-9C46-27C69C65C944}"/>
                </a:ext>
              </a:extLst>
            </p:cNvPr>
            <p:cNvSpPr/>
            <p:nvPr/>
          </p:nvSpPr>
          <p:spPr>
            <a:xfrm>
              <a:off x="1450964" y="740269"/>
              <a:ext cx="1064241" cy="472332"/>
            </a:xfrm>
            <a:prstGeom prst="rect">
              <a:avLst/>
            </a:prstGeom>
            <a:solidFill>
              <a:srgbClr val="4472C4"/>
            </a:solidFill>
            <a:ln>
              <a:solidFill>
                <a:srgbClr val="4472C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118" dirty="0">
                <a:solidFill>
                  <a:schemeClr val="tx1"/>
                </a:solidFill>
              </a:endParaRPr>
            </a:p>
          </p:txBody>
        </p:sp>
        <p:sp>
          <p:nvSpPr>
            <p:cNvPr id="167" name="Rectangle 166">
              <a:extLst>
                <a:ext uri="{FF2B5EF4-FFF2-40B4-BE49-F238E27FC236}">
                  <a16:creationId xmlns:a16="http://schemas.microsoft.com/office/drawing/2014/main" id="{A6A5AB5A-9CDF-49D6-86DF-B72DCF835A17}"/>
                </a:ext>
              </a:extLst>
            </p:cNvPr>
            <p:cNvSpPr/>
            <p:nvPr/>
          </p:nvSpPr>
          <p:spPr>
            <a:xfrm>
              <a:off x="1497860" y="778373"/>
              <a:ext cx="1064241" cy="472332"/>
            </a:xfrm>
            <a:prstGeom prst="rect">
              <a:avLst/>
            </a:prstGeom>
            <a:solidFill>
              <a:schemeClr val="bg1">
                <a:lumMod val="95000"/>
              </a:schemeClr>
            </a:solidFill>
            <a:ln>
              <a:solidFill>
                <a:srgbClr val="4472C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118" dirty="0">
                  <a:solidFill>
                    <a:schemeClr val="tx1"/>
                  </a:solidFill>
                </a:rPr>
                <a:t>Test</a:t>
              </a:r>
            </a:p>
            <a:p>
              <a:pPr algn="ctr"/>
              <a:r>
                <a:rPr lang="en-IN" sz="1118" dirty="0">
                  <a:solidFill>
                    <a:schemeClr val="tx1"/>
                  </a:solidFill>
                </a:rPr>
                <a:t>Engineer</a:t>
              </a:r>
            </a:p>
          </p:txBody>
        </p:sp>
      </p:grpSp>
      <p:sp>
        <p:nvSpPr>
          <p:cNvPr id="170" name="Rectangle: Rounded Corners 169">
            <a:extLst>
              <a:ext uri="{FF2B5EF4-FFF2-40B4-BE49-F238E27FC236}">
                <a16:creationId xmlns:a16="http://schemas.microsoft.com/office/drawing/2014/main" id="{A3D85846-ABE4-4D14-B694-4A63035664EF}"/>
              </a:ext>
            </a:extLst>
          </p:cNvPr>
          <p:cNvSpPr/>
          <p:nvPr/>
        </p:nvSpPr>
        <p:spPr>
          <a:xfrm>
            <a:off x="2134028" y="4239768"/>
            <a:ext cx="6412096" cy="718517"/>
          </a:xfrm>
          <a:prstGeom prst="roundRect">
            <a:avLst>
              <a:gd name="adj" fmla="val 8152"/>
            </a:avLst>
          </a:prstGeom>
          <a:solidFill>
            <a:schemeClr val="accent1">
              <a:lumMod val="60000"/>
              <a:lumOff val="40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171" name="Group 170">
            <a:extLst>
              <a:ext uri="{FF2B5EF4-FFF2-40B4-BE49-F238E27FC236}">
                <a16:creationId xmlns:a16="http://schemas.microsoft.com/office/drawing/2014/main" id="{B5BA24DA-73B5-47A9-ACA9-FEA2541104B3}"/>
              </a:ext>
            </a:extLst>
          </p:cNvPr>
          <p:cNvGrpSpPr/>
          <p:nvPr/>
        </p:nvGrpSpPr>
        <p:grpSpPr>
          <a:xfrm>
            <a:off x="4784508" y="4332540"/>
            <a:ext cx="1111137" cy="510436"/>
            <a:chOff x="1450964" y="740269"/>
            <a:chExt cx="1111137" cy="510436"/>
          </a:xfrm>
        </p:grpSpPr>
        <p:sp>
          <p:nvSpPr>
            <p:cNvPr id="172" name="Rectangle 171">
              <a:extLst>
                <a:ext uri="{FF2B5EF4-FFF2-40B4-BE49-F238E27FC236}">
                  <a16:creationId xmlns:a16="http://schemas.microsoft.com/office/drawing/2014/main" id="{9085AFAD-CFD3-4A36-96D3-BBC42C180FCD}"/>
                </a:ext>
              </a:extLst>
            </p:cNvPr>
            <p:cNvSpPr/>
            <p:nvPr/>
          </p:nvSpPr>
          <p:spPr>
            <a:xfrm>
              <a:off x="1450964" y="740269"/>
              <a:ext cx="1064241" cy="472332"/>
            </a:xfrm>
            <a:prstGeom prst="rect">
              <a:avLst/>
            </a:prstGeom>
            <a:solidFill>
              <a:srgbClr val="4472C4"/>
            </a:solidFill>
            <a:ln>
              <a:solidFill>
                <a:srgbClr val="4472C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118" dirty="0">
                <a:solidFill>
                  <a:schemeClr val="tx1"/>
                </a:solidFill>
              </a:endParaRPr>
            </a:p>
          </p:txBody>
        </p:sp>
        <p:sp>
          <p:nvSpPr>
            <p:cNvPr id="173" name="Rectangle 172">
              <a:extLst>
                <a:ext uri="{FF2B5EF4-FFF2-40B4-BE49-F238E27FC236}">
                  <a16:creationId xmlns:a16="http://schemas.microsoft.com/office/drawing/2014/main" id="{648BC18A-EBE6-413F-B20D-92A295458AE7}"/>
                </a:ext>
              </a:extLst>
            </p:cNvPr>
            <p:cNvSpPr/>
            <p:nvPr/>
          </p:nvSpPr>
          <p:spPr>
            <a:xfrm>
              <a:off x="1497860" y="778373"/>
              <a:ext cx="1064241" cy="472332"/>
            </a:xfrm>
            <a:prstGeom prst="rect">
              <a:avLst/>
            </a:prstGeom>
            <a:solidFill>
              <a:schemeClr val="bg1">
                <a:lumMod val="95000"/>
              </a:schemeClr>
            </a:solidFill>
            <a:ln>
              <a:solidFill>
                <a:srgbClr val="4472C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118" dirty="0">
                  <a:solidFill>
                    <a:schemeClr val="tx1"/>
                  </a:solidFill>
                </a:rPr>
                <a:t>DevSecOps Engineer</a:t>
              </a:r>
            </a:p>
          </p:txBody>
        </p:sp>
      </p:grpSp>
      <p:grpSp>
        <p:nvGrpSpPr>
          <p:cNvPr id="189" name="Group 188">
            <a:extLst>
              <a:ext uri="{FF2B5EF4-FFF2-40B4-BE49-F238E27FC236}">
                <a16:creationId xmlns:a16="http://schemas.microsoft.com/office/drawing/2014/main" id="{91025C37-DEAD-4317-947A-27A329AFA5A0}"/>
              </a:ext>
            </a:extLst>
          </p:cNvPr>
          <p:cNvGrpSpPr/>
          <p:nvPr/>
        </p:nvGrpSpPr>
        <p:grpSpPr>
          <a:xfrm>
            <a:off x="5497442" y="3556579"/>
            <a:ext cx="1111137" cy="510436"/>
            <a:chOff x="1450964" y="740269"/>
            <a:chExt cx="1111137" cy="510436"/>
          </a:xfrm>
        </p:grpSpPr>
        <p:sp>
          <p:nvSpPr>
            <p:cNvPr id="190" name="Rectangle 189">
              <a:extLst>
                <a:ext uri="{FF2B5EF4-FFF2-40B4-BE49-F238E27FC236}">
                  <a16:creationId xmlns:a16="http://schemas.microsoft.com/office/drawing/2014/main" id="{E1F4757A-6A54-49E8-8A96-2A501F80F35D}"/>
                </a:ext>
              </a:extLst>
            </p:cNvPr>
            <p:cNvSpPr/>
            <p:nvPr/>
          </p:nvSpPr>
          <p:spPr>
            <a:xfrm>
              <a:off x="1450964" y="740269"/>
              <a:ext cx="1064241" cy="472332"/>
            </a:xfrm>
            <a:prstGeom prst="rect">
              <a:avLst/>
            </a:prstGeom>
            <a:solidFill>
              <a:srgbClr val="4472C4"/>
            </a:solidFill>
            <a:ln>
              <a:solidFill>
                <a:srgbClr val="4472C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118" dirty="0">
                <a:solidFill>
                  <a:schemeClr val="tx1"/>
                </a:solidFill>
              </a:endParaRPr>
            </a:p>
          </p:txBody>
        </p:sp>
        <p:sp>
          <p:nvSpPr>
            <p:cNvPr id="191" name="Rectangle 190">
              <a:extLst>
                <a:ext uri="{FF2B5EF4-FFF2-40B4-BE49-F238E27FC236}">
                  <a16:creationId xmlns:a16="http://schemas.microsoft.com/office/drawing/2014/main" id="{0DC9ED00-2687-418B-A3A3-9DC264245A17}"/>
                </a:ext>
              </a:extLst>
            </p:cNvPr>
            <p:cNvSpPr/>
            <p:nvPr/>
          </p:nvSpPr>
          <p:spPr>
            <a:xfrm>
              <a:off x="1497860" y="778373"/>
              <a:ext cx="1064241" cy="472332"/>
            </a:xfrm>
            <a:prstGeom prst="rect">
              <a:avLst/>
            </a:prstGeom>
            <a:solidFill>
              <a:schemeClr val="bg1">
                <a:lumMod val="95000"/>
              </a:schemeClr>
            </a:solidFill>
            <a:ln>
              <a:solidFill>
                <a:srgbClr val="4472C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118" dirty="0">
                  <a:solidFill>
                    <a:schemeClr val="tx1"/>
                  </a:solidFill>
                </a:rPr>
                <a:t>Test</a:t>
              </a:r>
            </a:p>
            <a:p>
              <a:pPr algn="ctr"/>
              <a:r>
                <a:rPr lang="en-IN" sz="1118" dirty="0">
                  <a:solidFill>
                    <a:schemeClr val="tx1"/>
                  </a:solidFill>
                </a:rPr>
                <a:t>Engineer</a:t>
              </a:r>
            </a:p>
          </p:txBody>
        </p:sp>
      </p:grpSp>
      <p:sp>
        <p:nvSpPr>
          <p:cNvPr id="192" name="Rectangle 191">
            <a:extLst>
              <a:ext uri="{FF2B5EF4-FFF2-40B4-BE49-F238E27FC236}">
                <a16:creationId xmlns:a16="http://schemas.microsoft.com/office/drawing/2014/main" id="{31816D1F-ABB0-46CF-8A09-D502EA76D29A}"/>
              </a:ext>
            </a:extLst>
          </p:cNvPr>
          <p:cNvSpPr/>
          <p:nvPr/>
        </p:nvSpPr>
        <p:spPr>
          <a:xfrm>
            <a:off x="773726" y="457853"/>
            <a:ext cx="89610" cy="4500432"/>
          </a:xfrm>
          <a:prstGeom prst="rect">
            <a:avLst/>
          </a:prstGeom>
          <a:gradFill flip="none" rotWithShape="1">
            <a:gsLst>
              <a:gs pos="0">
                <a:srgbClr val="E9EBF5"/>
              </a:gs>
              <a:gs pos="34000">
                <a:srgbClr val="CFD5EA"/>
              </a:gs>
              <a:gs pos="69000">
                <a:srgbClr val="B4C7E7"/>
              </a:gs>
              <a:gs pos="99000">
                <a:srgbClr val="ADB9CA"/>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94" name="Straight Connector 193">
            <a:extLst>
              <a:ext uri="{FF2B5EF4-FFF2-40B4-BE49-F238E27FC236}">
                <a16:creationId xmlns:a16="http://schemas.microsoft.com/office/drawing/2014/main" id="{9F4FB794-3F35-4BDB-B375-9C67C2448DFC}"/>
              </a:ext>
            </a:extLst>
          </p:cNvPr>
          <p:cNvCxnSpPr>
            <a:cxnSpLocks/>
          </p:cNvCxnSpPr>
          <p:nvPr/>
        </p:nvCxnSpPr>
        <p:spPr>
          <a:xfrm>
            <a:off x="855816" y="1167839"/>
            <a:ext cx="1280306"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95" name="Straight Connector 194">
            <a:extLst>
              <a:ext uri="{FF2B5EF4-FFF2-40B4-BE49-F238E27FC236}">
                <a16:creationId xmlns:a16="http://schemas.microsoft.com/office/drawing/2014/main" id="{7B410D5A-2EAD-4CE8-A4F6-D9448FCC75AC}"/>
              </a:ext>
            </a:extLst>
          </p:cNvPr>
          <p:cNvCxnSpPr>
            <a:cxnSpLocks/>
          </p:cNvCxnSpPr>
          <p:nvPr/>
        </p:nvCxnSpPr>
        <p:spPr>
          <a:xfrm>
            <a:off x="855816" y="2683596"/>
            <a:ext cx="1280306"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96" name="Straight Connector 195">
            <a:extLst>
              <a:ext uri="{FF2B5EF4-FFF2-40B4-BE49-F238E27FC236}">
                <a16:creationId xmlns:a16="http://schemas.microsoft.com/office/drawing/2014/main" id="{8548A265-B52A-4AD4-846B-D1897E797CA4}"/>
              </a:ext>
            </a:extLst>
          </p:cNvPr>
          <p:cNvCxnSpPr>
            <a:cxnSpLocks/>
          </p:cNvCxnSpPr>
          <p:nvPr/>
        </p:nvCxnSpPr>
        <p:spPr>
          <a:xfrm>
            <a:off x="855816" y="3823065"/>
            <a:ext cx="1280306"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97" name="Straight Connector 196">
            <a:extLst>
              <a:ext uri="{FF2B5EF4-FFF2-40B4-BE49-F238E27FC236}">
                <a16:creationId xmlns:a16="http://schemas.microsoft.com/office/drawing/2014/main" id="{C4E8EC42-2974-4ACC-BAA3-36D411E014EF}"/>
              </a:ext>
            </a:extLst>
          </p:cNvPr>
          <p:cNvCxnSpPr>
            <a:cxnSpLocks/>
          </p:cNvCxnSpPr>
          <p:nvPr/>
        </p:nvCxnSpPr>
        <p:spPr>
          <a:xfrm>
            <a:off x="855816" y="4599026"/>
            <a:ext cx="1280306"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98" name="TextBox 197">
            <a:extLst>
              <a:ext uri="{FF2B5EF4-FFF2-40B4-BE49-F238E27FC236}">
                <a16:creationId xmlns:a16="http://schemas.microsoft.com/office/drawing/2014/main" id="{FAB5E6B0-3CE2-41A6-9A7E-4364756508B2}"/>
              </a:ext>
            </a:extLst>
          </p:cNvPr>
          <p:cNvSpPr txBox="1"/>
          <p:nvPr/>
        </p:nvSpPr>
        <p:spPr>
          <a:xfrm>
            <a:off x="1072123" y="873939"/>
            <a:ext cx="853119" cy="276999"/>
          </a:xfrm>
          <a:prstGeom prst="rect">
            <a:avLst/>
          </a:prstGeom>
          <a:noFill/>
        </p:spPr>
        <p:txBody>
          <a:bodyPr wrap="none" rtlCol="0">
            <a:spAutoFit/>
          </a:bodyPr>
          <a:lstStyle/>
          <a:p>
            <a:pPr algn="ctr"/>
            <a:r>
              <a:rPr lang="en-IN" sz="1200" dirty="0">
                <a:latin typeface="Raleway SemiBold" pitchFamily="2" charset="0"/>
              </a:rPr>
              <a:t>UX Team</a:t>
            </a:r>
          </a:p>
        </p:txBody>
      </p:sp>
      <p:sp>
        <p:nvSpPr>
          <p:cNvPr id="199" name="TextBox 198">
            <a:extLst>
              <a:ext uri="{FF2B5EF4-FFF2-40B4-BE49-F238E27FC236}">
                <a16:creationId xmlns:a16="http://schemas.microsoft.com/office/drawing/2014/main" id="{8AB39AE3-90EE-4E34-A3F3-C970B0570C8C}"/>
              </a:ext>
            </a:extLst>
          </p:cNvPr>
          <p:cNvSpPr txBox="1"/>
          <p:nvPr/>
        </p:nvSpPr>
        <p:spPr>
          <a:xfrm>
            <a:off x="1020025" y="2376233"/>
            <a:ext cx="957314" cy="276999"/>
          </a:xfrm>
          <a:prstGeom prst="rect">
            <a:avLst/>
          </a:prstGeom>
          <a:noFill/>
        </p:spPr>
        <p:txBody>
          <a:bodyPr wrap="none" rtlCol="0">
            <a:spAutoFit/>
          </a:bodyPr>
          <a:lstStyle/>
          <a:p>
            <a:pPr algn="ctr"/>
            <a:r>
              <a:rPr lang="en-IN" sz="1200" dirty="0">
                <a:latin typeface="Raleway SemiBold" pitchFamily="2" charset="0"/>
              </a:rPr>
              <a:t>DEV TEAM</a:t>
            </a:r>
          </a:p>
        </p:txBody>
      </p:sp>
      <p:sp>
        <p:nvSpPr>
          <p:cNvPr id="200" name="TextBox 199">
            <a:extLst>
              <a:ext uri="{FF2B5EF4-FFF2-40B4-BE49-F238E27FC236}">
                <a16:creationId xmlns:a16="http://schemas.microsoft.com/office/drawing/2014/main" id="{44AF5454-9961-403C-9D18-9EB3848614A8}"/>
              </a:ext>
            </a:extLst>
          </p:cNvPr>
          <p:cNvSpPr txBox="1"/>
          <p:nvPr/>
        </p:nvSpPr>
        <p:spPr>
          <a:xfrm>
            <a:off x="985563" y="3528645"/>
            <a:ext cx="1026243" cy="276999"/>
          </a:xfrm>
          <a:prstGeom prst="rect">
            <a:avLst/>
          </a:prstGeom>
          <a:noFill/>
        </p:spPr>
        <p:txBody>
          <a:bodyPr wrap="none" rtlCol="0">
            <a:spAutoFit/>
          </a:bodyPr>
          <a:lstStyle/>
          <a:p>
            <a:pPr algn="ctr"/>
            <a:r>
              <a:rPr lang="en-IN" sz="1200" dirty="0">
                <a:latin typeface="Raleway SemiBold" pitchFamily="2" charset="0"/>
              </a:rPr>
              <a:t>TEST TEAM</a:t>
            </a:r>
          </a:p>
        </p:txBody>
      </p:sp>
      <p:sp>
        <p:nvSpPr>
          <p:cNvPr id="201" name="TextBox 200">
            <a:extLst>
              <a:ext uri="{FF2B5EF4-FFF2-40B4-BE49-F238E27FC236}">
                <a16:creationId xmlns:a16="http://schemas.microsoft.com/office/drawing/2014/main" id="{AB670E04-61E1-44A5-A306-9831AF4BA49D}"/>
              </a:ext>
            </a:extLst>
          </p:cNvPr>
          <p:cNvSpPr txBox="1"/>
          <p:nvPr/>
        </p:nvSpPr>
        <p:spPr>
          <a:xfrm>
            <a:off x="933464" y="4303673"/>
            <a:ext cx="1130439" cy="276999"/>
          </a:xfrm>
          <a:prstGeom prst="rect">
            <a:avLst/>
          </a:prstGeom>
          <a:noFill/>
        </p:spPr>
        <p:txBody>
          <a:bodyPr wrap="none" rtlCol="0">
            <a:spAutoFit/>
          </a:bodyPr>
          <a:lstStyle/>
          <a:p>
            <a:pPr algn="ctr"/>
            <a:r>
              <a:rPr lang="en-IN" sz="1200" dirty="0">
                <a:latin typeface="Raleway SemiBold" pitchFamily="2" charset="0"/>
              </a:rPr>
              <a:t>DEVSECOPS</a:t>
            </a:r>
          </a:p>
        </p:txBody>
      </p:sp>
      <p:sp>
        <p:nvSpPr>
          <p:cNvPr id="202" name="TextBox 201">
            <a:extLst>
              <a:ext uri="{FF2B5EF4-FFF2-40B4-BE49-F238E27FC236}">
                <a16:creationId xmlns:a16="http://schemas.microsoft.com/office/drawing/2014/main" id="{8CA88005-B1E0-4E8A-87DC-16E5C4EC8B12}"/>
              </a:ext>
            </a:extLst>
          </p:cNvPr>
          <p:cNvSpPr txBox="1"/>
          <p:nvPr/>
        </p:nvSpPr>
        <p:spPr>
          <a:xfrm rot="16200000">
            <a:off x="-81722" y="2569570"/>
            <a:ext cx="1388522" cy="276999"/>
          </a:xfrm>
          <a:prstGeom prst="rect">
            <a:avLst/>
          </a:prstGeom>
          <a:noFill/>
        </p:spPr>
        <p:txBody>
          <a:bodyPr wrap="none" rtlCol="0">
            <a:spAutoFit/>
          </a:bodyPr>
          <a:lstStyle/>
          <a:p>
            <a:pPr algn="ctr"/>
            <a:r>
              <a:rPr lang="en-IN" sz="1200" dirty="0">
                <a:latin typeface="Raleway SemiBold" pitchFamily="2" charset="0"/>
              </a:rPr>
              <a:t>PRODUCT TEAM</a:t>
            </a:r>
          </a:p>
        </p:txBody>
      </p:sp>
      <p:sp>
        <p:nvSpPr>
          <p:cNvPr id="205" name="Rectangle: Rounded Corners 204">
            <a:extLst>
              <a:ext uri="{FF2B5EF4-FFF2-40B4-BE49-F238E27FC236}">
                <a16:creationId xmlns:a16="http://schemas.microsoft.com/office/drawing/2014/main" id="{10BC9F92-C92E-4DA1-A205-71B299760149}"/>
              </a:ext>
            </a:extLst>
          </p:cNvPr>
          <p:cNvSpPr/>
          <p:nvPr/>
        </p:nvSpPr>
        <p:spPr>
          <a:xfrm>
            <a:off x="2310916" y="1971463"/>
            <a:ext cx="2954782" cy="1424266"/>
          </a:xfrm>
          <a:prstGeom prst="roundRect">
            <a:avLst>
              <a:gd name="adj" fmla="val 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07" name="Rectangle: Rounded Corners 206">
            <a:extLst>
              <a:ext uri="{FF2B5EF4-FFF2-40B4-BE49-F238E27FC236}">
                <a16:creationId xmlns:a16="http://schemas.microsoft.com/office/drawing/2014/main" id="{E62478CC-2688-429D-BB4B-1794B5906EA8}"/>
              </a:ext>
            </a:extLst>
          </p:cNvPr>
          <p:cNvSpPr/>
          <p:nvPr/>
        </p:nvSpPr>
        <p:spPr>
          <a:xfrm>
            <a:off x="5418106" y="1971463"/>
            <a:ext cx="2955600" cy="1424266"/>
          </a:xfrm>
          <a:prstGeom prst="roundRect">
            <a:avLst>
              <a:gd name="adj" fmla="val 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grpSp>
        <p:nvGrpSpPr>
          <p:cNvPr id="138" name="Group 137">
            <a:extLst>
              <a:ext uri="{FF2B5EF4-FFF2-40B4-BE49-F238E27FC236}">
                <a16:creationId xmlns:a16="http://schemas.microsoft.com/office/drawing/2014/main" id="{F0A29DD3-2BA1-4E0B-9972-1AD55CBDFF1E}"/>
              </a:ext>
            </a:extLst>
          </p:cNvPr>
          <p:cNvGrpSpPr/>
          <p:nvPr/>
        </p:nvGrpSpPr>
        <p:grpSpPr>
          <a:xfrm>
            <a:off x="2536679" y="2053602"/>
            <a:ext cx="2503256" cy="1246051"/>
            <a:chOff x="3320372" y="577784"/>
            <a:chExt cx="2503256" cy="1246051"/>
          </a:xfrm>
        </p:grpSpPr>
        <p:grpSp>
          <p:nvGrpSpPr>
            <p:cNvPr id="139" name="Group 138">
              <a:extLst>
                <a:ext uri="{FF2B5EF4-FFF2-40B4-BE49-F238E27FC236}">
                  <a16:creationId xmlns:a16="http://schemas.microsoft.com/office/drawing/2014/main" id="{7095230D-6556-4B28-868B-D5E736C9A37F}"/>
                </a:ext>
              </a:extLst>
            </p:cNvPr>
            <p:cNvGrpSpPr/>
            <p:nvPr/>
          </p:nvGrpSpPr>
          <p:grpSpPr>
            <a:xfrm>
              <a:off x="4017166" y="577784"/>
              <a:ext cx="1111137" cy="510436"/>
              <a:chOff x="1450964" y="740269"/>
              <a:chExt cx="1111137" cy="510436"/>
            </a:xfrm>
          </p:grpSpPr>
          <p:sp>
            <p:nvSpPr>
              <p:cNvPr id="150" name="Rectangle 149">
                <a:extLst>
                  <a:ext uri="{FF2B5EF4-FFF2-40B4-BE49-F238E27FC236}">
                    <a16:creationId xmlns:a16="http://schemas.microsoft.com/office/drawing/2014/main" id="{A92C3621-0B3F-4896-9A4C-D90AB0C635AE}"/>
                  </a:ext>
                </a:extLst>
              </p:cNvPr>
              <p:cNvSpPr/>
              <p:nvPr/>
            </p:nvSpPr>
            <p:spPr>
              <a:xfrm>
                <a:off x="1450964" y="740269"/>
                <a:ext cx="1064241" cy="472332"/>
              </a:xfrm>
              <a:prstGeom prst="rect">
                <a:avLst/>
              </a:prstGeom>
              <a:solidFill>
                <a:srgbClr val="4472C4"/>
              </a:solidFill>
              <a:ln>
                <a:solidFill>
                  <a:srgbClr val="4472C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118" dirty="0">
                  <a:solidFill>
                    <a:schemeClr val="tx1"/>
                  </a:solidFill>
                </a:endParaRPr>
              </a:p>
            </p:txBody>
          </p:sp>
          <p:sp>
            <p:nvSpPr>
              <p:cNvPr id="151" name="Rectangle 150">
                <a:extLst>
                  <a:ext uri="{FF2B5EF4-FFF2-40B4-BE49-F238E27FC236}">
                    <a16:creationId xmlns:a16="http://schemas.microsoft.com/office/drawing/2014/main" id="{72BB3E4C-4A0A-4BF8-B942-E767AF3B7C7D}"/>
                  </a:ext>
                </a:extLst>
              </p:cNvPr>
              <p:cNvSpPr/>
              <p:nvPr/>
            </p:nvSpPr>
            <p:spPr>
              <a:xfrm>
                <a:off x="1497860" y="778373"/>
                <a:ext cx="1064241" cy="472332"/>
              </a:xfrm>
              <a:prstGeom prst="rect">
                <a:avLst/>
              </a:prstGeom>
              <a:solidFill>
                <a:schemeClr val="bg1">
                  <a:lumMod val="95000"/>
                </a:schemeClr>
              </a:solidFill>
              <a:ln>
                <a:solidFill>
                  <a:srgbClr val="4472C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118" dirty="0">
                    <a:solidFill>
                      <a:schemeClr val="tx1"/>
                    </a:solidFill>
                  </a:rPr>
                  <a:t>FSD-</a:t>
                </a:r>
                <a:r>
                  <a:rPr lang="en-IN" sz="1118" dirty="0" err="1">
                    <a:solidFill>
                      <a:schemeClr val="tx1"/>
                    </a:solidFill>
                  </a:rPr>
                  <a:t>Api</a:t>
                </a:r>
                <a:r>
                  <a:rPr lang="en-IN" sz="1118" dirty="0">
                    <a:solidFill>
                      <a:schemeClr val="tx1"/>
                    </a:solidFill>
                  </a:rPr>
                  <a:t>- Lead </a:t>
                </a:r>
              </a:p>
              <a:p>
                <a:pPr algn="ctr"/>
                <a:r>
                  <a:rPr lang="en-IN" sz="1118" dirty="0">
                    <a:solidFill>
                      <a:schemeClr val="tx1"/>
                    </a:solidFill>
                  </a:rPr>
                  <a:t>Architect</a:t>
                </a:r>
              </a:p>
            </p:txBody>
          </p:sp>
        </p:grpSp>
        <p:grpSp>
          <p:nvGrpSpPr>
            <p:cNvPr id="140" name="Group 139">
              <a:extLst>
                <a:ext uri="{FF2B5EF4-FFF2-40B4-BE49-F238E27FC236}">
                  <a16:creationId xmlns:a16="http://schemas.microsoft.com/office/drawing/2014/main" id="{F5E8604D-F1EA-47CE-BED2-2093515A039E}"/>
                </a:ext>
              </a:extLst>
            </p:cNvPr>
            <p:cNvGrpSpPr/>
            <p:nvPr/>
          </p:nvGrpSpPr>
          <p:grpSpPr>
            <a:xfrm>
              <a:off x="3320372" y="1304607"/>
              <a:ext cx="1111137" cy="519228"/>
              <a:chOff x="1450964" y="678725"/>
              <a:chExt cx="1111137" cy="519228"/>
            </a:xfrm>
          </p:grpSpPr>
          <p:sp>
            <p:nvSpPr>
              <p:cNvPr id="148" name="Rectangle 147">
                <a:extLst>
                  <a:ext uri="{FF2B5EF4-FFF2-40B4-BE49-F238E27FC236}">
                    <a16:creationId xmlns:a16="http://schemas.microsoft.com/office/drawing/2014/main" id="{3820171D-E2ED-4288-9044-EBBB5C5CAA27}"/>
                  </a:ext>
                </a:extLst>
              </p:cNvPr>
              <p:cNvSpPr/>
              <p:nvPr/>
            </p:nvSpPr>
            <p:spPr>
              <a:xfrm>
                <a:off x="1450964" y="678725"/>
                <a:ext cx="1064241" cy="472332"/>
              </a:xfrm>
              <a:prstGeom prst="rect">
                <a:avLst/>
              </a:prstGeom>
              <a:solidFill>
                <a:srgbClr val="4472C4"/>
              </a:solidFill>
              <a:ln>
                <a:solidFill>
                  <a:srgbClr val="4472C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118" dirty="0">
                  <a:solidFill>
                    <a:schemeClr val="tx1"/>
                  </a:solidFill>
                </a:endParaRPr>
              </a:p>
            </p:txBody>
          </p:sp>
          <p:sp>
            <p:nvSpPr>
              <p:cNvPr id="149" name="Rectangle 148">
                <a:extLst>
                  <a:ext uri="{FF2B5EF4-FFF2-40B4-BE49-F238E27FC236}">
                    <a16:creationId xmlns:a16="http://schemas.microsoft.com/office/drawing/2014/main" id="{5405F818-1847-4C72-B81B-FFF255C5BD99}"/>
                  </a:ext>
                </a:extLst>
              </p:cNvPr>
              <p:cNvSpPr/>
              <p:nvPr/>
            </p:nvSpPr>
            <p:spPr>
              <a:xfrm>
                <a:off x="1497860" y="725621"/>
                <a:ext cx="1064241" cy="472332"/>
              </a:xfrm>
              <a:prstGeom prst="rect">
                <a:avLst/>
              </a:prstGeom>
              <a:solidFill>
                <a:schemeClr val="bg1">
                  <a:lumMod val="95000"/>
                </a:schemeClr>
              </a:solidFill>
              <a:ln>
                <a:solidFill>
                  <a:srgbClr val="4472C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118" dirty="0">
                    <a:solidFill>
                      <a:schemeClr val="tx1"/>
                    </a:solidFill>
                  </a:rPr>
                  <a:t>FSD-</a:t>
                </a:r>
                <a:r>
                  <a:rPr lang="en-IN" sz="1118" dirty="0" err="1">
                    <a:solidFill>
                      <a:schemeClr val="tx1"/>
                    </a:solidFill>
                  </a:rPr>
                  <a:t>Api</a:t>
                </a:r>
                <a:r>
                  <a:rPr lang="en-IN" sz="1118" dirty="0">
                    <a:solidFill>
                      <a:schemeClr val="tx1"/>
                    </a:solidFill>
                  </a:rPr>
                  <a:t> Senior </a:t>
                </a:r>
              </a:p>
              <a:p>
                <a:pPr algn="ctr"/>
                <a:r>
                  <a:rPr lang="en-IN" sz="1118" dirty="0">
                    <a:solidFill>
                      <a:schemeClr val="tx1"/>
                    </a:solidFill>
                  </a:rPr>
                  <a:t>Engineer</a:t>
                </a:r>
              </a:p>
            </p:txBody>
          </p:sp>
        </p:grpSp>
        <p:grpSp>
          <p:nvGrpSpPr>
            <p:cNvPr id="141" name="Group 140">
              <a:extLst>
                <a:ext uri="{FF2B5EF4-FFF2-40B4-BE49-F238E27FC236}">
                  <a16:creationId xmlns:a16="http://schemas.microsoft.com/office/drawing/2014/main" id="{836FBF46-1DE6-4BFC-A4E4-FD578A41272C}"/>
                </a:ext>
              </a:extLst>
            </p:cNvPr>
            <p:cNvGrpSpPr/>
            <p:nvPr/>
          </p:nvGrpSpPr>
          <p:grpSpPr>
            <a:xfrm>
              <a:off x="4712491" y="1304607"/>
              <a:ext cx="1111137" cy="519228"/>
              <a:chOff x="1450964" y="678725"/>
              <a:chExt cx="1111137" cy="519228"/>
            </a:xfrm>
          </p:grpSpPr>
          <p:sp>
            <p:nvSpPr>
              <p:cNvPr id="146" name="Rectangle 145">
                <a:extLst>
                  <a:ext uri="{FF2B5EF4-FFF2-40B4-BE49-F238E27FC236}">
                    <a16:creationId xmlns:a16="http://schemas.microsoft.com/office/drawing/2014/main" id="{35788C6D-891C-49D4-82F6-6CD6C24951D2}"/>
                  </a:ext>
                </a:extLst>
              </p:cNvPr>
              <p:cNvSpPr/>
              <p:nvPr/>
            </p:nvSpPr>
            <p:spPr>
              <a:xfrm>
                <a:off x="1450964" y="678725"/>
                <a:ext cx="1064241" cy="472332"/>
              </a:xfrm>
              <a:prstGeom prst="rect">
                <a:avLst/>
              </a:prstGeom>
              <a:solidFill>
                <a:srgbClr val="4472C4"/>
              </a:solidFill>
              <a:ln>
                <a:solidFill>
                  <a:srgbClr val="4472C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118" dirty="0">
                  <a:solidFill>
                    <a:schemeClr val="tx1"/>
                  </a:solidFill>
                </a:endParaRPr>
              </a:p>
            </p:txBody>
          </p:sp>
          <p:sp>
            <p:nvSpPr>
              <p:cNvPr id="147" name="Rectangle 146">
                <a:extLst>
                  <a:ext uri="{FF2B5EF4-FFF2-40B4-BE49-F238E27FC236}">
                    <a16:creationId xmlns:a16="http://schemas.microsoft.com/office/drawing/2014/main" id="{9438ED70-13F0-4486-A3C6-D3E20A5B8A50}"/>
                  </a:ext>
                </a:extLst>
              </p:cNvPr>
              <p:cNvSpPr/>
              <p:nvPr/>
            </p:nvSpPr>
            <p:spPr>
              <a:xfrm>
                <a:off x="1497860" y="725621"/>
                <a:ext cx="1064241" cy="472332"/>
              </a:xfrm>
              <a:prstGeom prst="rect">
                <a:avLst/>
              </a:prstGeom>
              <a:solidFill>
                <a:schemeClr val="bg1">
                  <a:lumMod val="95000"/>
                </a:schemeClr>
              </a:solidFill>
              <a:ln>
                <a:solidFill>
                  <a:srgbClr val="4472C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118" dirty="0">
                    <a:solidFill>
                      <a:schemeClr val="tx1"/>
                    </a:solidFill>
                  </a:rPr>
                  <a:t>FSD-</a:t>
                </a:r>
                <a:r>
                  <a:rPr lang="en-IN" sz="1118" dirty="0" err="1">
                    <a:solidFill>
                      <a:schemeClr val="tx1"/>
                    </a:solidFill>
                  </a:rPr>
                  <a:t>Api</a:t>
                </a:r>
                <a:r>
                  <a:rPr lang="en-IN" sz="1118" dirty="0">
                    <a:solidFill>
                      <a:schemeClr val="tx1"/>
                    </a:solidFill>
                  </a:rPr>
                  <a:t> Senior </a:t>
                </a:r>
              </a:p>
              <a:p>
                <a:pPr algn="ctr"/>
                <a:r>
                  <a:rPr lang="en-IN" sz="1118" dirty="0">
                    <a:solidFill>
                      <a:schemeClr val="tx1"/>
                    </a:solidFill>
                  </a:rPr>
                  <a:t>Engineer</a:t>
                </a:r>
              </a:p>
            </p:txBody>
          </p:sp>
        </p:grpSp>
        <p:cxnSp>
          <p:nvCxnSpPr>
            <p:cNvPr id="142" name="Straight Connector 141">
              <a:extLst>
                <a:ext uri="{FF2B5EF4-FFF2-40B4-BE49-F238E27FC236}">
                  <a16:creationId xmlns:a16="http://schemas.microsoft.com/office/drawing/2014/main" id="{D7F42E83-CD3E-41C8-8EAA-FEBCD656D34A}"/>
                </a:ext>
              </a:extLst>
            </p:cNvPr>
            <p:cNvCxnSpPr>
              <a:cxnSpLocks/>
            </p:cNvCxnSpPr>
            <p:nvPr/>
          </p:nvCxnSpPr>
          <p:spPr>
            <a:xfrm>
              <a:off x="3875940" y="1194998"/>
              <a:ext cx="1" cy="10800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3" name="Straight Connector 142">
              <a:extLst>
                <a:ext uri="{FF2B5EF4-FFF2-40B4-BE49-F238E27FC236}">
                  <a16:creationId xmlns:a16="http://schemas.microsoft.com/office/drawing/2014/main" id="{F948A0F8-1FAC-495A-A52D-4A07D3A37C61}"/>
                </a:ext>
              </a:extLst>
            </p:cNvPr>
            <p:cNvCxnSpPr>
              <a:cxnSpLocks/>
            </p:cNvCxnSpPr>
            <p:nvPr/>
          </p:nvCxnSpPr>
          <p:spPr>
            <a:xfrm>
              <a:off x="3877409" y="1197663"/>
              <a:ext cx="139065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4" name="Straight Connector 143">
              <a:extLst>
                <a:ext uri="{FF2B5EF4-FFF2-40B4-BE49-F238E27FC236}">
                  <a16:creationId xmlns:a16="http://schemas.microsoft.com/office/drawing/2014/main" id="{2A9C10C3-E1C9-412F-8B44-C71DE2D3A56A}"/>
                </a:ext>
              </a:extLst>
            </p:cNvPr>
            <p:cNvCxnSpPr>
              <a:cxnSpLocks/>
            </p:cNvCxnSpPr>
            <p:nvPr/>
          </p:nvCxnSpPr>
          <p:spPr>
            <a:xfrm>
              <a:off x="4577129" y="1089925"/>
              <a:ext cx="1" cy="10800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5" name="Straight Connector 144">
              <a:extLst>
                <a:ext uri="{FF2B5EF4-FFF2-40B4-BE49-F238E27FC236}">
                  <a16:creationId xmlns:a16="http://schemas.microsoft.com/office/drawing/2014/main" id="{210A73C6-4734-4784-A9B4-0ACD13FA665B}"/>
                </a:ext>
              </a:extLst>
            </p:cNvPr>
            <p:cNvCxnSpPr>
              <a:cxnSpLocks/>
            </p:cNvCxnSpPr>
            <p:nvPr/>
          </p:nvCxnSpPr>
          <p:spPr>
            <a:xfrm>
              <a:off x="5265211" y="1197337"/>
              <a:ext cx="1" cy="10800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74" name="Group 173">
            <a:extLst>
              <a:ext uri="{FF2B5EF4-FFF2-40B4-BE49-F238E27FC236}">
                <a16:creationId xmlns:a16="http://schemas.microsoft.com/office/drawing/2014/main" id="{381DDDB0-5250-495F-B345-DDF2972DB738}"/>
              </a:ext>
            </a:extLst>
          </p:cNvPr>
          <p:cNvGrpSpPr/>
          <p:nvPr/>
        </p:nvGrpSpPr>
        <p:grpSpPr>
          <a:xfrm>
            <a:off x="5644278" y="2053602"/>
            <a:ext cx="2503256" cy="1246051"/>
            <a:chOff x="3320372" y="577784"/>
            <a:chExt cx="2503256" cy="1246051"/>
          </a:xfrm>
        </p:grpSpPr>
        <p:grpSp>
          <p:nvGrpSpPr>
            <p:cNvPr id="175" name="Group 174">
              <a:extLst>
                <a:ext uri="{FF2B5EF4-FFF2-40B4-BE49-F238E27FC236}">
                  <a16:creationId xmlns:a16="http://schemas.microsoft.com/office/drawing/2014/main" id="{D9A8E239-09DE-490D-BC73-1DC4731663D9}"/>
                </a:ext>
              </a:extLst>
            </p:cNvPr>
            <p:cNvGrpSpPr/>
            <p:nvPr/>
          </p:nvGrpSpPr>
          <p:grpSpPr>
            <a:xfrm>
              <a:off x="4017166" y="577784"/>
              <a:ext cx="1111137" cy="510436"/>
              <a:chOff x="1450964" y="740269"/>
              <a:chExt cx="1111137" cy="510436"/>
            </a:xfrm>
          </p:grpSpPr>
          <p:sp>
            <p:nvSpPr>
              <p:cNvPr id="186" name="Rectangle 185">
                <a:extLst>
                  <a:ext uri="{FF2B5EF4-FFF2-40B4-BE49-F238E27FC236}">
                    <a16:creationId xmlns:a16="http://schemas.microsoft.com/office/drawing/2014/main" id="{BBE68308-4CE3-41A2-8FA0-A62A0ACBD7CC}"/>
                  </a:ext>
                </a:extLst>
              </p:cNvPr>
              <p:cNvSpPr/>
              <p:nvPr/>
            </p:nvSpPr>
            <p:spPr>
              <a:xfrm>
                <a:off x="1450964" y="740269"/>
                <a:ext cx="1064241" cy="472332"/>
              </a:xfrm>
              <a:prstGeom prst="rect">
                <a:avLst/>
              </a:prstGeom>
              <a:solidFill>
                <a:srgbClr val="4472C4"/>
              </a:solidFill>
              <a:ln>
                <a:solidFill>
                  <a:srgbClr val="4472C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118" dirty="0">
                  <a:solidFill>
                    <a:schemeClr val="tx1"/>
                  </a:solidFill>
                </a:endParaRPr>
              </a:p>
            </p:txBody>
          </p:sp>
          <p:sp>
            <p:nvSpPr>
              <p:cNvPr id="187" name="Rectangle 186">
                <a:extLst>
                  <a:ext uri="{FF2B5EF4-FFF2-40B4-BE49-F238E27FC236}">
                    <a16:creationId xmlns:a16="http://schemas.microsoft.com/office/drawing/2014/main" id="{35470E48-553D-423F-9A00-CA0C9AEAB982}"/>
                  </a:ext>
                </a:extLst>
              </p:cNvPr>
              <p:cNvSpPr/>
              <p:nvPr/>
            </p:nvSpPr>
            <p:spPr>
              <a:xfrm>
                <a:off x="1497860" y="778373"/>
                <a:ext cx="1064241" cy="472332"/>
              </a:xfrm>
              <a:prstGeom prst="rect">
                <a:avLst/>
              </a:prstGeom>
              <a:solidFill>
                <a:schemeClr val="bg1">
                  <a:lumMod val="95000"/>
                </a:schemeClr>
              </a:solidFill>
              <a:ln>
                <a:solidFill>
                  <a:srgbClr val="4472C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118" dirty="0">
                    <a:solidFill>
                      <a:schemeClr val="tx1"/>
                    </a:solidFill>
                  </a:rPr>
                  <a:t>FSD-UI- Lead </a:t>
                </a:r>
              </a:p>
              <a:p>
                <a:pPr algn="ctr"/>
                <a:r>
                  <a:rPr lang="en-IN" sz="1118" dirty="0">
                    <a:solidFill>
                      <a:schemeClr val="tx1"/>
                    </a:solidFill>
                  </a:rPr>
                  <a:t>Architect</a:t>
                </a:r>
              </a:p>
            </p:txBody>
          </p:sp>
        </p:grpSp>
        <p:grpSp>
          <p:nvGrpSpPr>
            <p:cNvPr id="176" name="Group 175">
              <a:extLst>
                <a:ext uri="{FF2B5EF4-FFF2-40B4-BE49-F238E27FC236}">
                  <a16:creationId xmlns:a16="http://schemas.microsoft.com/office/drawing/2014/main" id="{57C90ABE-D5C7-4B27-A3AB-E7F5B4A9D088}"/>
                </a:ext>
              </a:extLst>
            </p:cNvPr>
            <p:cNvGrpSpPr/>
            <p:nvPr/>
          </p:nvGrpSpPr>
          <p:grpSpPr>
            <a:xfrm>
              <a:off x="3320372" y="1304607"/>
              <a:ext cx="1111137" cy="519228"/>
              <a:chOff x="1450964" y="678725"/>
              <a:chExt cx="1111137" cy="519228"/>
            </a:xfrm>
          </p:grpSpPr>
          <p:sp>
            <p:nvSpPr>
              <p:cNvPr id="184" name="Rectangle 183">
                <a:extLst>
                  <a:ext uri="{FF2B5EF4-FFF2-40B4-BE49-F238E27FC236}">
                    <a16:creationId xmlns:a16="http://schemas.microsoft.com/office/drawing/2014/main" id="{77D7066B-7591-4138-914C-2A2EB73A428E}"/>
                  </a:ext>
                </a:extLst>
              </p:cNvPr>
              <p:cNvSpPr/>
              <p:nvPr/>
            </p:nvSpPr>
            <p:spPr>
              <a:xfrm>
                <a:off x="1450964" y="678725"/>
                <a:ext cx="1064241" cy="472332"/>
              </a:xfrm>
              <a:prstGeom prst="rect">
                <a:avLst/>
              </a:prstGeom>
              <a:solidFill>
                <a:srgbClr val="4472C4"/>
              </a:solidFill>
              <a:ln>
                <a:solidFill>
                  <a:srgbClr val="4472C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118" dirty="0">
                  <a:solidFill>
                    <a:schemeClr val="tx1"/>
                  </a:solidFill>
                </a:endParaRPr>
              </a:p>
            </p:txBody>
          </p:sp>
          <p:sp>
            <p:nvSpPr>
              <p:cNvPr id="185" name="Rectangle 184">
                <a:extLst>
                  <a:ext uri="{FF2B5EF4-FFF2-40B4-BE49-F238E27FC236}">
                    <a16:creationId xmlns:a16="http://schemas.microsoft.com/office/drawing/2014/main" id="{DEC1835F-693C-4AAA-B9F4-E20A69E4D0D9}"/>
                  </a:ext>
                </a:extLst>
              </p:cNvPr>
              <p:cNvSpPr/>
              <p:nvPr/>
            </p:nvSpPr>
            <p:spPr>
              <a:xfrm>
                <a:off x="1497860" y="725621"/>
                <a:ext cx="1064241" cy="472332"/>
              </a:xfrm>
              <a:prstGeom prst="rect">
                <a:avLst/>
              </a:prstGeom>
              <a:solidFill>
                <a:schemeClr val="bg1">
                  <a:lumMod val="95000"/>
                </a:schemeClr>
              </a:solidFill>
              <a:ln>
                <a:solidFill>
                  <a:srgbClr val="4472C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118" dirty="0">
                    <a:solidFill>
                      <a:schemeClr val="tx1"/>
                    </a:solidFill>
                  </a:rPr>
                  <a:t>FSD-UI Senior </a:t>
                </a:r>
              </a:p>
              <a:p>
                <a:pPr algn="ctr"/>
                <a:r>
                  <a:rPr lang="en-IN" sz="1118" dirty="0">
                    <a:solidFill>
                      <a:schemeClr val="tx1"/>
                    </a:solidFill>
                  </a:rPr>
                  <a:t>Engineer</a:t>
                </a:r>
              </a:p>
            </p:txBody>
          </p:sp>
        </p:grpSp>
        <p:grpSp>
          <p:nvGrpSpPr>
            <p:cNvPr id="177" name="Group 176">
              <a:extLst>
                <a:ext uri="{FF2B5EF4-FFF2-40B4-BE49-F238E27FC236}">
                  <a16:creationId xmlns:a16="http://schemas.microsoft.com/office/drawing/2014/main" id="{4BF54B65-298F-468C-B741-52A14569F06A}"/>
                </a:ext>
              </a:extLst>
            </p:cNvPr>
            <p:cNvGrpSpPr/>
            <p:nvPr/>
          </p:nvGrpSpPr>
          <p:grpSpPr>
            <a:xfrm>
              <a:off x="4712491" y="1304607"/>
              <a:ext cx="1111137" cy="519228"/>
              <a:chOff x="1450964" y="678725"/>
              <a:chExt cx="1111137" cy="519228"/>
            </a:xfrm>
          </p:grpSpPr>
          <p:sp>
            <p:nvSpPr>
              <p:cNvPr id="182" name="Rectangle 181">
                <a:extLst>
                  <a:ext uri="{FF2B5EF4-FFF2-40B4-BE49-F238E27FC236}">
                    <a16:creationId xmlns:a16="http://schemas.microsoft.com/office/drawing/2014/main" id="{B03EE697-E8C3-4E21-BC8C-671A5D2F304B}"/>
                  </a:ext>
                </a:extLst>
              </p:cNvPr>
              <p:cNvSpPr/>
              <p:nvPr/>
            </p:nvSpPr>
            <p:spPr>
              <a:xfrm>
                <a:off x="1450964" y="678725"/>
                <a:ext cx="1064241" cy="472332"/>
              </a:xfrm>
              <a:prstGeom prst="rect">
                <a:avLst/>
              </a:prstGeom>
              <a:solidFill>
                <a:srgbClr val="4472C4"/>
              </a:solidFill>
              <a:ln>
                <a:solidFill>
                  <a:srgbClr val="4472C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118" dirty="0">
                  <a:solidFill>
                    <a:schemeClr val="tx1"/>
                  </a:solidFill>
                </a:endParaRPr>
              </a:p>
            </p:txBody>
          </p:sp>
          <p:sp>
            <p:nvSpPr>
              <p:cNvPr id="183" name="Rectangle 182">
                <a:extLst>
                  <a:ext uri="{FF2B5EF4-FFF2-40B4-BE49-F238E27FC236}">
                    <a16:creationId xmlns:a16="http://schemas.microsoft.com/office/drawing/2014/main" id="{7EF53C17-CAAD-458C-946C-3246E5F2C7CB}"/>
                  </a:ext>
                </a:extLst>
              </p:cNvPr>
              <p:cNvSpPr/>
              <p:nvPr/>
            </p:nvSpPr>
            <p:spPr>
              <a:xfrm>
                <a:off x="1497860" y="725621"/>
                <a:ext cx="1064241" cy="472332"/>
              </a:xfrm>
              <a:prstGeom prst="rect">
                <a:avLst/>
              </a:prstGeom>
              <a:solidFill>
                <a:schemeClr val="bg1">
                  <a:lumMod val="95000"/>
                </a:schemeClr>
              </a:solidFill>
              <a:ln>
                <a:solidFill>
                  <a:srgbClr val="4472C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118" dirty="0">
                    <a:solidFill>
                      <a:schemeClr val="tx1"/>
                    </a:solidFill>
                  </a:rPr>
                  <a:t>FSD-UI Senior </a:t>
                </a:r>
              </a:p>
              <a:p>
                <a:pPr algn="ctr"/>
                <a:r>
                  <a:rPr lang="en-IN" sz="1118" dirty="0">
                    <a:solidFill>
                      <a:schemeClr val="tx1"/>
                    </a:solidFill>
                  </a:rPr>
                  <a:t>Engineer</a:t>
                </a:r>
              </a:p>
            </p:txBody>
          </p:sp>
        </p:grpSp>
        <p:cxnSp>
          <p:nvCxnSpPr>
            <p:cNvPr id="178" name="Straight Connector 177">
              <a:extLst>
                <a:ext uri="{FF2B5EF4-FFF2-40B4-BE49-F238E27FC236}">
                  <a16:creationId xmlns:a16="http://schemas.microsoft.com/office/drawing/2014/main" id="{7D49E546-7509-437C-8E5A-7792A27CF998}"/>
                </a:ext>
              </a:extLst>
            </p:cNvPr>
            <p:cNvCxnSpPr>
              <a:cxnSpLocks/>
            </p:cNvCxnSpPr>
            <p:nvPr/>
          </p:nvCxnSpPr>
          <p:spPr>
            <a:xfrm>
              <a:off x="3875940" y="1194998"/>
              <a:ext cx="1" cy="10800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9" name="Straight Connector 178">
              <a:extLst>
                <a:ext uri="{FF2B5EF4-FFF2-40B4-BE49-F238E27FC236}">
                  <a16:creationId xmlns:a16="http://schemas.microsoft.com/office/drawing/2014/main" id="{C2A508B6-EB21-4910-AE53-67E9D912F094}"/>
                </a:ext>
              </a:extLst>
            </p:cNvPr>
            <p:cNvCxnSpPr>
              <a:cxnSpLocks/>
            </p:cNvCxnSpPr>
            <p:nvPr/>
          </p:nvCxnSpPr>
          <p:spPr>
            <a:xfrm>
              <a:off x="3877409" y="1197663"/>
              <a:ext cx="139065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0" name="Straight Connector 179">
              <a:extLst>
                <a:ext uri="{FF2B5EF4-FFF2-40B4-BE49-F238E27FC236}">
                  <a16:creationId xmlns:a16="http://schemas.microsoft.com/office/drawing/2014/main" id="{C2129270-F283-4821-A430-9A7EBAFA4338}"/>
                </a:ext>
              </a:extLst>
            </p:cNvPr>
            <p:cNvCxnSpPr>
              <a:cxnSpLocks/>
            </p:cNvCxnSpPr>
            <p:nvPr/>
          </p:nvCxnSpPr>
          <p:spPr>
            <a:xfrm>
              <a:off x="4577129" y="1089925"/>
              <a:ext cx="1" cy="10800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1" name="Straight Connector 180">
              <a:extLst>
                <a:ext uri="{FF2B5EF4-FFF2-40B4-BE49-F238E27FC236}">
                  <a16:creationId xmlns:a16="http://schemas.microsoft.com/office/drawing/2014/main" id="{BEF448D4-907A-47D2-8273-C44ED46F4F73}"/>
                </a:ext>
              </a:extLst>
            </p:cNvPr>
            <p:cNvCxnSpPr>
              <a:cxnSpLocks/>
            </p:cNvCxnSpPr>
            <p:nvPr/>
          </p:nvCxnSpPr>
          <p:spPr>
            <a:xfrm>
              <a:off x="5265211" y="1197337"/>
              <a:ext cx="1" cy="10800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08" name="TextBox 207">
            <a:extLst>
              <a:ext uri="{FF2B5EF4-FFF2-40B4-BE49-F238E27FC236}">
                <a16:creationId xmlns:a16="http://schemas.microsoft.com/office/drawing/2014/main" id="{0AB491FE-6CD5-48A2-A3C3-8BAF817E8518}"/>
              </a:ext>
            </a:extLst>
          </p:cNvPr>
          <p:cNvSpPr txBox="1"/>
          <p:nvPr/>
        </p:nvSpPr>
        <p:spPr>
          <a:xfrm>
            <a:off x="2350362" y="2045764"/>
            <a:ext cx="856324" cy="261610"/>
          </a:xfrm>
          <a:prstGeom prst="rect">
            <a:avLst/>
          </a:prstGeom>
          <a:noFill/>
        </p:spPr>
        <p:txBody>
          <a:bodyPr wrap="none" rtlCol="0">
            <a:spAutoFit/>
          </a:bodyPr>
          <a:lstStyle/>
          <a:p>
            <a:pPr algn="ctr"/>
            <a:r>
              <a:rPr lang="en-IN" sz="1050" dirty="0">
                <a:latin typeface="Raleway SemiBold" pitchFamily="2" charset="0"/>
              </a:rPr>
              <a:t>BACKEND</a:t>
            </a:r>
          </a:p>
        </p:txBody>
      </p:sp>
      <p:sp>
        <p:nvSpPr>
          <p:cNvPr id="209" name="TextBox 208">
            <a:extLst>
              <a:ext uri="{FF2B5EF4-FFF2-40B4-BE49-F238E27FC236}">
                <a16:creationId xmlns:a16="http://schemas.microsoft.com/office/drawing/2014/main" id="{CC522A71-D63B-40A4-BE82-C71B9259FB87}"/>
              </a:ext>
            </a:extLst>
          </p:cNvPr>
          <p:cNvSpPr txBox="1"/>
          <p:nvPr/>
        </p:nvSpPr>
        <p:spPr>
          <a:xfrm>
            <a:off x="5389784" y="2045764"/>
            <a:ext cx="952505" cy="261610"/>
          </a:xfrm>
          <a:prstGeom prst="rect">
            <a:avLst/>
          </a:prstGeom>
          <a:noFill/>
        </p:spPr>
        <p:txBody>
          <a:bodyPr wrap="none" rtlCol="0">
            <a:spAutoFit/>
          </a:bodyPr>
          <a:lstStyle/>
          <a:p>
            <a:pPr algn="ctr"/>
            <a:r>
              <a:rPr lang="en-IN" sz="1050" dirty="0">
                <a:latin typeface="Raleway SemiBold" pitchFamily="2" charset="0"/>
              </a:rPr>
              <a:t>FRONTEND</a:t>
            </a:r>
          </a:p>
        </p:txBody>
      </p:sp>
      <p:sp>
        <p:nvSpPr>
          <p:cNvPr id="72" name="TextBox 71">
            <a:extLst>
              <a:ext uri="{FF2B5EF4-FFF2-40B4-BE49-F238E27FC236}">
                <a16:creationId xmlns:a16="http://schemas.microsoft.com/office/drawing/2014/main" id="{0E665C42-3E40-4B64-A83D-A1233A0F8592}"/>
              </a:ext>
            </a:extLst>
          </p:cNvPr>
          <p:cNvSpPr txBox="1"/>
          <p:nvPr/>
        </p:nvSpPr>
        <p:spPr>
          <a:xfrm>
            <a:off x="6247862" y="5015729"/>
            <a:ext cx="2641309" cy="173124"/>
          </a:xfrm>
          <a:prstGeom prst="rect">
            <a:avLst/>
          </a:prstGeom>
          <a:noFill/>
        </p:spPr>
        <p:txBody>
          <a:bodyPr wrap="square" rtlCol="0">
            <a:spAutoFit/>
          </a:bodyPr>
          <a:lstStyle/>
          <a:p>
            <a:r>
              <a:rPr lang="en-US" sz="525" cap="small" dirty="0">
                <a:latin typeface="Arial"/>
              </a:rPr>
              <a:t>© 2021 Synectiks. All Rights Reserved. Proprietary and Confidential.</a:t>
            </a:r>
          </a:p>
        </p:txBody>
      </p:sp>
    </p:spTree>
    <p:extLst>
      <p:ext uri="{BB962C8B-B14F-4D97-AF65-F5344CB8AC3E}">
        <p14:creationId xmlns:p14="http://schemas.microsoft.com/office/powerpoint/2010/main" val="41454909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Graphic 5">
            <a:extLst>
              <a:ext uri="{FF2B5EF4-FFF2-40B4-BE49-F238E27FC236}">
                <a16:creationId xmlns:a16="http://schemas.microsoft.com/office/drawing/2014/main" id="{EE8208B9-9262-4F51-B0F5-90ADB3900F27}"/>
              </a:ext>
            </a:extLst>
          </p:cNvPr>
          <p:cNvSpPr>
            <a:spLocks noChangeAspect="1"/>
          </p:cNvSpPr>
          <p:nvPr/>
        </p:nvSpPr>
        <p:spPr>
          <a:xfrm>
            <a:off x="3079321" y="1"/>
            <a:ext cx="2985359" cy="290786"/>
          </a:xfrm>
          <a:custGeom>
            <a:avLst/>
            <a:gdLst>
              <a:gd name="connsiteX0" fmla="*/ 5298019 w 5298018"/>
              <a:gd name="connsiteY0" fmla="*/ 0 h 475749"/>
              <a:gd name="connsiteX1" fmla="*/ 4792594 w 5298018"/>
              <a:gd name="connsiteY1" fmla="*/ 475749 h 475749"/>
              <a:gd name="connsiteX2" fmla="*/ 505473 w 5298018"/>
              <a:gd name="connsiteY2" fmla="*/ 475749 h 475749"/>
              <a:gd name="connsiteX3" fmla="*/ 0 w 5298018"/>
              <a:gd name="connsiteY3" fmla="*/ 0 h 475749"/>
            </a:gdLst>
            <a:ahLst/>
            <a:cxnLst>
              <a:cxn ang="0">
                <a:pos x="connsiteX0" y="connsiteY0"/>
              </a:cxn>
              <a:cxn ang="0">
                <a:pos x="connsiteX1" y="connsiteY1"/>
              </a:cxn>
              <a:cxn ang="0">
                <a:pos x="connsiteX2" y="connsiteY2"/>
              </a:cxn>
              <a:cxn ang="0">
                <a:pos x="connsiteX3" y="connsiteY3"/>
              </a:cxn>
            </a:cxnLst>
            <a:rect l="l" t="t" r="r" b="b"/>
            <a:pathLst>
              <a:path w="5298018" h="475749">
                <a:moveTo>
                  <a:pt x="5298019" y="0"/>
                </a:moveTo>
                <a:cubicBezTo>
                  <a:pt x="4930695" y="172726"/>
                  <a:pt x="5133304" y="475749"/>
                  <a:pt x="4792594" y="475749"/>
                </a:cubicBezTo>
                <a:lnTo>
                  <a:pt x="505473" y="475749"/>
                </a:lnTo>
                <a:cubicBezTo>
                  <a:pt x="164763" y="475749"/>
                  <a:pt x="367324" y="172726"/>
                  <a:pt x="0" y="0"/>
                </a:cubicBezTo>
                <a:close/>
              </a:path>
            </a:pathLst>
          </a:custGeom>
          <a:solidFill>
            <a:schemeClr val="accent1"/>
          </a:solidFill>
          <a:ln w="4881" cap="flat">
            <a:noFill/>
            <a:prstDash val="solid"/>
            <a:miter/>
          </a:ln>
        </p:spPr>
        <p:txBody>
          <a:bodyPr rtlCol="0" anchor="ctr"/>
          <a:lstStyle/>
          <a:p>
            <a:endParaRPr lang="en-EG" sz="1200" dirty="0">
              <a:latin typeface="Raleway SemiBold" pitchFamily="2" charset="0"/>
            </a:endParaRPr>
          </a:p>
        </p:txBody>
      </p:sp>
      <p:sp>
        <p:nvSpPr>
          <p:cNvPr id="37" name="TextBox 36">
            <a:extLst>
              <a:ext uri="{FF2B5EF4-FFF2-40B4-BE49-F238E27FC236}">
                <a16:creationId xmlns:a16="http://schemas.microsoft.com/office/drawing/2014/main" id="{A32FCD10-DA02-4D55-B283-1225D1AF3794}"/>
              </a:ext>
            </a:extLst>
          </p:cNvPr>
          <p:cNvSpPr txBox="1"/>
          <p:nvPr/>
        </p:nvSpPr>
        <p:spPr>
          <a:xfrm>
            <a:off x="3494638" y="51663"/>
            <a:ext cx="2154725" cy="184666"/>
          </a:xfrm>
          <a:prstGeom prst="rect">
            <a:avLst/>
          </a:prstGeom>
          <a:noFill/>
        </p:spPr>
        <p:txBody>
          <a:bodyPr wrap="square" lIns="0" tIns="0" rIns="0" bIns="0" rtlCol="0">
            <a:spAutoFit/>
          </a:bodyPr>
          <a:lstStyle/>
          <a:p>
            <a:pPr algn="ctr"/>
            <a:r>
              <a:rPr lang="en-US" sz="1200" dirty="0">
                <a:solidFill>
                  <a:srgbClr val="FFFFFF"/>
                </a:solidFill>
                <a:latin typeface="Raleway SemiBold" pitchFamily="2" charset="0"/>
                <a:ea typeface="Roboto" panose="02000000000000000000" pitchFamily="2" charset="0"/>
                <a:cs typeface="Open Sans" panose="020B0606030504020204" pitchFamily="34" charset="0"/>
              </a:rPr>
              <a:t>Pricing</a:t>
            </a:r>
          </a:p>
        </p:txBody>
      </p:sp>
      <p:graphicFrame>
        <p:nvGraphicFramePr>
          <p:cNvPr id="6" name="Table 6">
            <a:extLst>
              <a:ext uri="{FF2B5EF4-FFF2-40B4-BE49-F238E27FC236}">
                <a16:creationId xmlns:a16="http://schemas.microsoft.com/office/drawing/2014/main" id="{A689305A-2907-4D9A-B1BD-AF10A275E219}"/>
              </a:ext>
            </a:extLst>
          </p:cNvPr>
          <p:cNvGraphicFramePr>
            <a:graphicFrameLocks noGrp="1"/>
          </p:cNvGraphicFramePr>
          <p:nvPr>
            <p:extLst>
              <p:ext uri="{D42A27DB-BD31-4B8C-83A1-F6EECF244321}">
                <p14:modId xmlns:p14="http://schemas.microsoft.com/office/powerpoint/2010/main" val="3329318736"/>
              </p:ext>
            </p:extLst>
          </p:nvPr>
        </p:nvGraphicFramePr>
        <p:xfrm>
          <a:off x="316524" y="332763"/>
          <a:ext cx="8493370" cy="4448648"/>
        </p:xfrm>
        <a:graphic>
          <a:graphicData uri="http://schemas.openxmlformats.org/drawingml/2006/table">
            <a:tbl>
              <a:tblPr firstRow="1" bandRow="1">
                <a:tableStyleId>{5C22544A-7EE6-4342-B048-85BDC9FD1C3A}</a:tableStyleId>
              </a:tblPr>
              <a:tblGrid>
                <a:gridCol w="1415561">
                  <a:extLst>
                    <a:ext uri="{9D8B030D-6E8A-4147-A177-3AD203B41FA5}">
                      <a16:colId xmlns:a16="http://schemas.microsoft.com/office/drawing/2014/main" val="3779735484"/>
                    </a:ext>
                  </a:extLst>
                </a:gridCol>
                <a:gridCol w="1019907">
                  <a:extLst>
                    <a:ext uri="{9D8B030D-6E8A-4147-A177-3AD203B41FA5}">
                      <a16:colId xmlns:a16="http://schemas.microsoft.com/office/drawing/2014/main" val="2142967613"/>
                    </a:ext>
                  </a:extLst>
                </a:gridCol>
                <a:gridCol w="1046285">
                  <a:extLst>
                    <a:ext uri="{9D8B030D-6E8A-4147-A177-3AD203B41FA5}">
                      <a16:colId xmlns:a16="http://schemas.microsoft.com/office/drawing/2014/main" val="1126084801"/>
                    </a:ext>
                  </a:extLst>
                </a:gridCol>
                <a:gridCol w="2875085">
                  <a:extLst>
                    <a:ext uri="{9D8B030D-6E8A-4147-A177-3AD203B41FA5}">
                      <a16:colId xmlns:a16="http://schemas.microsoft.com/office/drawing/2014/main" val="2697330320"/>
                    </a:ext>
                  </a:extLst>
                </a:gridCol>
                <a:gridCol w="775678">
                  <a:extLst>
                    <a:ext uri="{9D8B030D-6E8A-4147-A177-3AD203B41FA5}">
                      <a16:colId xmlns:a16="http://schemas.microsoft.com/office/drawing/2014/main" val="2307761282"/>
                    </a:ext>
                  </a:extLst>
                </a:gridCol>
                <a:gridCol w="1360854">
                  <a:extLst>
                    <a:ext uri="{9D8B030D-6E8A-4147-A177-3AD203B41FA5}">
                      <a16:colId xmlns:a16="http://schemas.microsoft.com/office/drawing/2014/main" val="485506438"/>
                    </a:ext>
                  </a:extLst>
                </a:gridCol>
              </a:tblGrid>
              <a:tr h="428446">
                <a:tc>
                  <a:txBody>
                    <a:bodyPr/>
                    <a:lstStyle/>
                    <a:p>
                      <a:pPr algn="ctr">
                        <a:lnSpc>
                          <a:spcPct val="100000"/>
                        </a:lnSpc>
                      </a:pPr>
                      <a:r>
                        <a:rPr lang="en-US" sz="1200" b="1" dirty="0"/>
                        <a:t>Role</a:t>
                      </a:r>
                    </a:p>
                  </a:txBody>
                  <a:tcPr anchor="ctr"/>
                </a:tc>
                <a:tc>
                  <a:txBody>
                    <a:bodyPr/>
                    <a:lstStyle/>
                    <a:p>
                      <a:pPr algn="ctr">
                        <a:lnSpc>
                          <a:spcPct val="100000"/>
                        </a:lnSpc>
                      </a:pPr>
                      <a:r>
                        <a:rPr lang="en-US" sz="1200" b="1" dirty="0"/>
                        <a:t>Resources</a:t>
                      </a:r>
                    </a:p>
                  </a:txBody>
                  <a:tcPr anchor="ctr"/>
                </a:tc>
                <a:tc>
                  <a:txBody>
                    <a:bodyPr/>
                    <a:lstStyle/>
                    <a:p>
                      <a:pPr algn="ctr">
                        <a:lnSpc>
                          <a:spcPct val="100000"/>
                        </a:lnSpc>
                      </a:pPr>
                      <a:r>
                        <a:rPr lang="en-US" sz="1200" b="1" dirty="0"/>
                        <a:t>Experience</a:t>
                      </a:r>
                    </a:p>
                  </a:txBody>
                  <a:tcPr anchor="ctr"/>
                </a:tc>
                <a:tc>
                  <a:txBody>
                    <a:bodyPr/>
                    <a:lstStyle/>
                    <a:p>
                      <a:pPr algn="ctr"/>
                      <a:r>
                        <a:rPr lang="en-US" sz="1200" b="1" dirty="0"/>
                        <a:t>Responsibility</a:t>
                      </a:r>
                    </a:p>
                  </a:txBody>
                  <a:tcPr anchor="ctr"/>
                </a:tc>
                <a:tc>
                  <a:txBody>
                    <a:bodyPr/>
                    <a:lstStyle/>
                    <a:p>
                      <a:pPr algn="ctr"/>
                      <a:r>
                        <a:rPr lang="en-US" sz="1200" b="1" dirty="0"/>
                        <a:t>Hourly</a:t>
                      </a:r>
                    </a:p>
                  </a:txBody>
                  <a:tcPr anchor="ctr"/>
                </a:tc>
                <a:tc>
                  <a:txBody>
                    <a:bodyPr/>
                    <a:lstStyle/>
                    <a:p>
                      <a:pPr algn="ctr"/>
                      <a:r>
                        <a:rPr lang="en-US" sz="1200" b="1" dirty="0"/>
                        <a:t>Monthly</a:t>
                      </a:r>
                    </a:p>
                  </a:txBody>
                  <a:tcPr anchor="ctr"/>
                </a:tc>
                <a:extLst>
                  <a:ext uri="{0D108BD9-81ED-4DB2-BD59-A6C34878D82A}">
                    <a16:rowId xmlns:a16="http://schemas.microsoft.com/office/drawing/2014/main" val="1995526989"/>
                  </a:ext>
                </a:extLst>
              </a:tr>
              <a:tr h="428446">
                <a:tc>
                  <a:txBody>
                    <a:bodyPr/>
                    <a:lstStyle/>
                    <a:p>
                      <a:pPr algn="ctr"/>
                      <a:r>
                        <a:rPr lang="en-US" sz="1100" dirty="0"/>
                        <a:t>FSD-Backend </a:t>
                      </a:r>
                      <a:r>
                        <a:rPr lang="en-US" sz="1100" dirty="0" err="1"/>
                        <a:t>Api</a:t>
                      </a:r>
                      <a:r>
                        <a:rPr lang="en-US" sz="1100" dirty="0"/>
                        <a:t> – Lead Architect</a:t>
                      </a:r>
                    </a:p>
                  </a:txBody>
                  <a:tcPr anchor="ctr"/>
                </a:tc>
                <a:tc>
                  <a:txBody>
                    <a:bodyPr/>
                    <a:lstStyle/>
                    <a:p>
                      <a:pPr algn="ctr"/>
                      <a:r>
                        <a:rPr lang="en-US" sz="1100" dirty="0"/>
                        <a:t>1</a:t>
                      </a:r>
                    </a:p>
                  </a:txBody>
                  <a:tcPr anchor="ctr"/>
                </a:tc>
                <a:tc>
                  <a:txBody>
                    <a:bodyPr/>
                    <a:lstStyle/>
                    <a:p>
                      <a:pPr algn="ctr"/>
                      <a:r>
                        <a:rPr lang="en-US" sz="1100" dirty="0"/>
                        <a:t>18 Yrs.</a:t>
                      </a:r>
                    </a:p>
                  </a:txBody>
                  <a:tcPr anchor="ctr"/>
                </a:tc>
                <a:tc>
                  <a:txBody>
                    <a:bodyPr/>
                    <a:lstStyle/>
                    <a:p>
                      <a:pPr algn="l"/>
                      <a:r>
                        <a:rPr lang="en-US" sz="1100" dirty="0"/>
                        <a:t>Ensure Enterprise SOA architectures, write SDKs, Framework</a:t>
                      </a:r>
                    </a:p>
                  </a:txBody>
                  <a:tcPr anchor="ctr"/>
                </a:tc>
                <a:tc>
                  <a:txBody>
                    <a:bodyPr/>
                    <a:lstStyle/>
                    <a:p>
                      <a:pPr algn="ctr"/>
                      <a:r>
                        <a:rPr lang="en-US" sz="1100" dirty="0"/>
                        <a:t>40$/Hr.</a:t>
                      </a:r>
                    </a:p>
                  </a:txBody>
                  <a:tcPr anchor="ctr"/>
                </a:tc>
                <a:tc>
                  <a:txBody>
                    <a:bodyPr/>
                    <a:lstStyle/>
                    <a:p>
                      <a:pPr algn="ctr"/>
                      <a:r>
                        <a:rPr lang="en-US" sz="1100" dirty="0"/>
                        <a:t>6000$/Month</a:t>
                      </a:r>
                    </a:p>
                    <a:p>
                      <a:pPr algn="ctr"/>
                      <a:r>
                        <a:rPr lang="en-US" sz="1100" dirty="0"/>
                        <a:t>6000*1=6000$</a:t>
                      </a:r>
                    </a:p>
                  </a:txBody>
                  <a:tcPr anchor="ctr"/>
                </a:tc>
                <a:extLst>
                  <a:ext uri="{0D108BD9-81ED-4DB2-BD59-A6C34878D82A}">
                    <a16:rowId xmlns:a16="http://schemas.microsoft.com/office/drawing/2014/main" val="2450084464"/>
                  </a:ext>
                </a:extLst>
              </a:tr>
              <a:tr h="428446">
                <a:tc>
                  <a:txBody>
                    <a:bodyPr/>
                    <a:lstStyle/>
                    <a:p>
                      <a:pPr algn="ctr"/>
                      <a:r>
                        <a:rPr lang="en-US" sz="1100" dirty="0"/>
                        <a:t>FSD-Backend </a:t>
                      </a:r>
                      <a:r>
                        <a:rPr lang="en-US" sz="1100" dirty="0" err="1"/>
                        <a:t>Api</a:t>
                      </a:r>
                      <a:r>
                        <a:rPr lang="en-US" sz="1100" dirty="0"/>
                        <a:t> – Senior Developer</a:t>
                      </a:r>
                    </a:p>
                  </a:txBody>
                  <a:tcPr anchor="ctr"/>
                </a:tc>
                <a:tc>
                  <a:txBody>
                    <a:bodyPr/>
                    <a:lstStyle/>
                    <a:p>
                      <a:pPr algn="ctr"/>
                      <a:r>
                        <a:rPr lang="en-US" sz="1100" dirty="0"/>
                        <a:t>2</a:t>
                      </a:r>
                    </a:p>
                  </a:txBody>
                  <a:tcPr anchor="ct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100" dirty="0"/>
                        <a:t>5 Yrs.</a:t>
                      </a:r>
                    </a:p>
                    <a:p>
                      <a:pPr algn="ctr"/>
                      <a:endParaRPr lang="en-US" sz="1100" dirty="0"/>
                    </a:p>
                  </a:txBody>
                  <a:tcPr anchor="ctr"/>
                </a:tc>
                <a:tc>
                  <a:txBody>
                    <a:bodyPr/>
                    <a:lstStyle/>
                    <a:p>
                      <a:pPr algn="l"/>
                      <a:r>
                        <a:rPr lang="en-US" sz="1100" dirty="0"/>
                        <a:t>Work primarily on SDK’s and frameworks</a:t>
                      </a:r>
                    </a:p>
                  </a:txBody>
                  <a:tcPr anchor="ctr"/>
                </a:tc>
                <a:tc>
                  <a:txBody>
                    <a:bodyPr/>
                    <a:lstStyle/>
                    <a:p>
                      <a:pPr algn="ctr"/>
                      <a:r>
                        <a:rPr lang="en-US" sz="1100" dirty="0"/>
                        <a:t>20$/Hr.</a:t>
                      </a:r>
                    </a:p>
                  </a:txBody>
                  <a:tcPr anchor="ctr"/>
                </a:tc>
                <a:tc>
                  <a:txBody>
                    <a:bodyPr/>
                    <a:lstStyle/>
                    <a:p>
                      <a:pPr algn="ctr"/>
                      <a:r>
                        <a:rPr lang="en-US" sz="1100" dirty="0"/>
                        <a:t>3000$/Month</a:t>
                      </a:r>
                    </a:p>
                    <a:p>
                      <a:pPr algn="ctr"/>
                      <a:r>
                        <a:rPr lang="en-US" sz="1100" dirty="0"/>
                        <a:t>3000*2=6000$</a:t>
                      </a:r>
                    </a:p>
                  </a:txBody>
                  <a:tcPr anchor="ctr"/>
                </a:tc>
                <a:extLst>
                  <a:ext uri="{0D108BD9-81ED-4DB2-BD59-A6C34878D82A}">
                    <a16:rowId xmlns:a16="http://schemas.microsoft.com/office/drawing/2014/main" val="687617810"/>
                  </a:ext>
                </a:extLst>
              </a:tr>
              <a:tr h="0">
                <a:tc>
                  <a:txBody>
                    <a:bodyPr/>
                    <a:lstStyle/>
                    <a:p>
                      <a:pPr algn="ctr"/>
                      <a:r>
                        <a:rPr lang="en-US" sz="1100" dirty="0"/>
                        <a:t>FSD-Frontend UI – Lead Architect</a:t>
                      </a:r>
                    </a:p>
                  </a:txBody>
                  <a:tcPr anchor="ctr"/>
                </a:tc>
                <a:tc>
                  <a:txBody>
                    <a:bodyPr/>
                    <a:lstStyle/>
                    <a:p>
                      <a:pPr algn="ctr"/>
                      <a:r>
                        <a:rPr lang="en-US" sz="1100" dirty="0"/>
                        <a:t>1</a:t>
                      </a:r>
                    </a:p>
                  </a:txBody>
                  <a:tcPr anchor="ct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100" dirty="0"/>
                        <a:t>10 Yrs.</a:t>
                      </a:r>
                    </a:p>
                    <a:p>
                      <a:pPr algn="ctr"/>
                      <a:endParaRPr lang="en-US" sz="1100" dirty="0"/>
                    </a:p>
                  </a:txBody>
                  <a:tcPr anchor="ctr"/>
                </a:tc>
                <a:tc>
                  <a:txBody>
                    <a:bodyPr/>
                    <a:lstStyle/>
                    <a:p>
                      <a:pPr algn="l"/>
                      <a:r>
                        <a:rPr lang="en-US" sz="1100" dirty="0"/>
                        <a:t>Write UI libraries and components</a:t>
                      </a:r>
                    </a:p>
                  </a:txBody>
                  <a:tcPr anchor="ctr"/>
                </a:tc>
                <a:tc>
                  <a:txBody>
                    <a:bodyPr/>
                    <a:lstStyle/>
                    <a:p>
                      <a:pPr algn="ctr"/>
                      <a:r>
                        <a:rPr lang="en-US" sz="1100" dirty="0"/>
                        <a:t>30$/Hr.</a:t>
                      </a:r>
                    </a:p>
                  </a:txBody>
                  <a:tcPr anchor="ctr"/>
                </a:tc>
                <a:tc>
                  <a:txBody>
                    <a:bodyPr/>
                    <a:lstStyle/>
                    <a:p>
                      <a:pPr algn="ctr"/>
                      <a:r>
                        <a:rPr lang="en-US" sz="1100" dirty="0"/>
                        <a:t>4500$/Month</a:t>
                      </a:r>
                    </a:p>
                    <a:p>
                      <a:pPr algn="ctr"/>
                      <a:r>
                        <a:rPr lang="en-US" sz="1100" dirty="0"/>
                        <a:t>4500*1=4500$</a:t>
                      </a:r>
                    </a:p>
                  </a:txBody>
                  <a:tcPr anchor="ctr"/>
                </a:tc>
                <a:extLst>
                  <a:ext uri="{0D108BD9-81ED-4DB2-BD59-A6C34878D82A}">
                    <a16:rowId xmlns:a16="http://schemas.microsoft.com/office/drawing/2014/main" val="3271388599"/>
                  </a:ext>
                </a:extLst>
              </a:tr>
              <a:tr h="428446">
                <a:tc>
                  <a:txBody>
                    <a:bodyPr/>
                    <a:lstStyle/>
                    <a:p>
                      <a:pPr algn="ctr"/>
                      <a:r>
                        <a:rPr lang="en-US" sz="1100" dirty="0"/>
                        <a:t>FSD-Frontend UI – Senior Developer</a:t>
                      </a:r>
                    </a:p>
                  </a:txBody>
                  <a:tcPr anchor="ctr"/>
                </a:tc>
                <a:tc>
                  <a:txBody>
                    <a:bodyPr/>
                    <a:lstStyle/>
                    <a:p>
                      <a:pPr algn="ctr"/>
                      <a:r>
                        <a:rPr lang="en-US" sz="1100" dirty="0"/>
                        <a:t>2</a:t>
                      </a:r>
                    </a:p>
                  </a:txBody>
                  <a:tcPr anchor="ct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100" dirty="0"/>
                        <a:t>5 Yrs.</a:t>
                      </a:r>
                    </a:p>
                    <a:p>
                      <a:pPr algn="ctr"/>
                      <a:endParaRPr lang="en-US" sz="1100" dirty="0"/>
                    </a:p>
                  </a:txBody>
                  <a:tcPr anchor="ctr"/>
                </a:tc>
                <a:tc>
                  <a:txBody>
                    <a:bodyPr/>
                    <a:lstStyle/>
                    <a:p>
                      <a:pPr algn="l"/>
                      <a:r>
                        <a:rPr lang="en-US" sz="1100" dirty="0"/>
                        <a:t>Write UI components using libraries &amp; framework</a:t>
                      </a:r>
                    </a:p>
                  </a:txBody>
                  <a:tcPr anchor="ctr"/>
                </a:tc>
                <a:tc>
                  <a:txBody>
                    <a:bodyPr/>
                    <a:lstStyle/>
                    <a:p>
                      <a:pPr algn="ctr"/>
                      <a:r>
                        <a:rPr lang="en-US" sz="1100" dirty="0"/>
                        <a:t>15$/Hr.</a:t>
                      </a:r>
                    </a:p>
                  </a:txBody>
                  <a:tcPr anchor="ctr"/>
                </a:tc>
                <a:tc>
                  <a:txBody>
                    <a:bodyPr/>
                    <a:lstStyle/>
                    <a:p>
                      <a:pPr algn="ctr"/>
                      <a:r>
                        <a:rPr lang="en-US" sz="1100" dirty="0"/>
                        <a:t>2400$/Month</a:t>
                      </a:r>
                    </a:p>
                    <a:p>
                      <a:pPr algn="ctr"/>
                      <a:r>
                        <a:rPr lang="en-US" sz="1100" dirty="0"/>
                        <a:t>2400*2=4800$</a:t>
                      </a:r>
                    </a:p>
                  </a:txBody>
                  <a:tcPr anchor="ctr"/>
                </a:tc>
                <a:extLst>
                  <a:ext uri="{0D108BD9-81ED-4DB2-BD59-A6C34878D82A}">
                    <a16:rowId xmlns:a16="http://schemas.microsoft.com/office/drawing/2014/main" val="1127115572"/>
                  </a:ext>
                </a:extLst>
              </a:tr>
              <a:tr h="428446">
                <a:tc>
                  <a:txBody>
                    <a:bodyPr/>
                    <a:lstStyle/>
                    <a:p>
                      <a:pPr algn="ctr"/>
                      <a:r>
                        <a:rPr lang="en-US" sz="1100" dirty="0"/>
                        <a:t>UX Designer Lead</a:t>
                      </a:r>
                    </a:p>
                  </a:txBody>
                  <a:tcPr anchor="ctr"/>
                </a:tc>
                <a:tc>
                  <a:txBody>
                    <a:bodyPr/>
                    <a:lstStyle/>
                    <a:p>
                      <a:pPr algn="ctr"/>
                      <a:r>
                        <a:rPr lang="en-US" sz="1100" dirty="0"/>
                        <a:t>1</a:t>
                      </a:r>
                    </a:p>
                  </a:txBody>
                  <a:tcPr anchor="ct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100" dirty="0"/>
                        <a:t>10 Yrs.</a:t>
                      </a:r>
                    </a:p>
                    <a:p>
                      <a:pPr algn="ctr"/>
                      <a:endParaRPr lang="en-US" sz="1100" dirty="0"/>
                    </a:p>
                  </a:txBody>
                  <a:tcPr anchor="ctr"/>
                </a:tc>
                <a:tc>
                  <a:txBody>
                    <a:bodyPr/>
                    <a:lstStyle/>
                    <a:p>
                      <a:pPr algn="l"/>
                      <a:r>
                        <a:rPr lang="en-US" sz="1100" dirty="0"/>
                        <a:t>Does business analysis , Information architecture, Themes , Designs</a:t>
                      </a:r>
                    </a:p>
                  </a:txBody>
                  <a:tcPr anchor="ctr"/>
                </a:tc>
                <a:tc>
                  <a:txBody>
                    <a:bodyPr/>
                    <a:lstStyle/>
                    <a:p>
                      <a:pPr algn="ctr"/>
                      <a:r>
                        <a:rPr lang="en-US" sz="1100" dirty="0"/>
                        <a:t>30$/Hr.</a:t>
                      </a:r>
                    </a:p>
                  </a:txBody>
                  <a:tcPr anchor="ctr"/>
                </a:tc>
                <a:tc>
                  <a:txBody>
                    <a:bodyPr/>
                    <a:lstStyle/>
                    <a:p>
                      <a:pPr algn="ctr"/>
                      <a:r>
                        <a:rPr lang="en-US" sz="1100" dirty="0"/>
                        <a:t>4500$/Month</a:t>
                      </a:r>
                    </a:p>
                    <a:p>
                      <a:pPr algn="ctr"/>
                      <a:r>
                        <a:rPr lang="en-US" sz="1100" dirty="0"/>
                        <a:t>4500*1=4500$</a:t>
                      </a:r>
                    </a:p>
                  </a:txBody>
                  <a:tcPr anchor="ctr"/>
                </a:tc>
                <a:extLst>
                  <a:ext uri="{0D108BD9-81ED-4DB2-BD59-A6C34878D82A}">
                    <a16:rowId xmlns:a16="http://schemas.microsoft.com/office/drawing/2014/main" val="4227696826"/>
                  </a:ext>
                </a:extLst>
              </a:tr>
              <a:tr h="428446">
                <a:tc>
                  <a:txBody>
                    <a:bodyPr/>
                    <a:lstStyle/>
                    <a:p>
                      <a:pPr algn="ctr"/>
                      <a:r>
                        <a:rPr lang="en-US" sz="1100" dirty="0"/>
                        <a:t>UX Designer</a:t>
                      </a:r>
                    </a:p>
                  </a:txBody>
                  <a:tcPr anchor="ctr"/>
                </a:tc>
                <a:tc>
                  <a:txBody>
                    <a:bodyPr/>
                    <a:lstStyle/>
                    <a:p>
                      <a:pPr algn="ctr"/>
                      <a:r>
                        <a:rPr lang="en-US" sz="1100" dirty="0"/>
                        <a:t>2</a:t>
                      </a:r>
                    </a:p>
                  </a:txBody>
                  <a:tcPr anchor="ct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100" dirty="0"/>
                        <a:t>6 Yrs.</a:t>
                      </a:r>
                    </a:p>
                    <a:p>
                      <a:pPr algn="ctr"/>
                      <a:endParaRPr lang="en-US" sz="1100" dirty="0"/>
                    </a:p>
                  </a:txBody>
                  <a:tcPr anchor="ctr"/>
                </a:tc>
                <a:tc>
                  <a:txBody>
                    <a:bodyPr/>
                    <a:lstStyle/>
                    <a:p>
                      <a:pPr algn="l"/>
                      <a:r>
                        <a:rPr lang="en-US" sz="1100" dirty="0"/>
                        <a:t>Does business analysis and Designs</a:t>
                      </a:r>
                    </a:p>
                  </a:txBody>
                  <a:tcPr anchor="ctr"/>
                </a:tc>
                <a:tc>
                  <a:txBody>
                    <a:bodyPr/>
                    <a:lstStyle/>
                    <a:p>
                      <a:pPr algn="ctr"/>
                      <a:r>
                        <a:rPr lang="en-US" sz="1100" dirty="0"/>
                        <a:t>15$/Hr.</a:t>
                      </a:r>
                    </a:p>
                  </a:txBody>
                  <a:tcPr anchor="ctr"/>
                </a:tc>
                <a:tc>
                  <a:txBody>
                    <a:bodyPr/>
                    <a:lstStyle/>
                    <a:p>
                      <a:pPr algn="ctr"/>
                      <a:r>
                        <a:rPr lang="en-US" sz="1100" dirty="0"/>
                        <a:t>2400$/Month</a:t>
                      </a:r>
                    </a:p>
                    <a:p>
                      <a:pPr algn="ctr"/>
                      <a:r>
                        <a:rPr lang="en-US" sz="1100" dirty="0"/>
                        <a:t>2400*2=4800$</a:t>
                      </a:r>
                    </a:p>
                  </a:txBody>
                  <a:tcPr anchor="ctr"/>
                </a:tc>
                <a:extLst>
                  <a:ext uri="{0D108BD9-81ED-4DB2-BD59-A6C34878D82A}">
                    <a16:rowId xmlns:a16="http://schemas.microsoft.com/office/drawing/2014/main" val="2329890652"/>
                  </a:ext>
                </a:extLst>
              </a:tr>
              <a:tr h="428446">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100" dirty="0"/>
                        <a:t>AWS DevOps Engineer</a:t>
                      </a:r>
                    </a:p>
                  </a:txBody>
                  <a:tcPr anchor="ct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100" dirty="0"/>
                        <a:t>1</a:t>
                      </a:r>
                    </a:p>
                  </a:txBody>
                  <a:tcPr anchor="ct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100" dirty="0"/>
                        <a:t>8 Yrs.</a:t>
                      </a:r>
                    </a:p>
                    <a:p>
                      <a:pPr marL="0" marR="0" lvl="0" indent="0" algn="ctr" defTabSz="685800" rtl="0" eaLnBrk="1" fontAlgn="auto" latinLnBrk="0" hangingPunct="1">
                        <a:lnSpc>
                          <a:spcPct val="100000"/>
                        </a:lnSpc>
                        <a:spcBef>
                          <a:spcPts val="0"/>
                        </a:spcBef>
                        <a:spcAft>
                          <a:spcPts val="0"/>
                        </a:spcAft>
                        <a:buClrTx/>
                        <a:buSzTx/>
                        <a:buFontTx/>
                        <a:buNone/>
                        <a:tabLst/>
                        <a:defRPr/>
                      </a:pPr>
                      <a:endParaRPr lang="en-US" sz="1100" dirty="0"/>
                    </a:p>
                  </a:txBody>
                  <a:tcPr anchor="ctr"/>
                </a:tc>
                <a:tc>
                  <a:txBody>
                    <a:bodyPr/>
                    <a:lstStyle/>
                    <a:p>
                      <a:pPr algn="l"/>
                      <a:r>
                        <a:rPr lang="en-US" sz="1100" dirty="0"/>
                        <a:t>Provision/ Automate AWS cloud services, maintain Env’s and  automate CI/CD, operations</a:t>
                      </a:r>
                    </a:p>
                  </a:txBody>
                  <a:tcPr anchor="ctr"/>
                </a:tc>
                <a:tc>
                  <a:txBody>
                    <a:bodyPr/>
                    <a:lstStyle/>
                    <a:p>
                      <a:pPr algn="ctr"/>
                      <a:r>
                        <a:rPr lang="en-US" sz="1100" dirty="0"/>
                        <a:t>30$/Hr.</a:t>
                      </a:r>
                    </a:p>
                  </a:txBody>
                  <a:tcPr anchor="ctr"/>
                </a:tc>
                <a:tc>
                  <a:txBody>
                    <a:bodyPr/>
                    <a:lstStyle/>
                    <a:p>
                      <a:pPr algn="ctr"/>
                      <a:r>
                        <a:rPr lang="en-US" sz="1100" dirty="0"/>
                        <a:t>4500$/Month</a:t>
                      </a:r>
                    </a:p>
                    <a:p>
                      <a:pPr algn="ctr"/>
                      <a:r>
                        <a:rPr lang="en-US" sz="1100" dirty="0"/>
                        <a:t>4500*1=4500$</a:t>
                      </a:r>
                    </a:p>
                  </a:txBody>
                  <a:tcPr anchor="ctr"/>
                </a:tc>
                <a:extLst>
                  <a:ext uri="{0D108BD9-81ED-4DB2-BD59-A6C34878D82A}">
                    <a16:rowId xmlns:a16="http://schemas.microsoft.com/office/drawing/2014/main" val="1504316383"/>
                  </a:ext>
                </a:extLst>
              </a:tr>
              <a:tr h="428446">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100" dirty="0"/>
                        <a:t>Test Engineer</a:t>
                      </a:r>
                    </a:p>
                  </a:txBody>
                  <a:tcPr anchor="ct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100" dirty="0"/>
                        <a:t>2</a:t>
                      </a:r>
                    </a:p>
                  </a:txBody>
                  <a:tcPr anchor="ct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100" dirty="0"/>
                        <a:t>2 Yrs.</a:t>
                      </a:r>
                    </a:p>
                    <a:p>
                      <a:pPr marL="0" marR="0" lvl="0" indent="0" algn="ctr" defTabSz="685800" rtl="0" eaLnBrk="1" fontAlgn="auto" latinLnBrk="0" hangingPunct="1">
                        <a:lnSpc>
                          <a:spcPct val="100000"/>
                        </a:lnSpc>
                        <a:spcBef>
                          <a:spcPts val="0"/>
                        </a:spcBef>
                        <a:spcAft>
                          <a:spcPts val="0"/>
                        </a:spcAft>
                        <a:buClrTx/>
                        <a:buSzTx/>
                        <a:buFontTx/>
                        <a:buNone/>
                        <a:tabLst/>
                        <a:defRPr/>
                      </a:pPr>
                      <a:endParaRPr lang="en-US" sz="1100" dirty="0"/>
                    </a:p>
                  </a:txBody>
                  <a:tcPr anchor="ctr"/>
                </a:tc>
                <a:tc>
                  <a:txBody>
                    <a:bodyPr/>
                    <a:lstStyle/>
                    <a:p>
                      <a:pPr algn="l"/>
                      <a:r>
                        <a:rPr lang="en-US" sz="1100" dirty="0"/>
                        <a:t>Do functional/</a:t>
                      </a:r>
                      <a:r>
                        <a:rPr lang="en-US" sz="1100" dirty="0" err="1"/>
                        <a:t>api</a:t>
                      </a:r>
                      <a:r>
                        <a:rPr lang="en-US" sz="1100" dirty="0"/>
                        <a:t>/performance testing with cucumber/postman gatling/JMeter</a:t>
                      </a:r>
                    </a:p>
                  </a:txBody>
                  <a:tcPr anchor="ctr"/>
                </a:tc>
                <a:tc>
                  <a:txBody>
                    <a:bodyPr/>
                    <a:lstStyle/>
                    <a:p>
                      <a:pPr algn="ctr"/>
                      <a:r>
                        <a:rPr lang="en-US" sz="1100" dirty="0"/>
                        <a:t>10$/Hr.</a:t>
                      </a:r>
                    </a:p>
                  </a:txBody>
                  <a:tcPr anchor="ctr"/>
                </a:tc>
                <a:tc>
                  <a:txBody>
                    <a:bodyPr/>
                    <a:lstStyle/>
                    <a:p>
                      <a:pPr algn="ctr"/>
                      <a:r>
                        <a:rPr lang="en-US" sz="1100" dirty="0"/>
                        <a:t>1500$/Month</a:t>
                      </a:r>
                    </a:p>
                    <a:p>
                      <a:pPr algn="ctr"/>
                      <a:r>
                        <a:rPr lang="en-US" sz="1100" dirty="0"/>
                        <a:t>1500*2=3000$</a:t>
                      </a:r>
                    </a:p>
                  </a:txBody>
                  <a:tcPr anchor="ctr"/>
                </a:tc>
                <a:extLst>
                  <a:ext uri="{0D108BD9-81ED-4DB2-BD59-A6C34878D82A}">
                    <a16:rowId xmlns:a16="http://schemas.microsoft.com/office/drawing/2014/main" val="1281348985"/>
                  </a:ext>
                </a:extLst>
              </a:tr>
              <a:tr h="428446">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2000" b="1" dirty="0"/>
                        <a:t>Total</a:t>
                      </a:r>
                    </a:p>
                  </a:txBody>
                  <a:tcPr anchor="ct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US" sz="1100" dirty="0"/>
                    </a:p>
                  </a:txBody>
                  <a:tcPr anchor="ct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lang="en-US" sz="1100" dirty="0"/>
                    </a:p>
                  </a:txBody>
                  <a:tcPr anchor="ctr"/>
                </a:tc>
                <a:tc>
                  <a:txBody>
                    <a:bodyPr/>
                    <a:lstStyle/>
                    <a:p>
                      <a:pPr algn="l"/>
                      <a:endParaRPr lang="en-US" sz="1100" dirty="0"/>
                    </a:p>
                  </a:txBody>
                  <a:tcPr anchor="ctr"/>
                </a:tc>
                <a:tc>
                  <a:txBody>
                    <a:bodyPr/>
                    <a:lstStyle/>
                    <a:p>
                      <a:pPr algn="ctr"/>
                      <a:endParaRPr lang="en-US" sz="1100" dirty="0"/>
                    </a:p>
                  </a:txBody>
                  <a:tcPr anchor="ctr"/>
                </a:tc>
                <a:tc>
                  <a:txBody>
                    <a:bodyPr/>
                    <a:lstStyle/>
                    <a:p>
                      <a:pPr algn="ctr"/>
                      <a:r>
                        <a:rPr lang="en-US" sz="1400" dirty="0"/>
                        <a:t>38100$/Month</a:t>
                      </a:r>
                    </a:p>
                  </a:txBody>
                  <a:tcPr anchor="ctr"/>
                </a:tc>
                <a:extLst>
                  <a:ext uri="{0D108BD9-81ED-4DB2-BD59-A6C34878D82A}">
                    <a16:rowId xmlns:a16="http://schemas.microsoft.com/office/drawing/2014/main" val="2909498472"/>
                  </a:ext>
                </a:extLst>
              </a:tr>
            </a:tbl>
          </a:graphicData>
        </a:graphic>
      </p:graphicFrame>
      <p:sp>
        <p:nvSpPr>
          <p:cNvPr id="10" name="TextBox 9">
            <a:extLst>
              <a:ext uri="{FF2B5EF4-FFF2-40B4-BE49-F238E27FC236}">
                <a16:creationId xmlns:a16="http://schemas.microsoft.com/office/drawing/2014/main" id="{166D0F0C-6A18-4FB4-A4E7-C7E0D2A67C9E}"/>
              </a:ext>
            </a:extLst>
          </p:cNvPr>
          <p:cNvSpPr txBox="1"/>
          <p:nvPr/>
        </p:nvSpPr>
        <p:spPr>
          <a:xfrm>
            <a:off x="6042537" y="4871696"/>
            <a:ext cx="2641309" cy="173124"/>
          </a:xfrm>
          <a:prstGeom prst="rect">
            <a:avLst/>
          </a:prstGeom>
          <a:noFill/>
        </p:spPr>
        <p:txBody>
          <a:bodyPr wrap="square" rtlCol="0">
            <a:spAutoFit/>
          </a:bodyPr>
          <a:lstStyle/>
          <a:p>
            <a:r>
              <a:rPr lang="en-US" sz="525" cap="small" dirty="0">
                <a:latin typeface="Arial"/>
              </a:rPr>
              <a:t>© 2021 Synectiks. All Rights Reserved. Proprietary and Confidential.</a:t>
            </a:r>
          </a:p>
        </p:txBody>
      </p:sp>
    </p:spTree>
    <p:extLst>
      <p:ext uri="{BB962C8B-B14F-4D97-AF65-F5344CB8AC3E}">
        <p14:creationId xmlns:p14="http://schemas.microsoft.com/office/powerpoint/2010/main" val="33421660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Graphic 5">
            <a:extLst>
              <a:ext uri="{FF2B5EF4-FFF2-40B4-BE49-F238E27FC236}">
                <a16:creationId xmlns:a16="http://schemas.microsoft.com/office/drawing/2014/main" id="{EE8208B9-9262-4F51-B0F5-90ADB3900F27}"/>
              </a:ext>
            </a:extLst>
          </p:cNvPr>
          <p:cNvSpPr>
            <a:spLocks noChangeAspect="1"/>
          </p:cNvSpPr>
          <p:nvPr/>
        </p:nvSpPr>
        <p:spPr>
          <a:xfrm>
            <a:off x="3079321" y="1"/>
            <a:ext cx="2985359" cy="290786"/>
          </a:xfrm>
          <a:custGeom>
            <a:avLst/>
            <a:gdLst>
              <a:gd name="connsiteX0" fmla="*/ 5298019 w 5298018"/>
              <a:gd name="connsiteY0" fmla="*/ 0 h 475749"/>
              <a:gd name="connsiteX1" fmla="*/ 4792594 w 5298018"/>
              <a:gd name="connsiteY1" fmla="*/ 475749 h 475749"/>
              <a:gd name="connsiteX2" fmla="*/ 505473 w 5298018"/>
              <a:gd name="connsiteY2" fmla="*/ 475749 h 475749"/>
              <a:gd name="connsiteX3" fmla="*/ 0 w 5298018"/>
              <a:gd name="connsiteY3" fmla="*/ 0 h 475749"/>
            </a:gdLst>
            <a:ahLst/>
            <a:cxnLst>
              <a:cxn ang="0">
                <a:pos x="connsiteX0" y="connsiteY0"/>
              </a:cxn>
              <a:cxn ang="0">
                <a:pos x="connsiteX1" y="connsiteY1"/>
              </a:cxn>
              <a:cxn ang="0">
                <a:pos x="connsiteX2" y="connsiteY2"/>
              </a:cxn>
              <a:cxn ang="0">
                <a:pos x="connsiteX3" y="connsiteY3"/>
              </a:cxn>
            </a:cxnLst>
            <a:rect l="l" t="t" r="r" b="b"/>
            <a:pathLst>
              <a:path w="5298018" h="475749">
                <a:moveTo>
                  <a:pt x="5298019" y="0"/>
                </a:moveTo>
                <a:cubicBezTo>
                  <a:pt x="4930695" y="172726"/>
                  <a:pt x="5133304" y="475749"/>
                  <a:pt x="4792594" y="475749"/>
                </a:cubicBezTo>
                <a:lnTo>
                  <a:pt x="505473" y="475749"/>
                </a:lnTo>
                <a:cubicBezTo>
                  <a:pt x="164763" y="475749"/>
                  <a:pt x="367324" y="172726"/>
                  <a:pt x="0" y="0"/>
                </a:cubicBezTo>
                <a:close/>
              </a:path>
            </a:pathLst>
          </a:custGeom>
          <a:solidFill>
            <a:schemeClr val="accent1"/>
          </a:solidFill>
          <a:ln w="4881" cap="flat">
            <a:noFill/>
            <a:prstDash val="solid"/>
            <a:miter/>
          </a:ln>
        </p:spPr>
        <p:txBody>
          <a:bodyPr rtlCol="0" anchor="ctr"/>
          <a:lstStyle/>
          <a:p>
            <a:endParaRPr lang="en-EG" sz="1200" dirty="0">
              <a:latin typeface="Raleway SemiBold" pitchFamily="2" charset="0"/>
            </a:endParaRPr>
          </a:p>
        </p:txBody>
      </p:sp>
      <p:sp>
        <p:nvSpPr>
          <p:cNvPr id="37" name="TextBox 36">
            <a:extLst>
              <a:ext uri="{FF2B5EF4-FFF2-40B4-BE49-F238E27FC236}">
                <a16:creationId xmlns:a16="http://schemas.microsoft.com/office/drawing/2014/main" id="{A32FCD10-DA02-4D55-B283-1225D1AF3794}"/>
              </a:ext>
            </a:extLst>
          </p:cNvPr>
          <p:cNvSpPr txBox="1"/>
          <p:nvPr/>
        </p:nvSpPr>
        <p:spPr>
          <a:xfrm>
            <a:off x="3494638" y="51663"/>
            <a:ext cx="2154725" cy="184666"/>
          </a:xfrm>
          <a:prstGeom prst="rect">
            <a:avLst/>
          </a:prstGeom>
          <a:noFill/>
        </p:spPr>
        <p:txBody>
          <a:bodyPr wrap="square" lIns="0" tIns="0" rIns="0" bIns="0" rtlCol="0">
            <a:spAutoFit/>
          </a:bodyPr>
          <a:lstStyle/>
          <a:p>
            <a:pPr algn="ctr"/>
            <a:r>
              <a:rPr lang="en-US" sz="1200" dirty="0">
                <a:solidFill>
                  <a:srgbClr val="FFFFFF"/>
                </a:solidFill>
                <a:latin typeface="Raleway SemiBold" pitchFamily="2" charset="0"/>
                <a:ea typeface="Roboto" panose="02000000000000000000" pitchFamily="2" charset="0"/>
                <a:cs typeface="Open Sans" panose="020B0606030504020204" pitchFamily="34" charset="0"/>
              </a:rPr>
              <a:t>Pricing Model</a:t>
            </a:r>
          </a:p>
        </p:txBody>
      </p:sp>
      <p:sp>
        <p:nvSpPr>
          <p:cNvPr id="10" name="TextBox 9">
            <a:extLst>
              <a:ext uri="{FF2B5EF4-FFF2-40B4-BE49-F238E27FC236}">
                <a16:creationId xmlns:a16="http://schemas.microsoft.com/office/drawing/2014/main" id="{166D0F0C-6A18-4FB4-A4E7-C7E0D2A67C9E}"/>
              </a:ext>
            </a:extLst>
          </p:cNvPr>
          <p:cNvSpPr txBox="1"/>
          <p:nvPr/>
        </p:nvSpPr>
        <p:spPr>
          <a:xfrm>
            <a:off x="6042537" y="4871696"/>
            <a:ext cx="2641309" cy="173124"/>
          </a:xfrm>
          <a:prstGeom prst="rect">
            <a:avLst/>
          </a:prstGeom>
          <a:noFill/>
        </p:spPr>
        <p:txBody>
          <a:bodyPr wrap="square" rtlCol="0">
            <a:spAutoFit/>
          </a:bodyPr>
          <a:lstStyle/>
          <a:p>
            <a:r>
              <a:rPr lang="en-US" sz="525" cap="small" dirty="0">
                <a:latin typeface="Arial"/>
              </a:rPr>
              <a:t>© 2021 Synectiks. All Rights Reserved. Proprietary and Confidential.</a:t>
            </a:r>
          </a:p>
        </p:txBody>
      </p:sp>
      <p:graphicFrame>
        <p:nvGraphicFramePr>
          <p:cNvPr id="7" name="Table 2">
            <a:extLst>
              <a:ext uri="{FF2B5EF4-FFF2-40B4-BE49-F238E27FC236}">
                <a16:creationId xmlns:a16="http://schemas.microsoft.com/office/drawing/2014/main" id="{2B8EF83E-F9C2-467E-919D-685B4B301854}"/>
              </a:ext>
            </a:extLst>
          </p:cNvPr>
          <p:cNvGraphicFramePr>
            <a:graphicFrameLocks noGrp="1"/>
          </p:cNvGraphicFramePr>
          <p:nvPr>
            <p:extLst>
              <p:ext uri="{D42A27DB-BD31-4B8C-83A1-F6EECF244321}">
                <p14:modId xmlns:p14="http://schemas.microsoft.com/office/powerpoint/2010/main" val="3996636677"/>
              </p:ext>
            </p:extLst>
          </p:nvPr>
        </p:nvGraphicFramePr>
        <p:xfrm>
          <a:off x="696492" y="596118"/>
          <a:ext cx="7865048" cy="4044776"/>
        </p:xfrm>
        <a:graphic>
          <a:graphicData uri="http://schemas.openxmlformats.org/drawingml/2006/table">
            <a:tbl>
              <a:tblPr firstRow="1" bandRow="1">
                <a:tableStyleId>{BDBED569-4797-4DF1-A0F4-6AAB3CD982D8}</a:tableStyleId>
              </a:tblPr>
              <a:tblGrid>
                <a:gridCol w="1282620">
                  <a:extLst>
                    <a:ext uri="{9D8B030D-6E8A-4147-A177-3AD203B41FA5}">
                      <a16:colId xmlns:a16="http://schemas.microsoft.com/office/drawing/2014/main" val="2373957596"/>
                    </a:ext>
                  </a:extLst>
                </a:gridCol>
                <a:gridCol w="6582428">
                  <a:extLst>
                    <a:ext uri="{9D8B030D-6E8A-4147-A177-3AD203B41FA5}">
                      <a16:colId xmlns:a16="http://schemas.microsoft.com/office/drawing/2014/main" val="3872354840"/>
                    </a:ext>
                  </a:extLst>
                </a:gridCol>
              </a:tblGrid>
              <a:tr h="505597">
                <a:tc>
                  <a:txBody>
                    <a:bodyPr/>
                    <a:lstStyle/>
                    <a:p>
                      <a:r>
                        <a:rPr lang="en-IN" b="0" dirty="0"/>
                        <a:t>Outcome </a:t>
                      </a:r>
                    </a:p>
                    <a:p>
                      <a:r>
                        <a:rPr lang="en-IN" b="0" dirty="0"/>
                        <a:t>Based</a:t>
                      </a:r>
                    </a:p>
                  </a:txBody>
                  <a:tcPr/>
                </a:tc>
                <a:tc>
                  <a:txBody>
                    <a:bodyPr/>
                    <a:lstStyle/>
                    <a:p>
                      <a:r>
                        <a:rPr lang="en-US" b="0" dirty="0"/>
                        <a:t>Budget for estimated outcome volume. </a:t>
                      </a:r>
                    </a:p>
                    <a:p>
                      <a:r>
                        <a:rPr lang="en-US" b="0" dirty="0"/>
                        <a:t>Payment based on result / SLAs.</a:t>
                      </a:r>
                      <a:endParaRPr lang="en-IN" b="0" dirty="0"/>
                    </a:p>
                  </a:txBody>
                  <a:tcPr/>
                </a:tc>
                <a:extLst>
                  <a:ext uri="{0D108BD9-81ED-4DB2-BD59-A6C34878D82A}">
                    <a16:rowId xmlns:a16="http://schemas.microsoft.com/office/drawing/2014/main" val="800822417"/>
                  </a:ext>
                </a:extLst>
              </a:tr>
              <a:tr h="505597">
                <a:tc>
                  <a:txBody>
                    <a:bodyPr/>
                    <a:lstStyle/>
                    <a:p>
                      <a:r>
                        <a:rPr lang="en-IN" dirty="0"/>
                        <a:t>Managed Services</a:t>
                      </a:r>
                    </a:p>
                  </a:txBody>
                  <a:tcPr/>
                </a:tc>
                <a:tc>
                  <a:txBody>
                    <a:bodyPr/>
                    <a:lstStyle/>
                    <a:p>
                      <a:r>
                        <a:rPr lang="en-US" dirty="0"/>
                        <a:t>Budget for monthly fixed cost and x% of variance cost.</a:t>
                      </a:r>
                    </a:p>
                    <a:p>
                      <a:r>
                        <a:rPr lang="en-US" dirty="0"/>
                        <a:t>Payment</a:t>
                      </a:r>
                      <a:r>
                        <a:rPr lang="en-IN" dirty="0"/>
                        <a:t> based on delivered units.</a:t>
                      </a:r>
                    </a:p>
                  </a:txBody>
                  <a:tcPr/>
                </a:tc>
                <a:extLst>
                  <a:ext uri="{0D108BD9-81ED-4DB2-BD59-A6C34878D82A}">
                    <a16:rowId xmlns:a16="http://schemas.microsoft.com/office/drawing/2014/main" val="3112494072"/>
                  </a:ext>
                </a:extLst>
              </a:tr>
              <a:tr h="505597">
                <a:tc>
                  <a:txBody>
                    <a:bodyPr/>
                    <a:lstStyle/>
                    <a:p>
                      <a:r>
                        <a:rPr lang="en-IN" dirty="0"/>
                        <a:t>Transaction based model</a:t>
                      </a:r>
                    </a:p>
                  </a:txBody>
                  <a:tcPr/>
                </a:tc>
                <a:tc>
                  <a:txBody>
                    <a:bodyPr/>
                    <a:lstStyle/>
                    <a:p>
                      <a:r>
                        <a:rPr lang="en-US" dirty="0"/>
                        <a:t>Budget for a specific transaction volume band per agreed duration.</a:t>
                      </a:r>
                    </a:p>
                    <a:p>
                      <a:r>
                        <a:rPr lang="en-US" dirty="0"/>
                        <a:t>Payment based on transaction volume executed in agreed duration</a:t>
                      </a:r>
                      <a:endParaRPr lang="en-IN" dirty="0"/>
                    </a:p>
                  </a:txBody>
                  <a:tcPr/>
                </a:tc>
                <a:extLst>
                  <a:ext uri="{0D108BD9-81ED-4DB2-BD59-A6C34878D82A}">
                    <a16:rowId xmlns:a16="http://schemas.microsoft.com/office/drawing/2014/main" val="2333772868"/>
                  </a:ext>
                </a:extLst>
              </a:tr>
              <a:tr h="505597">
                <a:tc>
                  <a:txBody>
                    <a:bodyPr/>
                    <a:lstStyle/>
                    <a:p>
                      <a:r>
                        <a:rPr lang="en-IN" dirty="0"/>
                        <a:t>Fixed Price (FP)</a:t>
                      </a:r>
                    </a:p>
                  </a:txBody>
                  <a:tcPr/>
                </a:tc>
                <a:tc>
                  <a:txBody>
                    <a:bodyPr/>
                    <a:lstStyle/>
                    <a:p>
                      <a:r>
                        <a:rPr lang="en-US" dirty="0"/>
                        <a:t>Specific / limited budget with predicted needs for few years.</a:t>
                      </a:r>
                    </a:p>
                    <a:p>
                      <a:r>
                        <a:rPr lang="en-US" dirty="0"/>
                        <a:t>Payment based on Milestone/ project Completion.</a:t>
                      </a:r>
                      <a:endParaRPr lang="en-IN" dirty="0"/>
                    </a:p>
                  </a:txBody>
                  <a:tcPr/>
                </a:tc>
                <a:extLst>
                  <a:ext uri="{0D108BD9-81ED-4DB2-BD59-A6C34878D82A}">
                    <a16:rowId xmlns:a16="http://schemas.microsoft.com/office/drawing/2014/main" val="4124927002"/>
                  </a:ext>
                </a:extLst>
              </a:tr>
              <a:tr h="505597">
                <a:tc>
                  <a:txBody>
                    <a:bodyPr/>
                    <a:lstStyle/>
                    <a:p>
                      <a:r>
                        <a:rPr lang="en-IN" dirty="0"/>
                        <a:t>Time &amp; Material(T&amp;M) </a:t>
                      </a:r>
                    </a:p>
                  </a:txBody>
                  <a:tcPr/>
                </a:tc>
                <a:tc>
                  <a:txBody>
                    <a:bodyPr/>
                    <a:lstStyle/>
                    <a:p>
                      <a:r>
                        <a:rPr lang="en-IN" dirty="0"/>
                        <a:t>Floating budget.</a:t>
                      </a:r>
                    </a:p>
                    <a:p>
                      <a:r>
                        <a:rPr lang="en-IN" dirty="0"/>
                        <a:t>Payment based on Effort Put.</a:t>
                      </a:r>
                    </a:p>
                  </a:txBody>
                  <a:tcPr/>
                </a:tc>
                <a:extLst>
                  <a:ext uri="{0D108BD9-81ED-4DB2-BD59-A6C34878D82A}">
                    <a16:rowId xmlns:a16="http://schemas.microsoft.com/office/drawing/2014/main" val="4192711909"/>
                  </a:ext>
                </a:extLst>
              </a:tr>
              <a:tr h="505597">
                <a:tc>
                  <a:txBody>
                    <a:bodyPr/>
                    <a:lstStyle/>
                    <a:p>
                      <a:r>
                        <a:rPr lang="en-IN" dirty="0"/>
                        <a:t>Hybrid (T&amp;M for FP)</a:t>
                      </a:r>
                    </a:p>
                  </a:txBody>
                  <a:tcPr/>
                </a:tc>
                <a:tc>
                  <a:txBody>
                    <a:bodyPr/>
                    <a:lstStyle/>
                    <a:p>
                      <a:r>
                        <a:rPr lang="en-US" dirty="0"/>
                        <a:t>Phase wise budget, Phase1: Floating budget Phase2 : Specific / limited budget.</a:t>
                      </a:r>
                    </a:p>
                    <a:p>
                      <a:pPr marL="0" marR="0" lvl="0" indent="0" algn="l" defTabSz="685800" rtl="0" eaLnBrk="1" fontAlgn="auto" latinLnBrk="0" hangingPunct="1">
                        <a:lnSpc>
                          <a:spcPct val="100000"/>
                        </a:lnSpc>
                        <a:spcBef>
                          <a:spcPts val="0"/>
                        </a:spcBef>
                        <a:spcAft>
                          <a:spcPts val="0"/>
                        </a:spcAft>
                        <a:buClrTx/>
                        <a:buSzTx/>
                        <a:buFontTx/>
                        <a:buNone/>
                        <a:tabLst/>
                        <a:defRPr/>
                      </a:pPr>
                      <a:r>
                        <a:rPr lang="en-IN" dirty="0"/>
                        <a:t>Payment – Phase1 –Effort Based, Phase2 – Milestone / Project Completion.</a:t>
                      </a:r>
                    </a:p>
                  </a:txBody>
                  <a:tcPr/>
                </a:tc>
                <a:extLst>
                  <a:ext uri="{0D108BD9-81ED-4DB2-BD59-A6C34878D82A}">
                    <a16:rowId xmlns:a16="http://schemas.microsoft.com/office/drawing/2014/main" val="3852754457"/>
                  </a:ext>
                </a:extLst>
              </a:tr>
              <a:tr h="505597">
                <a:tc>
                  <a:txBody>
                    <a:bodyPr/>
                    <a:lstStyle/>
                    <a:p>
                      <a:r>
                        <a:rPr lang="en-IN" dirty="0"/>
                        <a:t>Dedicated team</a:t>
                      </a:r>
                    </a:p>
                  </a:txBody>
                  <a:tcPr/>
                </a:tc>
                <a:tc>
                  <a:txBody>
                    <a:bodyPr/>
                    <a:lstStyle/>
                    <a:p>
                      <a:r>
                        <a:rPr lang="en-IN" dirty="0"/>
                        <a:t>Fixed monthly budget.</a:t>
                      </a:r>
                    </a:p>
                    <a:p>
                      <a:r>
                        <a:rPr lang="en-IN" dirty="0"/>
                        <a:t>Payment based on resource.</a:t>
                      </a:r>
                    </a:p>
                  </a:txBody>
                  <a:tcPr/>
                </a:tc>
                <a:extLst>
                  <a:ext uri="{0D108BD9-81ED-4DB2-BD59-A6C34878D82A}">
                    <a16:rowId xmlns:a16="http://schemas.microsoft.com/office/drawing/2014/main" val="3038418644"/>
                  </a:ext>
                </a:extLst>
              </a:tr>
              <a:tr h="505597">
                <a:tc gridSpan="2">
                  <a:txBody>
                    <a:bodyPr/>
                    <a:lstStyle/>
                    <a:p>
                      <a:r>
                        <a:rPr lang="en-IN" b="1" dirty="0"/>
                        <a:t>While we are open to any flexible model, we strongly prefer, outcome based pricing model substantiated by our open product driven solutioning that protect customer investments.</a:t>
                      </a:r>
                    </a:p>
                  </a:txBody>
                  <a:tcPr/>
                </a:tc>
                <a:tc hMerge="1">
                  <a:txBody>
                    <a:bodyPr/>
                    <a:lstStyle/>
                    <a:p>
                      <a:endParaRPr lang="en-IN" dirty="0"/>
                    </a:p>
                  </a:txBody>
                  <a:tcPr/>
                </a:tc>
                <a:extLst>
                  <a:ext uri="{0D108BD9-81ED-4DB2-BD59-A6C34878D82A}">
                    <a16:rowId xmlns:a16="http://schemas.microsoft.com/office/drawing/2014/main" val="1766989010"/>
                  </a:ext>
                </a:extLst>
              </a:tr>
            </a:tbl>
          </a:graphicData>
        </a:graphic>
      </p:graphicFrame>
    </p:spTree>
    <p:extLst>
      <p:ext uri="{BB962C8B-B14F-4D97-AF65-F5344CB8AC3E}">
        <p14:creationId xmlns:p14="http://schemas.microsoft.com/office/powerpoint/2010/main" val="9794973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1A08B940-179C-41CD-BB49-50181EC921C5}"/>
              </a:ext>
            </a:extLst>
          </p:cNvPr>
          <p:cNvSpPr txBox="1">
            <a:spLocks noChangeArrowheads="1"/>
          </p:cNvSpPr>
          <p:nvPr/>
        </p:nvSpPr>
        <p:spPr bwMode="auto">
          <a:xfrm>
            <a:off x="187508" y="1344700"/>
            <a:ext cx="2607309" cy="439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a:lnSpc>
                <a:spcPts val="3075"/>
              </a:lnSpc>
              <a:spcBef>
                <a:spcPct val="0"/>
              </a:spcBef>
              <a:buNone/>
            </a:pPr>
            <a:r>
              <a:rPr lang="en-US" altLang="ru-RU" sz="1600" dirty="0">
                <a:solidFill>
                  <a:srgbClr val="ED7D31"/>
                </a:solidFill>
                <a:latin typeface="Raleway ExtraBold" panose="020B0903030101060003" pitchFamily="34" charset="0"/>
              </a:rPr>
              <a:t>Development  Principle </a:t>
            </a:r>
          </a:p>
        </p:txBody>
      </p:sp>
      <p:sp>
        <p:nvSpPr>
          <p:cNvPr id="8" name="Подзаголовок 2">
            <a:extLst>
              <a:ext uri="{FF2B5EF4-FFF2-40B4-BE49-F238E27FC236}">
                <a16:creationId xmlns:a16="http://schemas.microsoft.com/office/drawing/2014/main" id="{CBDC2927-E90F-407B-B2F1-76837D30B7F3}"/>
              </a:ext>
            </a:extLst>
          </p:cNvPr>
          <p:cNvSpPr txBox="1">
            <a:spLocks/>
          </p:cNvSpPr>
          <p:nvPr/>
        </p:nvSpPr>
        <p:spPr>
          <a:xfrm>
            <a:off x="324388" y="1943544"/>
            <a:ext cx="2294334" cy="2109604"/>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sz="1200" dirty="0">
                <a:solidFill>
                  <a:schemeClr val="tx1">
                    <a:lumMod val="95000"/>
                    <a:lumOff val="5000"/>
                  </a:schemeClr>
                </a:solidFill>
              </a:rPr>
              <a:t>We build custom solutions based on Cloud Native principles with micro-service-based architecture , driven by DevSecOps approach to add development velocity and site reliability. While we are willing to be flexible on our execution approach, we believe that adopting the most modern technology stacks and architecture principles are critical to the project success.</a:t>
            </a:r>
          </a:p>
        </p:txBody>
      </p:sp>
      <p:sp>
        <p:nvSpPr>
          <p:cNvPr id="27" name="TextBox 26">
            <a:extLst>
              <a:ext uri="{FF2B5EF4-FFF2-40B4-BE49-F238E27FC236}">
                <a16:creationId xmlns:a16="http://schemas.microsoft.com/office/drawing/2014/main" id="{24AB4FFD-0C3F-4C30-A082-65FCFF0A8670}"/>
              </a:ext>
            </a:extLst>
          </p:cNvPr>
          <p:cNvSpPr txBox="1"/>
          <p:nvPr/>
        </p:nvSpPr>
        <p:spPr>
          <a:xfrm>
            <a:off x="6042537" y="4871696"/>
            <a:ext cx="2641309" cy="173124"/>
          </a:xfrm>
          <a:prstGeom prst="rect">
            <a:avLst/>
          </a:prstGeom>
          <a:noFill/>
        </p:spPr>
        <p:txBody>
          <a:bodyPr wrap="square" rtlCol="0">
            <a:spAutoFit/>
          </a:bodyPr>
          <a:lstStyle/>
          <a:p>
            <a:r>
              <a:rPr lang="en-US" sz="525" cap="small" dirty="0">
                <a:latin typeface="Arial"/>
              </a:rPr>
              <a:t>© 2021 Synectiks. All Rights Reserved. Proprietary and Confidential.</a:t>
            </a:r>
          </a:p>
        </p:txBody>
      </p:sp>
      <p:pic>
        <p:nvPicPr>
          <p:cNvPr id="3" name="Picture 2">
            <a:extLst>
              <a:ext uri="{FF2B5EF4-FFF2-40B4-BE49-F238E27FC236}">
                <a16:creationId xmlns:a16="http://schemas.microsoft.com/office/drawing/2014/main" id="{7F97DF68-A58F-46A9-9491-402630B2B71C}"/>
              </a:ext>
            </a:extLst>
          </p:cNvPr>
          <p:cNvPicPr>
            <a:picLocks noChangeAspect="1"/>
          </p:cNvPicPr>
          <p:nvPr/>
        </p:nvPicPr>
        <p:blipFill>
          <a:blip r:embed="rId2"/>
          <a:stretch>
            <a:fillRect/>
          </a:stretch>
        </p:blipFill>
        <p:spPr>
          <a:xfrm>
            <a:off x="2966140" y="585608"/>
            <a:ext cx="5964264" cy="3925571"/>
          </a:xfrm>
          <a:prstGeom prst="rect">
            <a:avLst/>
          </a:prstGeom>
        </p:spPr>
      </p:pic>
      <p:sp>
        <p:nvSpPr>
          <p:cNvPr id="16" name="TextBox 15">
            <a:extLst>
              <a:ext uri="{FF2B5EF4-FFF2-40B4-BE49-F238E27FC236}">
                <a16:creationId xmlns:a16="http://schemas.microsoft.com/office/drawing/2014/main" id="{E64B8C39-A285-4958-B3A7-39947DFA1D14}"/>
              </a:ext>
            </a:extLst>
          </p:cNvPr>
          <p:cNvSpPr txBox="1">
            <a:spLocks noChangeArrowheads="1"/>
          </p:cNvSpPr>
          <p:nvPr/>
        </p:nvSpPr>
        <p:spPr bwMode="auto">
          <a:xfrm>
            <a:off x="1678010" y="73563"/>
            <a:ext cx="5422058" cy="6924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algn="ctr" eaLnBrk="1" hangingPunct="1">
              <a:lnSpc>
                <a:spcPct val="100000"/>
              </a:lnSpc>
              <a:spcBef>
                <a:spcPct val="0"/>
              </a:spcBef>
              <a:buFontTx/>
              <a:buNone/>
            </a:pPr>
            <a:r>
              <a:rPr lang="en-US" altLang="ru-RU" sz="2700" dirty="0">
                <a:latin typeface="Raleway ExtraBold" panose="020B0903030101060003" pitchFamily="34" charset="0"/>
              </a:rPr>
              <a:t>Architectures &amp; Development</a:t>
            </a:r>
          </a:p>
          <a:p>
            <a:pPr algn="r" eaLnBrk="1" hangingPunct="1">
              <a:lnSpc>
                <a:spcPct val="100000"/>
              </a:lnSpc>
              <a:spcBef>
                <a:spcPct val="0"/>
              </a:spcBef>
              <a:buFontTx/>
              <a:buNone/>
            </a:pPr>
            <a:endParaRPr lang="en-US" altLang="ru-RU" sz="1200" dirty="0">
              <a:latin typeface="Raleway ExtraBold" panose="020B0903030101060003" pitchFamily="34" charset="0"/>
            </a:endParaRPr>
          </a:p>
        </p:txBody>
      </p:sp>
    </p:spTree>
    <p:extLst>
      <p:ext uri="{BB962C8B-B14F-4D97-AF65-F5344CB8AC3E}">
        <p14:creationId xmlns:p14="http://schemas.microsoft.com/office/powerpoint/2010/main" val="425558389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7"/>
                                        </p:tgtEl>
                                        <p:attrNameLst>
                                          <p:attrName>style.visibility</p:attrName>
                                        </p:attrNameLst>
                                      </p:cBhvr>
                                      <p:to>
                                        <p:strVal val="visible"/>
                                      </p:to>
                                    </p:set>
                                    <p:anim calcmode="lin" valueType="num">
                                      <p:cBhvr>
                                        <p:cTn id="7" dur="250" fill="hold"/>
                                        <p:tgtEl>
                                          <p:spTgt spid="7"/>
                                        </p:tgtEl>
                                        <p:attrNameLst>
                                          <p:attrName>ppt_x</p:attrName>
                                        </p:attrNameLst>
                                      </p:cBhvr>
                                      <p:tavLst>
                                        <p:tav tm="0">
                                          <p:val>
                                            <p:strVal val="#ppt_x"/>
                                          </p:val>
                                        </p:tav>
                                        <p:tav tm="50000">
                                          <p:val>
                                            <p:strVal val="#ppt_x+.1"/>
                                          </p:val>
                                        </p:tav>
                                        <p:tav tm="100000">
                                          <p:val>
                                            <p:strVal val="#ppt_x"/>
                                          </p:val>
                                        </p:tav>
                                      </p:tavLst>
                                    </p:anim>
                                    <p:anim calcmode="lin" valueType="num">
                                      <p:cBhvr>
                                        <p:cTn id="8" dur="250" fill="hold"/>
                                        <p:tgtEl>
                                          <p:spTgt spid="7"/>
                                        </p:tgtEl>
                                        <p:attrNameLst>
                                          <p:attrName>ppt_y</p:attrName>
                                        </p:attrNameLst>
                                      </p:cBhvr>
                                      <p:tavLst>
                                        <p:tav tm="0">
                                          <p:val>
                                            <p:strVal val="#ppt_y"/>
                                          </p:val>
                                        </p:tav>
                                        <p:tav tm="100000">
                                          <p:val>
                                            <p:strVal val="#ppt_y"/>
                                          </p:val>
                                        </p:tav>
                                      </p:tavLst>
                                    </p:anim>
                                    <p:anim calcmode="lin" valueType="num">
                                      <p:cBhvr>
                                        <p:cTn id="9" dur="250" fill="hold"/>
                                        <p:tgtEl>
                                          <p:spTgt spid="7"/>
                                        </p:tgtEl>
                                        <p:attrNameLst>
                                          <p:attrName>ppt_h</p:attrName>
                                        </p:attrNameLst>
                                      </p:cBhvr>
                                      <p:tavLst>
                                        <p:tav tm="0">
                                          <p:val>
                                            <p:strVal val="#ppt_h/10"/>
                                          </p:val>
                                        </p:tav>
                                        <p:tav tm="50000">
                                          <p:val>
                                            <p:strVal val="#ppt_h+.01"/>
                                          </p:val>
                                        </p:tav>
                                        <p:tav tm="100000">
                                          <p:val>
                                            <p:strVal val="#ppt_h"/>
                                          </p:val>
                                        </p:tav>
                                      </p:tavLst>
                                    </p:anim>
                                    <p:anim calcmode="lin" valueType="num">
                                      <p:cBhvr>
                                        <p:cTn id="10" dur="250" fill="hold"/>
                                        <p:tgtEl>
                                          <p:spTgt spid="7"/>
                                        </p:tgtEl>
                                        <p:attrNameLst>
                                          <p:attrName>ppt_w</p:attrName>
                                        </p:attrNameLst>
                                      </p:cBhvr>
                                      <p:tavLst>
                                        <p:tav tm="0">
                                          <p:val>
                                            <p:strVal val="#ppt_w/10"/>
                                          </p:val>
                                        </p:tav>
                                        <p:tav tm="50000">
                                          <p:val>
                                            <p:strVal val="#ppt_w+.01"/>
                                          </p:val>
                                        </p:tav>
                                        <p:tav tm="100000">
                                          <p:val>
                                            <p:strVal val="#ppt_w"/>
                                          </p:val>
                                        </p:tav>
                                      </p:tavLst>
                                    </p:anim>
                                    <p:animEffect transition="in" filter="fade">
                                      <p:cBhvr>
                                        <p:cTn id="11" dur="250" tmFilter="0,0; .5, 1; 1, 1"/>
                                        <p:tgtEl>
                                          <p:spTgt spid="7"/>
                                        </p:tgtEl>
                                      </p:cBhvr>
                                    </p:animEffect>
                                  </p:childTnLst>
                                </p:cTn>
                              </p:par>
                            </p:childTnLst>
                          </p:cTn>
                        </p:par>
                        <p:par>
                          <p:cTn id="12" fill="hold" nodeType="afterGroup">
                            <p:stCondLst>
                              <p:cond delay="725"/>
                            </p:stCondLst>
                            <p:childTnLst>
                              <p:par>
                                <p:cTn id="13" presetID="22" presetClass="entr" presetSubtype="1" fill="hold" grpId="0" nodeType="after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wipe(up)">
                                      <p:cBhvr>
                                        <p:cTn id="15" dur="400"/>
                                        <p:tgtEl>
                                          <p:spTgt spid="8"/>
                                        </p:tgtEl>
                                      </p:cBhvr>
                                    </p:animEffect>
                                  </p:childTnLst>
                                </p:cTn>
                              </p:par>
                            </p:childTnLst>
                          </p:cTn>
                        </p:par>
                        <p:par>
                          <p:cTn id="16" fill="hold">
                            <p:stCondLst>
                              <p:cond delay="1125"/>
                            </p:stCondLst>
                            <p:childTnLst>
                              <p:par>
                                <p:cTn id="17" presetID="41" presetClass="entr" presetSubtype="0" fill="hold" grpId="0" nodeType="afterEffect">
                                  <p:stCondLst>
                                    <p:cond delay="0"/>
                                  </p:stCondLst>
                                  <p:iterate type="lt">
                                    <p:tmPct val="10000"/>
                                  </p:iterate>
                                  <p:childTnLst>
                                    <p:set>
                                      <p:cBhvr>
                                        <p:cTn id="18" dur="1" fill="hold">
                                          <p:stCondLst>
                                            <p:cond delay="0"/>
                                          </p:stCondLst>
                                        </p:cTn>
                                        <p:tgtEl>
                                          <p:spTgt spid="16"/>
                                        </p:tgtEl>
                                        <p:attrNameLst>
                                          <p:attrName>style.visibility</p:attrName>
                                        </p:attrNameLst>
                                      </p:cBhvr>
                                      <p:to>
                                        <p:strVal val="visible"/>
                                      </p:to>
                                    </p:set>
                                    <p:anim calcmode="lin" valueType="num">
                                      <p:cBhvr>
                                        <p:cTn id="19" dur="250" fill="hold"/>
                                        <p:tgtEl>
                                          <p:spTgt spid="16"/>
                                        </p:tgtEl>
                                        <p:attrNameLst>
                                          <p:attrName>ppt_x</p:attrName>
                                        </p:attrNameLst>
                                      </p:cBhvr>
                                      <p:tavLst>
                                        <p:tav tm="0">
                                          <p:val>
                                            <p:strVal val="#ppt_x"/>
                                          </p:val>
                                        </p:tav>
                                        <p:tav tm="50000">
                                          <p:val>
                                            <p:strVal val="#ppt_x+.1"/>
                                          </p:val>
                                        </p:tav>
                                        <p:tav tm="100000">
                                          <p:val>
                                            <p:strVal val="#ppt_x"/>
                                          </p:val>
                                        </p:tav>
                                      </p:tavLst>
                                    </p:anim>
                                    <p:anim calcmode="lin" valueType="num">
                                      <p:cBhvr>
                                        <p:cTn id="20" dur="250" fill="hold"/>
                                        <p:tgtEl>
                                          <p:spTgt spid="16"/>
                                        </p:tgtEl>
                                        <p:attrNameLst>
                                          <p:attrName>ppt_y</p:attrName>
                                        </p:attrNameLst>
                                      </p:cBhvr>
                                      <p:tavLst>
                                        <p:tav tm="0">
                                          <p:val>
                                            <p:strVal val="#ppt_y"/>
                                          </p:val>
                                        </p:tav>
                                        <p:tav tm="100000">
                                          <p:val>
                                            <p:strVal val="#ppt_y"/>
                                          </p:val>
                                        </p:tav>
                                      </p:tavLst>
                                    </p:anim>
                                    <p:anim calcmode="lin" valueType="num">
                                      <p:cBhvr>
                                        <p:cTn id="21" dur="250" fill="hold"/>
                                        <p:tgtEl>
                                          <p:spTgt spid="16"/>
                                        </p:tgtEl>
                                        <p:attrNameLst>
                                          <p:attrName>ppt_h</p:attrName>
                                        </p:attrNameLst>
                                      </p:cBhvr>
                                      <p:tavLst>
                                        <p:tav tm="0">
                                          <p:val>
                                            <p:strVal val="#ppt_h/10"/>
                                          </p:val>
                                        </p:tav>
                                        <p:tav tm="50000">
                                          <p:val>
                                            <p:strVal val="#ppt_h+.01"/>
                                          </p:val>
                                        </p:tav>
                                        <p:tav tm="100000">
                                          <p:val>
                                            <p:strVal val="#ppt_h"/>
                                          </p:val>
                                        </p:tav>
                                      </p:tavLst>
                                    </p:anim>
                                    <p:anim calcmode="lin" valueType="num">
                                      <p:cBhvr>
                                        <p:cTn id="22" dur="250" fill="hold"/>
                                        <p:tgtEl>
                                          <p:spTgt spid="16"/>
                                        </p:tgtEl>
                                        <p:attrNameLst>
                                          <p:attrName>ppt_w</p:attrName>
                                        </p:attrNameLst>
                                      </p:cBhvr>
                                      <p:tavLst>
                                        <p:tav tm="0">
                                          <p:val>
                                            <p:strVal val="#ppt_w/10"/>
                                          </p:val>
                                        </p:tav>
                                        <p:tav tm="50000">
                                          <p:val>
                                            <p:strVal val="#ppt_w+.01"/>
                                          </p:val>
                                        </p:tav>
                                        <p:tav tm="100000">
                                          <p:val>
                                            <p:strVal val="#ppt_w"/>
                                          </p:val>
                                        </p:tav>
                                      </p:tavLst>
                                    </p:anim>
                                    <p:animEffect transition="in" filter="fade">
                                      <p:cBhvr>
                                        <p:cTn id="23" dur="250" tmFilter="0,0; .5, 1; 1, 1"/>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1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083DC11-28BC-45BB-86AC-D8E58EB198BE}"/>
              </a:ext>
            </a:extLst>
          </p:cNvPr>
          <p:cNvSpPr/>
          <p:nvPr/>
        </p:nvSpPr>
        <p:spPr>
          <a:xfrm>
            <a:off x="236823" y="4110881"/>
            <a:ext cx="8775609" cy="665050"/>
          </a:xfrm>
          <a:prstGeom prst="rect">
            <a:avLst/>
          </a:prstGeom>
          <a:solidFill>
            <a:schemeClr val="accent1">
              <a:lumMod val="40000"/>
              <a:lumOff val="60000"/>
            </a:schemeClr>
          </a:solid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1" name="Rectangle 10">
            <a:extLst>
              <a:ext uri="{FF2B5EF4-FFF2-40B4-BE49-F238E27FC236}">
                <a16:creationId xmlns:a16="http://schemas.microsoft.com/office/drawing/2014/main" id="{10164B8B-BDC0-435A-B01D-389E5755DFA5}"/>
              </a:ext>
            </a:extLst>
          </p:cNvPr>
          <p:cNvSpPr/>
          <p:nvPr/>
        </p:nvSpPr>
        <p:spPr>
          <a:xfrm>
            <a:off x="236823" y="4110881"/>
            <a:ext cx="70931" cy="665050"/>
          </a:xfrm>
          <a:prstGeom prst="rect">
            <a:avLst/>
          </a:prstGeom>
          <a:solidFill>
            <a:srgbClr val="4472C4"/>
          </a:solidFill>
          <a:ln>
            <a:solidFill>
              <a:srgbClr val="4472C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4" name="Picture 3" descr="Diagram&#10;&#10;Description automatically generated">
            <a:extLst>
              <a:ext uri="{FF2B5EF4-FFF2-40B4-BE49-F238E27FC236}">
                <a16:creationId xmlns:a16="http://schemas.microsoft.com/office/drawing/2014/main" id="{9BDD177B-7A19-4EA0-B01C-2425731CC6BD}"/>
              </a:ext>
            </a:extLst>
          </p:cNvPr>
          <p:cNvPicPr>
            <a:picLocks noChangeAspect="1"/>
          </p:cNvPicPr>
          <p:nvPr/>
        </p:nvPicPr>
        <p:blipFill>
          <a:blip r:embed="rId2"/>
          <a:stretch>
            <a:fillRect/>
          </a:stretch>
        </p:blipFill>
        <p:spPr>
          <a:xfrm>
            <a:off x="0" y="280292"/>
            <a:ext cx="9144000" cy="3786626"/>
          </a:xfrm>
          <a:prstGeom prst="rect">
            <a:avLst/>
          </a:prstGeom>
        </p:spPr>
      </p:pic>
      <p:sp>
        <p:nvSpPr>
          <p:cNvPr id="8" name="Подзаголовок 2">
            <a:extLst>
              <a:ext uri="{FF2B5EF4-FFF2-40B4-BE49-F238E27FC236}">
                <a16:creationId xmlns:a16="http://schemas.microsoft.com/office/drawing/2014/main" id="{CBDC2927-E90F-407B-B2F1-76837D30B7F3}"/>
              </a:ext>
            </a:extLst>
          </p:cNvPr>
          <p:cNvSpPr txBox="1">
            <a:spLocks/>
          </p:cNvSpPr>
          <p:nvPr/>
        </p:nvSpPr>
        <p:spPr>
          <a:xfrm>
            <a:off x="351945" y="4256236"/>
            <a:ext cx="8594700" cy="399420"/>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sz="1200" dirty="0">
                <a:solidFill>
                  <a:schemeClr val="tx1">
                    <a:lumMod val="95000"/>
                    <a:lumOff val="5000"/>
                  </a:schemeClr>
                </a:solidFill>
              </a:rPr>
              <a:t>We adopt DevSecOps principles to add development velocity and site reliability. While we are willing to be flexible on our execution approach, we believe that adopting the most modern technology stacks and architecture principles are critical to the project success.</a:t>
            </a:r>
          </a:p>
        </p:txBody>
      </p:sp>
      <p:sp>
        <p:nvSpPr>
          <p:cNvPr id="27" name="TextBox 26">
            <a:extLst>
              <a:ext uri="{FF2B5EF4-FFF2-40B4-BE49-F238E27FC236}">
                <a16:creationId xmlns:a16="http://schemas.microsoft.com/office/drawing/2014/main" id="{24AB4FFD-0C3F-4C30-A082-65FCFF0A8670}"/>
              </a:ext>
            </a:extLst>
          </p:cNvPr>
          <p:cNvSpPr txBox="1"/>
          <p:nvPr/>
        </p:nvSpPr>
        <p:spPr>
          <a:xfrm>
            <a:off x="6042537" y="4871696"/>
            <a:ext cx="2641309" cy="173124"/>
          </a:xfrm>
          <a:prstGeom prst="rect">
            <a:avLst/>
          </a:prstGeom>
          <a:noFill/>
        </p:spPr>
        <p:txBody>
          <a:bodyPr wrap="square" rtlCol="0">
            <a:spAutoFit/>
          </a:bodyPr>
          <a:lstStyle/>
          <a:p>
            <a:r>
              <a:rPr lang="en-US" sz="525" cap="small" dirty="0">
                <a:latin typeface="Arial"/>
              </a:rPr>
              <a:t>© 2021 Synectiks. All Rights Reserved. Proprietary and Confidential.</a:t>
            </a:r>
          </a:p>
        </p:txBody>
      </p:sp>
      <p:sp>
        <p:nvSpPr>
          <p:cNvPr id="9" name="TextBox 8">
            <a:extLst>
              <a:ext uri="{FF2B5EF4-FFF2-40B4-BE49-F238E27FC236}">
                <a16:creationId xmlns:a16="http://schemas.microsoft.com/office/drawing/2014/main" id="{A28D9E2E-0380-4ADA-804A-3E37229CF533}"/>
              </a:ext>
            </a:extLst>
          </p:cNvPr>
          <p:cNvSpPr txBox="1"/>
          <p:nvPr/>
        </p:nvSpPr>
        <p:spPr>
          <a:xfrm>
            <a:off x="3494638" y="51663"/>
            <a:ext cx="2154725" cy="184666"/>
          </a:xfrm>
          <a:prstGeom prst="rect">
            <a:avLst/>
          </a:prstGeom>
          <a:noFill/>
        </p:spPr>
        <p:txBody>
          <a:bodyPr wrap="square" lIns="0" tIns="0" rIns="0" bIns="0" rtlCol="0">
            <a:spAutoFit/>
          </a:bodyPr>
          <a:lstStyle/>
          <a:p>
            <a:pPr algn="ctr"/>
            <a:r>
              <a:rPr lang="en-US" sz="1200" dirty="0">
                <a:solidFill>
                  <a:srgbClr val="FFFFFF"/>
                </a:solidFill>
                <a:latin typeface="Raleway SemiBold" pitchFamily="2" charset="0"/>
                <a:ea typeface="Roboto" panose="02000000000000000000" pitchFamily="2" charset="0"/>
                <a:cs typeface="Open Sans" panose="020B0606030504020204" pitchFamily="34" charset="0"/>
              </a:rPr>
              <a:t>Operation Model</a:t>
            </a:r>
          </a:p>
        </p:txBody>
      </p:sp>
    </p:spTree>
    <p:extLst>
      <p:ext uri="{BB962C8B-B14F-4D97-AF65-F5344CB8AC3E}">
        <p14:creationId xmlns:p14="http://schemas.microsoft.com/office/powerpoint/2010/main" val="396203874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up)">
                                      <p:cBhvr>
                                        <p:cTn id="7" dur="4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6427CB0-0FE1-4879-889F-1079806F0174}"/>
              </a:ext>
            </a:extLst>
          </p:cNvPr>
          <p:cNvSpPr/>
          <p:nvPr/>
        </p:nvSpPr>
        <p:spPr>
          <a:xfrm>
            <a:off x="-1" y="0"/>
            <a:ext cx="2803743" cy="51435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1A08B940-179C-41CD-BB49-50181EC921C5}"/>
              </a:ext>
            </a:extLst>
          </p:cNvPr>
          <p:cNvSpPr txBox="1">
            <a:spLocks noChangeArrowheads="1"/>
          </p:cNvSpPr>
          <p:nvPr/>
        </p:nvSpPr>
        <p:spPr bwMode="auto">
          <a:xfrm>
            <a:off x="-4220" y="1344708"/>
            <a:ext cx="2913651" cy="4916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a:lnSpc>
                <a:spcPts val="3075"/>
              </a:lnSpc>
              <a:spcBef>
                <a:spcPct val="0"/>
              </a:spcBef>
              <a:buNone/>
            </a:pPr>
            <a:r>
              <a:rPr lang="en-US" altLang="ru-RU" sz="3000" dirty="0">
                <a:solidFill>
                  <a:schemeClr val="accent2">
                    <a:lumMod val="75000"/>
                  </a:schemeClr>
                </a:solidFill>
                <a:latin typeface="Raleway ExtraBold" panose="020B0903030101060003" pitchFamily="34" charset="0"/>
              </a:rPr>
              <a:t>Methodology </a:t>
            </a:r>
          </a:p>
        </p:txBody>
      </p:sp>
      <p:sp>
        <p:nvSpPr>
          <p:cNvPr id="8" name="Подзаголовок 2">
            <a:extLst>
              <a:ext uri="{FF2B5EF4-FFF2-40B4-BE49-F238E27FC236}">
                <a16:creationId xmlns:a16="http://schemas.microsoft.com/office/drawing/2014/main" id="{CBDC2927-E90F-407B-B2F1-76837D30B7F3}"/>
              </a:ext>
            </a:extLst>
          </p:cNvPr>
          <p:cNvSpPr txBox="1">
            <a:spLocks/>
          </p:cNvSpPr>
          <p:nvPr/>
        </p:nvSpPr>
        <p:spPr>
          <a:xfrm>
            <a:off x="110538" y="2562981"/>
            <a:ext cx="2294334" cy="2109604"/>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sz="1050" dirty="0">
                <a:solidFill>
                  <a:schemeClr val="tx1">
                    <a:lumMod val="95000"/>
                    <a:lumOff val="5000"/>
                  </a:schemeClr>
                </a:solidFill>
                <a:latin typeface="Segoe UI" panose="020B0502040204020203" pitchFamily="34" charset="0"/>
                <a:cs typeface="Segoe UI" panose="020B0502040204020203" pitchFamily="34" charset="0"/>
              </a:rPr>
              <a:t>When recommending an Agile execution approach, Synectiks considers the following core activities and concepts to be the most critical to the success of project execution. While we are willing to be flexible on our execution approach, we believe that eliminating these activities reduces the effectiveness of the agile approach.</a:t>
            </a:r>
          </a:p>
        </p:txBody>
      </p:sp>
      <p:sp>
        <p:nvSpPr>
          <p:cNvPr id="16" name="TextBox 15">
            <a:extLst>
              <a:ext uri="{FF2B5EF4-FFF2-40B4-BE49-F238E27FC236}">
                <a16:creationId xmlns:a16="http://schemas.microsoft.com/office/drawing/2014/main" id="{E64B8C39-A285-4958-B3A7-39947DFA1D14}"/>
              </a:ext>
            </a:extLst>
          </p:cNvPr>
          <p:cNvSpPr txBox="1">
            <a:spLocks noChangeArrowheads="1"/>
          </p:cNvSpPr>
          <p:nvPr/>
        </p:nvSpPr>
        <p:spPr bwMode="auto">
          <a:xfrm>
            <a:off x="3123353" y="29319"/>
            <a:ext cx="5422058" cy="6924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algn="ctr" eaLnBrk="1" hangingPunct="1">
              <a:lnSpc>
                <a:spcPct val="100000"/>
              </a:lnSpc>
              <a:spcBef>
                <a:spcPct val="0"/>
              </a:spcBef>
              <a:buFontTx/>
              <a:buNone/>
            </a:pPr>
            <a:r>
              <a:rPr lang="en-US" altLang="ru-RU" sz="2700" dirty="0">
                <a:latin typeface="Raleway ExtraBold" panose="020B0903030101060003" pitchFamily="34" charset="0"/>
              </a:rPr>
              <a:t>Process &amp; Approaches</a:t>
            </a:r>
          </a:p>
          <a:p>
            <a:pPr algn="r" eaLnBrk="1" hangingPunct="1">
              <a:lnSpc>
                <a:spcPct val="100000"/>
              </a:lnSpc>
              <a:spcBef>
                <a:spcPct val="0"/>
              </a:spcBef>
              <a:buFontTx/>
              <a:buNone/>
            </a:pPr>
            <a:endParaRPr lang="en-US" altLang="ru-RU" sz="1200" dirty="0">
              <a:latin typeface="Raleway ExtraBold" panose="020B0903030101060003" pitchFamily="34" charset="0"/>
            </a:endParaRPr>
          </a:p>
        </p:txBody>
      </p:sp>
      <p:grpSp>
        <p:nvGrpSpPr>
          <p:cNvPr id="65" name="Group 64">
            <a:extLst>
              <a:ext uri="{FF2B5EF4-FFF2-40B4-BE49-F238E27FC236}">
                <a16:creationId xmlns:a16="http://schemas.microsoft.com/office/drawing/2014/main" id="{2C7DD8AD-AEF8-4235-A84A-ABC99C225622}"/>
              </a:ext>
            </a:extLst>
          </p:cNvPr>
          <p:cNvGrpSpPr/>
          <p:nvPr/>
        </p:nvGrpSpPr>
        <p:grpSpPr>
          <a:xfrm>
            <a:off x="2779776" y="1342692"/>
            <a:ext cx="6364224" cy="3748855"/>
            <a:chOff x="230185" y="1885861"/>
            <a:chExt cx="8686803" cy="2743289"/>
          </a:xfrm>
        </p:grpSpPr>
        <p:sp>
          <p:nvSpPr>
            <p:cNvPr id="66" name="Rectangle 256">
              <a:extLst>
                <a:ext uri="{FF2B5EF4-FFF2-40B4-BE49-F238E27FC236}">
                  <a16:creationId xmlns:a16="http://schemas.microsoft.com/office/drawing/2014/main" id="{3B24C640-E013-456A-881B-2027C53FC852}"/>
                </a:ext>
              </a:extLst>
            </p:cNvPr>
            <p:cNvSpPr>
              <a:spLocks noChangeArrowheads="1"/>
            </p:cNvSpPr>
            <p:nvPr/>
          </p:nvSpPr>
          <p:spPr bwMode="auto">
            <a:xfrm flipH="1">
              <a:off x="673397" y="3366086"/>
              <a:ext cx="8229600" cy="1253162"/>
            </a:xfrm>
            <a:prstGeom prst="rect">
              <a:avLst/>
            </a:prstGeom>
            <a:solidFill>
              <a:srgbClr val="00B0F0"/>
            </a:solidFill>
            <a:ln w="12700">
              <a:noFill/>
              <a:miter lim="800000"/>
              <a:headEnd/>
              <a:tailEnd/>
            </a:ln>
          </p:spPr>
          <p:txBody>
            <a:bodyPr wrap="none" anchor="ctr">
              <a:noAutofit/>
            </a:bodyPr>
            <a:lstStyle/>
            <a:p>
              <a:endParaRPr lang="en-US" sz="1125" b="1" dirty="0">
                <a:solidFill>
                  <a:srgbClr val="4D4D4D"/>
                </a:solidFill>
              </a:endParaRPr>
            </a:p>
          </p:txBody>
        </p:sp>
        <p:sp>
          <p:nvSpPr>
            <p:cNvPr id="67" name="Pentagon 10">
              <a:extLst>
                <a:ext uri="{FF2B5EF4-FFF2-40B4-BE49-F238E27FC236}">
                  <a16:creationId xmlns:a16="http://schemas.microsoft.com/office/drawing/2014/main" id="{2847BC25-7953-4843-9436-EFC4F7376898}"/>
                </a:ext>
              </a:extLst>
            </p:cNvPr>
            <p:cNvSpPr/>
            <p:nvPr/>
          </p:nvSpPr>
          <p:spPr>
            <a:xfrm>
              <a:off x="673395" y="1885861"/>
              <a:ext cx="2050537" cy="214497"/>
            </a:xfrm>
            <a:prstGeom prst="homePlat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lIns="51433" tIns="25717" rIns="51433" bIns="25717" rtlCol="0" anchor="ctr"/>
            <a:lstStyle/>
            <a:p>
              <a:pPr algn="ctr" defTabSz="342892"/>
              <a:endParaRPr lang="en-US" sz="1350" dirty="0">
                <a:solidFill>
                  <a:srgbClr val="FFFFFF"/>
                </a:solidFill>
              </a:endParaRPr>
            </a:p>
          </p:txBody>
        </p:sp>
        <p:sp>
          <p:nvSpPr>
            <p:cNvPr id="68" name="Text Placeholder 12">
              <a:extLst>
                <a:ext uri="{FF2B5EF4-FFF2-40B4-BE49-F238E27FC236}">
                  <a16:creationId xmlns:a16="http://schemas.microsoft.com/office/drawing/2014/main" id="{5A260B9F-F9C7-42F0-9D8C-21AE6CAA8658}"/>
                </a:ext>
              </a:extLst>
            </p:cNvPr>
            <p:cNvSpPr txBox="1">
              <a:spLocks/>
            </p:cNvSpPr>
            <p:nvPr/>
          </p:nvSpPr>
          <p:spPr>
            <a:xfrm>
              <a:off x="709224" y="1885861"/>
              <a:ext cx="1900407" cy="217926"/>
            </a:xfrm>
            <a:prstGeom prst="rect">
              <a:avLst/>
            </a:prstGeom>
          </p:spPr>
          <p:txBody>
            <a:bodyPr vert="horz" lIns="0" tIns="0" rIns="0" bIns="0" rtlCol="0" anchor="ctr" anchorCtr="0">
              <a:noAutofit/>
            </a:bodyPr>
            <a:lstStyle>
              <a:lvl1pPr marL="0" indent="0" algn="r" defTabSz="457200" rtl="0" eaLnBrk="1" latinLnBrk="0" hangingPunct="1">
                <a:spcBef>
                  <a:spcPts val="0"/>
                </a:spcBef>
                <a:buSzPct val="75000"/>
                <a:buFontTx/>
                <a:buNone/>
                <a:defRPr sz="1500" kern="1200" baseline="0">
                  <a:solidFill>
                    <a:schemeClr val="bg1"/>
                  </a:solidFill>
                  <a:latin typeface="Arial"/>
                  <a:ea typeface="+mn-ea"/>
                  <a:cs typeface="+mn-cs"/>
                </a:defRPr>
              </a:lvl1pPr>
              <a:lvl2pPr marL="233363" indent="-233363" algn="l" defTabSz="457200" rtl="0" eaLnBrk="1" latinLnBrk="0" hangingPunct="1">
                <a:spcBef>
                  <a:spcPct val="20000"/>
                </a:spcBef>
                <a:buClr>
                  <a:srgbClr val="DA291C"/>
                </a:buClr>
                <a:buSzPct val="80000"/>
                <a:buFont typeface="Wingdings" panose="05000000000000000000" pitchFamily="2" charset="2"/>
                <a:buChar char="u"/>
                <a:defRPr sz="1200" kern="1200">
                  <a:solidFill>
                    <a:schemeClr val="tx1"/>
                  </a:solidFill>
                  <a:latin typeface="Arial"/>
                  <a:ea typeface="+mn-ea"/>
                  <a:cs typeface="+mn-cs"/>
                </a:defRPr>
              </a:lvl2pPr>
              <a:lvl3pPr marL="461963" indent="-228600" algn="l" defTabSz="457200" rtl="0" eaLnBrk="1" latinLnBrk="0" hangingPunct="1">
                <a:spcBef>
                  <a:spcPct val="20000"/>
                </a:spcBef>
                <a:buFont typeface="Arial" panose="020B0604020202020204" pitchFamily="34" charset="0"/>
                <a:buChar char="–"/>
                <a:defRPr sz="1200" kern="1200">
                  <a:solidFill>
                    <a:schemeClr val="tx1"/>
                  </a:solidFill>
                  <a:latin typeface="Arial"/>
                  <a:ea typeface="+mn-ea"/>
                  <a:cs typeface="+mn-cs"/>
                </a:defRPr>
              </a:lvl3pPr>
              <a:lvl4pPr marL="685800" indent="-228600" algn="l" defTabSz="457200" rtl="0" eaLnBrk="1" latinLnBrk="0" hangingPunct="1">
                <a:spcBef>
                  <a:spcPct val="20000"/>
                </a:spcBef>
                <a:buClr>
                  <a:srgbClr val="919D9D"/>
                </a:buClr>
                <a:buFont typeface="Arial" panose="020B0604020202020204" pitchFamily="34" charset="0"/>
                <a:buChar char="■"/>
                <a:defRPr sz="1200" kern="1200">
                  <a:solidFill>
                    <a:schemeClr val="tx1"/>
                  </a:solidFill>
                  <a:latin typeface="Arial"/>
                  <a:ea typeface="+mn-ea"/>
                  <a:cs typeface="+mn-cs"/>
                </a:defRPr>
              </a:lvl4pPr>
              <a:lvl5pPr marL="909638" indent="-219075" algn="l" defTabSz="457200" rtl="0" eaLnBrk="1" latinLnBrk="0" hangingPunct="1">
                <a:spcBef>
                  <a:spcPct val="20000"/>
                </a:spcBef>
                <a:buFont typeface="Arial"/>
                <a:buChar char="»"/>
                <a:defRPr sz="12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750" dirty="0"/>
                <a:t>Release plan / product backlog</a:t>
              </a:r>
            </a:p>
          </p:txBody>
        </p:sp>
        <p:sp>
          <p:nvSpPr>
            <p:cNvPr id="69" name="Chevron 12">
              <a:extLst>
                <a:ext uri="{FF2B5EF4-FFF2-40B4-BE49-F238E27FC236}">
                  <a16:creationId xmlns:a16="http://schemas.microsoft.com/office/drawing/2014/main" id="{37ABA2E3-A7C3-4D65-9177-296BA25D8F2C}"/>
                </a:ext>
              </a:extLst>
            </p:cNvPr>
            <p:cNvSpPr/>
            <p:nvPr/>
          </p:nvSpPr>
          <p:spPr>
            <a:xfrm>
              <a:off x="2685324" y="1885861"/>
              <a:ext cx="2112125" cy="228600"/>
            </a:xfrm>
            <a:prstGeom prst="chevron">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lIns="51433" tIns="25717" rIns="51433" bIns="25717" rtlCol="0" anchor="ctr"/>
            <a:lstStyle/>
            <a:p>
              <a:pPr defTabSz="342892"/>
              <a:endParaRPr lang="en-US" sz="1350" dirty="0">
                <a:solidFill>
                  <a:srgbClr val="000000"/>
                </a:solidFill>
              </a:endParaRPr>
            </a:p>
          </p:txBody>
        </p:sp>
        <p:sp>
          <p:nvSpPr>
            <p:cNvPr id="70" name="Text Placeholder 12">
              <a:extLst>
                <a:ext uri="{FF2B5EF4-FFF2-40B4-BE49-F238E27FC236}">
                  <a16:creationId xmlns:a16="http://schemas.microsoft.com/office/drawing/2014/main" id="{02BCA679-0832-4A20-B636-60599DBB3C65}"/>
                </a:ext>
              </a:extLst>
            </p:cNvPr>
            <p:cNvSpPr txBox="1">
              <a:spLocks/>
            </p:cNvSpPr>
            <p:nvPr/>
          </p:nvSpPr>
          <p:spPr>
            <a:xfrm>
              <a:off x="2718041" y="1885861"/>
              <a:ext cx="1965108" cy="228600"/>
            </a:xfrm>
            <a:prstGeom prst="rect">
              <a:avLst/>
            </a:prstGeom>
          </p:spPr>
          <p:txBody>
            <a:bodyPr vert="horz" lIns="0" tIns="0" rIns="0" bIns="0" rtlCol="0" anchor="ctr" anchorCtr="0">
              <a:noAutofit/>
            </a:bodyPr>
            <a:lstStyle>
              <a:lvl1pPr marL="0" indent="0" algn="r" defTabSz="457200" rtl="0" eaLnBrk="1" latinLnBrk="0" hangingPunct="1">
                <a:spcBef>
                  <a:spcPts val="0"/>
                </a:spcBef>
                <a:buSzPct val="75000"/>
                <a:buFontTx/>
                <a:buNone/>
                <a:defRPr sz="1500" kern="1200" baseline="0">
                  <a:solidFill>
                    <a:schemeClr val="bg1"/>
                  </a:solidFill>
                  <a:latin typeface="Arial"/>
                  <a:ea typeface="+mn-ea"/>
                  <a:cs typeface="+mn-cs"/>
                </a:defRPr>
              </a:lvl1pPr>
              <a:lvl2pPr marL="233363" indent="-233363" algn="l" defTabSz="457200" rtl="0" eaLnBrk="1" latinLnBrk="0" hangingPunct="1">
                <a:spcBef>
                  <a:spcPct val="20000"/>
                </a:spcBef>
                <a:buClr>
                  <a:srgbClr val="DA291C"/>
                </a:buClr>
                <a:buSzPct val="80000"/>
                <a:buFont typeface="Wingdings" panose="05000000000000000000" pitchFamily="2" charset="2"/>
                <a:buChar char="u"/>
                <a:defRPr sz="1200" kern="1200">
                  <a:solidFill>
                    <a:schemeClr val="tx1"/>
                  </a:solidFill>
                  <a:latin typeface="Arial"/>
                  <a:ea typeface="+mn-ea"/>
                  <a:cs typeface="+mn-cs"/>
                </a:defRPr>
              </a:lvl2pPr>
              <a:lvl3pPr marL="461963" indent="-228600" algn="l" defTabSz="457200" rtl="0" eaLnBrk="1" latinLnBrk="0" hangingPunct="1">
                <a:spcBef>
                  <a:spcPct val="20000"/>
                </a:spcBef>
                <a:buFont typeface="Arial" panose="020B0604020202020204" pitchFamily="34" charset="0"/>
                <a:buChar char="–"/>
                <a:defRPr sz="1200" kern="1200">
                  <a:solidFill>
                    <a:schemeClr val="tx1"/>
                  </a:solidFill>
                  <a:latin typeface="Arial"/>
                  <a:ea typeface="+mn-ea"/>
                  <a:cs typeface="+mn-cs"/>
                </a:defRPr>
              </a:lvl3pPr>
              <a:lvl4pPr marL="685800" indent="-228600" algn="l" defTabSz="457200" rtl="0" eaLnBrk="1" latinLnBrk="0" hangingPunct="1">
                <a:spcBef>
                  <a:spcPct val="20000"/>
                </a:spcBef>
                <a:buClr>
                  <a:srgbClr val="919D9D"/>
                </a:buClr>
                <a:buFont typeface="Arial" panose="020B0604020202020204" pitchFamily="34" charset="0"/>
                <a:buChar char="■"/>
                <a:defRPr sz="1200" kern="1200">
                  <a:solidFill>
                    <a:schemeClr val="tx1"/>
                  </a:solidFill>
                  <a:latin typeface="Arial"/>
                  <a:ea typeface="+mn-ea"/>
                  <a:cs typeface="+mn-cs"/>
                </a:defRPr>
              </a:lvl4pPr>
              <a:lvl5pPr marL="909638" indent="-219075" algn="l" defTabSz="457200" rtl="0" eaLnBrk="1" latinLnBrk="0" hangingPunct="1">
                <a:spcBef>
                  <a:spcPct val="20000"/>
                </a:spcBef>
                <a:buFont typeface="Arial"/>
                <a:buChar char="»"/>
                <a:defRPr sz="12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ctr"/>
              <a:r>
                <a:rPr lang="en-US" sz="750" dirty="0"/>
                <a:t>Sprint backlog</a:t>
              </a:r>
            </a:p>
          </p:txBody>
        </p:sp>
        <p:sp>
          <p:nvSpPr>
            <p:cNvPr id="71" name="Chevron 14">
              <a:extLst>
                <a:ext uri="{FF2B5EF4-FFF2-40B4-BE49-F238E27FC236}">
                  <a16:creationId xmlns:a16="http://schemas.microsoft.com/office/drawing/2014/main" id="{C160150C-D6AA-42C5-8A23-121491D6B65A}"/>
                </a:ext>
              </a:extLst>
            </p:cNvPr>
            <p:cNvSpPr/>
            <p:nvPr/>
          </p:nvSpPr>
          <p:spPr>
            <a:xfrm>
              <a:off x="4758842" y="1885861"/>
              <a:ext cx="2125841" cy="228600"/>
            </a:xfrm>
            <a:prstGeom prst="chevron">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lIns="51433" tIns="25717" rIns="51433" bIns="25717" rtlCol="0" anchor="ctr"/>
            <a:lstStyle/>
            <a:p>
              <a:pPr defTabSz="342892"/>
              <a:endParaRPr lang="en-US" sz="1350" dirty="0">
                <a:solidFill>
                  <a:srgbClr val="000000"/>
                </a:solidFill>
              </a:endParaRPr>
            </a:p>
          </p:txBody>
        </p:sp>
        <p:sp>
          <p:nvSpPr>
            <p:cNvPr id="72" name="Text Placeholder 12">
              <a:extLst>
                <a:ext uri="{FF2B5EF4-FFF2-40B4-BE49-F238E27FC236}">
                  <a16:creationId xmlns:a16="http://schemas.microsoft.com/office/drawing/2014/main" id="{40F39DEB-0C0D-4BBA-9958-2B0BF97FFA55}"/>
                </a:ext>
              </a:extLst>
            </p:cNvPr>
            <p:cNvSpPr txBox="1">
              <a:spLocks/>
            </p:cNvSpPr>
            <p:nvPr/>
          </p:nvSpPr>
          <p:spPr>
            <a:xfrm>
              <a:off x="5269930" y="1885861"/>
              <a:ext cx="1500453" cy="217926"/>
            </a:xfrm>
            <a:prstGeom prst="rect">
              <a:avLst/>
            </a:prstGeom>
          </p:spPr>
          <p:txBody>
            <a:bodyPr vert="horz" lIns="0" tIns="0" rIns="0" bIns="0" rtlCol="0" anchor="ctr" anchorCtr="0">
              <a:noAutofit/>
            </a:bodyPr>
            <a:lstStyle>
              <a:lvl1pPr marL="0" indent="0" algn="r" defTabSz="457200" rtl="0" eaLnBrk="1" latinLnBrk="0" hangingPunct="1">
                <a:spcBef>
                  <a:spcPts val="0"/>
                </a:spcBef>
                <a:buSzPct val="75000"/>
                <a:buFontTx/>
                <a:buNone/>
                <a:defRPr sz="1500" kern="1200" baseline="0">
                  <a:solidFill>
                    <a:schemeClr val="bg1"/>
                  </a:solidFill>
                  <a:latin typeface="Arial"/>
                  <a:ea typeface="+mn-ea"/>
                  <a:cs typeface="+mn-cs"/>
                </a:defRPr>
              </a:lvl1pPr>
              <a:lvl2pPr marL="233363" indent="-233363" algn="l" defTabSz="457200" rtl="0" eaLnBrk="1" latinLnBrk="0" hangingPunct="1">
                <a:spcBef>
                  <a:spcPct val="20000"/>
                </a:spcBef>
                <a:buClr>
                  <a:srgbClr val="DA291C"/>
                </a:buClr>
                <a:buSzPct val="80000"/>
                <a:buFont typeface="Wingdings" panose="05000000000000000000" pitchFamily="2" charset="2"/>
                <a:buChar char="u"/>
                <a:defRPr sz="1200" kern="1200">
                  <a:solidFill>
                    <a:schemeClr val="tx1"/>
                  </a:solidFill>
                  <a:latin typeface="Arial"/>
                  <a:ea typeface="+mn-ea"/>
                  <a:cs typeface="+mn-cs"/>
                </a:defRPr>
              </a:lvl2pPr>
              <a:lvl3pPr marL="461963" indent="-228600" algn="l" defTabSz="457200" rtl="0" eaLnBrk="1" latinLnBrk="0" hangingPunct="1">
                <a:spcBef>
                  <a:spcPct val="20000"/>
                </a:spcBef>
                <a:buFont typeface="Arial" panose="020B0604020202020204" pitchFamily="34" charset="0"/>
                <a:buChar char="–"/>
                <a:defRPr sz="1200" kern="1200">
                  <a:solidFill>
                    <a:schemeClr val="tx1"/>
                  </a:solidFill>
                  <a:latin typeface="Arial"/>
                  <a:ea typeface="+mn-ea"/>
                  <a:cs typeface="+mn-cs"/>
                </a:defRPr>
              </a:lvl3pPr>
              <a:lvl4pPr marL="685800" indent="-228600" algn="l" defTabSz="457200" rtl="0" eaLnBrk="1" latinLnBrk="0" hangingPunct="1">
                <a:spcBef>
                  <a:spcPct val="20000"/>
                </a:spcBef>
                <a:buClr>
                  <a:srgbClr val="919D9D"/>
                </a:buClr>
                <a:buFont typeface="Arial" panose="020B0604020202020204" pitchFamily="34" charset="0"/>
                <a:buChar char="■"/>
                <a:defRPr sz="1200" kern="1200">
                  <a:solidFill>
                    <a:schemeClr val="tx1"/>
                  </a:solidFill>
                  <a:latin typeface="Arial"/>
                  <a:ea typeface="+mn-ea"/>
                  <a:cs typeface="+mn-cs"/>
                </a:defRPr>
              </a:lvl4pPr>
              <a:lvl5pPr marL="909638" indent="-219075" algn="l" defTabSz="457200" rtl="0" eaLnBrk="1" latinLnBrk="0" hangingPunct="1">
                <a:spcBef>
                  <a:spcPct val="20000"/>
                </a:spcBef>
                <a:buFont typeface="Arial"/>
                <a:buChar char="»"/>
                <a:defRPr sz="12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l"/>
              <a:r>
                <a:rPr lang="en-US" sz="750" dirty="0"/>
                <a:t>Sprint goal</a:t>
              </a:r>
            </a:p>
          </p:txBody>
        </p:sp>
        <p:grpSp>
          <p:nvGrpSpPr>
            <p:cNvPr id="73" name="Group 72">
              <a:extLst>
                <a:ext uri="{FF2B5EF4-FFF2-40B4-BE49-F238E27FC236}">
                  <a16:creationId xmlns:a16="http://schemas.microsoft.com/office/drawing/2014/main" id="{C9A64970-01BA-49BC-ABB9-4B4D850E2B45}"/>
                </a:ext>
              </a:extLst>
            </p:cNvPr>
            <p:cNvGrpSpPr/>
            <p:nvPr/>
          </p:nvGrpSpPr>
          <p:grpSpPr>
            <a:xfrm>
              <a:off x="6884683" y="1885861"/>
              <a:ext cx="2032305" cy="228600"/>
              <a:chOff x="6774246" y="1885861"/>
              <a:chExt cx="2142743" cy="228600"/>
            </a:xfrm>
            <a:solidFill>
              <a:srgbClr val="919D9D"/>
            </a:solidFill>
          </p:grpSpPr>
          <p:sp>
            <p:nvSpPr>
              <p:cNvPr id="85" name="Chevron 28">
                <a:extLst>
                  <a:ext uri="{FF2B5EF4-FFF2-40B4-BE49-F238E27FC236}">
                    <a16:creationId xmlns:a16="http://schemas.microsoft.com/office/drawing/2014/main" id="{06DB56EB-9A54-4542-ADD7-CD184297F045}"/>
                  </a:ext>
                </a:extLst>
              </p:cNvPr>
              <p:cNvSpPr/>
              <p:nvPr/>
            </p:nvSpPr>
            <p:spPr>
              <a:xfrm>
                <a:off x="6774246" y="1885861"/>
                <a:ext cx="2142743" cy="228600"/>
              </a:xfrm>
              <a:prstGeom prst="chevron">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lIns="51433" tIns="25717" rIns="51433" bIns="25717" rtlCol="0" anchor="ctr"/>
              <a:lstStyle/>
              <a:p>
                <a:pPr algn="ctr" defTabSz="342892"/>
                <a:endParaRPr lang="en-US" sz="1350" dirty="0">
                  <a:solidFill>
                    <a:srgbClr val="000000"/>
                  </a:solidFill>
                </a:endParaRPr>
              </a:p>
            </p:txBody>
          </p:sp>
          <p:sp>
            <p:nvSpPr>
              <p:cNvPr id="86" name="Text Placeholder 12">
                <a:extLst>
                  <a:ext uri="{FF2B5EF4-FFF2-40B4-BE49-F238E27FC236}">
                    <a16:creationId xmlns:a16="http://schemas.microsoft.com/office/drawing/2014/main" id="{1A527340-F2F9-433F-B2B1-D5F8AE5EEEB8}"/>
                  </a:ext>
                </a:extLst>
              </p:cNvPr>
              <p:cNvSpPr txBox="1">
                <a:spLocks/>
              </p:cNvSpPr>
              <p:nvPr/>
            </p:nvSpPr>
            <p:spPr>
              <a:xfrm>
                <a:off x="8526640" y="1885861"/>
                <a:ext cx="390348" cy="228600"/>
              </a:xfrm>
              <a:prstGeom prst="rect">
                <a:avLst/>
              </a:prstGeom>
              <a:solidFill>
                <a:srgbClr val="4472C4"/>
              </a:solidFill>
            </p:spPr>
            <p:txBody>
              <a:bodyPr tIns="68580" bIns="68580" anchor="ctr" anchorCtr="0"/>
              <a:lstStyle>
                <a:lvl1pPr marL="342900" indent="-342900" algn="l" defTabSz="457200" rtl="0" eaLnBrk="1" latinLnBrk="0" hangingPunct="1">
                  <a:spcBef>
                    <a:spcPct val="20000"/>
                  </a:spcBef>
                  <a:buSzPct val="75000"/>
                  <a:buFont typeface="Wingdings" panose="05000000000000000000" pitchFamily="2" charset="2"/>
                  <a:buChar char="u"/>
                  <a:defRPr sz="2400" kern="1200">
                    <a:solidFill>
                      <a:schemeClr val="tx1"/>
                    </a:solidFill>
                    <a:latin typeface="Arial"/>
                    <a:ea typeface="+mn-ea"/>
                    <a:cs typeface="+mn-cs"/>
                  </a:defRPr>
                </a:lvl1pPr>
                <a:lvl2pPr marL="742950" indent="-285750" algn="l" defTabSz="457200" rtl="0" eaLnBrk="1" latinLnBrk="0" hangingPunct="1">
                  <a:spcBef>
                    <a:spcPct val="20000"/>
                  </a:spcBef>
                  <a:buFont typeface="Arial"/>
                  <a:buChar char="–"/>
                  <a:defRPr sz="2000" kern="1200">
                    <a:solidFill>
                      <a:schemeClr val="tx1"/>
                    </a:solidFill>
                    <a:latin typeface="Arial"/>
                    <a:ea typeface="+mn-ea"/>
                    <a:cs typeface="+mn-cs"/>
                  </a:defRPr>
                </a:lvl2pPr>
                <a:lvl3pPr marL="1143000" indent="-228600" algn="l" defTabSz="457200" rtl="0" eaLnBrk="1" latinLnBrk="0" hangingPunct="1">
                  <a:spcBef>
                    <a:spcPct val="20000"/>
                  </a:spcBef>
                  <a:buFont typeface="Arial" panose="020B0604020202020204" pitchFamily="34" charset="0"/>
                  <a:buChar char="■"/>
                  <a:defRPr sz="1800" kern="1200">
                    <a:solidFill>
                      <a:schemeClr val="tx1"/>
                    </a:solidFill>
                    <a:latin typeface="Arial"/>
                    <a:ea typeface="+mn-ea"/>
                    <a:cs typeface="+mn-cs"/>
                  </a:defRPr>
                </a:lvl3pPr>
                <a:lvl4pPr marL="1600200" indent="-228600" algn="l" defTabSz="457200" rtl="0" eaLnBrk="1" latinLnBrk="0" hangingPunct="1">
                  <a:spcBef>
                    <a:spcPct val="20000"/>
                  </a:spcBef>
                  <a:buFont typeface="Arial"/>
                  <a:buChar char="–"/>
                  <a:defRPr sz="1600" kern="1200">
                    <a:solidFill>
                      <a:schemeClr val="tx1"/>
                    </a:solidFill>
                    <a:latin typeface="Arial"/>
                    <a:ea typeface="+mn-ea"/>
                    <a:cs typeface="+mn-cs"/>
                  </a:defRPr>
                </a:lvl4pPr>
                <a:lvl5pPr marL="2057400" indent="-228600" algn="l" defTabSz="457200" rtl="0" eaLnBrk="1" latinLnBrk="0" hangingPunct="1">
                  <a:spcBef>
                    <a:spcPct val="20000"/>
                  </a:spcBef>
                  <a:buFont typeface="Arial"/>
                  <a:buChar char="»"/>
                  <a:defRPr sz="14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endParaRPr lang="en-US" sz="750" dirty="0">
                  <a:solidFill>
                    <a:schemeClr val="bg1"/>
                  </a:solidFill>
                </a:endParaRPr>
              </a:p>
            </p:txBody>
          </p:sp>
        </p:grpSp>
        <p:sp>
          <p:nvSpPr>
            <p:cNvPr id="74" name="Text Placeholder 12">
              <a:extLst>
                <a:ext uri="{FF2B5EF4-FFF2-40B4-BE49-F238E27FC236}">
                  <a16:creationId xmlns:a16="http://schemas.microsoft.com/office/drawing/2014/main" id="{1B7FC394-33D0-484D-B153-EFB1ADA7E3B9}"/>
                </a:ext>
              </a:extLst>
            </p:cNvPr>
            <p:cNvSpPr txBox="1">
              <a:spLocks/>
            </p:cNvSpPr>
            <p:nvPr/>
          </p:nvSpPr>
          <p:spPr>
            <a:xfrm>
              <a:off x="7257207" y="1885861"/>
              <a:ext cx="1545481" cy="228600"/>
            </a:xfrm>
            <a:prstGeom prst="rect">
              <a:avLst/>
            </a:prstGeom>
          </p:spPr>
          <p:txBody>
            <a:bodyPr vert="horz" lIns="0" tIns="0" rIns="0" bIns="0" rtlCol="0" anchor="ctr" anchorCtr="0">
              <a:noAutofit/>
            </a:bodyPr>
            <a:lstStyle>
              <a:lvl1pPr marL="0" indent="0" algn="r" defTabSz="457200" rtl="0" eaLnBrk="1" latinLnBrk="0" hangingPunct="1">
                <a:spcBef>
                  <a:spcPts val="0"/>
                </a:spcBef>
                <a:buSzPct val="75000"/>
                <a:buFontTx/>
                <a:buNone/>
                <a:defRPr sz="1500" kern="1200" baseline="0">
                  <a:solidFill>
                    <a:schemeClr val="bg1"/>
                  </a:solidFill>
                  <a:latin typeface="Arial"/>
                  <a:ea typeface="+mn-ea"/>
                  <a:cs typeface="+mn-cs"/>
                </a:defRPr>
              </a:lvl1pPr>
              <a:lvl2pPr marL="233363" indent="-233363" algn="l" defTabSz="457200" rtl="0" eaLnBrk="1" latinLnBrk="0" hangingPunct="1">
                <a:spcBef>
                  <a:spcPct val="20000"/>
                </a:spcBef>
                <a:buClr>
                  <a:srgbClr val="DA291C"/>
                </a:buClr>
                <a:buSzPct val="80000"/>
                <a:buFont typeface="Wingdings" panose="05000000000000000000" pitchFamily="2" charset="2"/>
                <a:buChar char="u"/>
                <a:defRPr sz="1200" kern="1200">
                  <a:solidFill>
                    <a:schemeClr val="tx1"/>
                  </a:solidFill>
                  <a:latin typeface="Arial"/>
                  <a:ea typeface="+mn-ea"/>
                  <a:cs typeface="+mn-cs"/>
                </a:defRPr>
              </a:lvl2pPr>
              <a:lvl3pPr marL="461963" indent="-228600" algn="l" defTabSz="457200" rtl="0" eaLnBrk="1" latinLnBrk="0" hangingPunct="1">
                <a:spcBef>
                  <a:spcPct val="20000"/>
                </a:spcBef>
                <a:buFont typeface="Arial" panose="020B0604020202020204" pitchFamily="34" charset="0"/>
                <a:buChar char="–"/>
                <a:defRPr sz="1200" kern="1200">
                  <a:solidFill>
                    <a:schemeClr val="tx1"/>
                  </a:solidFill>
                  <a:latin typeface="Arial"/>
                  <a:ea typeface="+mn-ea"/>
                  <a:cs typeface="+mn-cs"/>
                </a:defRPr>
              </a:lvl3pPr>
              <a:lvl4pPr marL="685800" indent="-228600" algn="l" defTabSz="457200" rtl="0" eaLnBrk="1" latinLnBrk="0" hangingPunct="1">
                <a:spcBef>
                  <a:spcPct val="20000"/>
                </a:spcBef>
                <a:buClr>
                  <a:srgbClr val="919D9D"/>
                </a:buClr>
                <a:buFont typeface="Arial" panose="020B0604020202020204" pitchFamily="34" charset="0"/>
                <a:buChar char="■"/>
                <a:defRPr sz="1200" kern="1200">
                  <a:solidFill>
                    <a:schemeClr val="tx1"/>
                  </a:solidFill>
                  <a:latin typeface="Arial"/>
                  <a:ea typeface="+mn-ea"/>
                  <a:cs typeface="+mn-cs"/>
                </a:defRPr>
              </a:lvl4pPr>
              <a:lvl5pPr marL="909638" indent="-219075" algn="l" defTabSz="457200" rtl="0" eaLnBrk="1" latinLnBrk="0" hangingPunct="1">
                <a:spcBef>
                  <a:spcPct val="20000"/>
                </a:spcBef>
                <a:buFont typeface="Arial"/>
                <a:buChar char="»"/>
                <a:defRPr sz="12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l"/>
              <a:r>
                <a:rPr lang="en-US" sz="750" dirty="0"/>
                <a:t>Sprint closure</a:t>
              </a:r>
            </a:p>
          </p:txBody>
        </p:sp>
        <p:sp>
          <p:nvSpPr>
            <p:cNvPr id="75" name="Text Placeholder 14">
              <a:extLst>
                <a:ext uri="{FF2B5EF4-FFF2-40B4-BE49-F238E27FC236}">
                  <a16:creationId xmlns:a16="http://schemas.microsoft.com/office/drawing/2014/main" id="{8B2C581F-0E58-4B18-BCCF-6BB072555007}"/>
                </a:ext>
              </a:extLst>
            </p:cNvPr>
            <p:cNvSpPr txBox="1">
              <a:spLocks/>
            </p:cNvSpPr>
            <p:nvPr/>
          </p:nvSpPr>
          <p:spPr>
            <a:xfrm>
              <a:off x="673394" y="2198651"/>
              <a:ext cx="1978415" cy="1167435"/>
            </a:xfrm>
            <a:prstGeom prst="rect">
              <a:avLst/>
            </a:prstGeom>
          </p:spPr>
          <p:txBody>
            <a:bodyPr lIns="68580" tIns="0" rIns="68580" bIns="0"/>
            <a:lstStyle>
              <a:lvl1pPr marL="342900" indent="-342900" algn="l" defTabSz="457200" rtl="0" eaLnBrk="1" latinLnBrk="0" hangingPunct="1">
                <a:spcBef>
                  <a:spcPct val="20000"/>
                </a:spcBef>
                <a:buSzPct val="75000"/>
                <a:buFont typeface="Wingdings" panose="05000000000000000000" pitchFamily="2" charset="2"/>
                <a:buChar char="u"/>
                <a:defRPr sz="2400" kern="1200">
                  <a:solidFill>
                    <a:schemeClr val="tx1"/>
                  </a:solidFill>
                  <a:latin typeface="Arial"/>
                  <a:ea typeface="+mn-ea"/>
                  <a:cs typeface="+mn-cs"/>
                </a:defRPr>
              </a:lvl1pPr>
              <a:lvl2pPr marL="742950" indent="-285750" algn="l" defTabSz="457200" rtl="0" eaLnBrk="1" latinLnBrk="0" hangingPunct="1">
                <a:spcBef>
                  <a:spcPct val="20000"/>
                </a:spcBef>
                <a:buFont typeface="Arial"/>
                <a:buChar char="–"/>
                <a:defRPr sz="2000" kern="1200">
                  <a:solidFill>
                    <a:schemeClr val="tx1"/>
                  </a:solidFill>
                  <a:latin typeface="Arial"/>
                  <a:ea typeface="+mn-ea"/>
                  <a:cs typeface="+mn-cs"/>
                </a:defRPr>
              </a:lvl2pPr>
              <a:lvl3pPr marL="1143000" indent="-228600" algn="l" defTabSz="457200" rtl="0" eaLnBrk="1" latinLnBrk="0" hangingPunct="1">
                <a:spcBef>
                  <a:spcPct val="20000"/>
                </a:spcBef>
                <a:buFont typeface="Arial" panose="020B0604020202020204" pitchFamily="34" charset="0"/>
                <a:buChar char="■"/>
                <a:defRPr sz="1800" kern="1200">
                  <a:solidFill>
                    <a:schemeClr val="tx1"/>
                  </a:solidFill>
                  <a:latin typeface="Arial"/>
                  <a:ea typeface="+mn-ea"/>
                  <a:cs typeface="+mn-cs"/>
                </a:defRPr>
              </a:lvl3pPr>
              <a:lvl4pPr marL="1600200" indent="-228600" algn="l" defTabSz="457200" rtl="0" eaLnBrk="1" latinLnBrk="0" hangingPunct="1">
                <a:spcBef>
                  <a:spcPct val="20000"/>
                </a:spcBef>
                <a:buFont typeface="Arial"/>
                <a:buChar char="–"/>
                <a:defRPr sz="1600" kern="1200">
                  <a:solidFill>
                    <a:schemeClr val="tx1"/>
                  </a:solidFill>
                  <a:latin typeface="Arial"/>
                  <a:ea typeface="+mn-ea"/>
                  <a:cs typeface="+mn-cs"/>
                </a:defRPr>
              </a:lvl4pPr>
              <a:lvl5pPr marL="2057400" indent="-228600" algn="l" defTabSz="457200" rtl="0" eaLnBrk="1" latinLnBrk="0" hangingPunct="1">
                <a:spcBef>
                  <a:spcPct val="20000"/>
                </a:spcBef>
                <a:buFont typeface="Arial"/>
                <a:buChar char="»"/>
                <a:defRPr sz="14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171450" indent="-171450" defTabSz="514350">
                <a:spcBef>
                  <a:spcPts val="0"/>
                </a:spcBef>
                <a:buClr>
                  <a:srgbClr val="DA291C"/>
                </a:buClr>
                <a:buSzPct val="80000"/>
              </a:pPr>
              <a:r>
                <a:rPr lang="en-US" sz="750" dirty="0">
                  <a:latin typeface="+mn-lt"/>
                  <a:cs typeface="Calibri" pitchFamily="34" charset="0"/>
                </a:rPr>
                <a:t>Vision, ROI and project cadence</a:t>
              </a:r>
            </a:p>
            <a:p>
              <a:pPr marL="171450" indent="-171450" defTabSz="514350">
                <a:spcBef>
                  <a:spcPts val="0"/>
                </a:spcBef>
                <a:buClr>
                  <a:srgbClr val="DA291C"/>
                </a:buClr>
                <a:buSzPct val="80000"/>
              </a:pPr>
              <a:r>
                <a:rPr lang="en-US" sz="750" dirty="0">
                  <a:latin typeface="+mn-lt"/>
                  <a:cs typeface="Calibri" pitchFamily="34" charset="0"/>
                </a:rPr>
                <a:t>Creation of themes, epics </a:t>
              </a:r>
              <a:br>
                <a:rPr lang="en-US" sz="750" dirty="0">
                  <a:latin typeface="+mn-lt"/>
                  <a:cs typeface="Calibri" pitchFamily="34" charset="0"/>
                </a:rPr>
              </a:br>
              <a:r>
                <a:rPr lang="en-US" sz="750" dirty="0">
                  <a:latin typeface="+mn-lt"/>
                  <a:cs typeface="Calibri" pitchFamily="34" charset="0"/>
                </a:rPr>
                <a:t>and user stories</a:t>
              </a:r>
            </a:p>
            <a:p>
              <a:pPr marL="171450" indent="-171450" defTabSz="514350">
                <a:spcBef>
                  <a:spcPts val="0"/>
                </a:spcBef>
                <a:buClr>
                  <a:srgbClr val="DA291C"/>
                </a:buClr>
                <a:buSzPct val="80000"/>
              </a:pPr>
              <a:r>
                <a:rPr lang="en-US" sz="750" dirty="0">
                  <a:latin typeface="+mn-lt"/>
                  <a:cs typeface="Calibri" pitchFamily="34" charset="0"/>
                </a:rPr>
                <a:t>Prioritization of backlog items and grooming</a:t>
              </a:r>
            </a:p>
          </p:txBody>
        </p:sp>
        <p:sp>
          <p:nvSpPr>
            <p:cNvPr id="76" name="Text Placeholder 16">
              <a:extLst>
                <a:ext uri="{FF2B5EF4-FFF2-40B4-BE49-F238E27FC236}">
                  <a16:creationId xmlns:a16="http://schemas.microsoft.com/office/drawing/2014/main" id="{1A0AFC46-0CE1-4091-BAA7-A44E8130828E}"/>
                </a:ext>
              </a:extLst>
            </p:cNvPr>
            <p:cNvSpPr txBox="1">
              <a:spLocks/>
            </p:cNvSpPr>
            <p:nvPr/>
          </p:nvSpPr>
          <p:spPr>
            <a:xfrm>
              <a:off x="6934698" y="2198651"/>
              <a:ext cx="1978415" cy="1167435"/>
            </a:xfrm>
            <a:prstGeom prst="rect">
              <a:avLst/>
            </a:prstGeom>
          </p:spPr>
          <p:txBody>
            <a:bodyPr lIns="68580" tIns="0" rIns="68580" bIns="0"/>
            <a:lstStyle>
              <a:lvl1pPr marL="342900" indent="-342900" algn="l" defTabSz="457200" rtl="0" eaLnBrk="1" latinLnBrk="0" hangingPunct="1">
                <a:spcBef>
                  <a:spcPct val="20000"/>
                </a:spcBef>
                <a:buSzPct val="75000"/>
                <a:buFont typeface="Wingdings" panose="05000000000000000000" pitchFamily="2" charset="2"/>
                <a:buChar char="u"/>
                <a:defRPr sz="2400" kern="1200">
                  <a:solidFill>
                    <a:schemeClr val="tx1"/>
                  </a:solidFill>
                  <a:latin typeface="Arial"/>
                  <a:ea typeface="+mn-ea"/>
                  <a:cs typeface="+mn-cs"/>
                </a:defRPr>
              </a:lvl1pPr>
              <a:lvl2pPr marL="742950" indent="-285750" algn="l" defTabSz="457200" rtl="0" eaLnBrk="1" latinLnBrk="0" hangingPunct="1">
                <a:spcBef>
                  <a:spcPct val="20000"/>
                </a:spcBef>
                <a:buFont typeface="Arial"/>
                <a:buChar char="–"/>
                <a:defRPr sz="2000" kern="1200">
                  <a:solidFill>
                    <a:schemeClr val="tx1"/>
                  </a:solidFill>
                  <a:latin typeface="Arial"/>
                  <a:ea typeface="+mn-ea"/>
                  <a:cs typeface="+mn-cs"/>
                </a:defRPr>
              </a:lvl2pPr>
              <a:lvl3pPr marL="1143000" indent="-228600" algn="l" defTabSz="457200" rtl="0" eaLnBrk="1" latinLnBrk="0" hangingPunct="1">
                <a:spcBef>
                  <a:spcPct val="20000"/>
                </a:spcBef>
                <a:buFont typeface="Arial" panose="020B0604020202020204" pitchFamily="34" charset="0"/>
                <a:buChar char="■"/>
                <a:defRPr sz="1800" kern="1200">
                  <a:solidFill>
                    <a:schemeClr val="tx1"/>
                  </a:solidFill>
                  <a:latin typeface="Arial"/>
                  <a:ea typeface="+mn-ea"/>
                  <a:cs typeface="+mn-cs"/>
                </a:defRPr>
              </a:lvl3pPr>
              <a:lvl4pPr marL="1600200" indent="-228600" algn="l" defTabSz="457200" rtl="0" eaLnBrk="1" latinLnBrk="0" hangingPunct="1">
                <a:spcBef>
                  <a:spcPct val="20000"/>
                </a:spcBef>
                <a:buFont typeface="Arial"/>
                <a:buChar char="–"/>
                <a:defRPr sz="1600" kern="1200">
                  <a:solidFill>
                    <a:schemeClr val="tx1"/>
                  </a:solidFill>
                  <a:latin typeface="Arial"/>
                  <a:ea typeface="+mn-ea"/>
                  <a:cs typeface="+mn-cs"/>
                </a:defRPr>
              </a:lvl4pPr>
              <a:lvl5pPr marL="2057400" indent="-228600" algn="l" defTabSz="457200" rtl="0" eaLnBrk="1" latinLnBrk="0" hangingPunct="1">
                <a:spcBef>
                  <a:spcPct val="20000"/>
                </a:spcBef>
                <a:buFont typeface="Arial"/>
                <a:buChar char="»"/>
                <a:defRPr sz="14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171450" indent="-171450" defTabSz="514350">
                <a:spcBef>
                  <a:spcPts val="0"/>
                </a:spcBef>
                <a:buClr>
                  <a:srgbClr val="DA291C"/>
                </a:buClr>
                <a:buSzPct val="80000"/>
              </a:pPr>
              <a:r>
                <a:rPr lang="en-US" sz="750" dirty="0">
                  <a:latin typeface="+mn-lt"/>
                  <a:cs typeface="Calibri" pitchFamily="34" charset="0"/>
                </a:rPr>
                <a:t>Deployment activities</a:t>
              </a:r>
            </a:p>
            <a:p>
              <a:pPr marL="171450" indent="-171450" defTabSz="514350">
                <a:spcBef>
                  <a:spcPts val="0"/>
                </a:spcBef>
                <a:buClr>
                  <a:srgbClr val="DA291C"/>
                </a:buClr>
                <a:buSzPct val="80000"/>
              </a:pPr>
              <a:r>
                <a:rPr lang="en-US" sz="750" dirty="0">
                  <a:latin typeface="+mn-lt"/>
                  <a:cs typeface="Calibri" pitchFamily="34" charset="0"/>
                </a:rPr>
                <a:t>Showcase / demonstration</a:t>
              </a:r>
            </a:p>
            <a:p>
              <a:pPr marL="171450" indent="-171450" defTabSz="514350">
                <a:spcBef>
                  <a:spcPts val="0"/>
                </a:spcBef>
                <a:buClr>
                  <a:srgbClr val="DA291C"/>
                </a:buClr>
                <a:buSzPct val="80000"/>
              </a:pPr>
              <a:r>
                <a:rPr lang="en-US" sz="750" dirty="0">
                  <a:latin typeface="+mn-lt"/>
                  <a:cs typeface="Calibri" pitchFamily="34" charset="0"/>
                </a:rPr>
                <a:t>UAT</a:t>
              </a:r>
            </a:p>
            <a:p>
              <a:pPr marL="171450" indent="-171450" defTabSz="514350">
                <a:spcBef>
                  <a:spcPts val="0"/>
                </a:spcBef>
                <a:buClr>
                  <a:srgbClr val="DA291C"/>
                </a:buClr>
                <a:buSzPct val="80000"/>
              </a:pPr>
              <a:r>
                <a:rPr lang="en-US" sz="750" dirty="0">
                  <a:latin typeface="+mn-lt"/>
                  <a:cs typeface="Calibri" pitchFamily="34" charset="0"/>
                </a:rPr>
                <a:t>Backlog grooming</a:t>
              </a:r>
            </a:p>
            <a:p>
              <a:pPr marL="171450" indent="-171450" defTabSz="514350">
                <a:spcBef>
                  <a:spcPts val="0"/>
                </a:spcBef>
                <a:buClr>
                  <a:srgbClr val="DA291C"/>
                </a:buClr>
                <a:buSzPct val="80000"/>
              </a:pPr>
              <a:r>
                <a:rPr lang="en-US" sz="750" dirty="0">
                  <a:latin typeface="+mn-lt"/>
                  <a:cs typeface="Calibri" pitchFamily="34" charset="0"/>
                </a:rPr>
                <a:t>Retrospective</a:t>
              </a:r>
            </a:p>
            <a:p>
              <a:pPr marL="171450" indent="-171450" defTabSz="514350">
                <a:spcBef>
                  <a:spcPts val="0"/>
                </a:spcBef>
                <a:buClr>
                  <a:srgbClr val="DA291C"/>
                </a:buClr>
                <a:buSzPct val="80000"/>
              </a:pPr>
              <a:r>
                <a:rPr lang="en-US" sz="750" dirty="0">
                  <a:latin typeface="+mn-lt"/>
                  <a:cs typeface="Calibri" pitchFamily="34" charset="0"/>
                </a:rPr>
                <a:t>Release burn-down</a:t>
              </a:r>
            </a:p>
          </p:txBody>
        </p:sp>
        <p:sp>
          <p:nvSpPr>
            <p:cNvPr id="77" name="Text Placeholder 14">
              <a:extLst>
                <a:ext uri="{FF2B5EF4-FFF2-40B4-BE49-F238E27FC236}">
                  <a16:creationId xmlns:a16="http://schemas.microsoft.com/office/drawing/2014/main" id="{4604C8C2-C6CA-4FC6-B41E-13C041521E90}"/>
                </a:ext>
              </a:extLst>
            </p:cNvPr>
            <p:cNvSpPr txBox="1">
              <a:spLocks/>
            </p:cNvSpPr>
            <p:nvPr/>
          </p:nvSpPr>
          <p:spPr>
            <a:xfrm>
              <a:off x="2761721" y="2198651"/>
              <a:ext cx="1978415" cy="1167435"/>
            </a:xfrm>
            <a:prstGeom prst="rect">
              <a:avLst/>
            </a:prstGeom>
          </p:spPr>
          <p:txBody>
            <a:bodyPr lIns="68580" tIns="0" rIns="68580" bIns="0"/>
            <a:lstStyle>
              <a:lvl1pPr marL="342900" indent="-342900" algn="l" defTabSz="457200" rtl="0" eaLnBrk="1" latinLnBrk="0" hangingPunct="1">
                <a:spcBef>
                  <a:spcPct val="20000"/>
                </a:spcBef>
                <a:buSzPct val="75000"/>
                <a:buFont typeface="Wingdings" panose="05000000000000000000" pitchFamily="2" charset="2"/>
                <a:buChar char="u"/>
                <a:defRPr sz="2400" kern="1200">
                  <a:solidFill>
                    <a:schemeClr val="tx1"/>
                  </a:solidFill>
                  <a:latin typeface="Arial"/>
                  <a:ea typeface="+mn-ea"/>
                  <a:cs typeface="+mn-cs"/>
                </a:defRPr>
              </a:lvl1pPr>
              <a:lvl2pPr marL="742950" indent="-285750" algn="l" defTabSz="457200" rtl="0" eaLnBrk="1" latinLnBrk="0" hangingPunct="1">
                <a:spcBef>
                  <a:spcPct val="20000"/>
                </a:spcBef>
                <a:buFont typeface="Arial"/>
                <a:buChar char="–"/>
                <a:defRPr sz="2000" kern="1200">
                  <a:solidFill>
                    <a:schemeClr val="tx1"/>
                  </a:solidFill>
                  <a:latin typeface="Arial"/>
                  <a:ea typeface="+mn-ea"/>
                  <a:cs typeface="+mn-cs"/>
                </a:defRPr>
              </a:lvl2pPr>
              <a:lvl3pPr marL="1143000" indent="-228600" algn="l" defTabSz="457200" rtl="0" eaLnBrk="1" latinLnBrk="0" hangingPunct="1">
                <a:spcBef>
                  <a:spcPct val="20000"/>
                </a:spcBef>
                <a:buFont typeface="Arial" panose="020B0604020202020204" pitchFamily="34" charset="0"/>
                <a:buChar char="■"/>
                <a:defRPr sz="1800" kern="1200">
                  <a:solidFill>
                    <a:schemeClr val="tx1"/>
                  </a:solidFill>
                  <a:latin typeface="Arial"/>
                  <a:ea typeface="+mn-ea"/>
                  <a:cs typeface="+mn-cs"/>
                </a:defRPr>
              </a:lvl3pPr>
              <a:lvl4pPr marL="1600200" indent="-228600" algn="l" defTabSz="457200" rtl="0" eaLnBrk="1" latinLnBrk="0" hangingPunct="1">
                <a:spcBef>
                  <a:spcPct val="20000"/>
                </a:spcBef>
                <a:buFont typeface="Arial"/>
                <a:buChar char="–"/>
                <a:defRPr sz="1600" kern="1200">
                  <a:solidFill>
                    <a:schemeClr val="tx1"/>
                  </a:solidFill>
                  <a:latin typeface="Arial"/>
                  <a:ea typeface="+mn-ea"/>
                  <a:cs typeface="+mn-cs"/>
                </a:defRPr>
              </a:lvl4pPr>
              <a:lvl5pPr marL="2057400" indent="-228600" algn="l" defTabSz="457200" rtl="0" eaLnBrk="1" latinLnBrk="0" hangingPunct="1">
                <a:spcBef>
                  <a:spcPct val="20000"/>
                </a:spcBef>
                <a:buFont typeface="Arial"/>
                <a:buChar char="»"/>
                <a:defRPr sz="14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171450" indent="-171450" defTabSz="514350">
                <a:spcBef>
                  <a:spcPts val="0"/>
                </a:spcBef>
                <a:buClr>
                  <a:srgbClr val="DA291C"/>
                </a:buClr>
                <a:buSzPct val="80000"/>
              </a:pPr>
              <a:r>
                <a:rPr lang="en-US" sz="750" dirty="0">
                  <a:cs typeface="Calibri" pitchFamily="34" charset="0"/>
                </a:rPr>
                <a:t>Develop definition of “Done” </a:t>
              </a:r>
            </a:p>
            <a:p>
              <a:pPr marL="171450" indent="-171450" defTabSz="514350">
                <a:spcBef>
                  <a:spcPts val="0"/>
                </a:spcBef>
                <a:buClr>
                  <a:srgbClr val="DA291C"/>
                </a:buClr>
                <a:buSzPct val="80000"/>
              </a:pPr>
              <a:r>
                <a:rPr lang="en-US" sz="750" dirty="0">
                  <a:latin typeface="+mn-lt"/>
                  <a:cs typeface="Calibri" pitchFamily="34" charset="0"/>
                </a:rPr>
                <a:t>Sprint backlog refinement</a:t>
              </a:r>
            </a:p>
            <a:p>
              <a:pPr marL="171450" indent="-171450" defTabSz="514350">
                <a:spcBef>
                  <a:spcPts val="0"/>
                </a:spcBef>
                <a:buClr>
                  <a:srgbClr val="DA291C"/>
                </a:buClr>
                <a:buSzPct val="80000"/>
              </a:pPr>
              <a:r>
                <a:rPr lang="en-US" sz="750" dirty="0">
                  <a:latin typeface="+mn-lt"/>
                  <a:cs typeface="Calibri" pitchFamily="34" charset="0"/>
                </a:rPr>
                <a:t>Develop acceptance criteria</a:t>
              </a:r>
            </a:p>
            <a:p>
              <a:pPr marL="171450" indent="-171450" defTabSz="514350">
                <a:spcBef>
                  <a:spcPts val="0"/>
                </a:spcBef>
                <a:buClr>
                  <a:srgbClr val="DA291C"/>
                </a:buClr>
                <a:buSzPct val="80000"/>
              </a:pPr>
              <a:r>
                <a:rPr lang="en-US" sz="750" dirty="0">
                  <a:cs typeface="Calibri" pitchFamily="34" charset="0"/>
                </a:rPr>
                <a:t>Assign story points</a:t>
              </a:r>
              <a:endParaRPr lang="en-US" sz="750" dirty="0">
                <a:latin typeface="+mn-lt"/>
                <a:cs typeface="Calibri" pitchFamily="34" charset="0"/>
              </a:endParaRPr>
            </a:p>
            <a:p>
              <a:pPr marL="171450" indent="-171450" defTabSz="514350">
                <a:spcBef>
                  <a:spcPts val="0"/>
                </a:spcBef>
                <a:buClr>
                  <a:srgbClr val="DA291C"/>
                </a:buClr>
                <a:buSzPct val="80000"/>
              </a:pPr>
              <a:r>
                <a:rPr lang="en-US" sz="750" dirty="0">
                  <a:latin typeface="+mn-lt"/>
                  <a:cs typeface="Calibri" pitchFamily="34" charset="0"/>
                </a:rPr>
                <a:t>Develop testing approach</a:t>
              </a:r>
            </a:p>
            <a:p>
              <a:pPr marL="171450" indent="-171450" defTabSz="514350">
                <a:spcBef>
                  <a:spcPts val="0"/>
                </a:spcBef>
                <a:buClr>
                  <a:srgbClr val="DA291C"/>
                </a:buClr>
                <a:buSzPct val="80000"/>
              </a:pPr>
              <a:r>
                <a:rPr lang="en-US" sz="750" dirty="0">
                  <a:latin typeface="+mn-lt"/>
                  <a:cs typeface="Calibri" pitchFamily="34" charset="0"/>
                </a:rPr>
                <a:t>Create, develop and assign tasks</a:t>
              </a:r>
            </a:p>
          </p:txBody>
        </p:sp>
        <p:sp>
          <p:nvSpPr>
            <p:cNvPr id="78" name="Text Placeholder 16">
              <a:extLst>
                <a:ext uri="{FF2B5EF4-FFF2-40B4-BE49-F238E27FC236}">
                  <a16:creationId xmlns:a16="http://schemas.microsoft.com/office/drawing/2014/main" id="{E9ED737A-2969-4149-B538-B437D9CBB916}"/>
                </a:ext>
              </a:extLst>
            </p:cNvPr>
            <p:cNvSpPr txBox="1">
              <a:spLocks/>
            </p:cNvSpPr>
            <p:nvPr/>
          </p:nvSpPr>
          <p:spPr>
            <a:xfrm>
              <a:off x="4850048" y="2198651"/>
              <a:ext cx="1978415" cy="1167435"/>
            </a:xfrm>
            <a:prstGeom prst="rect">
              <a:avLst/>
            </a:prstGeom>
          </p:spPr>
          <p:txBody>
            <a:bodyPr lIns="68580" tIns="0" rIns="68580" bIns="0"/>
            <a:lstStyle>
              <a:lvl1pPr marL="342900" indent="-342900" algn="l" defTabSz="457200" rtl="0" eaLnBrk="1" latinLnBrk="0" hangingPunct="1">
                <a:spcBef>
                  <a:spcPct val="20000"/>
                </a:spcBef>
                <a:buSzPct val="75000"/>
                <a:buFont typeface="Wingdings" panose="05000000000000000000" pitchFamily="2" charset="2"/>
                <a:buChar char="u"/>
                <a:defRPr sz="2400" kern="1200">
                  <a:solidFill>
                    <a:schemeClr val="tx1"/>
                  </a:solidFill>
                  <a:latin typeface="Arial"/>
                  <a:ea typeface="+mn-ea"/>
                  <a:cs typeface="+mn-cs"/>
                </a:defRPr>
              </a:lvl1pPr>
              <a:lvl2pPr marL="742950" indent="-285750" algn="l" defTabSz="457200" rtl="0" eaLnBrk="1" latinLnBrk="0" hangingPunct="1">
                <a:spcBef>
                  <a:spcPct val="20000"/>
                </a:spcBef>
                <a:buFont typeface="Arial"/>
                <a:buChar char="–"/>
                <a:defRPr sz="2000" kern="1200">
                  <a:solidFill>
                    <a:schemeClr val="tx1"/>
                  </a:solidFill>
                  <a:latin typeface="Arial"/>
                  <a:ea typeface="+mn-ea"/>
                  <a:cs typeface="+mn-cs"/>
                </a:defRPr>
              </a:lvl2pPr>
              <a:lvl3pPr marL="1143000" indent="-228600" algn="l" defTabSz="457200" rtl="0" eaLnBrk="1" latinLnBrk="0" hangingPunct="1">
                <a:spcBef>
                  <a:spcPct val="20000"/>
                </a:spcBef>
                <a:buFont typeface="Arial" panose="020B0604020202020204" pitchFamily="34" charset="0"/>
                <a:buChar char="■"/>
                <a:defRPr sz="1800" kern="1200">
                  <a:solidFill>
                    <a:schemeClr val="tx1"/>
                  </a:solidFill>
                  <a:latin typeface="Arial"/>
                  <a:ea typeface="+mn-ea"/>
                  <a:cs typeface="+mn-cs"/>
                </a:defRPr>
              </a:lvl3pPr>
              <a:lvl4pPr marL="1600200" indent="-228600" algn="l" defTabSz="457200" rtl="0" eaLnBrk="1" latinLnBrk="0" hangingPunct="1">
                <a:spcBef>
                  <a:spcPct val="20000"/>
                </a:spcBef>
                <a:buFont typeface="Arial"/>
                <a:buChar char="–"/>
                <a:defRPr sz="1600" kern="1200">
                  <a:solidFill>
                    <a:schemeClr val="tx1"/>
                  </a:solidFill>
                  <a:latin typeface="Arial"/>
                  <a:ea typeface="+mn-ea"/>
                  <a:cs typeface="+mn-cs"/>
                </a:defRPr>
              </a:lvl4pPr>
              <a:lvl5pPr marL="2057400" indent="-228600" algn="l" defTabSz="457200" rtl="0" eaLnBrk="1" latinLnBrk="0" hangingPunct="1">
                <a:spcBef>
                  <a:spcPct val="20000"/>
                </a:spcBef>
                <a:buFont typeface="Arial"/>
                <a:buChar char="»"/>
                <a:defRPr sz="14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171450" indent="-171450" defTabSz="514350">
                <a:spcBef>
                  <a:spcPts val="0"/>
                </a:spcBef>
                <a:buClr>
                  <a:srgbClr val="DA291C"/>
                </a:buClr>
                <a:buSzPct val="80000"/>
              </a:pPr>
              <a:r>
                <a:rPr lang="en-US" sz="750" dirty="0">
                  <a:latin typeface="+mn-lt"/>
                  <a:cs typeface="Calibri" pitchFamily="34" charset="0"/>
                </a:rPr>
                <a:t>Daily Scrum meetings</a:t>
              </a:r>
            </a:p>
            <a:p>
              <a:pPr marL="171450" indent="-171450" defTabSz="514350">
                <a:spcBef>
                  <a:spcPts val="0"/>
                </a:spcBef>
                <a:buClr>
                  <a:srgbClr val="DA291C"/>
                </a:buClr>
                <a:buSzPct val="80000"/>
              </a:pPr>
              <a:r>
                <a:rPr lang="en-US" sz="750" dirty="0">
                  <a:latin typeface="+mn-lt"/>
                  <a:cs typeface="Calibri" pitchFamily="34" charset="0"/>
                </a:rPr>
                <a:t>Development</a:t>
              </a:r>
            </a:p>
            <a:p>
              <a:pPr marL="171450" indent="-171450" defTabSz="514350">
                <a:spcBef>
                  <a:spcPts val="0"/>
                </a:spcBef>
                <a:buClr>
                  <a:srgbClr val="DA291C"/>
                </a:buClr>
                <a:buSzPct val="80000"/>
              </a:pPr>
              <a:r>
                <a:rPr lang="en-US" sz="750" dirty="0">
                  <a:latin typeface="+mn-lt"/>
                  <a:cs typeface="Calibri" pitchFamily="34" charset="0"/>
                </a:rPr>
                <a:t>Weekly builds and reviews</a:t>
              </a:r>
            </a:p>
            <a:p>
              <a:pPr marL="171450" indent="-171450" defTabSz="514350">
                <a:spcBef>
                  <a:spcPts val="0"/>
                </a:spcBef>
                <a:buClr>
                  <a:srgbClr val="DA291C"/>
                </a:buClr>
                <a:buSzPct val="80000"/>
              </a:pPr>
              <a:r>
                <a:rPr lang="en-US" sz="750" dirty="0">
                  <a:latin typeface="+mn-lt"/>
                  <a:cs typeface="Calibri" pitchFamily="34" charset="0"/>
                </a:rPr>
                <a:t>Continuous integration </a:t>
              </a:r>
              <a:br>
                <a:rPr lang="en-US" sz="750" dirty="0">
                  <a:latin typeface="+mn-lt"/>
                  <a:cs typeface="Calibri" pitchFamily="34" charset="0"/>
                </a:rPr>
              </a:br>
              <a:r>
                <a:rPr lang="en-US" sz="750" dirty="0">
                  <a:latin typeface="+mn-lt"/>
                  <a:cs typeface="Calibri" pitchFamily="34" charset="0"/>
                </a:rPr>
                <a:t>and testing</a:t>
              </a:r>
            </a:p>
            <a:p>
              <a:pPr marL="171450" indent="-171450" defTabSz="514350">
                <a:spcBef>
                  <a:spcPts val="0"/>
                </a:spcBef>
                <a:buClr>
                  <a:srgbClr val="DA291C"/>
                </a:buClr>
                <a:buSzPct val="80000"/>
              </a:pPr>
              <a:r>
                <a:rPr lang="en-US" sz="750" dirty="0">
                  <a:latin typeface="+mn-lt"/>
                  <a:cs typeface="Calibri" pitchFamily="34" charset="0"/>
                </a:rPr>
                <a:t>Impediment removal</a:t>
              </a:r>
            </a:p>
            <a:p>
              <a:pPr marL="171450" indent="-171450" defTabSz="514350">
                <a:spcBef>
                  <a:spcPts val="0"/>
                </a:spcBef>
                <a:buClr>
                  <a:srgbClr val="DA291C"/>
                </a:buClr>
                <a:buSzPct val="80000"/>
              </a:pPr>
              <a:r>
                <a:rPr lang="en-US" sz="750" dirty="0">
                  <a:latin typeface="+mn-lt"/>
                  <a:cs typeface="Calibri" pitchFamily="34" charset="0"/>
                </a:rPr>
                <a:t>Update documentation</a:t>
              </a:r>
            </a:p>
          </p:txBody>
        </p:sp>
        <p:sp>
          <p:nvSpPr>
            <p:cNvPr id="79" name="Text Placeholder 14">
              <a:extLst>
                <a:ext uri="{FF2B5EF4-FFF2-40B4-BE49-F238E27FC236}">
                  <a16:creationId xmlns:a16="http://schemas.microsoft.com/office/drawing/2014/main" id="{D7FB132A-2C13-4B8A-9B84-290FE3A56DDF}"/>
                </a:ext>
              </a:extLst>
            </p:cNvPr>
            <p:cNvSpPr txBox="1">
              <a:spLocks/>
            </p:cNvSpPr>
            <p:nvPr/>
          </p:nvSpPr>
          <p:spPr>
            <a:xfrm>
              <a:off x="673394" y="3461715"/>
              <a:ext cx="1978415" cy="1167435"/>
            </a:xfrm>
            <a:prstGeom prst="rect">
              <a:avLst/>
            </a:prstGeom>
          </p:spPr>
          <p:txBody>
            <a:bodyPr lIns="68580" tIns="0" rIns="68580" bIns="0"/>
            <a:lstStyle>
              <a:lvl1pPr marL="342900" indent="-342900" algn="l" defTabSz="457200" rtl="0" eaLnBrk="1" latinLnBrk="0" hangingPunct="1">
                <a:spcBef>
                  <a:spcPct val="20000"/>
                </a:spcBef>
                <a:buSzPct val="75000"/>
                <a:buFont typeface="Wingdings" panose="05000000000000000000" pitchFamily="2" charset="2"/>
                <a:buChar char="u"/>
                <a:defRPr sz="2400" kern="1200">
                  <a:solidFill>
                    <a:schemeClr val="tx1"/>
                  </a:solidFill>
                  <a:latin typeface="Arial"/>
                  <a:ea typeface="+mn-ea"/>
                  <a:cs typeface="+mn-cs"/>
                </a:defRPr>
              </a:lvl1pPr>
              <a:lvl2pPr marL="742950" indent="-285750" algn="l" defTabSz="457200" rtl="0" eaLnBrk="1" latinLnBrk="0" hangingPunct="1">
                <a:spcBef>
                  <a:spcPct val="20000"/>
                </a:spcBef>
                <a:buFont typeface="Arial"/>
                <a:buChar char="–"/>
                <a:defRPr sz="2000" kern="1200">
                  <a:solidFill>
                    <a:schemeClr val="tx1"/>
                  </a:solidFill>
                  <a:latin typeface="Arial"/>
                  <a:ea typeface="+mn-ea"/>
                  <a:cs typeface="+mn-cs"/>
                </a:defRPr>
              </a:lvl2pPr>
              <a:lvl3pPr marL="1143000" indent="-228600" algn="l" defTabSz="457200" rtl="0" eaLnBrk="1" latinLnBrk="0" hangingPunct="1">
                <a:spcBef>
                  <a:spcPct val="20000"/>
                </a:spcBef>
                <a:buFont typeface="Arial" panose="020B0604020202020204" pitchFamily="34" charset="0"/>
                <a:buChar char="■"/>
                <a:defRPr sz="1800" kern="1200">
                  <a:solidFill>
                    <a:schemeClr val="tx1"/>
                  </a:solidFill>
                  <a:latin typeface="Arial"/>
                  <a:ea typeface="+mn-ea"/>
                  <a:cs typeface="+mn-cs"/>
                </a:defRPr>
              </a:lvl3pPr>
              <a:lvl4pPr marL="1600200" indent="-228600" algn="l" defTabSz="457200" rtl="0" eaLnBrk="1" latinLnBrk="0" hangingPunct="1">
                <a:spcBef>
                  <a:spcPct val="20000"/>
                </a:spcBef>
                <a:buFont typeface="Arial"/>
                <a:buChar char="–"/>
                <a:defRPr sz="1600" kern="1200">
                  <a:solidFill>
                    <a:schemeClr val="tx1"/>
                  </a:solidFill>
                  <a:latin typeface="Arial"/>
                  <a:ea typeface="+mn-ea"/>
                  <a:cs typeface="+mn-cs"/>
                </a:defRPr>
              </a:lvl4pPr>
              <a:lvl5pPr marL="2057400" indent="-228600" algn="l" defTabSz="457200" rtl="0" eaLnBrk="1" latinLnBrk="0" hangingPunct="1">
                <a:spcBef>
                  <a:spcPct val="20000"/>
                </a:spcBef>
                <a:buFont typeface="Arial"/>
                <a:buChar char="»"/>
                <a:defRPr sz="14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171450" indent="-171450" defTabSz="514350">
                <a:spcBef>
                  <a:spcPts val="0"/>
                </a:spcBef>
                <a:buSzPct val="80000"/>
              </a:pPr>
              <a:r>
                <a:rPr lang="en-US" sz="750" dirty="0">
                  <a:solidFill>
                    <a:schemeClr val="bg1"/>
                  </a:solidFill>
                  <a:cs typeface="Calibri" pitchFamily="34" charset="0"/>
                </a:rPr>
                <a:t>Release plan</a:t>
              </a:r>
            </a:p>
            <a:p>
              <a:pPr marL="171450" indent="-171450" defTabSz="514350">
                <a:spcBef>
                  <a:spcPts val="0"/>
                </a:spcBef>
                <a:buSzPct val="80000"/>
              </a:pPr>
              <a:r>
                <a:rPr lang="en-US" sz="750" dirty="0">
                  <a:solidFill>
                    <a:schemeClr val="bg1"/>
                  </a:solidFill>
                  <a:latin typeface="+mn-lt"/>
                  <a:cs typeface="Calibri" pitchFamily="34" charset="0"/>
                </a:rPr>
                <a:t>Product backlog</a:t>
              </a:r>
            </a:p>
            <a:p>
              <a:pPr marL="171450" indent="-171450" defTabSz="514350">
                <a:spcBef>
                  <a:spcPts val="0"/>
                </a:spcBef>
                <a:buSzPct val="80000"/>
              </a:pPr>
              <a:r>
                <a:rPr lang="en-US" sz="750" dirty="0">
                  <a:solidFill>
                    <a:schemeClr val="bg1"/>
                  </a:solidFill>
                  <a:cs typeface="Calibri" pitchFamily="34" charset="0"/>
                </a:rPr>
                <a:t>Release burn up</a:t>
              </a:r>
            </a:p>
            <a:p>
              <a:pPr marL="171450" indent="-171450" defTabSz="514350">
                <a:spcBef>
                  <a:spcPts val="0"/>
                </a:spcBef>
                <a:buSzPct val="80000"/>
              </a:pPr>
              <a:endParaRPr lang="en-US" sz="750" dirty="0">
                <a:solidFill>
                  <a:schemeClr val="bg1"/>
                </a:solidFill>
                <a:latin typeface="+mn-lt"/>
                <a:cs typeface="Calibri" pitchFamily="34" charset="0"/>
              </a:endParaRPr>
            </a:p>
          </p:txBody>
        </p:sp>
        <p:sp>
          <p:nvSpPr>
            <p:cNvPr id="80" name="Text Placeholder 16">
              <a:extLst>
                <a:ext uri="{FF2B5EF4-FFF2-40B4-BE49-F238E27FC236}">
                  <a16:creationId xmlns:a16="http://schemas.microsoft.com/office/drawing/2014/main" id="{716EA32A-4F18-4B10-9EDC-C7021BCD8971}"/>
                </a:ext>
              </a:extLst>
            </p:cNvPr>
            <p:cNvSpPr txBox="1">
              <a:spLocks/>
            </p:cNvSpPr>
            <p:nvPr/>
          </p:nvSpPr>
          <p:spPr>
            <a:xfrm>
              <a:off x="6934698" y="3461715"/>
              <a:ext cx="1978415" cy="1167435"/>
            </a:xfrm>
            <a:prstGeom prst="rect">
              <a:avLst/>
            </a:prstGeom>
          </p:spPr>
          <p:txBody>
            <a:bodyPr lIns="68580" tIns="0" rIns="68580" bIns="0"/>
            <a:lstStyle>
              <a:lvl1pPr marL="342900" indent="-342900" algn="l" defTabSz="457200" rtl="0" eaLnBrk="1" latinLnBrk="0" hangingPunct="1">
                <a:spcBef>
                  <a:spcPct val="20000"/>
                </a:spcBef>
                <a:buSzPct val="75000"/>
                <a:buFont typeface="Wingdings" panose="05000000000000000000" pitchFamily="2" charset="2"/>
                <a:buChar char="u"/>
                <a:defRPr sz="2400" kern="1200">
                  <a:solidFill>
                    <a:schemeClr val="tx1"/>
                  </a:solidFill>
                  <a:latin typeface="Arial"/>
                  <a:ea typeface="+mn-ea"/>
                  <a:cs typeface="+mn-cs"/>
                </a:defRPr>
              </a:lvl1pPr>
              <a:lvl2pPr marL="742950" indent="-285750" algn="l" defTabSz="457200" rtl="0" eaLnBrk="1" latinLnBrk="0" hangingPunct="1">
                <a:spcBef>
                  <a:spcPct val="20000"/>
                </a:spcBef>
                <a:buFont typeface="Arial"/>
                <a:buChar char="–"/>
                <a:defRPr sz="2000" kern="1200">
                  <a:solidFill>
                    <a:schemeClr val="tx1"/>
                  </a:solidFill>
                  <a:latin typeface="Arial"/>
                  <a:ea typeface="+mn-ea"/>
                  <a:cs typeface="+mn-cs"/>
                </a:defRPr>
              </a:lvl2pPr>
              <a:lvl3pPr marL="1143000" indent="-228600" algn="l" defTabSz="457200" rtl="0" eaLnBrk="1" latinLnBrk="0" hangingPunct="1">
                <a:spcBef>
                  <a:spcPct val="20000"/>
                </a:spcBef>
                <a:buFont typeface="Arial" panose="020B0604020202020204" pitchFamily="34" charset="0"/>
                <a:buChar char="■"/>
                <a:defRPr sz="1800" kern="1200">
                  <a:solidFill>
                    <a:schemeClr val="tx1"/>
                  </a:solidFill>
                  <a:latin typeface="Arial"/>
                  <a:ea typeface="+mn-ea"/>
                  <a:cs typeface="+mn-cs"/>
                </a:defRPr>
              </a:lvl3pPr>
              <a:lvl4pPr marL="1600200" indent="-228600" algn="l" defTabSz="457200" rtl="0" eaLnBrk="1" latinLnBrk="0" hangingPunct="1">
                <a:spcBef>
                  <a:spcPct val="20000"/>
                </a:spcBef>
                <a:buFont typeface="Arial"/>
                <a:buChar char="–"/>
                <a:defRPr sz="1600" kern="1200">
                  <a:solidFill>
                    <a:schemeClr val="tx1"/>
                  </a:solidFill>
                  <a:latin typeface="Arial"/>
                  <a:ea typeface="+mn-ea"/>
                  <a:cs typeface="+mn-cs"/>
                </a:defRPr>
              </a:lvl4pPr>
              <a:lvl5pPr marL="2057400" indent="-228600" algn="l" defTabSz="457200" rtl="0" eaLnBrk="1" latinLnBrk="0" hangingPunct="1">
                <a:spcBef>
                  <a:spcPct val="20000"/>
                </a:spcBef>
                <a:buFont typeface="Arial"/>
                <a:buChar char="»"/>
                <a:defRPr sz="14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171450" indent="-171450" defTabSz="514350">
                <a:spcBef>
                  <a:spcPts val="0"/>
                </a:spcBef>
                <a:buSzPct val="80000"/>
              </a:pPr>
              <a:r>
                <a:rPr lang="en-US" sz="750" dirty="0">
                  <a:solidFill>
                    <a:schemeClr val="bg1"/>
                  </a:solidFill>
                  <a:latin typeface="+mn-lt"/>
                  <a:cs typeface="Calibri" pitchFamily="34" charset="0"/>
                </a:rPr>
                <a:t>Working Software</a:t>
              </a:r>
            </a:p>
            <a:p>
              <a:pPr marL="171450" indent="-171450" defTabSz="514350">
                <a:spcBef>
                  <a:spcPts val="0"/>
                </a:spcBef>
                <a:buSzPct val="80000"/>
              </a:pPr>
              <a:r>
                <a:rPr lang="en-US" sz="750" dirty="0">
                  <a:solidFill>
                    <a:schemeClr val="bg1"/>
                  </a:solidFill>
                  <a:latin typeface="+mn-lt"/>
                  <a:cs typeface="Calibri" pitchFamily="34" charset="0"/>
                </a:rPr>
                <a:t>Retrospective backlog / action list</a:t>
              </a:r>
            </a:p>
            <a:p>
              <a:pPr marL="171450" indent="-171450" defTabSz="514350">
                <a:spcBef>
                  <a:spcPts val="0"/>
                </a:spcBef>
                <a:buSzPct val="80000"/>
              </a:pPr>
              <a:r>
                <a:rPr lang="en-US" sz="750" dirty="0">
                  <a:solidFill>
                    <a:schemeClr val="bg1"/>
                  </a:solidFill>
                  <a:latin typeface="+mn-lt"/>
                  <a:cs typeface="Calibri" pitchFamily="34" charset="0"/>
                </a:rPr>
                <a:t>Continuous improvement plan</a:t>
              </a:r>
            </a:p>
            <a:p>
              <a:pPr marL="171450" indent="-171450" defTabSz="514350">
                <a:spcBef>
                  <a:spcPts val="0"/>
                </a:spcBef>
                <a:buSzPct val="80000"/>
              </a:pPr>
              <a:r>
                <a:rPr lang="en-US" sz="750" dirty="0">
                  <a:solidFill>
                    <a:schemeClr val="bg1"/>
                  </a:solidFill>
                  <a:latin typeface="+mn-lt"/>
                  <a:cs typeface="Calibri" pitchFamily="34" charset="0"/>
                </a:rPr>
                <a:t>Defect management</a:t>
              </a:r>
            </a:p>
            <a:p>
              <a:pPr marL="171450" indent="-171450" defTabSz="514350">
                <a:spcBef>
                  <a:spcPts val="0"/>
                </a:spcBef>
                <a:buSzPct val="80000"/>
              </a:pPr>
              <a:r>
                <a:rPr lang="en-US" sz="750" dirty="0">
                  <a:solidFill>
                    <a:schemeClr val="bg1"/>
                  </a:solidFill>
                  <a:latin typeface="+mn-lt"/>
                  <a:cs typeface="Calibri" pitchFamily="34" charset="0"/>
                </a:rPr>
                <a:t>Release burn-down</a:t>
              </a:r>
            </a:p>
          </p:txBody>
        </p:sp>
        <p:sp>
          <p:nvSpPr>
            <p:cNvPr id="81" name="Text Placeholder 14">
              <a:extLst>
                <a:ext uri="{FF2B5EF4-FFF2-40B4-BE49-F238E27FC236}">
                  <a16:creationId xmlns:a16="http://schemas.microsoft.com/office/drawing/2014/main" id="{C75CE276-1877-40E0-9945-BABFE0E62AE4}"/>
                </a:ext>
              </a:extLst>
            </p:cNvPr>
            <p:cNvSpPr txBox="1">
              <a:spLocks/>
            </p:cNvSpPr>
            <p:nvPr/>
          </p:nvSpPr>
          <p:spPr>
            <a:xfrm>
              <a:off x="2761721" y="3461715"/>
              <a:ext cx="1978415" cy="1167435"/>
            </a:xfrm>
            <a:prstGeom prst="rect">
              <a:avLst/>
            </a:prstGeom>
          </p:spPr>
          <p:txBody>
            <a:bodyPr lIns="68580" tIns="0" rIns="68580" bIns="0"/>
            <a:lstStyle>
              <a:lvl1pPr marL="342900" indent="-342900" algn="l" defTabSz="457200" rtl="0" eaLnBrk="1" latinLnBrk="0" hangingPunct="1">
                <a:spcBef>
                  <a:spcPct val="20000"/>
                </a:spcBef>
                <a:buSzPct val="75000"/>
                <a:buFont typeface="Wingdings" panose="05000000000000000000" pitchFamily="2" charset="2"/>
                <a:buChar char="u"/>
                <a:defRPr sz="2400" kern="1200">
                  <a:solidFill>
                    <a:schemeClr val="tx1"/>
                  </a:solidFill>
                  <a:latin typeface="Arial"/>
                  <a:ea typeface="+mn-ea"/>
                  <a:cs typeface="+mn-cs"/>
                </a:defRPr>
              </a:lvl1pPr>
              <a:lvl2pPr marL="742950" indent="-285750" algn="l" defTabSz="457200" rtl="0" eaLnBrk="1" latinLnBrk="0" hangingPunct="1">
                <a:spcBef>
                  <a:spcPct val="20000"/>
                </a:spcBef>
                <a:buFont typeface="Arial"/>
                <a:buChar char="–"/>
                <a:defRPr sz="2000" kern="1200">
                  <a:solidFill>
                    <a:schemeClr val="tx1"/>
                  </a:solidFill>
                  <a:latin typeface="Arial"/>
                  <a:ea typeface="+mn-ea"/>
                  <a:cs typeface="+mn-cs"/>
                </a:defRPr>
              </a:lvl2pPr>
              <a:lvl3pPr marL="1143000" indent="-228600" algn="l" defTabSz="457200" rtl="0" eaLnBrk="1" latinLnBrk="0" hangingPunct="1">
                <a:spcBef>
                  <a:spcPct val="20000"/>
                </a:spcBef>
                <a:buFont typeface="Arial" panose="020B0604020202020204" pitchFamily="34" charset="0"/>
                <a:buChar char="■"/>
                <a:defRPr sz="1800" kern="1200">
                  <a:solidFill>
                    <a:schemeClr val="tx1"/>
                  </a:solidFill>
                  <a:latin typeface="Arial"/>
                  <a:ea typeface="+mn-ea"/>
                  <a:cs typeface="+mn-cs"/>
                </a:defRPr>
              </a:lvl3pPr>
              <a:lvl4pPr marL="1600200" indent="-228600" algn="l" defTabSz="457200" rtl="0" eaLnBrk="1" latinLnBrk="0" hangingPunct="1">
                <a:spcBef>
                  <a:spcPct val="20000"/>
                </a:spcBef>
                <a:buFont typeface="Arial"/>
                <a:buChar char="–"/>
                <a:defRPr sz="1600" kern="1200">
                  <a:solidFill>
                    <a:schemeClr val="tx1"/>
                  </a:solidFill>
                  <a:latin typeface="Arial"/>
                  <a:ea typeface="+mn-ea"/>
                  <a:cs typeface="+mn-cs"/>
                </a:defRPr>
              </a:lvl4pPr>
              <a:lvl5pPr marL="2057400" indent="-228600" algn="l" defTabSz="457200" rtl="0" eaLnBrk="1" latinLnBrk="0" hangingPunct="1">
                <a:spcBef>
                  <a:spcPct val="20000"/>
                </a:spcBef>
                <a:buFont typeface="Arial"/>
                <a:buChar char="»"/>
                <a:defRPr sz="14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171450" indent="-171450" defTabSz="514350">
                <a:spcBef>
                  <a:spcPts val="0"/>
                </a:spcBef>
                <a:buSzPct val="80000"/>
              </a:pPr>
              <a:r>
                <a:rPr lang="en-US" sz="750" dirty="0">
                  <a:solidFill>
                    <a:schemeClr val="bg1"/>
                  </a:solidFill>
                  <a:latin typeface="+mn-lt"/>
                  <a:cs typeface="Calibri" pitchFamily="34" charset="0"/>
                </a:rPr>
                <a:t>Sprint backlog</a:t>
              </a:r>
            </a:p>
            <a:p>
              <a:pPr marL="171450" indent="-171450" defTabSz="514350">
                <a:spcBef>
                  <a:spcPts val="0"/>
                </a:spcBef>
                <a:buSzPct val="80000"/>
              </a:pPr>
              <a:r>
                <a:rPr lang="en-US" sz="750" dirty="0">
                  <a:solidFill>
                    <a:schemeClr val="bg1"/>
                  </a:solidFill>
                  <a:latin typeface="+mn-lt"/>
                  <a:cs typeface="Calibri" pitchFamily="34" charset="0"/>
                </a:rPr>
                <a:t>Definition of “Done”</a:t>
              </a:r>
            </a:p>
            <a:p>
              <a:pPr marL="171450" indent="-171450" defTabSz="514350">
                <a:spcBef>
                  <a:spcPts val="0"/>
                </a:spcBef>
                <a:buSzPct val="80000"/>
              </a:pPr>
              <a:r>
                <a:rPr lang="en-US" sz="750" dirty="0">
                  <a:solidFill>
                    <a:schemeClr val="bg1"/>
                  </a:solidFill>
                  <a:latin typeface="+mn-lt"/>
                  <a:cs typeface="Calibri" pitchFamily="34" charset="0"/>
                </a:rPr>
                <a:t>Test approach</a:t>
              </a:r>
            </a:p>
            <a:p>
              <a:pPr marL="171450" indent="-171450" defTabSz="514350">
                <a:spcBef>
                  <a:spcPts val="0"/>
                </a:spcBef>
                <a:buSzPct val="80000"/>
              </a:pPr>
              <a:r>
                <a:rPr lang="en-US" sz="750" dirty="0">
                  <a:solidFill>
                    <a:schemeClr val="bg1"/>
                  </a:solidFill>
                  <a:latin typeface="+mn-lt"/>
                  <a:cs typeface="Calibri" pitchFamily="34" charset="0"/>
                </a:rPr>
                <a:t>Acceptance criteria for each story</a:t>
              </a:r>
            </a:p>
            <a:p>
              <a:pPr marL="171450" indent="-171450" defTabSz="514350">
                <a:spcBef>
                  <a:spcPts val="0"/>
                </a:spcBef>
                <a:buSzPct val="80000"/>
              </a:pPr>
              <a:r>
                <a:rPr lang="en-US" sz="750" dirty="0">
                  <a:solidFill>
                    <a:schemeClr val="bg1"/>
                  </a:solidFill>
                  <a:latin typeface="+mn-lt"/>
                  <a:cs typeface="Calibri" pitchFamily="34" charset="0"/>
                </a:rPr>
                <a:t>Sprint Goal</a:t>
              </a:r>
            </a:p>
            <a:p>
              <a:pPr marL="171450" indent="-171450" defTabSz="514350">
                <a:spcBef>
                  <a:spcPts val="0"/>
                </a:spcBef>
                <a:buSzPct val="80000"/>
              </a:pPr>
              <a:r>
                <a:rPr lang="en-US" sz="750" dirty="0">
                  <a:solidFill>
                    <a:schemeClr val="bg1"/>
                  </a:solidFill>
                  <a:latin typeface="+mn-lt"/>
                  <a:cs typeface="Calibri" pitchFamily="34" charset="0"/>
                </a:rPr>
                <a:t>Documentation approach</a:t>
              </a:r>
            </a:p>
          </p:txBody>
        </p:sp>
        <p:sp>
          <p:nvSpPr>
            <p:cNvPr id="82" name="Text Placeholder 16">
              <a:extLst>
                <a:ext uri="{FF2B5EF4-FFF2-40B4-BE49-F238E27FC236}">
                  <a16:creationId xmlns:a16="http://schemas.microsoft.com/office/drawing/2014/main" id="{6441457E-027E-4BAE-979E-3B46F5A4E473}"/>
                </a:ext>
              </a:extLst>
            </p:cNvPr>
            <p:cNvSpPr txBox="1">
              <a:spLocks/>
            </p:cNvSpPr>
            <p:nvPr/>
          </p:nvSpPr>
          <p:spPr>
            <a:xfrm>
              <a:off x="4850048" y="3461715"/>
              <a:ext cx="1978415" cy="1167435"/>
            </a:xfrm>
            <a:prstGeom prst="rect">
              <a:avLst/>
            </a:prstGeom>
          </p:spPr>
          <p:txBody>
            <a:bodyPr lIns="68580" tIns="0" rIns="68580" bIns="0"/>
            <a:lstStyle>
              <a:lvl1pPr marL="342900" indent="-342900" algn="l" defTabSz="457200" rtl="0" eaLnBrk="1" latinLnBrk="0" hangingPunct="1">
                <a:spcBef>
                  <a:spcPct val="20000"/>
                </a:spcBef>
                <a:buSzPct val="75000"/>
                <a:buFont typeface="Wingdings" panose="05000000000000000000" pitchFamily="2" charset="2"/>
                <a:buChar char="u"/>
                <a:defRPr sz="2400" kern="1200">
                  <a:solidFill>
                    <a:schemeClr val="tx1"/>
                  </a:solidFill>
                  <a:latin typeface="Arial"/>
                  <a:ea typeface="+mn-ea"/>
                  <a:cs typeface="+mn-cs"/>
                </a:defRPr>
              </a:lvl1pPr>
              <a:lvl2pPr marL="742950" indent="-285750" algn="l" defTabSz="457200" rtl="0" eaLnBrk="1" latinLnBrk="0" hangingPunct="1">
                <a:spcBef>
                  <a:spcPct val="20000"/>
                </a:spcBef>
                <a:buFont typeface="Arial"/>
                <a:buChar char="–"/>
                <a:defRPr sz="2000" kern="1200">
                  <a:solidFill>
                    <a:schemeClr val="tx1"/>
                  </a:solidFill>
                  <a:latin typeface="Arial"/>
                  <a:ea typeface="+mn-ea"/>
                  <a:cs typeface="+mn-cs"/>
                </a:defRPr>
              </a:lvl2pPr>
              <a:lvl3pPr marL="1143000" indent="-228600" algn="l" defTabSz="457200" rtl="0" eaLnBrk="1" latinLnBrk="0" hangingPunct="1">
                <a:spcBef>
                  <a:spcPct val="20000"/>
                </a:spcBef>
                <a:buFont typeface="Arial" panose="020B0604020202020204" pitchFamily="34" charset="0"/>
                <a:buChar char="■"/>
                <a:defRPr sz="1800" kern="1200">
                  <a:solidFill>
                    <a:schemeClr val="tx1"/>
                  </a:solidFill>
                  <a:latin typeface="Arial"/>
                  <a:ea typeface="+mn-ea"/>
                  <a:cs typeface="+mn-cs"/>
                </a:defRPr>
              </a:lvl3pPr>
              <a:lvl4pPr marL="1600200" indent="-228600" algn="l" defTabSz="457200" rtl="0" eaLnBrk="1" latinLnBrk="0" hangingPunct="1">
                <a:spcBef>
                  <a:spcPct val="20000"/>
                </a:spcBef>
                <a:buFont typeface="Arial"/>
                <a:buChar char="–"/>
                <a:defRPr sz="1600" kern="1200">
                  <a:solidFill>
                    <a:schemeClr val="tx1"/>
                  </a:solidFill>
                  <a:latin typeface="Arial"/>
                  <a:ea typeface="+mn-ea"/>
                  <a:cs typeface="+mn-cs"/>
                </a:defRPr>
              </a:lvl4pPr>
              <a:lvl5pPr marL="2057400" indent="-228600" algn="l" defTabSz="457200" rtl="0" eaLnBrk="1" latinLnBrk="0" hangingPunct="1">
                <a:spcBef>
                  <a:spcPct val="20000"/>
                </a:spcBef>
                <a:buFont typeface="Arial"/>
                <a:buChar char="»"/>
                <a:defRPr sz="14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171450" indent="-171450" defTabSz="514350">
                <a:spcBef>
                  <a:spcPts val="0"/>
                </a:spcBef>
                <a:buSzPct val="80000"/>
              </a:pPr>
              <a:r>
                <a:rPr lang="en-US" sz="750" dirty="0">
                  <a:solidFill>
                    <a:schemeClr val="bg1"/>
                  </a:solidFill>
                  <a:latin typeface="+mn-lt"/>
                  <a:cs typeface="Calibri" pitchFamily="34" charset="0"/>
                </a:rPr>
                <a:t>Impediment tracking list</a:t>
              </a:r>
            </a:p>
            <a:p>
              <a:pPr marL="171450" indent="-171450" defTabSz="514350">
                <a:spcBef>
                  <a:spcPts val="0"/>
                </a:spcBef>
                <a:buSzPct val="80000"/>
              </a:pPr>
              <a:r>
                <a:rPr lang="en-US" sz="750" dirty="0">
                  <a:solidFill>
                    <a:schemeClr val="bg1"/>
                  </a:solidFill>
                  <a:latin typeface="+mn-lt"/>
                  <a:cs typeface="Calibri" pitchFamily="34" charset="0"/>
                </a:rPr>
                <a:t>Sprint backlog prioritization</a:t>
              </a:r>
            </a:p>
            <a:p>
              <a:pPr marL="171450" indent="-171450" defTabSz="514350">
                <a:spcBef>
                  <a:spcPts val="0"/>
                </a:spcBef>
                <a:buSzPct val="80000"/>
              </a:pPr>
              <a:r>
                <a:rPr lang="en-US" sz="750" dirty="0">
                  <a:solidFill>
                    <a:schemeClr val="bg1"/>
                  </a:solidFill>
                  <a:latin typeface="+mn-lt"/>
                  <a:cs typeface="Calibri" pitchFamily="34" charset="0"/>
                </a:rPr>
                <a:t>Sprint burn-down chart</a:t>
              </a:r>
            </a:p>
            <a:p>
              <a:pPr marL="171450" indent="-171450" defTabSz="514350">
                <a:spcBef>
                  <a:spcPts val="0"/>
                </a:spcBef>
                <a:buSzPct val="80000"/>
              </a:pPr>
              <a:r>
                <a:rPr lang="en-US" sz="750" dirty="0">
                  <a:solidFill>
                    <a:schemeClr val="bg1"/>
                  </a:solidFill>
                  <a:latin typeface="+mn-lt"/>
                  <a:cs typeface="Calibri" pitchFamily="34" charset="0"/>
                </a:rPr>
                <a:t>Kanban / Scrum board</a:t>
              </a:r>
            </a:p>
            <a:p>
              <a:pPr marL="171450" indent="-171450" defTabSz="514350">
                <a:spcBef>
                  <a:spcPts val="0"/>
                </a:spcBef>
                <a:buSzPct val="80000"/>
              </a:pPr>
              <a:r>
                <a:rPr lang="en-US" sz="750" dirty="0">
                  <a:solidFill>
                    <a:schemeClr val="bg1"/>
                  </a:solidFill>
                  <a:latin typeface="+mn-lt"/>
                  <a:cs typeface="Calibri" pitchFamily="34" charset="0"/>
                </a:rPr>
                <a:t>Defect management</a:t>
              </a:r>
            </a:p>
            <a:p>
              <a:pPr marL="171450" indent="-171450" defTabSz="514350">
                <a:spcBef>
                  <a:spcPts val="0"/>
                </a:spcBef>
                <a:buSzPct val="80000"/>
              </a:pPr>
              <a:r>
                <a:rPr lang="en-US" sz="750" dirty="0">
                  <a:solidFill>
                    <a:schemeClr val="bg1"/>
                  </a:solidFill>
                  <a:latin typeface="+mn-lt"/>
                  <a:cs typeface="Calibri" pitchFamily="34" charset="0"/>
                </a:rPr>
                <a:t>Development documentation</a:t>
              </a:r>
            </a:p>
          </p:txBody>
        </p:sp>
        <p:sp>
          <p:nvSpPr>
            <p:cNvPr id="83" name="Text Placeholder 22">
              <a:extLst>
                <a:ext uri="{FF2B5EF4-FFF2-40B4-BE49-F238E27FC236}">
                  <a16:creationId xmlns:a16="http://schemas.microsoft.com/office/drawing/2014/main" id="{8F334541-9DF5-4D17-8201-E0871F643197}"/>
                </a:ext>
              </a:extLst>
            </p:cNvPr>
            <p:cNvSpPr txBox="1">
              <a:spLocks/>
            </p:cNvSpPr>
            <p:nvPr/>
          </p:nvSpPr>
          <p:spPr>
            <a:xfrm rot="16200000">
              <a:off x="-203071" y="2533619"/>
              <a:ext cx="1265726" cy="399205"/>
            </a:xfrm>
            <a:prstGeom prst="rect">
              <a:avLst/>
            </a:prstGeom>
          </p:spPr>
          <p:txBody>
            <a:bodyPr lIns="0" tIns="0" rIns="0" bIns="0" anchor="ctr" anchorCtr="0"/>
            <a:lstStyle>
              <a:lvl1pPr marL="0" indent="0" algn="l" defTabSz="457200" rtl="0" eaLnBrk="1" latinLnBrk="0" hangingPunct="1">
                <a:spcBef>
                  <a:spcPct val="20000"/>
                </a:spcBef>
                <a:buSzPct val="75000"/>
                <a:buFontTx/>
                <a:buNone/>
                <a:defRPr sz="1200" kern="1200">
                  <a:solidFill>
                    <a:schemeClr val="tx1"/>
                  </a:solidFill>
                  <a:latin typeface="Arial"/>
                  <a:ea typeface="+mn-ea"/>
                  <a:cs typeface="+mn-cs"/>
                </a:defRPr>
              </a:lvl1pPr>
              <a:lvl2pPr marL="233363" indent="-233363" algn="l" defTabSz="457200" rtl="0" eaLnBrk="1" latinLnBrk="0" hangingPunct="1">
                <a:spcBef>
                  <a:spcPct val="20000"/>
                </a:spcBef>
                <a:buClr>
                  <a:srgbClr val="DA291C"/>
                </a:buClr>
                <a:buSzPct val="80000"/>
                <a:buFont typeface="Wingdings" panose="05000000000000000000" pitchFamily="2" charset="2"/>
                <a:buChar char="u"/>
                <a:defRPr sz="1200" kern="1200">
                  <a:solidFill>
                    <a:schemeClr val="tx1"/>
                  </a:solidFill>
                  <a:latin typeface="Arial"/>
                  <a:ea typeface="+mn-ea"/>
                  <a:cs typeface="+mn-cs"/>
                </a:defRPr>
              </a:lvl2pPr>
              <a:lvl3pPr marL="461963" indent="-228600" algn="l" defTabSz="457200" rtl="0" eaLnBrk="1" latinLnBrk="0" hangingPunct="1">
                <a:spcBef>
                  <a:spcPct val="20000"/>
                </a:spcBef>
                <a:buFont typeface="Arial" panose="020B0604020202020204" pitchFamily="34" charset="0"/>
                <a:buChar char="–"/>
                <a:defRPr sz="1200" kern="1200">
                  <a:solidFill>
                    <a:schemeClr val="tx1"/>
                  </a:solidFill>
                  <a:latin typeface="Arial"/>
                  <a:ea typeface="+mn-ea"/>
                  <a:cs typeface="+mn-cs"/>
                </a:defRPr>
              </a:lvl3pPr>
              <a:lvl4pPr marL="685800" indent="-228600" algn="l" defTabSz="457200" rtl="0" eaLnBrk="1" latinLnBrk="0" hangingPunct="1">
                <a:spcBef>
                  <a:spcPct val="20000"/>
                </a:spcBef>
                <a:buClr>
                  <a:srgbClr val="919D9D"/>
                </a:buClr>
                <a:buFont typeface="Arial" panose="020B0604020202020204" pitchFamily="34" charset="0"/>
                <a:buChar char="■"/>
                <a:defRPr sz="1200" kern="1200">
                  <a:solidFill>
                    <a:schemeClr val="tx1"/>
                  </a:solidFill>
                  <a:latin typeface="Arial"/>
                  <a:ea typeface="+mn-ea"/>
                  <a:cs typeface="+mn-cs"/>
                </a:defRPr>
              </a:lvl4pPr>
              <a:lvl5pPr marL="909638" indent="-219075" algn="l" defTabSz="457200" rtl="0" eaLnBrk="1" latinLnBrk="0" hangingPunct="1">
                <a:spcBef>
                  <a:spcPct val="20000"/>
                </a:spcBef>
                <a:buFont typeface="Arial"/>
                <a:buChar char="»"/>
                <a:defRPr sz="12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ctr"/>
              <a:r>
                <a:rPr lang="en-US" sz="750" b="1" dirty="0">
                  <a:solidFill>
                    <a:srgbClr val="919D9D"/>
                  </a:solidFill>
                </a:rPr>
                <a:t>Activities</a:t>
              </a:r>
            </a:p>
          </p:txBody>
        </p:sp>
        <p:sp>
          <p:nvSpPr>
            <p:cNvPr id="84" name="Text Placeholder 22">
              <a:extLst>
                <a:ext uri="{FF2B5EF4-FFF2-40B4-BE49-F238E27FC236}">
                  <a16:creationId xmlns:a16="http://schemas.microsoft.com/office/drawing/2014/main" id="{957BE11B-EB8F-4E80-AFC7-E470279CA9AC}"/>
                </a:ext>
              </a:extLst>
            </p:cNvPr>
            <p:cNvSpPr txBox="1">
              <a:spLocks/>
            </p:cNvSpPr>
            <p:nvPr/>
          </p:nvSpPr>
          <p:spPr>
            <a:xfrm rot="16200000">
              <a:off x="-196793" y="3793064"/>
              <a:ext cx="1253162" cy="399205"/>
            </a:xfrm>
            <a:prstGeom prst="rect">
              <a:avLst/>
            </a:prstGeom>
          </p:spPr>
          <p:txBody>
            <a:bodyPr lIns="0" tIns="0" rIns="0" bIns="0" anchor="ctr" anchorCtr="0"/>
            <a:lstStyle>
              <a:lvl1pPr marL="0" indent="0" algn="l" defTabSz="457200" rtl="0" eaLnBrk="1" latinLnBrk="0" hangingPunct="1">
                <a:spcBef>
                  <a:spcPct val="20000"/>
                </a:spcBef>
                <a:buSzPct val="75000"/>
                <a:buFontTx/>
                <a:buNone/>
                <a:defRPr sz="1200" kern="1200">
                  <a:solidFill>
                    <a:schemeClr val="tx1"/>
                  </a:solidFill>
                  <a:latin typeface="Arial"/>
                  <a:ea typeface="+mn-ea"/>
                  <a:cs typeface="+mn-cs"/>
                </a:defRPr>
              </a:lvl1pPr>
              <a:lvl2pPr marL="233363" indent="-233363" algn="l" defTabSz="457200" rtl="0" eaLnBrk="1" latinLnBrk="0" hangingPunct="1">
                <a:spcBef>
                  <a:spcPct val="20000"/>
                </a:spcBef>
                <a:buClr>
                  <a:srgbClr val="DA291C"/>
                </a:buClr>
                <a:buSzPct val="80000"/>
                <a:buFont typeface="Wingdings" panose="05000000000000000000" pitchFamily="2" charset="2"/>
                <a:buChar char="u"/>
                <a:defRPr sz="1200" kern="1200">
                  <a:solidFill>
                    <a:schemeClr val="tx1"/>
                  </a:solidFill>
                  <a:latin typeface="Arial"/>
                  <a:ea typeface="+mn-ea"/>
                  <a:cs typeface="+mn-cs"/>
                </a:defRPr>
              </a:lvl2pPr>
              <a:lvl3pPr marL="461963" indent="-228600" algn="l" defTabSz="457200" rtl="0" eaLnBrk="1" latinLnBrk="0" hangingPunct="1">
                <a:spcBef>
                  <a:spcPct val="20000"/>
                </a:spcBef>
                <a:buFont typeface="Arial" panose="020B0604020202020204" pitchFamily="34" charset="0"/>
                <a:buChar char="–"/>
                <a:defRPr sz="1200" kern="1200">
                  <a:solidFill>
                    <a:schemeClr val="tx1"/>
                  </a:solidFill>
                  <a:latin typeface="Arial"/>
                  <a:ea typeface="+mn-ea"/>
                  <a:cs typeface="+mn-cs"/>
                </a:defRPr>
              </a:lvl3pPr>
              <a:lvl4pPr marL="685800" indent="-228600" algn="l" defTabSz="457200" rtl="0" eaLnBrk="1" latinLnBrk="0" hangingPunct="1">
                <a:spcBef>
                  <a:spcPct val="20000"/>
                </a:spcBef>
                <a:buClr>
                  <a:srgbClr val="919D9D"/>
                </a:buClr>
                <a:buFont typeface="Arial" panose="020B0604020202020204" pitchFamily="34" charset="0"/>
                <a:buChar char="■"/>
                <a:defRPr sz="1200" kern="1200">
                  <a:solidFill>
                    <a:schemeClr val="tx1"/>
                  </a:solidFill>
                  <a:latin typeface="Arial"/>
                  <a:ea typeface="+mn-ea"/>
                  <a:cs typeface="+mn-cs"/>
                </a:defRPr>
              </a:lvl4pPr>
              <a:lvl5pPr marL="909638" indent="-219075" algn="l" defTabSz="457200" rtl="0" eaLnBrk="1" latinLnBrk="0" hangingPunct="1">
                <a:spcBef>
                  <a:spcPct val="20000"/>
                </a:spcBef>
                <a:buFont typeface="Arial"/>
                <a:buChar char="»"/>
                <a:defRPr sz="12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ctr"/>
              <a:r>
                <a:rPr lang="en-US" sz="750" b="1" dirty="0">
                  <a:solidFill>
                    <a:srgbClr val="919D9D"/>
                  </a:solidFill>
                </a:rPr>
                <a:t>Output</a:t>
              </a:r>
            </a:p>
          </p:txBody>
        </p:sp>
      </p:grpSp>
      <p:sp>
        <p:nvSpPr>
          <p:cNvPr id="29" name="TextBox 28">
            <a:extLst>
              <a:ext uri="{FF2B5EF4-FFF2-40B4-BE49-F238E27FC236}">
                <a16:creationId xmlns:a16="http://schemas.microsoft.com/office/drawing/2014/main" id="{600B3266-3E81-41FE-B06B-EB4ED87F2B3D}"/>
              </a:ext>
            </a:extLst>
          </p:cNvPr>
          <p:cNvSpPr txBox="1"/>
          <p:nvPr/>
        </p:nvSpPr>
        <p:spPr>
          <a:xfrm>
            <a:off x="6042537" y="4871696"/>
            <a:ext cx="2641309" cy="173124"/>
          </a:xfrm>
          <a:prstGeom prst="rect">
            <a:avLst/>
          </a:prstGeom>
          <a:noFill/>
        </p:spPr>
        <p:txBody>
          <a:bodyPr wrap="square" rtlCol="0">
            <a:spAutoFit/>
          </a:bodyPr>
          <a:lstStyle/>
          <a:p>
            <a:r>
              <a:rPr lang="en-US" sz="525" cap="small" dirty="0">
                <a:latin typeface="Arial"/>
              </a:rPr>
              <a:t>© 2021 Synectiks. All Rights Reserved. Proprietary and Confidential.</a:t>
            </a:r>
          </a:p>
        </p:txBody>
      </p:sp>
    </p:spTree>
    <p:extLst>
      <p:ext uri="{BB962C8B-B14F-4D97-AF65-F5344CB8AC3E}">
        <p14:creationId xmlns:p14="http://schemas.microsoft.com/office/powerpoint/2010/main" val="210224127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7"/>
                                        </p:tgtEl>
                                        <p:attrNameLst>
                                          <p:attrName>style.visibility</p:attrName>
                                        </p:attrNameLst>
                                      </p:cBhvr>
                                      <p:to>
                                        <p:strVal val="visible"/>
                                      </p:to>
                                    </p:set>
                                    <p:anim calcmode="lin" valueType="num">
                                      <p:cBhvr>
                                        <p:cTn id="7" dur="250" fill="hold"/>
                                        <p:tgtEl>
                                          <p:spTgt spid="7"/>
                                        </p:tgtEl>
                                        <p:attrNameLst>
                                          <p:attrName>ppt_x</p:attrName>
                                        </p:attrNameLst>
                                      </p:cBhvr>
                                      <p:tavLst>
                                        <p:tav tm="0">
                                          <p:val>
                                            <p:strVal val="#ppt_x"/>
                                          </p:val>
                                        </p:tav>
                                        <p:tav tm="50000">
                                          <p:val>
                                            <p:strVal val="#ppt_x+.1"/>
                                          </p:val>
                                        </p:tav>
                                        <p:tav tm="100000">
                                          <p:val>
                                            <p:strVal val="#ppt_x"/>
                                          </p:val>
                                        </p:tav>
                                      </p:tavLst>
                                    </p:anim>
                                    <p:anim calcmode="lin" valueType="num">
                                      <p:cBhvr>
                                        <p:cTn id="8" dur="250" fill="hold"/>
                                        <p:tgtEl>
                                          <p:spTgt spid="7"/>
                                        </p:tgtEl>
                                        <p:attrNameLst>
                                          <p:attrName>ppt_y</p:attrName>
                                        </p:attrNameLst>
                                      </p:cBhvr>
                                      <p:tavLst>
                                        <p:tav tm="0">
                                          <p:val>
                                            <p:strVal val="#ppt_y"/>
                                          </p:val>
                                        </p:tav>
                                        <p:tav tm="100000">
                                          <p:val>
                                            <p:strVal val="#ppt_y"/>
                                          </p:val>
                                        </p:tav>
                                      </p:tavLst>
                                    </p:anim>
                                    <p:anim calcmode="lin" valueType="num">
                                      <p:cBhvr>
                                        <p:cTn id="9" dur="250" fill="hold"/>
                                        <p:tgtEl>
                                          <p:spTgt spid="7"/>
                                        </p:tgtEl>
                                        <p:attrNameLst>
                                          <p:attrName>ppt_h</p:attrName>
                                        </p:attrNameLst>
                                      </p:cBhvr>
                                      <p:tavLst>
                                        <p:tav tm="0">
                                          <p:val>
                                            <p:strVal val="#ppt_h/10"/>
                                          </p:val>
                                        </p:tav>
                                        <p:tav tm="50000">
                                          <p:val>
                                            <p:strVal val="#ppt_h+.01"/>
                                          </p:val>
                                        </p:tav>
                                        <p:tav tm="100000">
                                          <p:val>
                                            <p:strVal val="#ppt_h"/>
                                          </p:val>
                                        </p:tav>
                                      </p:tavLst>
                                    </p:anim>
                                    <p:anim calcmode="lin" valueType="num">
                                      <p:cBhvr>
                                        <p:cTn id="10" dur="250" fill="hold"/>
                                        <p:tgtEl>
                                          <p:spTgt spid="7"/>
                                        </p:tgtEl>
                                        <p:attrNameLst>
                                          <p:attrName>ppt_w</p:attrName>
                                        </p:attrNameLst>
                                      </p:cBhvr>
                                      <p:tavLst>
                                        <p:tav tm="0">
                                          <p:val>
                                            <p:strVal val="#ppt_w/10"/>
                                          </p:val>
                                        </p:tav>
                                        <p:tav tm="50000">
                                          <p:val>
                                            <p:strVal val="#ppt_w+.01"/>
                                          </p:val>
                                        </p:tav>
                                        <p:tav tm="100000">
                                          <p:val>
                                            <p:strVal val="#ppt_w"/>
                                          </p:val>
                                        </p:tav>
                                      </p:tavLst>
                                    </p:anim>
                                    <p:animEffect transition="in" filter="fade">
                                      <p:cBhvr>
                                        <p:cTn id="11" dur="250" tmFilter="0,0; .5, 1; 1, 1"/>
                                        <p:tgtEl>
                                          <p:spTgt spid="7"/>
                                        </p:tgtEl>
                                      </p:cBhvr>
                                    </p:animEffect>
                                  </p:childTnLst>
                                </p:cTn>
                              </p:par>
                            </p:childTnLst>
                          </p:cTn>
                        </p:par>
                        <p:par>
                          <p:cTn id="12" fill="hold" nodeType="afterGroup">
                            <p:stCondLst>
                              <p:cond delay="500"/>
                            </p:stCondLst>
                            <p:childTnLst>
                              <p:par>
                                <p:cTn id="13" presetID="22" presetClass="entr" presetSubtype="1" fill="hold" grpId="0" nodeType="after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wipe(up)">
                                      <p:cBhvr>
                                        <p:cTn id="15" dur="400"/>
                                        <p:tgtEl>
                                          <p:spTgt spid="8"/>
                                        </p:tgtEl>
                                      </p:cBhvr>
                                    </p:animEffect>
                                  </p:childTnLst>
                                </p:cTn>
                              </p:par>
                            </p:childTnLst>
                          </p:cTn>
                        </p:par>
                        <p:par>
                          <p:cTn id="16" fill="hold">
                            <p:stCondLst>
                              <p:cond delay="900"/>
                            </p:stCondLst>
                            <p:childTnLst>
                              <p:par>
                                <p:cTn id="17" presetID="41" presetClass="entr" presetSubtype="0" fill="hold" grpId="0" nodeType="afterEffect">
                                  <p:stCondLst>
                                    <p:cond delay="0"/>
                                  </p:stCondLst>
                                  <p:iterate type="lt">
                                    <p:tmPct val="10000"/>
                                  </p:iterate>
                                  <p:childTnLst>
                                    <p:set>
                                      <p:cBhvr>
                                        <p:cTn id="18" dur="1" fill="hold">
                                          <p:stCondLst>
                                            <p:cond delay="0"/>
                                          </p:stCondLst>
                                        </p:cTn>
                                        <p:tgtEl>
                                          <p:spTgt spid="16"/>
                                        </p:tgtEl>
                                        <p:attrNameLst>
                                          <p:attrName>style.visibility</p:attrName>
                                        </p:attrNameLst>
                                      </p:cBhvr>
                                      <p:to>
                                        <p:strVal val="visible"/>
                                      </p:to>
                                    </p:set>
                                    <p:anim calcmode="lin" valueType="num">
                                      <p:cBhvr>
                                        <p:cTn id="19" dur="250" fill="hold"/>
                                        <p:tgtEl>
                                          <p:spTgt spid="16"/>
                                        </p:tgtEl>
                                        <p:attrNameLst>
                                          <p:attrName>ppt_x</p:attrName>
                                        </p:attrNameLst>
                                      </p:cBhvr>
                                      <p:tavLst>
                                        <p:tav tm="0">
                                          <p:val>
                                            <p:strVal val="#ppt_x"/>
                                          </p:val>
                                        </p:tav>
                                        <p:tav tm="50000">
                                          <p:val>
                                            <p:strVal val="#ppt_x+.1"/>
                                          </p:val>
                                        </p:tav>
                                        <p:tav tm="100000">
                                          <p:val>
                                            <p:strVal val="#ppt_x"/>
                                          </p:val>
                                        </p:tav>
                                      </p:tavLst>
                                    </p:anim>
                                    <p:anim calcmode="lin" valueType="num">
                                      <p:cBhvr>
                                        <p:cTn id="20" dur="250" fill="hold"/>
                                        <p:tgtEl>
                                          <p:spTgt spid="16"/>
                                        </p:tgtEl>
                                        <p:attrNameLst>
                                          <p:attrName>ppt_y</p:attrName>
                                        </p:attrNameLst>
                                      </p:cBhvr>
                                      <p:tavLst>
                                        <p:tav tm="0">
                                          <p:val>
                                            <p:strVal val="#ppt_y"/>
                                          </p:val>
                                        </p:tav>
                                        <p:tav tm="100000">
                                          <p:val>
                                            <p:strVal val="#ppt_y"/>
                                          </p:val>
                                        </p:tav>
                                      </p:tavLst>
                                    </p:anim>
                                    <p:anim calcmode="lin" valueType="num">
                                      <p:cBhvr>
                                        <p:cTn id="21" dur="250" fill="hold"/>
                                        <p:tgtEl>
                                          <p:spTgt spid="16"/>
                                        </p:tgtEl>
                                        <p:attrNameLst>
                                          <p:attrName>ppt_h</p:attrName>
                                        </p:attrNameLst>
                                      </p:cBhvr>
                                      <p:tavLst>
                                        <p:tav tm="0">
                                          <p:val>
                                            <p:strVal val="#ppt_h/10"/>
                                          </p:val>
                                        </p:tav>
                                        <p:tav tm="50000">
                                          <p:val>
                                            <p:strVal val="#ppt_h+.01"/>
                                          </p:val>
                                        </p:tav>
                                        <p:tav tm="100000">
                                          <p:val>
                                            <p:strVal val="#ppt_h"/>
                                          </p:val>
                                        </p:tav>
                                      </p:tavLst>
                                    </p:anim>
                                    <p:anim calcmode="lin" valueType="num">
                                      <p:cBhvr>
                                        <p:cTn id="22" dur="250" fill="hold"/>
                                        <p:tgtEl>
                                          <p:spTgt spid="16"/>
                                        </p:tgtEl>
                                        <p:attrNameLst>
                                          <p:attrName>ppt_w</p:attrName>
                                        </p:attrNameLst>
                                      </p:cBhvr>
                                      <p:tavLst>
                                        <p:tav tm="0">
                                          <p:val>
                                            <p:strVal val="#ppt_w/10"/>
                                          </p:val>
                                        </p:tav>
                                        <p:tav tm="50000">
                                          <p:val>
                                            <p:strVal val="#ppt_w+.01"/>
                                          </p:val>
                                        </p:tav>
                                        <p:tav tm="100000">
                                          <p:val>
                                            <p:strVal val="#ppt_w"/>
                                          </p:val>
                                        </p:tav>
                                      </p:tavLst>
                                    </p:anim>
                                    <p:animEffect transition="in" filter="fade">
                                      <p:cBhvr>
                                        <p:cTn id="23" dur="250" tmFilter="0,0; .5, 1; 1, 1"/>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1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EAEDC1F-A56F-4E8C-A5F9-CD9FCEB21E88}"/>
              </a:ext>
            </a:extLst>
          </p:cNvPr>
          <p:cNvSpPr/>
          <p:nvPr/>
        </p:nvSpPr>
        <p:spPr>
          <a:xfrm>
            <a:off x="5969804" y="0"/>
            <a:ext cx="3174196" cy="51435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BC4B333F-7255-4EB6-88CF-88EB466F8B37}"/>
              </a:ext>
            </a:extLst>
          </p:cNvPr>
          <p:cNvSpPr/>
          <p:nvPr/>
        </p:nvSpPr>
        <p:spPr>
          <a:xfrm>
            <a:off x="6234121" y="139700"/>
            <a:ext cx="2693996" cy="4570482"/>
          </a:xfrm>
          <a:prstGeom prst="rect">
            <a:avLst/>
          </a:prstGeom>
        </p:spPr>
        <p:txBody>
          <a:bodyPr wrap="square">
            <a:spAutoFit/>
          </a:bodyPr>
          <a:lstStyle/>
          <a:p>
            <a:pPr>
              <a:buClr>
                <a:schemeClr val="bg1"/>
              </a:buClr>
              <a:buSzPct val="80000"/>
            </a:pPr>
            <a:r>
              <a:rPr lang="en-US" b="1" dirty="0">
                <a:solidFill>
                  <a:srgbClr val="ED7D31"/>
                </a:solidFill>
                <a:latin typeface="Segoe UI" panose="020B0502040204020203" pitchFamily="34" charset="0"/>
                <a:ea typeface="Segoe UI" panose="020B0502040204020203" pitchFamily="34" charset="0"/>
                <a:cs typeface="Segoe UI" panose="020B0502040204020203" pitchFamily="34" charset="0"/>
              </a:rPr>
              <a:t>Assumptions:</a:t>
            </a:r>
          </a:p>
          <a:p>
            <a:pPr marL="131267" indent="-131267">
              <a:buClr>
                <a:schemeClr val="bg1"/>
              </a:buClr>
              <a:buSzPct val="80000"/>
            </a:pPr>
            <a:endParaRPr lang="en-US" sz="1050" dirty="0">
              <a:solidFill>
                <a:schemeClr val="tx1">
                  <a:lumMod val="95000"/>
                  <a:lumOff val="5000"/>
                </a:schemeClr>
              </a:solidFill>
              <a:latin typeface="Segoe UI" panose="020B0502040204020203" pitchFamily="34" charset="0"/>
              <a:ea typeface="Segoe UI" panose="020B0502040204020203" pitchFamily="34" charset="0"/>
              <a:cs typeface="Segoe UI" panose="020B0502040204020203" pitchFamily="34" charset="0"/>
            </a:endParaRPr>
          </a:p>
          <a:p>
            <a:pPr marL="214313" indent="-214313">
              <a:buClr>
                <a:schemeClr val="tx1"/>
              </a:buClr>
              <a:buSzPct val="80000"/>
              <a:buFont typeface="Arial" panose="020B0604020202020204" pitchFamily="34" charset="0"/>
              <a:buChar char="•"/>
            </a:pPr>
            <a:r>
              <a:rPr lang="en-US" sz="1050" dirty="0">
                <a:solidFill>
                  <a:schemeClr val="tx1">
                    <a:lumMod val="95000"/>
                    <a:lumOff val="5000"/>
                  </a:schemeClr>
                </a:solidFill>
                <a:latin typeface="Segoe UI" panose="020B0502040204020203" pitchFamily="34" charset="0"/>
                <a:ea typeface="Segoe UI" panose="020B0502040204020203" pitchFamily="34" charset="0"/>
                <a:cs typeface="Segoe UI" panose="020B0502040204020203" pitchFamily="34" charset="0"/>
              </a:rPr>
              <a:t>2 weeks design / development sprints</a:t>
            </a:r>
          </a:p>
          <a:p>
            <a:pPr marL="214313" indent="-214313">
              <a:buClr>
                <a:schemeClr val="tx1"/>
              </a:buClr>
              <a:buSzPct val="80000"/>
              <a:buFont typeface="Arial" panose="020B0604020202020204" pitchFamily="34" charset="0"/>
              <a:buChar char="•"/>
            </a:pPr>
            <a:r>
              <a:rPr lang="en-US" sz="1050" dirty="0">
                <a:solidFill>
                  <a:schemeClr val="tx1">
                    <a:lumMod val="95000"/>
                    <a:lumOff val="5000"/>
                  </a:schemeClr>
                </a:solidFill>
                <a:latin typeface="Segoe UI" panose="020B0502040204020203" pitchFamily="34" charset="0"/>
                <a:ea typeface="Segoe UI" panose="020B0502040204020203" pitchFamily="34" charset="0"/>
                <a:cs typeface="Segoe UI" panose="020B0502040204020203" pitchFamily="34" charset="0"/>
              </a:rPr>
              <a:t>Daily scrum check-in meetings</a:t>
            </a:r>
          </a:p>
          <a:p>
            <a:pPr marL="131267" indent="-131267">
              <a:buClr>
                <a:schemeClr val="bg1"/>
              </a:buClr>
              <a:buSzPct val="80000"/>
            </a:pPr>
            <a:endParaRPr lang="en-US" sz="1050" dirty="0">
              <a:solidFill>
                <a:schemeClr val="tx1">
                  <a:lumMod val="95000"/>
                  <a:lumOff val="5000"/>
                </a:schemeClr>
              </a:solidFill>
              <a:latin typeface="Segoe UI" panose="020B0502040204020203" pitchFamily="34" charset="0"/>
              <a:ea typeface="Segoe UI" panose="020B0502040204020203" pitchFamily="34" charset="0"/>
              <a:cs typeface="Segoe UI" panose="020B0502040204020203" pitchFamily="34" charset="0"/>
            </a:endParaRPr>
          </a:p>
          <a:p>
            <a:pPr marL="131267" indent="-131267">
              <a:buClr>
                <a:schemeClr val="bg1"/>
              </a:buClr>
              <a:buSzPct val="80000"/>
            </a:pPr>
            <a:r>
              <a:rPr lang="en-US" sz="1050" dirty="0">
                <a:solidFill>
                  <a:schemeClr val="tx1">
                    <a:lumMod val="95000"/>
                    <a:lumOff val="5000"/>
                  </a:schemeClr>
                </a:solidFill>
                <a:latin typeface="Segoe UI" panose="020B0502040204020203" pitchFamily="34" charset="0"/>
                <a:ea typeface="Segoe UI" panose="020B0502040204020203" pitchFamily="34" charset="0"/>
                <a:cs typeface="Segoe UI" panose="020B0502040204020203" pitchFamily="34" charset="0"/>
              </a:rPr>
              <a:t>Customer Roles &amp; Responsibility</a:t>
            </a:r>
          </a:p>
          <a:p>
            <a:pPr marL="345281" lvl="1" indent="-214313" algn="just">
              <a:buClr>
                <a:schemeClr val="tx1"/>
              </a:buClr>
              <a:buSzPct val="80000"/>
              <a:buFont typeface="Arial" panose="020B0604020202020204" pitchFamily="34" charset="0"/>
              <a:buChar char="•"/>
            </a:pPr>
            <a:r>
              <a:rPr lang="en-US" sz="1050" dirty="0">
                <a:solidFill>
                  <a:schemeClr val="tx1">
                    <a:lumMod val="95000"/>
                    <a:lumOff val="5000"/>
                  </a:schemeClr>
                </a:solidFill>
                <a:latin typeface="Segoe UI" panose="020B0502040204020203" pitchFamily="34" charset="0"/>
                <a:ea typeface="Segoe UI" panose="020B0502040204020203" pitchFamily="34" charset="0"/>
                <a:cs typeface="Segoe UI" panose="020B0502040204020203" pitchFamily="34" charset="0"/>
              </a:rPr>
              <a:t>Require Product Owner role from customer to Articulate product strategy, vision and roadmap to stakeholders</a:t>
            </a:r>
          </a:p>
          <a:p>
            <a:pPr marL="345281" lvl="1" indent="-214313" algn="just">
              <a:buClr>
                <a:schemeClr val="tx1"/>
              </a:buClr>
              <a:buSzPct val="80000"/>
              <a:buFont typeface="Arial" panose="020B0604020202020204" pitchFamily="34" charset="0"/>
              <a:buChar char="•"/>
            </a:pPr>
            <a:endParaRPr lang="en-US" sz="1050" dirty="0">
              <a:solidFill>
                <a:schemeClr val="tx1">
                  <a:lumMod val="95000"/>
                  <a:lumOff val="5000"/>
                </a:schemeClr>
              </a:solidFill>
              <a:latin typeface="Segoe UI" panose="020B0502040204020203" pitchFamily="34" charset="0"/>
              <a:ea typeface="Segoe UI" panose="020B0502040204020203" pitchFamily="34" charset="0"/>
              <a:cs typeface="Segoe UI" panose="020B0502040204020203" pitchFamily="34" charset="0"/>
            </a:endParaRPr>
          </a:p>
          <a:p>
            <a:pPr marL="345281" lvl="1" indent="-214313" algn="just">
              <a:buClr>
                <a:schemeClr val="tx1"/>
              </a:buClr>
              <a:buSzPct val="80000"/>
              <a:buFont typeface="Arial" panose="020B0604020202020204" pitchFamily="34" charset="0"/>
              <a:buChar char="•"/>
            </a:pPr>
            <a:r>
              <a:rPr lang="en-US" sz="1050" dirty="0">
                <a:solidFill>
                  <a:schemeClr val="tx1">
                    <a:lumMod val="95000"/>
                    <a:lumOff val="5000"/>
                  </a:schemeClr>
                </a:solidFill>
                <a:latin typeface="Segoe UI" panose="020B0502040204020203" pitchFamily="34" charset="0"/>
                <a:ea typeface="Segoe UI" panose="020B0502040204020203" pitchFamily="34" charset="0"/>
                <a:cs typeface="Segoe UI" panose="020B0502040204020203" pitchFamily="34" charset="0"/>
              </a:rPr>
              <a:t>Prioritize and manage product </a:t>
            </a:r>
            <a:br>
              <a:rPr lang="en-US" sz="1050" dirty="0">
                <a:solidFill>
                  <a:schemeClr val="tx1">
                    <a:lumMod val="95000"/>
                    <a:lumOff val="5000"/>
                  </a:schemeClr>
                </a:solidFill>
                <a:latin typeface="Segoe UI" panose="020B0502040204020203" pitchFamily="34" charset="0"/>
                <a:ea typeface="Segoe UI" panose="020B0502040204020203" pitchFamily="34" charset="0"/>
                <a:cs typeface="Segoe UI" panose="020B0502040204020203" pitchFamily="34" charset="0"/>
              </a:rPr>
            </a:br>
            <a:r>
              <a:rPr lang="en-US" sz="1050" dirty="0">
                <a:solidFill>
                  <a:schemeClr val="tx1">
                    <a:lumMod val="95000"/>
                    <a:lumOff val="5000"/>
                  </a:schemeClr>
                </a:solidFill>
                <a:latin typeface="Segoe UI" panose="020B0502040204020203" pitchFamily="34" charset="0"/>
                <a:ea typeface="Segoe UI" panose="020B0502040204020203" pitchFamily="34" charset="0"/>
                <a:cs typeface="Segoe UI" panose="020B0502040204020203" pitchFamily="34" charset="0"/>
              </a:rPr>
              <a:t>back log.</a:t>
            </a:r>
          </a:p>
          <a:p>
            <a:pPr marL="345281" lvl="1" indent="-214313" algn="just">
              <a:buClr>
                <a:schemeClr val="tx1"/>
              </a:buClr>
              <a:buSzPct val="80000"/>
              <a:buFont typeface="Arial" panose="020B0604020202020204" pitchFamily="34" charset="0"/>
              <a:buChar char="•"/>
            </a:pPr>
            <a:endParaRPr lang="en-US" sz="1050" dirty="0">
              <a:solidFill>
                <a:schemeClr val="tx1">
                  <a:lumMod val="95000"/>
                  <a:lumOff val="5000"/>
                </a:schemeClr>
              </a:solidFill>
              <a:latin typeface="Segoe UI" panose="020B0502040204020203" pitchFamily="34" charset="0"/>
              <a:ea typeface="Segoe UI" panose="020B0502040204020203" pitchFamily="34" charset="0"/>
              <a:cs typeface="Segoe UI" panose="020B0502040204020203" pitchFamily="34" charset="0"/>
            </a:endParaRPr>
          </a:p>
          <a:p>
            <a:pPr marL="345281" lvl="1" indent="-214313" algn="just">
              <a:buClr>
                <a:schemeClr val="tx1"/>
              </a:buClr>
              <a:buSzPct val="80000"/>
              <a:buFont typeface="Arial" panose="020B0604020202020204" pitchFamily="34" charset="0"/>
              <a:buChar char="•"/>
            </a:pPr>
            <a:r>
              <a:rPr lang="en-US" sz="1050" dirty="0">
                <a:solidFill>
                  <a:schemeClr val="tx1">
                    <a:lumMod val="95000"/>
                    <a:lumOff val="5000"/>
                  </a:schemeClr>
                </a:solidFill>
                <a:latin typeface="Segoe UI" panose="020B0502040204020203" pitchFamily="34" charset="0"/>
                <a:ea typeface="Segoe UI" panose="020B0502040204020203" pitchFamily="34" charset="0"/>
                <a:cs typeface="Segoe UI" panose="020B0502040204020203" pitchFamily="34" charset="0"/>
              </a:rPr>
              <a:t>Synectiks representative to participate in daily scrum, sprint planning and retrospect meetings.</a:t>
            </a:r>
          </a:p>
          <a:p>
            <a:pPr marL="346472" lvl="2" indent="-90488" algn="just">
              <a:buClr>
                <a:schemeClr val="bg1"/>
              </a:buClr>
              <a:buSzPct val="80000"/>
            </a:pPr>
            <a:endParaRPr lang="en-US" sz="1050" dirty="0">
              <a:solidFill>
                <a:schemeClr val="tx1">
                  <a:lumMod val="95000"/>
                  <a:lumOff val="5000"/>
                </a:schemeClr>
              </a:solidFill>
              <a:latin typeface="Segoe UI" panose="020B0502040204020203" pitchFamily="34" charset="0"/>
              <a:ea typeface="Segoe UI" panose="020B0502040204020203" pitchFamily="34" charset="0"/>
              <a:cs typeface="Segoe UI" panose="020B0502040204020203" pitchFamily="34" charset="0"/>
            </a:endParaRPr>
          </a:p>
          <a:p>
            <a:pPr marL="131267" indent="-131267">
              <a:buClr>
                <a:schemeClr val="bg1"/>
              </a:buClr>
              <a:buSzPct val="80000"/>
            </a:pPr>
            <a:endParaRPr lang="en-US" sz="1050" dirty="0">
              <a:solidFill>
                <a:schemeClr val="tx1">
                  <a:lumMod val="95000"/>
                  <a:lumOff val="5000"/>
                </a:schemeClr>
              </a:solidFill>
              <a:latin typeface="Segoe UI" panose="020B0502040204020203" pitchFamily="34" charset="0"/>
              <a:ea typeface="Segoe UI" panose="020B0502040204020203" pitchFamily="34" charset="0"/>
              <a:cs typeface="Segoe UI" panose="020B0502040204020203" pitchFamily="34" charset="0"/>
            </a:endParaRPr>
          </a:p>
          <a:p>
            <a:pPr marL="131267" indent="-131267">
              <a:buClr>
                <a:schemeClr val="bg1"/>
              </a:buClr>
              <a:buSzPct val="80000"/>
            </a:pPr>
            <a:r>
              <a:rPr lang="en-US" sz="1050" dirty="0">
                <a:solidFill>
                  <a:schemeClr val="tx1">
                    <a:lumMod val="95000"/>
                    <a:lumOff val="5000"/>
                  </a:schemeClr>
                </a:solidFill>
                <a:latin typeface="Segoe UI" panose="020B0502040204020203" pitchFamily="34" charset="0"/>
                <a:ea typeface="Segoe UI" panose="020B0502040204020203" pitchFamily="34" charset="0"/>
                <a:cs typeface="Segoe UI" panose="020B0502040204020203" pitchFamily="34" charset="0"/>
              </a:rPr>
              <a:t>Synectiks Roles &amp; Responsibility</a:t>
            </a:r>
          </a:p>
          <a:p>
            <a:pPr marL="214313" indent="-214313">
              <a:buClr>
                <a:schemeClr val="tx1"/>
              </a:buClr>
              <a:buSzPct val="80000"/>
              <a:buFont typeface="Arial" panose="020B0604020202020204" pitchFamily="34" charset="0"/>
              <a:buChar char="•"/>
            </a:pPr>
            <a:r>
              <a:rPr lang="en-US" sz="1050" dirty="0">
                <a:solidFill>
                  <a:schemeClr val="tx1">
                    <a:lumMod val="95000"/>
                    <a:lumOff val="5000"/>
                  </a:schemeClr>
                </a:solidFill>
                <a:latin typeface="Segoe UI" panose="020B0502040204020203" pitchFamily="34" charset="0"/>
                <a:ea typeface="Segoe UI" panose="020B0502040204020203" pitchFamily="34" charset="0"/>
                <a:cs typeface="Segoe UI" panose="020B0502040204020203" pitchFamily="34" charset="0"/>
              </a:rPr>
              <a:t>Synectiks PM along with developers participate in daily scrum and report status	</a:t>
            </a:r>
          </a:p>
          <a:p>
            <a:pPr marL="214313" indent="-214313">
              <a:buClr>
                <a:schemeClr val="tx1"/>
              </a:buClr>
              <a:buSzPct val="80000"/>
              <a:buFont typeface="Arial" panose="020B0604020202020204" pitchFamily="34" charset="0"/>
              <a:buChar char="•"/>
            </a:pPr>
            <a:r>
              <a:rPr lang="en-US" sz="1050" dirty="0">
                <a:solidFill>
                  <a:schemeClr val="tx1">
                    <a:lumMod val="95000"/>
                    <a:lumOff val="5000"/>
                  </a:schemeClr>
                </a:solidFill>
                <a:latin typeface="Segoe UI" panose="020B0502040204020203" pitchFamily="34" charset="0"/>
                <a:ea typeface="Segoe UI" panose="020B0502040204020203" pitchFamily="34" charset="0"/>
                <a:cs typeface="Segoe UI" panose="020B0502040204020203" pitchFamily="34" charset="0"/>
              </a:rPr>
              <a:t>Synectiks PM mitigate any risk from software delivery perspective.</a:t>
            </a:r>
          </a:p>
          <a:p>
            <a:pPr marL="131267" indent="-131267">
              <a:buClr>
                <a:schemeClr val="bg1"/>
              </a:buClr>
              <a:buSzPct val="80000"/>
            </a:pPr>
            <a:r>
              <a:rPr lang="en-US" sz="1050" dirty="0">
                <a:solidFill>
                  <a:schemeClr val="tx1">
                    <a:lumMod val="95000"/>
                    <a:lumOff val="5000"/>
                  </a:schemeClr>
                </a:solidFill>
                <a:latin typeface="Segoe UI" panose="020B0502040204020203" pitchFamily="34" charset="0"/>
                <a:ea typeface="Segoe UI" panose="020B0502040204020203" pitchFamily="34" charset="0"/>
                <a:cs typeface="Segoe UI" panose="020B0502040204020203" pitchFamily="34" charset="0"/>
              </a:rPr>
              <a:t>	</a:t>
            </a:r>
          </a:p>
        </p:txBody>
      </p:sp>
      <p:sp>
        <p:nvSpPr>
          <p:cNvPr id="6" name="TextBox 5">
            <a:extLst>
              <a:ext uri="{FF2B5EF4-FFF2-40B4-BE49-F238E27FC236}">
                <a16:creationId xmlns:a16="http://schemas.microsoft.com/office/drawing/2014/main" id="{F29BD09F-5BE9-49C0-87C1-DD50193BD5EB}"/>
              </a:ext>
            </a:extLst>
          </p:cNvPr>
          <p:cNvSpPr txBox="1"/>
          <p:nvPr/>
        </p:nvSpPr>
        <p:spPr>
          <a:xfrm>
            <a:off x="6042537" y="4871696"/>
            <a:ext cx="2641309" cy="173124"/>
          </a:xfrm>
          <a:prstGeom prst="rect">
            <a:avLst/>
          </a:prstGeom>
          <a:noFill/>
        </p:spPr>
        <p:txBody>
          <a:bodyPr wrap="square" rtlCol="0">
            <a:spAutoFit/>
          </a:bodyPr>
          <a:lstStyle/>
          <a:p>
            <a:r>
              <a:rPr lang="en-US" sz="525" cap="small" dirty="0">
                <a:latin typeface="Arial"/>
              </a:rPr>
              <a:t>© 2021 Synectiks. All Rights Reserved. Proprietary and Confidential.</a:t>
            </a:r>
          </a:p>
        </p:txBody>
      </p:sp>
      <p:grpSp>
        <p:nvGrpSpPr>
          <p:cNvPr id="44" name="Group 43">
            <a:extLst>
              <a:ext uri="{FF2B5EF4-FFF2-40B4-BE49-F238E27FC236}">
                <a16:creationId xmlns:a16="http://schemas.microsoft.com/office/drawing/2014/main" id="{44037A98-D466-4535-85E9-87FDBE3ABCE9}"/>
              </a:ext>
            </a:extLst>
          </p:cNvPr>
          <p:cNvGrpSpPr/>
          <p:nvPr/>
        </p:nvGrpSpPr>
        <p:grpSpPr>
          <a:xfrm>
            <a:off x="368726" y="1057411"/>
            <a:ext cx="5300491" cy="312392"/>
            <a:chOff x="301321" y="1298711"/>
            <a:chExt cx="5300491" cy="312392"/>
          </a:xfrm>
        </p:grpSpPr>
        <p:grpSp>
          <p:nvGrpSpPr>
            <p:cNvPr id="39" name="Group 38">
              <a:extLst>
                <a:ext uri="{FF2B5EF4-FFF2-40B4-BE49-F238E27FC236}">
                  <a16:creationId xmlns:a16="http://schemas.microsoft.com/office/drawing/2014/main" id="{76409FA1-7005-40AF-B1C7-585DFEF77558}"/>
                </a:ext>
              </a:extLst>
            </p:cNvPr>
            <p:cNvGrpSpPr/>
            <p:nvPr/>
          </p:nvGrpSpPr>
          <p:grpSpPr>
            <a:xfrm>
              <a:off x="301321" y="1307503"/>
              <a:ext cx="1127976" cy="293120"/>
              <a:chOff x="301321" y="1307503"/>
              <a:chExt cx="1127976" cy="293120"/>
            </a:xfrm>
          </p:grpSpPr>
          <p:sp>
            <p:nvSpPr>
              <p:cNvPr id="15" name="Pentagon 10">
                <a:extLst>
                  <a:ext uri="{FF2B5EF4-FFF2-40B4-BE49-F238E27FC236}">
                    <a16:creationId xmlns:a16="http://schemas.microsoft.com/office/drawing/2014/main" id="{A8949F8F-CB84-437C-863A-3FA2F5F21BE0}"/>
                  </a:ext>
                </a:extLst>
              </p:cNvPr>
              <p:cNvSpPr/>
              <p:nvPr/>
            </p:nvSpPr>
            <p:spPr>
              <a:xfrm>
                <a:off x="301321" y="1307503"/>
                <a:ext cx="1127976" cy="293120"/>
              </a:xfrm>
              <a:prstGeom prst="homePlat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lIns="51433" tIns="25717" rIns="51433" bIns="25717" rtlCol="0" anchor="ctr"/>
              <a:lstStyle/>
              <a:p>
                <a:pPr algn="ctr" defTabSz="342892"/>
                <a:endParaRPr lang="en-US" sz="1350" dirty="0">
                  <a:solidFill>
                    <a:srgbClr val="FFFFFF"/>
                  </a:solidFill>
                </a:endParaRPr>
              </a:p>
            </p:txBody>
          </p:sp>
          <p:sp>
            <p:nvSpPr>
              <p:cNvPr id="16" name="Text Placeholder 12">
                <a:extLst>
                  <a:ext uri="{FF2B5EF4-FFF2-40B4-BE49-F238E27FC236}">
                    <a16:creationId xmlns:a16="http://schemas.microsoft.com/office/drawing/2014/main" id="{74E65025-2D90-461B-A16F-741ED87C8110}"/>
                  </a:ext>
                </a:extLst>
              </p:cNvPr>
              <p:cNvSpPr txBox="1">
                <a:spLocks/>
              </p:cNvSpPr>
              <p:nvPr/>
            </p:nvSpPr>
            <p:spPr>
              <a:xfrm>
                <a:off x="301322" y="1310105"/>
                <a:ext cx="950776" cy="275019"/>
              </a:xfrm>
              <a:prstGeom prst="rect">
                <a:avLst/>
              </a:prstGeom>
            </p:spPr>
            <p:txBody>
              <a:bodyPr vert="horz" lIns="0" tIns="0" rIns="0" bIns="0" rtlCol="0" anchor="ctr" anchorCtr="0">
                <a:noAutofit/>
              </a:bodyPr>
              <a:lstStyle>
                <a:lvl1pPr marL="0" indent="0" algn="r" defTabSz="457200" rtl="0" eaLnBrk="1" latinLnBrk="0" hangingPunct="1">
                  <a:spcBef>
                    <a:spcPts val="0"/>
                  </a:spcBef>
                  <a:buSzPct val="75000"/>
                  <a:buFontTx/>
                  <a:buNone/>
                  <a:defRPr sz="1500" kern="1200" baseline="0">
                    <a:solidFill>
                      <a:schemeClr val="bg1"/>
                    </a:solidFill>
                    <a:latin typeface="Arial"/>
                    <a:ea typeface="+mn-ea"/>
                    <a:cs typeface="+mn-cs"/>
                  </a:defRPr>
                </a:lvl1pPr>
                <a:lvl2pPr marL="233363" indent="-233363" algn="l" defTabSz="457200" rtl="0" eaLnBrk="1" latinLnBrk="0" hangingPunct="1">
                  <a:spcBef>
                    <a:spcPct val="20000"/>
                  </a:spcBef>
                  <a:buClr>
                    <a:srgbClr val="DA291C"/>
                  </a:buClr>
                  <a:buSzPct val="80000"/>
                  <a:buFont typeface="Wingdings" panose="05000000000000000000" pitchFamily="2" charset="2"/>
                  <a:buChar char="u"/>
                  <a:defRPr sz="1200" kern="1200">
                    <a:solidFill>
                      <a:schemeClr val="tx1"/>
                    </a:solidFill>
                    <a:latin typeface="Arial"/>
                    <a:ea typeface="+mn-ea"/>
                    <a:cs typeface="+mn-cs"/>
                  </a:defRPr>
                </a:lvl2pPr>
                <a:lvl3pPr marL="461963" indent="-228600" algn="l" defTabSz="457200" rtl="0" eaLnBrk="1" latinLnBrk="0" hangingPunct="1">
                  <a:spcBef>
                    <a:spcPct val="20000"/>
                  </a:spcBef>
                  <a:buFont typeface="Arial" panose="020B0604020202020204" pitchFamily="34" charset="0"/>
                  <a:buChar char="–"/>
                  <a:defRPr sz="1200" kern="1200">
                    <a:solidFill>
                      <a:schemeClr val="tx1"/>
                    </a:solidFill>
                    <a:latin typeface="Arial"/>
                    <a:ea typeface="+mn-ea"/>
                    <a:cs typeface="+mn-cs"/>
                  </a:defRPr>
                </a:lvl3pPr>
                <a:lvl4pPr marL="685800" indent="-228600" algn="l" defTabSz="457200" rtl="0" eaLnBrk="1" latinLnBrk="0" hangingPunct="1">
                  <a:spcBef>
                    <a:spcPct val="20000"/>
                  </a:spcBef>
                  <a:buClr>
                    <a:srgbClr val="919D9D"/>
                  </a:buClr>
                  <a:buFont typeface="Arial" panose="020B0604020202020204" pitchFamily="34" charset="0"/>
                  <a:buChar char="■"/>
                  <a:defRPr sz="1200" kern="1200">
                    <a:solidFill>
                      <a:schemeClr val="tx1"/>
                    </a:solidFill>
                    <a:latin typeface="Arial"/>
                    <a:ea typeface="+mn-ea"/>
                    <a:cs typeface="+mn-cs"/>
                  </a:defRPr>
                </a:lvl4pPr>
                <a:lvl5pPr marL="909638" indent="-219075" algn="l" defTabSz="457200" rtl="0" eaLnBrk="1" latinLnBrk="0" hangingPunct="1">
                  <a:spcBef>
                    <a:spcPct val="20000"/>
                  </a:spcBef>
                  <a:buFont typeface="Arial"/>
                  <a:buChar char="»"/>
                  <a:defRPr sz="12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1000" dirty="0">
                    <a:latin typeface="Raleway SemiBold" pitchFamily="2" charset="0"/>
                  </a:rPr>
                  <a:t>Define</a:t>
                </a:r>
              </a:p>
            </p:txBody>
          </p:sp>
        </p:grpSp>
        <p:grpSp>
          <p:nvGrpSpPr>
            <p:cNvPr id="5" name="Group 4">
              <a:extLst>
                <a:ext uri="{FF2B5EF4-FFF2-40B4-BE49-F238E27FC236}">
                  <a16:creationId xmlns:a16="http://schemas.microsoft.com/office/drawing/2014/main" id="{D78FC28F-04AC-4DF2-86A2-8C10A19CE922}"/>
                </a:ext>
              </a:extLst>
            </p:cNvPr>
            <p:cNvGrpSpPr/>
            <p:nvPr/>
          </p:nvGrpSpPr>
          <p:grpSpPr>
            <a:xfrm>
              <a:off x="1353422" y="1298711"/>
              <a:ext cx="1127849" cy="312392"/>
              <a:chOff x="1362214" y="1298711"/>
              <a:chExt cx="1127849" cy="312392"/>
            </a:xfrm>
          </p:grpSpPr>
          <p:sp>
            <p:nvSpPr>
              <p:cNvPr id="17" name="Chevron 12">
                <a:extLst>
                  <a:ext uri="{FF2B5EF4-FFF2-40B4-BE49-F238E27FC236}">
                    <a16:creationId xmlns:a16="http://schemas.microsoft.com/office/drawing/2014/main" id="{2812A1CF-38AA-4DC0-A2B2-F8BF841ED0A8}"/>
                  </a:ext>
                </a:extLst>
              </p:cNvPr>
              <p:cNvSpPr/>
              <p:nvPr/>
            </p:nvSpPr>
            <p:spPr>
              <a:xfrm>
                <a:off x="1362214" y="1298711"/>
                <a:ext cx="1127849" cy="312392"/>
              </a:xfrm>
              <a:prstGeom prst="chevron">
                <a:avLst/>
              </a:prstGeom>
              <a:solidFill>
                <a:schemeClr val="accent6">
                  <a:lumMod val="50000"/>
                </a:schemeClr>
              </a:solidFill>
              <a:ln>
                <a:solidFill>
                  <a:schemeClr val="accent6">
                    <a:lumMod val="50000"/>
                  </a:schemeClr>
                </a:solidFill>
              </a:ln>
            </p:spPr>
            <p:style>
              <a:lnRef idx="0">
                <a:scrgbClr r="0" g="0" b="0"/>
              </a:lnRef>
              <a:fillRef idx="0">
                <a:scrgbClr r="0" g="0" b="0"/>
              </a:fillRef>
              <a:effectRef idx="0">
                <a:scrgbClr r="0" g="0" b="0"/>
              </a:effectRef>
              <a:fontRef idx="minor">
                <a:schemeClr val="lt1"/>
              </a:fontRef>
            </p:style>
            <p:txBody>
              <a:bodyPr lIns="51433" tIns="25717" rIns="51433" bIns="25717" rtlCol="0" anchor="ctr"/>
              <a:lstStyle/>
              <a:p>
                <a:pPr defTabSz="342892"/>
                <a:endParaRPr lang="en-US" sz="1350" dirty="0">
                  <a:solidFill>
                    <a:srgbClr val="000000"/>
                  </a:solidFill>
                </a:endParaRPr>
              </a:p>
            </p:txBody>
          </p:sp>
          <p:sp>
            <p:nvSpPr>
              <p:cNvPr id="18" name="Text Placeholder 12">
                <a:extLst>
                  <a:ext uri="{FF2B5EF4-FFF2-40B4-BE49-F238E27FC236}">
                    <a16:creationId xmlns:a16="http://schemas.microsoft.com/office/drawing/2014/main" id="{CBD74B0B-82B3-44A0-90B3-FCF2DC922B9D}"/>
                  </a:ext>
                </a:extLst>
              </p:cNvPr>
              <p:cNvSpPr txBox="1">
                <a:spLocks/>
              </p:cNvSpPr>
              <p:nvPr/>
            </p:nvSpPr>
            <p:spPr>
              <a:xfrm>
                <a:off x="1429297" y="1318526"/>
                <a:ext cx="857458" cy="258176"/>
              </a:xfrm>
              <a:prstGeom prst="rect">
                <a:avLst/>
              </a:prstGeom>
            </p:spPr>
            <p:txBody>
              <a:bodyPr vert="horz" lIns="0" tIns="0" rIns="0" bIns="0" rtlCol="0" anchor="ctr" anchorCtr="0">
                <a:noAutofit/>
              </a:bodyPr>
              <a:lstStyle>
                <a:lvl1pPr marL="0" indent="0" algn="r" defTabSz="457200" rtl="0" eaLnBrk="1" latinLnBrk="0" hangingPunct="1">
                  <a:spcBef>
                    <a:spcPts val="0"/>
                  </a:spcBef>
                  <a:buSzPct val="75000"/>
                  <a:buFontTx/>
                  <a:buNone/>
                  <a:defRPr sz="1500" kern="1200" baseline="0">
                    <a:solidFill>
                      <a:schemeClr val="bg1"/>
                    </a:solidFill>
                    <a:latin typeface="Arial"/>
                    <a:ea typeface="+mn-ea"/>
                    <a:cs typeface="+mn-cs"/>
                  </a:defRPr>
                </a:lvl1pPr>
                <a:lvl2pPr marL="233363" indent="-233363" algn="l" defTabSz="457200" rtl="0" eaLnBrk="1" latinLnBrk="0" hangingPunct="1">
                  <a:spcBef>
                    <a:spcPct val="20000"/>
                  </a:spcBef>
                  <a:buClr>
                    <a:srgbClr val="DA291C"/>
                  </a:buClr>
                  <a:buSzPct val="80000"/>
                  <a:buFont typeface="Wingdings" panose="05000000000000000000" pitchFamily="2" charset="2"/>
                  <a:buChar char="u"/>
                  <a:defRPr sz="1200" kern="1200">
                    <a:solidFill>
                      <a:schemeClr val="tx1"/>
                    </a:solidFill>
                    <a:latin typeface="Arial"/>
                    <a:ea typeface="+mn-ea"/>
                    <a:cs typeface="+mn-cs"/>
                  </a:defRPr>
                </a:lvl2pPr>
                <a:lvl3pPr marL="461963" indent="-228600" algn="l" defTabSz="457200" rtl="0" eaLnBrk="1" latinLnBrk="0" hangingPunct="1">
                  <a:spcBef>
                    <a:spcPct val="20000"/>
                  </a:spcBef>
                  <a:buFont typeface="Arial" panose="020B0604020202020204" pitchFamily="34" charset="0"/>
                  <a:buChar char="–"/>
                  <a:defRPr sz="1200" kern="1200">
                    <a:solidFill>
                      <a:schemeClr val="tx1"/>
                    </a:solidFill>
                    <a:latin typeface="Arial"/>
                    <a:ea typeface="+mn-ea"/>
                    <a:cs typeface="+mn-cs"/>
                  </a:defRPr>
                </a:lvl3pPr>
                <a:lvl4pPr marL="685800" indent="-228600" algn="l" defTabSz="457200" rtl="0" eaLnBrk="1" latinLnBrk="0" hangingPunct="1">
                  <a:spcBef>
                    <a:spcPct val="20000"/>
                  </a:spcBef>
                  <a:buClr>
                    <a:srgbClr val="919D9D"/>
                  </a:buClr>
                  <a:buFont typeface="Arial" panose="020B0604020202020204" pitchFamily="34" charset="0"/>
                  <a:buChar char="■"/>
                  <a:defRPr sz="1200" kern="1200">
                    <a:solidFill>
                      <a:schemeClr val="tx1"/>
                    </a:solidFill>
                    <a:latin typeface="Arial"/>
                    <a:ea typeface="+mn-ea"/>
                    <a:cs typeface="+mn-cs"/>
                  </a:defRPr>
                </a:lvl4pPr>
                <a:lvl5pPr marL="909638" indent="-219075" algn="l" defTabSz="457200" rtl="0" eaLnBrk="1" latinLnBrk="0" hangingPunct="1">
                  <a:spcBef>
                    <a:spcPct val="20000"/>
                  </a:spcBef>
                  <a:buFont typeface="Arial"/>
                  <a:buChar char="»"/>
                  <a:defRPr sz="12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1000" dirty="0">
                    <a:latin typeface="Raleway SemiBold" pitchFamily="2" charset="0"/>
                  </a:rPr>
                  <a:t>Design</a:t>
                </a:r>
              </a:p>
            </p:txBody>
          </p:sp>
        </p:grpSp>
        <p:grpSp>
          <p:nvGrpSpPr>
            <p:cNvPr id="43" name="Group 42">
              <a:extLst>
                <a:ext uri="{FF2B5EF4-FFF2-40B4-BE49-F238E27FC236}">
                  <a16:creationId xmlns:a16="http://schemas.microsoft.com/office/drawing/2014/main" id="{18075EDA-CCAA-4BC9-92E6-145C86BA1E50}"/>
                </a:ext>
              </a:extLst>
            </p:cNvPr>
            <p:cNvGrpSpPr/>
            <p:nvPr/>
          </p:nvGrpSpPr>
          <p:grpSpPr>
            <a:xfrm>
              <a:off x="4473963" y="1298711"/>
              <a:ext cx="1127849" cy="312392"/>
              <a:chOff x="4473963" y="1298711"/>
              <a:chExt cx="1127849" cy="312392"/>
            </a:xfrm>
          </p:grpSpPr>
          <p:grpSp>
            <p:nvGrpSpPr>
              <p:cNvPr id="21" name="Group 20">
                <a:extLst>
                  <a:ext uri="{FF2B5EF4-FFF2-40B4-BE49-F238E27FC236}">
                    <a16:creationId xmlns:a16="http://schemas.microsoft.com/office/drawing/2014/main" id="{78EF77D7-4B3B-4C91-8426-22B022509CBC}"/>
                  </a:ext>
                </a:extLst>
              </p:cNvPr>
              <p:cNvGrpSpPr/>
              <p:nvPr/>
            </p:nvGrpSpPr>
            <p:grpSpPr>
              <a:xfrm>
                <a:off x="4473963" y="1298711"/>
                <a:ext cx="1127849" cy="312392"/>
                <a:chOff x="6774246" y="1885861"/>
                <a:chExt cx="2142743" cy="228600"/>
              </a:xfrm>
              <a:solidFill>
                <a:srgbClr val="919D9D"/>
              </a:solidFill>
            </p:grpSpPr>
            <p:sp>
              <p:nvSpPr>
                <p:cNvPr id="34" name="Chevron 28">
                  <a:extLst>
                    <a:ext uri="{FF2B5EF4-FFF2-40B4-BE49-F238E27FC236}">
                      <a16:creationId xmlns:a16="http://schemas.microsoft.com/office/drawing/2014/main" id="{7A3B7EC5-1BA4-4715-A195-F963197CA8E4}"/>
                    </a:ext>
                  </a:extLst>
                </p:cNvPr>
                <p:cNvSpPr/>
                <p:nvPr/>
              </p:nvSpPr>
              <p:spPr>
                <a:xfrm>
                  <a:off x="6774246" y="1885861"/>
                  <a:ext cx="2142743" cy="228600"/>
                </a:xfrm>
                <a:prstGeom prst="chevron">
                  <a:avLst/>
                </a:prstGeom>
                <a:solidFill>
                  <a:srgbClr val="00B0F0"/>
                </a:solidFill>
                <a:ln>
                  <a:noFill/>
                </a:ln>
              </p:spPr>
              <p:style>
                <a:lnRef idx="0">
                  <a:scrgbClr r="0" g="0" b="0"/>
                </a:lnRef>
                <a:fillRef idx="0">
                  <a:scrgbClr r="0" g="0" b="0"/>
                </a:fillRef>
                <a:effectRef idx="0">
                  <a:scrgbClr r="0" g="0" b="0"/>
                </a:effectRef>
                <a:fontRef idx="minor">
                  <a:schemeClr val="lt1"/>
                </a:fontRef>
              </p:style>
              <p:txBody>
                <a:bodyPr lIns="51433" tIns="25717" rIns="51433" bIns="25717" rtlCol="0" anchor="ctr"/>
                <a:lstStyle/>
                <a:p>
                  <a:pPr algn="ctr" defTabSz="342892"/>
                  <a:endParaRPr lang="en-US" sz="1350" dirty="0">
                    <a:solidFill>
                      <a:srgbClr val="000000"/>
                    </a:solidFill>
                  </a:endParaRPr>
                </a:p>
              </p:txBody>
            </p:sp>
            <p:sp>
              <p:nvSpPr>
                <p:cNvPr id="35" name="Text Placeholder 12">
                  <a:extLst>
                    <a:ext uri="{FF2B5EF4-FFF2-40B4-BE49-F238E27FC236}">
                      <a16:creationId xmlns:a16="http://schemas.microsoft.com/office/drawing/2014/main" id="{B5FCDC84-E205-4057-B65B-C0398EDEE73A}"/>
                    </a:ext>
                  </a:extLst>
                </p:cNvPr>
                <p:cNvSpPr txBox="1">
                  <a:spLocks/>
                </p:cNvSpPr>
                <p:nvPr/>
              </p:nvSpPr>
              <p:spPr>
                <a:xfrm>
                  <a:off x="8526640" y="1885861"/>
                  <a:ext cx="390349" cy="228600"/>
                </a:xfrm>
                <a:prstGeom prst="rect">
                  <a:avLst/>
                </a:prstGeom>
                <a:solidFill>
                  <a:srgbClr val="00B0F0"/>
                </a:solidFill>
                <a:ln>
                  <a:noFill/>
                </a:ln>
              </p:spPr>
              <p:style>
                <a:lnRef idx="0">
                  <a:scrgbClr r="0" g="0" b="0"/>
                </a:lnRef>
                <a:fillRef idx="0">
                  <a:scrgbClr r="0" g="0" b="0"/>
                </a:fillRef>
                <a:effectRef idx="0">
                  <a:scrgbClr r="0" g="0" b="0"/>
                </a:effectRef>
                <a:fontRef idx="minor">
                  <a:schemeClr val="lt1"/>
                </a:fontRef>
              </p:style>
              <p:txBody>
                <a:bodyPr tIns="68580" bIns="68580" anchor="ctr" anchorCtr="0"/>
                <a:lstStyle>
                  <a:lvl1pPr marL="342900" indent="-342900" algn="l" defTabSz="457200" rtl="0" eaLnBrk="1" latinLnBrk="0" hangingPunct="1">
                    <a:spcBef>
                      <a:spcPct val="20000"/>
                    </a:spcBef>
                    <a:buSzPct val="75000"/>
                    <a:buFont typeface="Wingdings" panose="05000000000000000000" pitchFamily="2" charset="2"/>
                    <a:buChar char="u"/>
                    <a:defRPr sz="2400" kern="1200">
                      <a:solidFill>
                        <a:schemeClr val="tx1"/>
                      </a:solidFill>
                      <a:latin typeface="Arial"/>
                      <a:ea typeface="+mn-ea"/>
                      <a:cs typeface="+mn-cs"/>
                    </a:defRPr>
                  </a:lvl1pPr>
                  <a:lvl2pPr marL="742950" indent="-285750" algn="l" defTabSz="457200" rtl="0" eaLnBrk="1" latinLnBrk="0" hangingPunct="1">
                    <a:spcBef>
                      <a:spcPct val="20000"/>
                    </a:spcBef>
                    <a:buFont typeface="Arial"/>
                    <a:buChar char="–"/>
                    <a:defRPr sz="2000" kern="1200">
                      <a:solidFill>
                        <a:schemeClr val="tx1"/>
                      </a:solidFill>
                      <a:latin typeface="Arial"/>
                      <a:ea typeface="+mn-ea"/>
                      <a:cs typeface="+mn-cs"/>
                    </a:defRPr>
                  </a:lvl2pPr>
                  <a:lvl3pPr marL="1143000" indent="-228600" algn="l" defTabSz="457200" rtl="0" eaLnBrk="1" latinLnBrk="0" hangingPunct="1">
                    <a:spcBef>
                      <a:spcPct val="20000"/>
                    </a:spcBef>
                    <a:buFont typeface="Arial" panose="020B0604020202020204" pitchFamily="34" charset="0"/>
                    <a:buChar char="■"/>
                    <a:defRPr sz="1800" kern="1200">
                      <a:solidFill>
                        <a:schemeClr val="tx1"/>
                      </a:solidFill>
                      <a:latin typeface="Arial"/>
                      <a:ea typeface="+mn-ea"/>
                      <a:cs typeface="+mn-cs"/>
                    </a:defRPr>
                  </a:lvl3pPr>
                  <a:lvl4pPr marL="1600200" indent="-228600" algn="l" defTabSz="457200" rtl="0" eaLnBrk="1" latinLnBrk="0" hangingPunct="1">
                    <a:spcBef>
                      <a:spcPct val="20000"/>
                    </a:spcBef>
                    <a:buFont typeface="Arial"/>
                    <a:buChar char="–"/>
                    <a:defRPr sz="1600" kern="1200">
                      <a:solidFill>
                        <a:schemeClr val="tx1"/>
                      </a:solidFill>
                      <a:latin typeface="Arial"/>
                      <a:ea typeface="+mn-ea"/>
                      <a:cs typeface="+mn-cs"/>
                    </a:defRPr>
                  </a:lvl4pPr>
                  <a:lvl5pPr marL="2057400" indent="-228600" algn="l" defTabSz="457200" rtl="0" eaLnBrk="1" latinLnBrk="0" hangingPunct="1">
                    <a:spcBef>
                      <a:spcPct val="20000"/>
                    </a:spcBef>
                    <a:buFont typeface="Arial"/>
                    <a:buChar char="»"/>
                    <a:defRPr sz="14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endParaRPr lang="en-US" sz="750" dirty="0">
                    <a:solidFill>
                      <a:schemeClr val="bg1"/>
                    </a:solidFill>
                  </a:endParaRPr>
                </a:p>
              </p:txBody>
            </p:sp>
          </p:grpSp>
          <p:sp>
            <p:nvSpPr>
              <p:cNvPr id="22" name="Text Placeholder 12">
                <a:extLst>
                  <a:ext uri="{FF2B5EF4-FFF2-40B4-BE49-F238E27FC236}">
                    <a16:creationId xmlns:a16="http://schemas.microsoft.com/office/drawing/2014/main" id="{9DFA75A8-615D-4775-A361-326B95A0848A}"/>
                  </a:ext>
                </a:extLst>
              </p:cNvPr>
              <p:cNvSpPr txBox="1">
                <a:spLocks/>
              </p:cNvSpPr>
              <p:nvPr/>
            </p:nvSpPr>
            <p:spPr>
              <a:xfrm>
                <a:off x="4848488" y="1317028"/>
                <a:ext cx="742028" cy="258175"/>
              </a:xfrm>
              <a:prstGeom prst="rect">
                <a:avLst/>
              </a:prstGeom>
            </p:spPr>
            <p:txBody>
              <a:bodyPr vert="horz" lIns="0" tIns="0" rIns="0" bIns="0" rtlCol="0" anchor="ctr" anchorCtr="0">
                <a:noAutofit/>
              </a:bodyPr>
              <a:lstStyle>
                <a:lvl1pPr marL="0" indent="0" algn="r" defTabSz="457200" rtl="0" eaLnBrk="1" latinLnBrk="0" hangingPunct="1">
                  <a:spcBef>
                    <a:spcPts val="0"/>
                  </a:spcBef>
                  <a:buSzPct val="75000"/>
                  <a:buFontTx/>
                  <a:buNone/>
                  <a:defRPr sz="1500" kern="1200" baseline="0">
                    <a:solidFill>
                      <a:schemeClr val="bg1"/>
                    </a:solidFill>
                    <a:latin typeface="Arial"/>
                    <a:ea typeface="+mn-ea"/>
                    <a:cs typeface="+mn-cs"/>
                  </a:defRPr>
                </a:lvl1pPr>
                <a:lvl2pPr marL="233363" indent="-233363" algn="l" defTabSz="457200" rtl="0" eaLnBrk="1" latinLnBrk="0" hangingPunct="1">
                  <a:spcBef>
                    <a:spcPct val="20000"/>
                  </a:spcBef>
                  <a:buClr>
                    <a:srgbClr val="DA291C"/>
                  </a:buClr>
                  <a:buSzPct val="80000"/>
                  <a:buFont typeface="Wingdings" panose="05000000000000000000" pitchFamily="2" charset="2"/>
                  <a:buChar char="u"/>
                  <a:defRPr sz="1200" kern="1200">
                    <a:solidFill>
                      <a:schemeClr val="tx1"/>
                    </a:solidFill>
                    <a:latin typeface="Arial"/>
                    <a:ea typeface="+mn-ea"/>
                    <a:cs typeface="+mn-cs"/>
                  </a:defRPr>
                </a:lvl2pPr>
                <a:lvl3pPr marL="461963" indent="-228600" algn="l" defTabSz="457200" rtl="0" eaLnBrk="1" latinLnBrk="0" hangingPunct="1">
                  <a:spcBef>
                    <a:spcPct val="20000"/>
                  </a:spcBef>
                  <a:buFont typeface="Arial" panose="020B0604020202020204" pitchFamily="34" charset="0"/>
                  <a:buChar char="–"/>
                  <a:defRPr sz="1200" kern="1200">
                    <a:solidFill>
                      <a:schemeClr val="tx1"/>
                    </a:solidFill>
                    <a:latin typeface="Arial"/>
                    <a:ea typeface="+mn-ea"/>
                    <a:cs typeface="+mn-cs"/>
                  </a:defRPr>
                </a:lvl3pPr>
                <a:lvl4pPr marL="685800" indent="-228600" algn="l" defTabSz="457200" rtl="0" eaLnBrk="1" latinLnBrk="0" hangingPunct="1">
                  <a:spcBef>
                    <a:spcPct val="20000"/>
                  </a:spcBef>
                  <a:buClr>
                    <a:srgbClr val="919D9D"/>
                  </a:buClr>
                  <a:buFont typeface="Arial" panose="020B0604020202020204" pitchFamily="34" charset="0"/>
                  <a:buChar char="■"/>
                  <a:defRPr sz="1200" kern="1200">
                    <a:solidFill>
                      <a:schemeClr val="tx1"/>
                    </a:solidFill>
                    <a:latin typeface="Arial"/>
                    <a:ea typeface="+mn-ea"/>
                    <a:cs typeface="+mn-cs"/>
                  </a:defRPr>
                </a:lvl4pPr>
                <a:lvl5pPr marL="909638" indent="-219075" algn="l" defTabSz="457200" rtl="0" eaLnBrk="1" latinLnBrk="0" hangingPunct="1">
                  <a:spcBef>
                    <a:spcPct val="20000"/>
                  </a:spcBef>
                  <a:buFont typeface="Arial"/>
                  <a:buChar char="»"/>
                  <a:defRPr sz="12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l"/>
                <a:r>
                  <a:rPr lang="en-US" sz="1000" dirty="0">
                    <a:latin typeface="Raleway SemiBold" pitchFamily="2" charset="0"/>
                  </a:rPr>
                  <a:t>Transition</a:t>
                </a:r>
              </a:p>
            </p:txBody>
          </p:sp>
        </p:grpSp>
        <p:grpSp>
          <p:nvGrpSpPr>
            <p:cNvPr id="36" name="Group 35">
              <a:extLst>
                <a:ext uri="{FF2B5EF4-FFF2-40B4-BE49-F238E27FC236}">
                  <a16:creationId xmlns:a16="http://schemas.microsoft.com/office/drawing/2014/main" id="{EFB2043F-9BC5-44BC-857C-CF968D606D50}"/>
                </a:ext>
              </a:extLst>
            </p:cNvPr>
            <p:cNvGrpSpPr/>
            <p:nvPr/>
          </p:nvGrpSpPr>
          <p:grpSpPr>
            <a:xfrm>
              <a:off x="2393845" y="1298711"/>
              <a:ext cx="1127849" cy="312392"/>
              <a:chOff x="1362214" y="1298711"/>
              <a:chExt cx="1127849" cy="312392"/>
            </a:xfrm>
          </p:grpSpPr>
          <p:sp>
            <p:nvSpPr>
              <p:cNvPr id="37" name="Chevron 12">
                <a:extLst>
                  <a:ext uri="{FF2B5EF4-FFF2-40B4-BE49-F238E27FC236}">
                    <a16:creationId xmlns:a16="http://schemas.microsoft.com/office/drawing/2014/main" id="{5D023B3C-FBFC-4E4B-83DB-F88E06559102}"/>
                  </a:ext>
                </a:extLst>
              </p:cNvPr>
              <p:cNvSpPr/>
              <p:nvPr/>
            </p:nvSpPr>
            <p:spPr>
              <a:xfrm>
                <a:off x="1362214" y="1298711"/>
                <a:ext cx="1127849" cy="312392"/>
              </a:xfrm>
              <a:prstGeom prst="chevron">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lIns="51433" tIns="25717" rIns="51433" bIns="25717" rtlCol="0" anchor="ctr"/>
              <a:lstStyle/>
              <a:p>
                <a:pPr defTabSz="342892"/>
                <a:endParaRPr lang="en-US" sz="1350" dirty="0">
                  <a:solidFill>
                    <a:srgbClr val="000000"/>
                  </a:solidFill>
                </a:endParaRPr>
              </a:p>
            </p:txBody>
          </p:sp>
          <p:sp>
            <p:nvSpPr>
              <p:cNvPr id="38" name="Text Placeholder 12">
                <a:extLst>
                  <a:ext uri="{FF2B5EF4-FFF2-40B4-BE49-F238E27FC236}">
                    <a16:creationId xmlns:a16="http://schemas.microsoft.com/office/drawing/2014/main" id="{4C0AF254-4A0E-4E57-AEE7-8A0967470892}"/>
                  </a:ext>
                </a:extLst>
              </p:cNvPr>
              <p:cNvSpPr txBox="1">
                <a:spLocks/>
              </p:cNvSpPr>
              <p:nvPr/>
            </p:nvSpPr>
            <p:spPr>
              <a:xfrm>
                <a:off x="1429297" y="1318526"/>
                <a:ext cx="857458" cy="258176"/>
              </a:xfrm>
              <a:prstGeom prst="rect">
                <a:avLst/>
              </a:prstGeom>
            </p:spPr>
            <p:txBody>
              <a:bodyPr vert="horz" lIns="0" tIns="0" rIns="0" bIns="0" rtlCol="0" anchor="ctr" anchorCtr="0">
                <a:noAutofit/>
              </a:bodyPr>
              <a:lstStyle>
                <a:lvl1pPr marL="0" indent="0" algn="r" defTabSz="457200" rtl="0" eaLnBrk="1" latinLnBrk="0" hangingPunct="1">
                  <a:spcBef>
                    <a:spcPts val="0"/>
                  </a:spcBef>
                  <a:buSzPct val="75000"/>
                  <a:buFontTx/>
                  <a:buNone/>
                  <a:defRPr sz="1500" kern="1200" baseline="0">
                    <a:solidFill>
                      <a:schemeClr val="bg1"/>
                    </a:solidFill>
                    <a:latin typeface="Arial"/>
                    <a:ea typeface="+mn-ea"/>
                    <a:cs typeface="+mn-cs"/>
                  </a:defRPr>
                </a:lvl1pPr>
                <a:lvl2pPr marL="233363" indent="-233363" algn="l" defTabSz="457200" rtl="0" eaLnBrk="1" latinLnBrk="0" hangingPunct="1">
                  <a:spcBef>
                    <a:spcPct val="20000"/>
                  </a:spcBef>
                  <a:buClr>
                    <a:srgbClr val="DA291C"/>
                  </a:buClr>
                  <a:buSzPct val="80000"/>
                  <a:buFont typeface="Wingdings" panose="05000000000000000000" pitchFamily="2" charset="2"/>
                  <a:buChar char="u"/>
                  <a:defRPr sz="1200" kern="1200">
                    <a:solidFill>
                      <a:schemeClr val="tx1"/>
                    </a:solidFill>
                    <a:latin typeface="Arial"/>
                    <a:ea typeface="+mn-ea"/>
                    <a:cs typeface="+mn-cs"/>
                  </a:defRPr>
                </a:lvl2pPr>
                <a:lvl3pPr marL="461963" indent="-228600" algn="l" defTabSz="457200" rtl="0" eaLnBrk="1" latinLnBrk="0" hangingPunct="1">
                  <a:spcBef>
                    <a:spcPct val="20000"/>
                  </a:spcBef>
                  <a:buFont typeface="Arial" panose="020B0604020202020204" pitchFamily="34" charset="0"/>
                  <a:buChar char="–"/>
                  <a:defRPr sz="1200" kern="1200">
                    <a:solidFill>
                      <a:schemeClr val="tx1"/>
                    </a:solidFill>
                    <a:latin typeface="Arial"/>
                    <a:ea typeface="+mn-ea"/>
                    <a:cs typeface="+mn-cs"/>
                  </a:defRPr>
                </a:lvl3pPr>
                <a:lvl4pPr marL="685800" indent="-228600" algn="l" defTabSz="457200" rtl="0" eaLnBrk="1" latinLnBrk="0" hangingPunct="1">
                  <a:spcBef>
                    <a:spcPct val="20000"/>
                  </a:spcBef>
                  <a:buClr>
                    <a:srgbClr val="919D9D"/>
                  </a:buClr>
                  <a:buFont typeface="Arial" panose="020B0604020202020204" pitchFamily="34" charset="0"/>
                  <a:buChar char="■"/>
                  <a:defRPr sz="1200" kern="1200">
                    <a:solidFill>
                      <a:schemeClr val="tx1"/>
                    </a:solidFill>
                    <a:latin typeface="Arial"/>
                    <a:ea typeface="+mn-ea"/>
                    <a:cs typeface="+mn-cs"/>
                  </a:defRPr>
                </a:lvl4pPr>
                <a:lvl5pPr marL="909638" indent="-219075" algn="l" defTabSz="457200" rtl="0" eaLnBrk="1" latinLnBrk="0" hangingPunct="1">
                  <a:spcBef>
                    <a:spcPct val="20000"/>
                  </a:spcBef>
                  <a:buFont typeface="Arial"/>
                  <a:buChar char="»"/>
                  <a:defRPr sz="12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1000" dirty="0">
                    <a:latin typeface="Raleway SemiBold" pitchFamily="2" charset="0"/>
                  </a:rPr>
                  <a:t>Develop</a:t>
                </a:r>
              </a:p>
            </p:txBody>
          </p:sp>
        </p:grpSp>
        <p:grpSp>
          <p:nvGrpSpPr>
            <p:cNvPr id="40" name="Group 39">
              <a:extLst>
                <a:ext uri="{FF2B5EF4-FFF2-40B4-BE49-F238E27FC236}">
                  <a16:creationId xmlns:a16="http://schemas.microsoft.com/office/drawing/2014/main" id="{B36BC8FF-7C50-4D18-BB77-1EED6783BA99}"/>
                </a:ext>
              </a:extLst>
            </p:cNvPr>
            <p:cNvGrpSpPr/>
            <p:nvPr/>
          </p:nvGrpSpPr>
          <p:grpSpPr>
            <a:xfrm>
              <a:off x="3443288" y="1298711"/>
              <a:ext cx="1118829" cy="306252"/>
              <a:chOff x="1371234" y="1298711"/>
              <a:chExt cx="1118829" cy="306252"/>
            </a:xfrm>
          </p:grpSpPr>
          <p:sp>
            <p:nvSpPr>
              <p:cNvPr id="41" name="Chevron 12">
                <a:extLst>
                  <a:ext uri="{FF2B5EF4-FFF2-40B4-BE49-F238E27FC236}">
                    <a16:creationId xmlns:a16="http://schemas.microsoft.com/office/drawing/2014/main" id="{1420C79A-0F6C-4DBD-BCC1-9B7F5B48780F}"/>
                  </a:ext>
                </a:extLst>
              </p:cNvPr>
              <p:cNvSpPr/>
              <p:nvPr/>
            </p:nvSpPr>
            <p:spPr>
              <a:xfrm>
                <a:off x="1371234" y="1298711"/>
                <a:ext cx="1118829" cy="306252"/>
              </a:xfrm>
              <a:prstGeom prst="chevron">
                <a:avLst/>
              </a:prstGeom>
              <a:solidFill>
                <a:srgbClr val="4472C4"/>
              </a:solidFill>
              <a:ln>
                <a:solidFill>
                  <a:srgbClr val="4472C4"/>
                </a:solidFill>
              </a:ln>
            </p:spPr>
            <p:style>
              <a:lnRef idx="2">
                <a:schemeClr val="dk1">
                  <a:shade val="50000"/>
                </a:schemeClr>
              </a:lnRef>
              <a:fillRef idx="1">
                <a:schemeClr val="dk1"/>
              </a:fillRef>
              <a:effectRef idx="0">
                <a:schemeClr val="dk1"/>
              </a:effectRef>
              <a:fontRef idx="minor">
                <a:schemeClr val="lt1"/>
              </a:fontRef>
            </p:style>
            <p:txBody>
              <a:bodyPr lIns="51433" tIns="25717" rIns="51433" bIns="25717" rtlCol="0" anchor="ctr"/>
              <a:lstStyle/>
              <a:p>
                <a:pPr defTabSz="342892"/>
                <a:endParaRPr lang="en-US" sz="1350" dirty="0">
                  <a:solidFill>
                    <a:srgbClr val="000000"/>
                  </a:solidFill>
                </a:endParaRPr>
              </a:p>
            </p:txBody>
          </p:sp>
          <p:sp>
            <p:nvSpPr>
              <p:cNvPr id="42" name="Text Placeholder 12">
                <a:extLst>
                  <a:ext uri="{FF2B5EF4-FFF2-40B4-BE49-F238E27FC236}">
                    <a16:creationId xmlns:a16="http://schemas.microsoft.com/office/drawing/2014/main" id="{9BEEB52D-67C4-446E-90F1-BD861875F2A7}"/>
                  </a:ext>
                </a:extLst>
              </p:cNvPr>
              <p:cNvSpPr txBox="1">
                <a:spLocks/>
              </p:cNvSpPr>
              <p:nvPr/>
            </p:nvSpPr>
            <p:spPr>
              <a:xfrm>
                <a:off x="1429297" y="1318526"/>
                <a:ext cx="857458" cy="258176"/>
              </a:xfrm>
              <a:prstGeom prst="rect">
                <a:avLst/>
              </a:prstGeom>
            </p:spPr>
            <p:txBody>
              <a:bodyPr vert="horz" lIns="0" tIns="0" rIns="0" bIns="0" rtlCol="0" anchor="ctr" anchorCtr="0">
                <a:noAutofit/>
              </a:bodyPr>
              <a:lstStyle>
                <a:lvl1pPr marL="0" indent="0" algn="r" defTabSz="457200" rtl="0" eaLnBrk="1" latinLnBrk="0" hangingPunct="1">
                  <a:spcBef>
                    <a:spcPts val="0"/>
                  </a:spcBef>
                  <a:buSzPct val="75000"/>
                  <a:buFontTx/>
                  <a:buNone/>
                  <a:defRPr sz="1500" kern="1200" baseline="0">
                    <a:solidFill>
                      <a:schemeClr val="bg1"/>
                    </a:solidFill>
                    <a:latin typeface="Arial"/>
                    <a:ea typeface="+mn-ea"/>
                    <a:cs typeface="+mn-cs"/>
                  </a:defRPr>
                </a:lvl1pPr>
                <a:lvl2pPr marL="233363" indent="-233363" algn="l" defTabSz="457200" rtl="0" eaLnBrk="1" latinLnBrk="0" hangingPunct="1">
                  <a:spcBef>
                    <a:spcPct val="20000"/>
                  </a:spcBef>
                  <a:buClr>
                    <a:srgbClr val="DA291C"/>
                  </a:buClr>
                  <a:buSzPct val="80000"/>
                  <a:buFont typeface="Wingdings" panose="05000000000000000000" pitchFamily="2" charset="2"/>
                  <a:buChar char="u"/>
                  <a:defRPr sz="1200" kern="1200">
                    <a:solidFill>
                      <a:schemeClr val="tx1"/>
                    </a:solidFill>
                    <a:latin typeface="Arial"/>
                    <a:ea typeface="+mn-ea"/>
                    <a:cs typeface="+mn-cs"/>
                  </a:defRPr>
                </a:lvl2pPr>
                <a:lvl3pPr marL="461963" indent="-228600" algn="l" defTabSz="457200" rtl="0" eaLnBrk="1" latinLnBrk="0" hangingPunct="1">
                  <a:spcBef>
                    <a:spcPct val="20000"/>
                  </a:spcBef>
                  <a:buFont typeface="Arial" panose="020B0604020202020204" pitchFamily="34" charset="0"/>
                  <a:buChar char="–"/>
                  <a:defRPr sz="1200" kern="1200">
                    <a:solidFill>
                      <a:schemeClr val="tx1"/>
                    </a:solidFill>
                    <a:latin typeface="Arial"/>
                    <a:ea typeface="+mn-ea"/>
                    <a:cs typeface="+mn-cs"/>
                  </a:defRPr>
                </a:lvl3pPr>
                <a:lvl4pPr marL="685800" indent="-228600" algn="l" defTabSz="457200" rtl="0" eaLnBrk="1" latinLnBrk="0" hangingPunct="1">
                  <a:spcBef>
                    <a:spcPct val="20000"/>
                  </a:spcBef>
                  <a:buClr>
                    <a:srgbClr val="919D9D"/>
                  </a:buClr>
                  <a:buFont typeface="Arial" panose="020B0604020202020204" pitchFamily="34" charset="0"/>
                  <a:buChar char="■"/>
                  <a:defRPr sz="1200" kern="1200">
                    <a:solidFill>
                      <a:schemeClr val="tx1"/>
                    </a:solidFill>
                    <a:latin typeface="Arial"/>
                    <a:ea typeface="+mn-ea"/>
                    <a:cs typeface="+mn-cs"/>
                  </a:defRPr>
                </a:lvl4pPr>
                <a:lvl5pPr marL="909638" indent="-219075" algn="l" defTabSz="457200" rtl="0" eaLnBrk="1" latinLnBrk="0" hangingPunct="1">
                  <a:spcBef>
                    <a:spcPct val="20000"/>
                  </a:spcBef>
                  <a:buFont typeface="Arial"/>
                  <a:buChar char="»"/>
                  <a:defRPr sz="12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1000" dirty="0">
                    <a:latin typeface="Raleway SemiBold" pitchFamily="2" charset="0"/>
                  </a:rPr>
                  <a:t>Deploy</a:t>
                </a:r>
              </a:p>
            </p:txBody>
          </p:sp>
        </p:grpSp>
      </p:grpSp>
      <p:sp>
        <p:nvSpPr>
          <p:cNvPr id="45" name="Chevron 12">
            <a:extLst>
              <a:ext uri="{FF2B5EF4-FFF2-40B4-BE49-F238E27FC236}">
                <a16:creationId xmlns:a16="http://schemas.microsoft.com/office/drawing/2014/main" id="{A9CE2B72-65BA-4894-BCA1-85B0D50BE743}"/>
              </a:ext>
            </a:extLst>
          </p:cNvPr>
          <p:cNvSpPr/>
          <p:nvPr/>
        </p:nvSpPr>
        <p:spPr>
          <a:xfrm>
            <a:off x="368726" y="1774636"/>
            <a:ext cx="1945849" cy="1037110"/>
          </a:xfrm>
          <a:prstGeom prst="chevron">
            <a:avLst/>
          </a:prstGeom>
          <a:solidFill>
            <a:schemeClr val="tx1">
              <a:lumMod val="50000"/>
              <a:lumOff val="50000"/>
            </a:schemeClr>
          </a:solidFill>
          <a:ln>
            <a:solidFill>
              <a:srgbClr val="666666"/>
            </a:solidFill>
          </a:ln>
        </p:spPr>
        <p:style>
          <a:lnRef idx="2">
            <a:schemeClr val="dk1">
              <a:shade val="50000"/>
            </a:schemeClr>
          </a:lnRef>
          <a:fillRef idx="1">
            <a:schemeClr val="dk1"/>
          </a:fillRef>
          <a:effectRef idx="0">
            <a:schemeClr val="dk1"/>
          </a:effectRef>
          <a:fontRef idx="minor">
            <a:schemeClr val="lt1"/>
          </a:fontRef>
        </p:style>
        <p:txBody>
          <a:bodyPr lIns="51433" tIns="25717" rIns="51433" bIns="25717" rtlCol="0" anchor="ctr"/>
          <a:lstStyle/>
          <a:p>
            <a:pPr defTabSz="342892"/>
            <a:endParaRPr lang="en-US" sz="1350" dirty="0">
              <a:solidFill>
                <a:srgbClr val="000000"/>
              </a:solidFill>
            </a:endParaRPr>
          </a:p>
        </p:txBody>
      </p:sp>
      <p:sp>
        <p:nvSpPr>
          <p:cNvPr id="48" name="Chevron 12">
            <a:extLst>
              <a:ext uri="{FF2B5EF4-FFF2-40B4-BE49-F238E27FC236}">
                <a16:creationId xmlns:a16="http://schemas.microsoft.com/office/drawing/2014/main" id="{B941EA7F-227D-45EA-9823-52C8945FAC41}"/>
              </a:ext>
            </a:extLst>
          </p:cNvPr>
          <p:cNvSpPr/>
          <p:nvPr/>
        </p:nvSpPr>
        <p:spPr>
          <a:xfrm>
            <a:off x="1809750" y="1774636"/>
            <a:ext cx="3859468" cy="1037110"/>
          </a:xfrm>
          <a:prstGeom prst="chevron">
            <a:avLst/>
          </a:prstGeom>
          <a:solidFill>
            <a:srgbClr val="00B0F0"/>
          </a:solidFill>
          <a:ln>
            <a:solidFill>
              <a:srgbClr val="00B0F0"/>
            </a:solidFill>
          </a:ln>
        </p:spPr>
        <p:style>
          <a:lnRef idx="2">
            <a:schemeClr val="dk1">
              <a:shade val="50000"/>
            </a:schemeClr>
          </a:lnRef>
          <a:fillRef idx="1">
            <a:schemeClr val="dk1"/>
          </a:fillRef>
          <a:effectRef idx="0">
            <a:schemeClr val="dk1"/>
          </a:effectRef>
          <a:fontRef idx="minor">
            <a:schemeClr val="lt1"/>
          </a:fontRef>
        </p:style>
        <p:txBody>
          <a:bodyPr lIns="51433" tIns="25717" rIns="51433" bIns="25717" rtlCol="0" anchor="ctr"/>
          <a:lstStyle/>
          <a:p>
            <a:pPr defTabSz="342892"/>
            <a:endParaRPr lang="en-US" sz="1350" dirty="0">
              <a:solidFill>
                <a:srgbClr val="000000"/>
              </a:solidFill>
            </a:endParaRPr>
          </a:p>
        </p:txBody>
      </p:sp>
      <p:grpSp>
        <p:nvGrpSpPr>
          <p:cNvPr id="70" name="Group 69">
            <a:extLst>
              <a:ext uri="{FF2B5EF4-FFF2-40B4-BE49-F238E27FC236}">
                <a16:creationId xmlns:a16="http://schemas.microsoft.com/office/drawing/2014/main" id="{3219A8AC-D6FB-4C90-98C3-BD60BFB8EF23}"/>
              </a:ext>
            </a:extLst>
          </p:cNvPr>
          <p:cNvGrpSpPr/>
          <p:nvPr/>
        </p:nvGrpSpPr>
        <p:grpSpPr>
          <a:xfrm>
            <a:off x="1077277" y="1847947"/>
            <a:ext cx="913248" cy="250805"/>
            <a:chOff x="1206202" y="3422021"/>
            <a:chExt cx="913248" cy="250805"/>
          </a:xfrm>
        </p:grpSpPr>
        <p:sp>
          <p:nvSpPr>
            <p:cNvPr id="67" name="Diamond 66">
              <a:extLst>
                <a:ext uri="{FF2B5EF4-FFF2-40B4-BE49-F238E27FC236}">
                  <a16:creationId xmlns:a16="http://schemas.microsoft.com/office/drawing/2014/main" id="{D24E4258-0570-4698-ADB3-201D3941F61E}"/>
                </a:ext>
              </a:extLst>
            </p:cNvPr>
            <p:cNvSpPr/>
            <p:nvPr/>
          </p:nvSpPr>
          <p:spPr>
            <a:xfrm>
              <a:off x="1206202" y="3440327"/>
              <a:ext cx="214951" cy="214192"/>
            </a:xfrm>
            <a:prstGeom prst="diamond">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69" name="Text Placeholder 12">
              <a:extLst>
                <a:ext uri="{FF2B5EF4-FFF2-40B4-BE49-F238E27FC236}">
                  <a16:creationId xmlns:a16="http://schemas.microsoft.com/office/drawing/2014/main" id="{56A22C07-D117-44BA-8379-1E0ACD746F43}"/>
                </a:ext>
              </a:extLst>
            </p:cNvPr>
            <p:cNvSpPr txBox="1">
              <a:spLocks/>
            </p:cNvSpPr>
            <p:nvPr/>
          </p:nvSpPr>
          <p:spPr>
            <a:xfrm>
              <a:off x="1461229" y="3422021"/>
              <a:ext cx="658221" cy="250805"/>
            </a:xfrm>
            <a:prstGeom prst="rect">
              <a:avLst/>
            </a:prstGeom>
          </p:spPr>
          <p:txBody>
            <a:bodyPr vert="horz" lIns="0" tIns="0" rIns="0" bIns="0" rtlCol="0" anchor="ctr" anchorCtr="0">
              <a:noAutofit/>
            </a:bodyPr>
            <a:lstStyle>
              <a:lvl1pPr marL="0" indent="0" algn="r" defTabSz="457200" rtl="0" eaLnBrk="1" latinLnBrk="0" hangingPunct="1">
                <a:spcBef>
                  <a:spcPts val="0"/>
                </a:spcBef>
                <a:buSzPct val="75000"/>
                <a:buFontTx/>
                <a:buNone/>
                <a:defRPr sz="1500" kern="1200" baseline="0">
                  <a:solidFill>
                    <a:schemeClr val="bg1"/>
                  </a:solidFill>
                  <a:latin typeface="Arial"/>
                  <a:ea typeface="+mn-ea"/>
                  <a:cs typeface="+mn-cs"/>
                </a:defRPr>
              </a:lvl1pPr>
              <a:lvl2pPr marL="233363" indent="-233363" algn="l" defTabSz="457200" rtl="0" eaLnBrk="1" latinLnBrk="0" hangingPunct="1">
                <a:spcBef>
                  <a:spcPct val="20000"/>
                </a:spcBef>
                <a:buClr>
                  <a:srgbClr val="DA291C"/>
                </a:buClr>
                <a:buSzPct val="80000"/>
                <a:buFont typeface="Wingdings" panose="05000000000000000000" pitchFamily="2" charset="2"/>
                <a:buChar char="u"/>
                <a:defRPr sz="1200" kern="1200">
                  <a:solidFill>
                    <a:schemeClr val="tx1"/>
                  </a:solidFill>
                  <a:latin typeface="Arial"/>
                  <a:ea typeface="+mn-ea"/>
                  <a:cs typeface="+mn-cs"/>
                </a:defRPr>
              </a:lvl2pPr>
              <a:lvl3pPr marL="461963" indent="-228600" algn="l" defTabSz="457200" rtl="0" eaLnBrk="1" latinLnBrk="0" hangingPunct="1">
                <a:spcBef>
                  <a:spcPct val="20000"/>
                </a:spcBef>
                <a:buFont typeface="Arial" panose="020B0604020202020204" pitchFamily="34" charset="0"/>
                <a:buChar char="–"/>
                <a:defRPr sz="1200" kern="1200">
                  <a:solidFill>
                    <a:schemeClr val="tx1"/>
                  </a:solidFill>
                  <a:latin typeface="Arial"/>
                  <a:ea typeface="+mn-ea"/>
                  <a:cs typeface="+mn-cs"/>
                </a:defRPr>
              </a:lvl3pPr>
              <a:lvl4pPr marL="685800" indent="-228600" algn="l" defTabSz="457200" rtl="0" eaLnBrk="1" latinLnBrk="0" hangingPunct="1">
                <a:spcBef>
                  <a:spcPct val="20000"/>
                </a:spcBef>
                <a:buClr>
                  <a:srgbClr val="919D9D"/>
                </a:buClr>
                <a:buFont typeface="Arial" panose="020B0604020202020204" pitchFamily="34" charset="0"/>
                <a:buChar char="■"/>
                <a:defRPr sz="1200" kern="1200">
                  <a:solidFill>
                    <a:schemeClr val="tx1"/>
                  </a:solidFill>
                  <a:latin typeface="Arial"/>
                  <a:ea typeface="+mn-ea"/>
                  <a:cs typeface="+mn-cs"/>
                </a:defRPr>
              </a:lvl4pPr>
              <a:lvl5pPr marL="909638" indent="-219075" algn="l" defTabSz="457200" rtl="0" eaLnBrk="1" latinLnBrk="0" hangingPunct="1">
                <a:spcBef>
                  <a:spcPct val="20000"/>
                </a:spcBef>
                <a:buFont typeface="Arial"/>
                <a:buChar char="»"/>
                <a:defRPr sz="12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l"/>
              <a:r>
                <a:rPr lang="en-US" sz="900" dirty="0">
                  <a:solidFill>
                    <a:schemeClr val="tx1"/>
                  </a:solidFill>
                  <a:latin typeface="Raleway SemiBold" pitchFamily="2" charset="0"/>
                </a:rPr>
                <a:t>Start Sprit</a:t>
              </a:r>
            </a:p>
          </p:txBody>
        </p:sp>
      </p:grpSp>
      <p:grpSp>
        <p:nvGrpSpPr>
          <p:cNvPr id="71" name="Group 70">
            <a:extLst>
              <a:ext uri="{FF2B5EF4-FFF2-40B4-BE49-F238E27FC236}">
                <a16:creationId xmlns:a16="http://schemas.microsoft.com/office/drawing/2014/main" id="{3CAA753A-12CD-4983-8DCF-830CDE4CAD5C}"/>
              </a:ext>
            </a:extLst>
          </p:cNvPr>
          <p:cNvGrpSpPr/>
          <p:nvPr/>
        </p:nvGrpSpPr>
        <p:grpSpPr>
          <a:xfrm>
            <a:off x="3688582" y="1847947"/>
            <a:ext cx="1584306" cy="250805"/>
            <a:chOff x="1206202" y="3422021"/>
            <a:chExt cx="1584306" cy="250805"/>
          </a:xfrm>
        </p:grpSpPr>
        <p:sp>
          <p:nvSpPr>
            <p:cNvPr id="72" name="Diamond 71">
              <a:extLst>
                <a:ext uri="{FF2B5EF4-FFF2-40B4-BE49-F238E27FC236}">
                  <a16:creationId xmlns:a16="http://schemas.microsoft.com/office/drawing/2014/main" id="{91C83462-8CCB-48EA-81B6-D5C145FC85CF}"/>
                </a:ext>
              </a:extLst>
            </p:cNvPr>
            <p:cNvSpPr/>
            <p:nvPr/>
          </p:nvSpPr>
          <p:spPr>
            <a:xfrm>
              <a:off x="1206202" y="3440327"/>
              <a:ext cx="214951" cy="214192"/>
            </a:xfrm>
            <a:prstGeom prst="diamond">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3" name="Text Placeholder 12">
              <a:extLst>
                <a:ext uri="{FF2B5EF4-FFF2-40B4-BE49-F238E27FC236}">
                  <a16:creationId xmlns:a16="http://schemas.microsoft.com/office/drawing/2014/main" id="{AE42165C-4DD7-4524-9383-5C845107EEF2}"/>
                </a:ext>
              </a:extLst>
            </p:cNvPr>
            <p:cNvSpPr txBox="1">
              <a:spLocks/>
            </p:cNvSpPr>
            <p:nvPr/>
          </p:nvSpPr>
          <p:spPr>
            <a:xfrm>
              <a:off x="1461229" y="3422021"/>
              <a:ext cx="1329279" cy="250805"/>
            </a:xfrm>
            <a:prstGeom prst="rect">
              <a:avLst/>
            </a:prstGeom>
          </p:spPr>
          <p:txBody>
            <a:bodyPr vert="horz" lIns="0" tIns="0" rIns="0" bIns="0" rtlCol="0" anchor="ctr" anchorCtr="0">
              <a:noAutofit/>
            </a:bodyPr>
            <a:lstStyle>
              <a:lvl1pPr marL="0" indent="0" algn="r" defTabSz="457200" rtl="0" eaLnBrk="1" latinLnBrk="0" hangingPunct="1">
                <a:spcBef>
                  <a:spcPts val="0"/>
                </a:spcBef>
                <a:buSzPct val="75000"/>
                <a:buFontTx/>
                <a:buNone/>
                <a:defRPr sz="1500" kern="1200" baseline="0">
                  <a:solidFill>
                    <a:schemeClr val="bg1"/>
                  </a:solidFill>
                  <a:latin typeface="Arial"/>
                  <a:ea typeface="+mn-ea"/>
                  <a:cs typeface="+mn-cs"/>
                </a:defRPr>
              </a:lvl1pPr>
              <a:lvl2pPr marL="233363" indent="-233363" algn="l" defTabSz="457200" rtl="0" eaLnBrk="1" latinLnBrk="0" hangingPunct="1">
                <a:spcBef>
                  <a:spcPct val="20000"/>
                </a:spcBef>
                <a:buClr>
                  <a:srgbClr val="DA291C"/>
                </a:buClr>
                <a:buSzPct val="80000"/>
                <a:buFont typeface="Wingdings" panose="05000000000000000000" pitchFamily="2" charset="2"/>
                <a:buChar char="u"/>
                <a:defRPr sz="1200" kern="1200">
                  <a:solidFill>
                    <a:schemeClr val="tx1"/>
                  </a:solidFill>
                  <a:latin typeface="Arial"/>
                  <a:ea typeface="+mn-ea"/>
                  <a:cs typeface="+mn-cs"/>
                </a:defRPr>
              </a:lvl2pPr>
              <a:lvl3pPr marL="461963" indent="-228600" algn="l" defTabSz="457200" rtl="0" eaLnBrk="1" latinLnBrk="0" hangingPunct="1">
                <a:spcBef>
                  <a:spcPct val="20000"/>
                </a:spcBef>
                <a:buFont typeface="Arial" panose="020B0604020202020204" pitchFamily="34" charset="0"/>
                <a:buChar char="–"/>
                <a:defRPr sz="1200" kern="1200">
                  <a:solidFill>
                    <a:schemeClr val="tx1"/>
                  </a:solidFill>
                  <a:latin typeface="Arial"/>
                  <a:ea typeface="+mn-ea"/>
                  <a:cs typeface="+mn-cs"/>
                </a:defRPr>
              </a:lvl3pPr>
              <a:lvl4pPr marL="685800" indent="-228600" algn="l" defTabSz="457200" rtl="0" eaLnBrk="1" latinLnBrk="0" hangingPunct="1">
                <a:spcBef>
                  <a:spcPct val="20000"/>
                </a:spcBef>
                <a:buClr>
                  <a:srgbClr val="919D9D"/>
                </a:buClr>
                <a:buFont typeface="Arial" panose="020B0604020202020204" pitchFamily="34" charset="0"/>
                <a:buChar char="■"/>
                <a:defRPr sz="1200" kern="1200">
                  <a:solidFill>
                    <a:schemeClr val="tx1"/>
                  </a:solidFill>
                  <a:latin typeface="Arial"/>
                  <a:ea typeface="+mn-ea"/>
                  <a:cs typeface="+mn-cs"/>
                </a:defRPr>
              </a:lvl4pPr>
              <a:lvl5pPr marL="909638" indent="-219075" algn="l" defTabSz="457200" rtl="0" eaLnBrk="1" latinLnBrk="0" hangingPunct="1">
                <a:spcBef>
                  <a:spcPct val="20000"/>
                </a:spcBef>
                <a:buFont typeface="Arial"/>
                <a:buChar char="»"/>
                <a:defRPr sz="12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l"/>
              <a:r>
                <a:rPr lang="en-US" sz="900" dirty="0">
                  <a:solidFill>
                    <a:schemeClr val="tx1"/>
                  </a:solidFill>
                  <a:latin typeface="Raleway SemiBold" pitchFamily="2" charset="0"/>
                </a:rPr>
                <a:t>Sprint Review Meeting</a:t>
              </a:r>
            </a:p>
          </p:txBody>
        </p:sp>
      </p:grpSp>
      <p:sp>
        <p:nvSpPr>
          <p:cNvPr id="80" name="Isosceles Triangle 79">
            <a:extLst>
              <a:ext uri="{FF2B5EF4-FFF2-40B4-BE49-F238E27FC236}">
                <a16:creationId xmlns:a16="http://schemas.microsoft.com/office/drawing/2014/main" id="{E8590FAC-674C-42DE-BBC9-3C4DB1E6A166}"/>
              </a:ext>
            </a:extLst>
          </p:cNvPr>
          <p:cNvSpPr/>
          <p:nvPr/>
        </p:nvSpPr>
        <p:spPr>
          <a:xfrm rot="5400000">
            <a:off x="1217420" y="2263589"/>
            <a:ext cx="74043" cy="48576"/>
          </a:xfrm>
          <a:prstGeom prst="triangle">
            <a:avLst/>
          </a:prstGeom>
          <a:solidFill>
            <a:schemeClr val="bg1"/>
          </a:solidFill>
          <a:ln>
            <a:solidFill>
              <a:schemeClr val="bg1"/>
            </a:solidFill>
          </a:ln>
          <a:effectLst>
            <a:outerShdw blurRad="50800" dist="12700" dir="2700000" sx="99000" sy="99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82" name="Straight Connector 81">
            <a:extLst>
              <a:ext uri="{FF2B5EF4-FFF2-40B4-BE49-F238E27FC236}">
                <a16:creationId xmlns:a16="http://schemas.microsoft.com/office/drawing/2014/main" id="{89CE2EFF-C970-4348-9E9D-B828CFA9B63C}"/>
              </a:ext>
            </a:extLst>
          </p:cNvPr>
          <p:cNvCxnSpPr>
            <a:cxnSpLocks/>
          </p:cNvCxnSpPr>
          <p:nvPr/>
        </p:nvCxnSpPr>
        <p:spPr>
          <a:xfrm>
            <a:off x="1100929" y="2574131"/>
            <a:ext cx="4048921"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grpSp>
        <p:nvGrpSpPr>
          <p:cNvPr id="49" name="Group 48">
            <a:extLst>
              <a:ext uri="{FF2B5EF4-FFF2-40B4-BE49-F238E27FC236}">
                <a16:creationId xmlns:a16="http://schemas.microsoft.com/office/drawing/2014/main" id="{90CFB0C7-E865-409C-8470-2938AF35E27A}"/>
              </a:ext>
            </a:extLst>
          </p:cNvPr>
          <p:cNvGrpSpPr/>
          <p:nvPr/>
        </p:nvGrpSpPr>
        <p:grpSpPr>
          <a:xfrm>
            <a:off x="1275401" y="2151658"/>
            <a:ext cx="3788481" cy="275537"/>
            <a:chOff x="301321" y="1298711"/>
            <a:chExt cx="4260796" cy="312392"/>
          </a:xfrm>
        </p:grpSpPr>
        <p:grpSp>
          <p:nvGrpSpPr>
            <p:cNvPr id="50" name="Group 49">
              <a:extLst>
                <a:ext uri="{FF2B5EF4-FFF2-40B4-BE49-F238E27FC236}">
                  <a16:creationId xmlns:a16="http://schemas.microsoft.com/office/drawing/2014/main" id="{4B2F6E61-558A-4776-86A2-4183FDAB5002}"/>
                </a:ext>
              </a:extLst>
            </p:cNvPr>
            <p:cNvGrpSpPr/>
            <p:nvPr/>
          </p:nvGrpSpPr>
          <p:grpSpPr>
            <a:xfrm>
              <a:off x="301321" y="1307503"/>
              <a:ext cx="1127976" cy="293120"/>
              <a:chOff x="301321" y="1307503"/>
              <a:chExt cx="1127976" cy="293120"/>
            </a:xfrm>
          </p:grpSpPr>
          <p:sp>
            <p:nvSpPr>
              <p:cNvPr id="65" name="Pentagon 10">
                <a:extLst>
                  <a:ext uri="{FF2B5EF4-FFF2-40B4-BE49-F238E27FC236}">
                    <a16:creationId xmlns:a16="http://schemas.microsoft.com/office/drawing/2014/main" id="{E2B1B502-C451-43AB-BFCF-D05FB2407E70}"/>
                  </a:ext>
                </a:extLst>
              </p:cNvPr>
              <p:cNvSpPr/>
              <p:nvPr/>
            </p:nvSpPr>
            <p:spPr>
              <a:xfrm>
                <a:off x="301321" y="1307503"/>
                <a:ext cx="1127976" cy="293120"/>
              </a:xfrm>
              <a:prstGeom prst="homePlat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51433" tIns="25717" rIns="51433" bIns="25717" rtlCol="0" anchor="ctr"/>
              <a:lstStyle/>
              <a:p>
                <a:pPr algn="ctr" defTabSz="342892"/>
                <a:endParaRPr lang="en-US" sz="1350" dirty="0">
                  <a:solidFill>
                    <a:schemeClr val="tx1"/>
                  </a:solidFill>
                </a:endParaRPr>
              </a:p>
            </p:txBody>
          </p:sp>
          <p:sp>
            <p:nvSpPr>
              <p:cNvPr id="66" name="Text Placeholder 12">
                <a:extLst>
                  <a:ext uri="{FF2B5EF4-FFF2-40B4-BE49-F238E27FC236}">
                    <a16:creationId xmlns:a16="http://schemas.microsoft.com/office/drawing/2014/main" id="{CFA5816A-0FFA-435C-8205-4CD52B222A58}"/>
                  </a:ext>
                </a:extLst>
              </p:cNvPr>
              <p:cNvSpPr txBox="1">
                <a:spLocks/>
              </p:cNvSpPr>
              <p:nvPr/>
            </p:nvSpPr>
            <p:spPr>
              <a:xfrm>
                <a:off x="301322" y="1310105"/>
                <a:ext cx="950776" cy="275019"/>
              </a:xfrm>
              <a:prstGeom prst="rect">
                <a:avLst/>
              </a:prstGeom>
            </p:spPr>
            <p:txBody>
              <a:bodyPr vert="horz" lIns="0" tIns="0" rIns="0" bIns="0" rtlCol="0" anchor="ctr" anchorCtr="0">
                <a:noAutofit/>
              </a:bodyPr>
              <a:lstStyle>
                <a:lvl1pPr marL="0" indent="0" algn="r" defTabSz="457200" rtl="0" eaLnBrk="1" latinLnBrk="0" hangingPunct="1">
                  <a:spcBef>
                    <a:spcPts val="0"/>
                  </a:spcBef>
                  <a:buSzPct val="75000"/>
                  <a:buFontTx/>
                  <a:buNone/>
                  <a:defRPr sz="1500" kern="1200" baseline="0">
                    <a:solidFill>
                      <a:schemeClr val="bg1"/>
                    </a:solidFill>
                    <a:latin typeface="Arial"/>
                    <a:ea typeface="+mn-ea"/>
                    <a:cs typeface="+mn-cs"/>
                  </a:defRPr>
                </a:lvl1pPr>
                <a:lvl2pPr marL="233363" indent="-233363" algn="l" defTabSz="457200" rtl="0" eaLnBrk="1" latinLnBrk="0" hangingPunct="1">
                  <a:spcBef>
                    <a:spcPct val="20000"/>
                  </a:spcBef>
                  <a:buClr>
                    <a:srgbClr val="DA291C"/>
                  </a:buClr>
                  <a:buSzPct val="80000"/>
                  <a:buFont typeface="Wingdings" panose="05000000000000000000" pitchFamily="2" charset="2"/>
                  <a:buChar char="u"/>
                  <a:defRPr sz="1200" kern="1200">
                    <a:solidFill>
                      <a:schemeClr val="tx1"/>
                    </a:solidFill>
                    <a:latin typeface="Arial"/>
                    <a:ea typeface="+mn-ea"/>
                    <a:cs typeface="+mn-cs"/>
                  </a:defRPr>
                </a:lvl2pPr>
                <a:lvl3pPr marL="461963" indent="-228600" algn="l" defTabSz="457200" rtl="0" eaLnBrk="1" latinLnBrk="0" hangingPunct="1">
                  <a:spcBef>
                    <a:spcPct val="20000"/>
                  </a:spcBef>
                  <a:buFont typeface="Arial" panose="020B0604020202020204" pitchFamily="34" charset="0"/>
                  <a:buChar char="–"/>
                  <a:defRPr sz="1200" kern="1200">
                    <a:solidFill>
                      <a:schemeClr val="tx1"/>
                    </a:solidFill>
                    <a:latin typeface="Arial"/>
                    <a:ea typeface="+mn-ea"/>
                    <a:cs typeface="+mn-cs"/>
                  </a:defRPr>
                </a:lvl3pPr>
                <a:lvl4pPr marL="685800" indent="-228600" algn="l" defTabSz="457200" rtl="0" eaLnBrk="1" latinLnBrk="0" hangingPunct="1">
                  <a:spcBef>
                    <a:spcPct val="20000"/>
                  </a:spcBef>
                  <a:buClr>
                    <a:srgbClr val="919D9D"/>
                  </a:buClr>
                  <a:buFont typeface="Arial" panose="020B0604020202020204" pitchFamily="34" charset="0"/>
                  <a:buChar char="■"/>
                  <a:defRPr sz="1200" kern="1200">
                    <a:solidFill>
                      <a:schemeClr val="tx1"/>
                    </a:solidFill>
                    <a:latin typeface="Arial"/>
                    <a:ea typeface="+mn-ea"/>
                    <a:cs typeface="+mn-cs"/>
                  </a:defRPr>
                </a:lvl4pPr>
                <a:lvl5pPr marL="909638" indent="-219075" algn="l" defTabSz="457200" rtl="0" eaLnBrk="1" latinLnBrk="0" hangingPunct="1">
                  <a:spcBef>
                    <a:spcPct val="20000"/>
                  </a:spcBef>
                  <a:buFont typeface="Arial"/>
                  <a:buChar char="»"/>
                  <a:defRPr sz="12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700" dirty="0">
                    <a:solidFill>
                      <a:schemeClr val="tx1">
                        <a:lumMod val="75000"/>
                        <a:lumOff val="25000"/>
                      </a:schemeClr>
                    </a:solidFill>
                    <a:latin typeface="Raleway SemiBold" pitchFamily="2" charset="0"/>
                  </a:rPr>
                  <a:t>Confirm define</a:t>
                </a:r>
              </a:p>
            </p:txBody>
          </p:sp>
        </p:grpSp>
        <p:grpSp>
          <p:nvGrpSpPr>
            <p:cNvPr id="51" name="Group 50">
              <a:extLst>
                <a:ext uri="{FF2B5EF4-FFF2-40B4-BE49-F238E27FC236}">
                  <a16:creationId xmlns:a16="http://schemas.microsoft.com/office/drawing/2014/main" id="{2101EA81-F583-4E2D-A5A8-DA2C70D8C0DA}"/>
                </a:ext>
              </a:extLst>
            </p:cNvPr>
            <p:cNvGrpSpPr/>
            <p:nvPr/>
          </p:nvGrpSpPr>
          <p:grpSpPr>
            <a:xfrm>
              <a:off x="1353422" y="1298711"/>
              <a:ext cx="1127849" cy="312392"/>
              <a:chOff x="1362214" y="1298711"/>
              <a:chExt cx="1127849" cy="312392"/>
            </a:xfrm>
          </p:grpSpPr>
          <p:sp>
            <p:nvSpPr>
              <p:cNvPr id="63" name="Chevron 12">
                <a:extLst>
                  <a:ext uri="{FF2B5EF4-FFF2-40B4-BE49-F238E27FC236}">
                    <a16:creationId xmlns:a16="http://schemas.microsoft.com/office/drawing/2014/main" id="{1FA897DB-49ED-4850-985C-1FDA5E8578F9}"/>
                  </a:ext>
                </a:extLst>
              </p:cNvPr>
              <p:cNvSpPr/>
              <p:nvPr/>
            </p:nvSpPr>
            <p:spPr>
              <a:xfrm>
                <a:off x="1362214" y="1298711"/>
                <a:ext cx="1127849" cy="312392"/>
              </a:xfrm>
              <a:prstGeom prst="chevron">
                <a:avLst/>
              </a:prstGeom>
              <a:solidFill>
                <a:schemeClr val="bg1"/>
              </a:solidFill>
              <a:ln>
                <a:noFill/>
              </a:ln>
            </p:spPr>
            <p:style>
              <a:lnRef idx="0">
                <a:scrgbClr r="0" g="0" b="0"/>
              </a:lnRef>
              <a:fillRef idx="0">
                <a:scrgbClr r="0" g="0" b="0"/>
              </a:fillRef>
              <a:effectRef idx="0">
                <a:scrgbClr r="0" g="0" b="0"/>
              </a:effectRef>
              <a:fontRef idx="minor">
                <a:schemeClr val="lt1"/>
              </a:fontRef>
            </p:style>
            <p:txBody>
              <a:bodyPr lIns="51433" tIns="25717" rIns="51433" bIns="25717" rtlCol="0" anchor="ctr"/>
              <a:lstStyle/>
              <a:p>
                <a:pPr defTabSz="342892"/>
                <a:endParaRPr lang="en-US" sz="1350" dirty="0">
                  <a:solidFill>
                    <a:schemeClr val="bg1"/>
                  </a:solidFill>
                </a:endParaRPr>
              </a:p>
            </p:txBody>
          </p:sp>
          <p:sp>
            <p:nvSpPr>
              <p:cNvPr id="64" name="Text Placeholder 12">
                <a:extLst>
                  <a:ext uri="{FF2B5EF4-FFF2-40B4-BE49-F238E27FC236}">
                    <a16:creationId xmlns:a16="http://schemas.microsoft.com/office/drawing/2014/main" id="{29E8D482-07FC-469F-BDC5-8BD8AEAB80A8}"/>
                  </a:ext>
                </a:extLst>
              </p:cNvPr>
              <p:cNvSpPr txBox="1">
                <a:spLocks/>
              </p:cNvSpPr>
              <p:nvPr/>
            </p:nvSpPr>
            <p:spPr>
              <a:xfrm>
                <a:off x="1429297" y="1318526"/>
                <a:ext cx="857458" cy="258176"/>
              </a:xfrm>
              <a:prstGeom prst="rect">
                <a:avLst/>
              </a:prstGeom>
            </p:spPr>
            <p:txBody>
              <a:bodyPr vert="horz" lIns="0" tIns="0" rIns="0" bIns="0" rtlCol="0" anchor="ctr" anchorCtr="0">
                <a:noAutofit/>
              </a:bodyPr>
              <a:lstStyle>
                <a:lvl1pPr marL="0" indent="0" algn="r" defTabSz="457200" rtl="0" eaLnBrk="1" latinLnBrk="0" hangingPunct="1">
                  <a:spcBef>
                    <a:spcPts val="0"/>
                  </a:spcBef>
                  <a:buSzPct val="75000"/>
                  <a:buFontTx/>
                  <a:buNone/>
                  <a:defRPr sz="1500" kern="1200" baseline="0">
                    <a:solidFill>
                      <a:schemeClr val="bg1"/>
                    </a:solidFill>
                    <a:latin typeface="Arial"/>
                    <a:ea typeface="+mn-ea"/>
                    <a:cs typeface="+mn-cs"/>
                  </a:defRPr>
                </a:lvl1pPr>
                <a:lvl2pPr marL="233363" indent="-233363" algn="l" defTabSz="457200" rtl="0" eaLnBrk="1" latinLnBrk="0" hangingPunct="1">
                  <a:spcBef>
                    <a:spcPct val="20000"/>
                  </a:spcBef>
                  <a:buClr>
                    <a:srgbClr val="DA291C"/>
                  </a:buClr>
                  <a:buSzPct val="80000"/>
                  <a:buFont typeface="Wingdings" panose="05000000000000000000" pitchFamily="2" charset="2"/>
                  <a:buChar char="u"/>
                  <a:defRPr sz="1200" kern="1200">
                    <a:solidFill>
                      <a:schemeClr val="tx1"/>
                    </a:solidFill>
                    <a:latin typeface="Arial"/>
                    <a:ea typeface="+mn-ea"/>
                    <a:cs typeface="+mn-cs"/>
                  </a:defRPr>
                </a:lvl2pPr>
                <a:lvl3pPr marL="461963" indent="-228600" algn="l" defTabSz="457200" rtl="0" eaLnBrk="1" latinLnBrk="0" hangingPunct="1">
                  <a:spcBef>
                    <a:spcPct val="20000"/>
                  </a:spcBef>
                  <a:buFont typeface="Arial" panose="020B0604020202020204" pitchFamily="34" charset="0"/>
                  <a:buChar char="–"/>
                  <a:defRPr sz="1200" kern="1200">
                    <a:solidFill>
                      <a:schemeClr val="tx1"/>
                    </a:solidFill>
                    <a:latin typeface="Arial"/>
                    <a:ea typeface="+mn-ea"/>
                    <a:cs typeface="+mn-cs"/>
                  </a:defRPr>
                </a:lvl3pPr>
                <a:lvl4pPr marL="685800" indent="-228600" algn="l" defTabSz="457200" rtl="0" eaLnBrk="1" latinLnBrk="0" hangingPunct="1">
                  <a:spcBef>
                    <a:spcPct val="20000"/>
                  </a:spcBef>
                  <a:buClr>
                    <a:srgbClr val="919D9D"/>
                  </a:buClr>
                  <a:buFont typeface="Arial" panose="020B0604020202020204" pitchFamily="34" charset="0"/>
                  <a:buChar char="■"/>
                  <a:defRPr sz="1200" kern="1200">
                    <a:solidFill>
                      <a:schemeClr val="tx1"/>
                    </a:solidFill>
                    <a:latin typeface="Arial"/>
                    <a:ea typeface="+mn-ea"/>
                    <a:cs typeface="+mn-cs"/>
                  </a:defRPr>
                </a:lvl4pPr>
                <a:lvl5pPr marL="909638" indent="-219075" algn="l" defTabSz="457200" rtl="0" eaLnBrk="1" latinLnBrk="0" hangingPunct="1">
                  <a:spcBef>
                    <a:spcPct val="20000"/>
                  </a:spcBef>
                  <a:buFont typeface="Arial"/>
                  <a:buChar char="»"/>
                  <a:defRPr sz="12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700" dirty="0">
                    <a:solidFill>
                      <a:schemeClr val="tx1">
                        <a:lumMod val="75000"/>
                        <a:lumOff val="25000"/>
                      </a:schemeClr>
                    </a:solidFill>
                    <a:latin typeface="Raleway SemiBold" pitchFamily="2" charset="0"/>
                  </a:rPr>
                  <a:t>Configure requirements</a:t>
                </a:r>
              </a:p>
            </p:txBody>
          </p:sp>
        </p:grpSp>
        <p:grpSp>
          <p:nvGrpSpPr>
            <p:cNvPr id="53" name="Group 52">
              <a:extLst>
                <a:ext uri="{FF2B5EF4-FFF2-40B4-BE49-F238E27FC236}">
                  <a16:creationId xmlns:a16="http://schemas.microsoft.com/office/drawing/2014/main" id="{9DC0EAD7-210D-4C47-9601-E4086DE4A240}"/>
                </a:ext>
              </a:extLst>
            </p:cNvPr>
            <p:cNvGrpSpPr/>
            <p:nvPr/>
          </p:nvGrpSpPr>
          <p:grpSpPr>
            <a:xfrm>
              <a:off x="2393845" y="1298711"/>
              <a:ext cx="1127849" cy="312392"/>
              <a:chOff x="1362214" y="1298711"/>
              <a:chExt cx="1127849" cy="312392"/>
            </a:xfrm>
          </p:grpSpPr>
          <p:sp>
            <p:nvSpPr>
              <p:cNvPr id="57" name="Chevron 12">
                <a:extLst>
                  <a:ext uri="{FF2B5EF4-FFF2-40B4-BE49-F238E27FC236}">
                    <a16:creationId xmlns:a16="http://schemas.microsoft.com/office/drawing/2014/main" id="{C67BA511-3460-415E-B2C9-31E20DB7168A}"/>
                  </a:ext>
                </a:extLst>
              </p:cNvPr>
              <p:cNvSpPr/>
              <p:nvPr/>
            </p:nvSpPr>
            <p:spPr>
              <a:xfrm>
                <a:off x="1362214" y="1298711"/>
                <a:ext cx="1127849" cy="312392"/>
              </a:xfrm>
              <a:prstGeom prst="chevron">
                <a:avLst/>
              </a:prstGeom>
              <a:solidFill>
                <a:schemeClr val="bg1"/>
              </a:solidFill>
              <a:ln>
                <a:noFill/>
              </a:ln>
            </p:spPr>
            <p:style>
              <a:lnRef idx="0">
                <a:scrgbClr r="0" g="0" b="0"/>
              </a:lnRef>
              <a:fillRef idx="0">
                <a:scrgbClr r="0" g="0" b="0"/>
              </a:fillRef>
              <a:effectRef idx="0">
                <a:scrgbClr r="0" g="0" b="0"/>
              </a:effectRef>
              <a:fontRef idx="minor">
                <a:schemeClr val="lt1"/>
              </a:fontRef>
            </p:style>
            <p:txBody>
              <a:bodyPr lIns="51433" tIns="25717" rIns="51433" bIns="25717" rtlCol="0" anchor="ctr"/>
              <a:lstStyle/>
              <a:p>
                <a:pPr defTabSz="342892"/>
                <a:endParaRPr lang="en-US" sz="1350" dirty="0">
                  <a:solidFill>
                    <a:schemeClr val="bg1"/>
                  </a:solidFill>
                </a:endParaRPr>
              </a:p>
            </p:txBody>
          </p:sp>
          <p:sp>
            <p:nvSpPr>
              <p:cNvPr id="58" name="Text Placeholder 12">
                <a:extLst>
                  <a:ext uri="{FF2B5EF4-FFF2-40B4-BE49-F238E27FC236}">
                    <a16:creationId xmlns:a16="http://schemas.microsoft.com/office/drawing/2014/main" id="{E9889E20-3978-4A47-BF0B-76804C73D5D0}"/>
                  </a:ext>
                </a:extLst>
              </p:cNvPr>
              <p:cNvSpPr txBox="1">
                <a:spLocks/>
              </p:cNvSpPr>
              <p:nvPr/>
            </p:nvSpPr>
            <p:spPr>
              <a:xfrm>
                <a:off x="1429297" y="1318526"/>
                <a:ext cx="857458" cy="258176"/>
              </a:xfrm>
              <a:prstGeom prst="rect">
                <a:avLst/>
              </a:prstGeom>
            </p:spPr>
            <p:txBody>
              <a:bodyPr vert="horz" lIns="0" tIns="0" rIns="0" bIns="0" rtlCol="0" anchor="ctr" anchorCtr="0">
                <a:noAutofit/>
              </a:bodyPr>
              <a:lstStyle>
                <a:lvl1pPr marL="0" indent="0" algn="r" defTabSz="457200" rtl="0" eaLnBrk="1" latinLnBrk="0" hangingPunct="1">
                  <a:spcBef>
                    <a:spcPts val="0"/>
                  </a:spcBef>
                  <a:buSzPct val="75000"/>
                  <a:buFontTx/>
                  <a:buNone/>
                  <a:defRPr sz="1500" kern="1200" baseline="0">
                    <a:solidFill>
                      <a:schemeClr val="bg1"/>
                    </a:solidFill>
                    <a:latin typeface="Arial"/>
                    <a:ea typeface="+mn-ea"/>
                    <a:cs typeface="+mn-cs"/>
                  </a:defRPr>
                </a:lvl1pPr>
                <a:lvl2pPr marL="233363" indent="-233363" algn="l" defTabSz="457200" rtl="0" eaLnBrk="1" latinLnBrk="0" hangingPunct="1">
                  <a:spcBef>
                    <a:spcPct val="20000"/>
                  </a:spcBef>
                  <a:buClr>
                    <a:srgbClr val="DA291C"/>
                  </a:buClr>
                  <a:buSzPct val="80000"/>
                  <a:buFont typeface="Wingdings" panose="05000000000000000000" pitchFamily="2" charset="2"/>
                  <a:buChar char="u"/>
                  <a:defRPr sz="1200" kern="1200">
                    <a:solidFill>
                      <a:schemeClr val="tx1"/>
                    </a:solidFill>
                    <a:latin typeface="Arial"/>
                    <a:ea typeface="+mn-ea"/>
                    <a:cs typeface="+mn-cs"/>
                  </a:defRPr>
                </a:lvl2pPr>
                <a:lvl3pPr marL="461963" indent="-228600" algn="l" defTabSz="457200" rtl="0" eaLnBrk="1" latinLnBrk="0" hangingPunct="1">
                  <a:spcBef>
                    <a:spcPct val="20000"/>
                  </a:spcBef>
                  <a:buFont typeface="Arial" panose="020B0604020202020204" pitchFamily="34" charset="0"/>
                  <a:buChar char="–"/>
                  <a:defRPr sz="1200" kern="1200">
                    <a:solidFill>
                      <a:schemeClr val="tx1"/>
                    </a:solidFill>
                    <a:latin typeface="Arial"/>
                    <a:ea typeface="+mn-ea"/>
                    <a:cs typeface="+mn-cs"/>
                  </a:defRPr>
                </a:lvl3pPr>
                <a:lvl4pPr marL="685800" indent="-228600" algn="l" defTabSz="457200" rtl="0" eaLnBrk="1" latinLnBrk="0" hangingPunct="1">
                  <a:spcBef>
                    <a:spcPct val="20000"/>
                  </a:spcBef>
                  <a:buClr>
                    <a:srgbClr val="919D9D"/>
                  </a:buClr>
                  <a:buFont typeface="Arial" panose="020B0604020202020204" pitchFamily="34" charset="0"/>
                  <a:buChar char="■"/>
                  <a:defRPr sz="1200" kern="1200">
                    <a:solidFill>
                      <a:schemeClr val="tx1"/>
                    </a:solidFill>
                    <a:latin typeface="Arial"/>
                    <a:ea typeface="+mn-ea"/>
                    <a:cs typeface="+mn-cs"/>
                  </a:defRPr>
                </a:lvl4pPr>
                <a:lvl5pPr marL="909638" indent="-219075" algn="l" defTabSz="457200" rtl="0" eaLnBrk="1" latinLnBrk="0" hangingPunct="1">
                  <a:spcBef>
                    <a:spcPct val="20000"/>
                  </a:spcBef>
                  <a:buFont typeface="Arial"/>
                  <a:buChar char="»"/>
                  <a:defRPr sz="12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700" dirty="0">
                    <a:solidFill>
                      <a:schemeClr val="tx1">
                        <a:lumMod val="75000"/>
                        <a:lumOff val="25000"/>
                      </a:schemeClr>
                    </a:solidFill>
                    <a:latin typeface="Raleway SemiBold" pitchFamily="2" charset="0"/>
                  </a:rPr>
                  <a:t>Validate configuration</a:t>
                </a:r>
              </a:p>
            </p:txBody>
          </p:sp>
        </p:grpSp>
        <p:grpSp>
          <p:nvGrpSpPr>
            <p:cNvPr id="54" name="Group 53">
              <a:extLst>
                <a:ext uri="{FF2B5EF4-FFF2-40B4-BE49-F238E27FC236}">
                  <a16:creationId xmlns:a16="http://schemas.microsoft.com/office/drawing/2014/main" id="{6A6F3F78-64A7-4B7C-9ABB-EB50CE87D7FF}"/>
                </a:ext>
              </a:extLst>
            </p:cNvPr>
            <p:cNvGrpSpPr/>
            <p:nvPr/>
          </p:nvGrpSpPr>
          <p:grpSpPr>
            <a:xfrm>
              <a:off x="3443288" y="1298711"/>
              <a:ext cx="1118829" cy="306252"/>
              <a:chOff x="1371234" y="1298711"/>
              <a:chExt cx="1118829" cy="306252"/>
            </a:xfrm>
          </p:grpSpPr>
          <p:sp>
            <p:nvSpPr>
              <p:cNvPr id="55" name="Chevron 12">
                <a:extLst>
                  <a:ext uri="{FF2B5EF4-FFF2-40B4-BE49-F238E27FC236}">
                    <a16:creationId xmlns:a16="http://schemas.microsoft.com/office/drawing/2014/main" id="{E6BF9C40-4195-4C72-810D-E497BB61C14C}"/>
                  </a:ext>
                </a:extLst>
              </p:cNvPr>
              <p:cNvSpPr/>
              <p:nvPr/>
            </p:nvSpPr>
            <p:spPr>
              <a:xfrm>
                <a:off x="1371234" y="1298711"/>
                <a:ext cx="1118829" cy="306252"/>
              </a:xfrm>
              <a:prstGeom prst="chevron">
                <a:avLst/>
              </a:prstGeom>
              <a:solidFill>
                <a:schemeClr val="bg1"/>
              </a:solidFill>
              <a:ln>
                <a:solidFill>
                  <a:schemeClr val="bg1"/>
                </a:solidFill>
              </a:ln>
            </p:spPr>
            <p:style>
              <a:lnRef idx="2">
                <a:schemeClr val="dk1">
                  <a:shade val="50000"/>
                </a:schemeClr>
              </a:lnRef>
              <a:fillRef idx="1">
                <a:schemeClr val="dk1"/>
              </a:fillRef>
              <a:effectRef idx="0">
                <a:schemeClr val="dk1"/>
              </a:effectRef>
              <a:fontRef idx="minor">
                <a:schemeClr val="lt1"/>
              </a:fontRef>
            </p:style>
            <p:txBody>
              <a:bodyPr lIns="51433" tIns="25717" rIns="51433" bIns="25717" rtlCol="0" anchor="ctr"/>
              <a:lstStyle/>
              <a:p>
                <a:pPr defTabSz="342892"/>
                <a:endParaRPr lang="en-US" sz="1350" dirty="0">
                  <a:solidFill>
                    <a:schemeClr val="tx1">
                      <a:lumMod val="75000"/>
                      <a:lumOff val="25000"/>
                    </a:schemeClr>
                  </a:solidFill>
                </a:endParaRPr>
              </a:p>
            </p:txBody>
          </p:sp>
          <p:sp>
            <p:nvSpPr>
              <p:cNvPr id="56" name="Text Placeholder 12">
                <a:extLst>
                  <a:ext uri="{FF2B5EF4-FFF2-40B4-BE49-F238E27FC236}">
                    <a16:creationId xmlns:a16="http://schemas.microsoft.com/office/drawing/2014/main" id="{120F73B9-357B-40FF-888C-88AD20C58403}"/>
                  </a:ext>
                </a:extLst>
              </p:cNvPr>
              <p:cNvSpPr txBox="1">
                <a:spLocks/>
              </p:cNvSpPr>
              <p:nvPr/>
            </p:nvSpPr>
            <p:spPr>
              <a:xfrm>
                <a:off x="1429297" y="1318526"/>
                <a:ext cx="857458" cy="258176"/>
              </a:xfrm>
              <a:prstGeom prst="rect">
                <a:avLst/>
              </a:prstGeom>
            </p:spPr>
            <p:txBody>
              <a:bodyPr vert="horz" lIns="0" tIns="0" rIns="0" bIns="0" rtlCol="0" anchor="ctr" anchorCtr="0">
                <a:noAutofit/>
              </a:bodyPr>
              <a:lstStyle>
                <a:lvl1pPr marL="0" indent="0" algn="r" defTabSz="457200" rtl="0" eaLnBrk="1" latinLnBrk="0" hangingPunct="1">
                  <a:spcBef>
                    <a:spcPts val="0"/>
                  </a:spcBef>
                  <a:buSzPct val="75000"/>
                  <a:buFontTx/>
                  <a:buNone/>
                  <a:defRPr sz="1500" kern="1200" baseline="0">
                    <a:solidFill>
                      <a:schemeClr val="bg1"/>
                    </a:solidFill>
                    <a:latin typeface="Arial"/>
                    <a:ea typeface="+mn-ea"/>
                    <a:cs typeface="+mn-cs"/>
                  </a:defRPr>
                </a:lvl1pPr>
                <a:lvl2pPr marL="233363" indent="-233363" algn="l" defTabSz="457200" rtl="0" eaLnBrk="1" latinLnBrk="0" hangingPunct="1">
                  <a:spcBef>
                    <a:spcPct val="20000"/>
                  </a:spcBef>
                  <a:buClr>
                    <a:srgbClr val="DA291C"/>
                  </a:buClr>
                  <a:buSzPct val="80000"/>
                  <a:buFont typeface="Wingdings" panose="05000000000000000000" pitchFamily="2" charset="2"/>
                  <a:buChar char="u"/>
                  <a:defRPr sz="1200" kern="1200">
                    <a:solidFill>
                      <a:schemeClr val="tx1"/>
                    </a:solidFill>
                    <a:latin typeface="Arial"/>
                    <a:ea typeface="+mn-ea"/>
                    <a:cs typeface="+mn-cs"/>
                  </a:defRPr>
                </a:lvl2pPr>
                <a:lvl3pPr marL="461963" indent="-228600" algn="l" defTabSz="457200" rtl="0" eaLnBrk="1" latinLnBrk="0" hangingPunct="1">
                  <a:spcBef>
                    <a:spcPct val="20000"/>
                  </a:spcBef>
                  <a:buFont typeface="Arial" panose="020B0604020202020204" pitchFamily="34" charset="0"/>
                  <a:buChar char="–"/>
                  <a:defRPr sz="1200" kern="1200">
                    <a:solidFill>
                      <a:schemeClr val="tx1"/>
                    </a:solidFill>
                    <a:latin typeface="Arial"/>
                    <a:ea typeface="+mn-ea"/>
                    <a:cs typeface="+mn-cs"/>
                  </a:defRPr>
                </a:lvl3pPr>
                <a:lvl4pPr marL="685800" indent="-228600" algn="l" defTabSz="457200" rtl="0" eaLnBrk="1" latinLnBrk="0" hangingPunct="1">
                  <a:spcBef>
                    <a:spcPct val="20000"/>
                  </a:spcBef>
                  <a:buClr>
                    <a:srgbClr val="919D9D"/>
                  </a:buClr>
                  <a:buFont typeface="Arial" panose="020B0604020202020204" pitchFamily="34" charset="0"/>
                  <a:buChar char="■"/>
                  <a:defRPr sz="1200" kern="1200">
                    <a:solidFill>
                      <a:schemeClr val="tx1"/>
                    </a:solidFill>
                    <a:latin typeface="Arial"/>
                    <a:ea typeface="+mn-ea"/>
                    <a:cs typeface="+mn-cs"/>
                  </a:defRPr>
                </a:lvl4pPr>
                <a:lvl5pPr marL="909638" indent="-219075" algn="l" defTabSz="457200" rtl="0" eaLnBrk="1" latinLnBrk="0" hangingPunct="1">
                  <a:spcBef>
                    <a:spcPct val="20000"/>
                  </a:spcBef>
                  <a:buFont typeface="Arial"/>
                  <a:buChar char="»"/>
                  <a:defRPr sz="12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700" dirty="0">
                    <a:solidFill>
                      <a:schemeClr val="tx1">
                        <a:lumMod val="75000"/>
                        <a:lumOff val="25000"/>
                      </a:schemeClr>
                    </a:solidFill>
                    <a:latin typeface="Raleway SemiBold" pitchFamily="2" charset="0"/>
                  </a:rPr>
                  <a:t>Plan to deploy</a:t>
                </a:r>
              </a:p>
            </p:txBody>
          </p:sp>
        </p:grpSp>
      </p:grpSp>
      <p:cxnSp>
        <p:nvCxnSpPr>
          <p:cNvPr id="83" name="Straight Connector 82">
            <a:extLst>
              <a:ext uri="{FF2B5EF4-FFF2-40B4-BE49-F238E27FC236}">
                <a16:creationId xmlns:a16="http://schemas.microsoft.com/office/drawing/2014/main" id="{A7F0C40B-D291-4AEC-8D38-201087548C3F}"/>
              </a:ext>
            </a:extLst>
          </p:cNvPr>
          <p:cNvCxnSpPr>
            <a:cxnSpLocks/>
          </p:cNvCxnSpPr>
          <p:nvPr/>
        </p:nvCxnSpPr>
        <p:spPr>
          <a:xfrm flipV="1">
            <a:off x="1100929" y="2288683"/>
            <a:ext cx="174472" cy="744"/>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7A52A1E0-FC5F-4E78-8F37-447610336EAA}"/>
              </a:ext>
            </a:extLst>
          </p:cNvPr>
          <p:cNvCxnSpPr>
            <a:cxnSpLocks/>
          </p:cNvCxnSpPr>
          <p:nvPr/>
        </p:nvCxnSpPr>
        <p:spPr>
          <a:xfrm>
            <a:off x="1100929" y="2272759"/>
            <a:ext cx="0" cy="315661"/>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EF7A8264-ED69-47A5-B7CE-517B79DA3AE6}"/>
              </a:ext>
            </a:extLst>
          </p:cNvPr>
          <p:cNvCxnSpPr>
            <a:cxnSpLocks/>
          </p:cNvCxnSpPr>
          <p:nvPr/>
        </p:nvCxnSpPr>
        <p:spPr>
          <a:xfrm>
            <a:off x="5149850" y="2272759"/>
            <a:ext cx="0" cy="315661"/>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7C742B0D-1D91-4387-84BA-FD3FCBEF9942}"/>
              </a:ext>
            </a:extLst>
          </p:cNvPr>
          <p:cNvCxnSpPr>
            <a:cxnSpLocks/>
          </p:cNvCxnSpPr>
          <p:nvPr/>
        </p:nvCxnSpPr>
        <p:spPr>
          <a:xfrm flipV="1">
            <a:off x="4975378" y="2288683"/>
            <a:ext cx="174472" cy="744"/>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grpSp>
        <p:nvGrpSpPr>
          <p:cNvPr id="155" name="Group 154">
            <a:extLst>
              <a:ext uri="{FF2B5EF4-FFF2-40B4-BE49-F238E27FC236}">
                <a16:creationId xmlns:a16="http://schemas.microsoft.com/office/drawing/2014/main" id="{6F471389-2228-42F2-B6DB-280599806496}"/>
              </a:ext>
            </a:extLst>
          </p:cNvPr>
          <p:cNvGrpSpPr/>
          <p:nvPr/>
        </p:nvGrpSpPr>
        <p:grpSpPr>
          <a:xfrm>
            <a:off x="995719" y="3188182"/>
            <a:ext cx="4763308" cy="1011689"/>
            <a:chOff x="776644" y="3705707"/>
            <a:chExt cx="4763308" cy="1011689"/>
          </a:xfrm>
        </p:grpSpPr>
        <p:pic>
          <p:nvPicPr>
            <p:cNvPr id="134" name="Picture 133">
              <a:extLst>
                <a:ext uri="{FF2B5EF4-FFF2-40B4-BE49-F238E27FC236}">
                  <a16:creationId xmlns:a16="http://schemas.microsoft.com/office/drawing/2014/main" id="{6DD494A0-A2CD-4FBD-ADA1-F14DE0AFC45C}"/>
                </a:ext>
              </a:extLst>
            </p:cNvPr>
            <p:cNvPicPr>
              <a:picLocks noChangeAspect="1"/>
            </p:cNvPicPr>
            <p:nvPr/>
          </p:nvPicPr>
          <p:blipFill>
            <a:blip r:embed="rId2"/>
            <a:srcRect/>
            <a:stretch/>
          </p:blipFill>
          <p:spPr>
            <a:xfrm>
              <a:off x="776644" y="3745396"/>
              <a:ext cx="4763308" cy="972000"/>
            </a:xfrm>
            <a:prstGeom prst="rect">
              <a:avLst/>
            </a:prstGeom>
          </p:spPr>
        </p:pic>
        <p:sp>
          <p:nvSpPr>
            <p:cNvPr id="135" name="TextBox 134">
              <a:extLst>
                <a:ext uri="{FF2B5EF4-FFF2-40B4-BE49-F238E27FC236}">
                  <a16:creationId xmlns:a16="http://schemas.microsoft.com/office/drawing/2014/main" id="{2CD23362-5309-426F-8798-A3F5F87B6CE0}"/>
                </a:ext>
              </a:extLst>
            </p:cNvPr>
            <p:cNvSpPr txBox="1"/>
            <p:nvPr/>
          </p:nvSpPr>
          <p:spPr>
            <a:xfrm>
              <a:off x="1249052" y="4083050"/>
              <a:ext cx="624081" cy="400110"/>
            </a:xfrm>
            <a:prstGeom prst="rect">
              <a:avLst/>
            </a:prstGeom>
            <a:noFill/>
          </p:spPr>
          <p:txBody>
            <a:bodyPr wrap="square" rtlCol="0">
              <a:spAutoFit/>
            </a:bodyPr>
            <a:lstStyle/>
            <a:p>
              <a:r>
                <a:rPr lang="en-IN" sz="1000" dirty="0">
                  <a:latin typeface="Roboto" panose="02000000000000000000" pitchFamily="2" charset="0"/>
                  <a:ea typeface="Roboto" panose="02000000000000000000" pitchFamily="2" charset="0"/>
                  <a:cs typeface="Roboto" panose="02000000000000000000" pitchFamily="2" charset="0"/>
                </a:rPr>
                <a:t>Sprint cycle</a:t>
              </a:r>
            </a:p>
          </p:txBody>
        </p:sp>
        <p:sp>
          <p:nvSpPr>
            <p:cNvPr id="136" name="TextBox 135">
              <a:extLst>
                <a:ext uri="{FF2B5EF4-FFF2-40B4-BE49-F238E27FC236}">
                  <a16:creationId xmlns:a16="http://schemas.microsoft.com/office/drawing/2014/main" id="{F93F351C-9EB8-49FC-9626-99D9BBCA748D}"/>
                </a:ext>
              </a:extLst>
            </p:cNvPr>
            <p:cNvSpPr txBox="1"/>
            <p:nvPr/>
          </p:nvSpPr>
          <p:spPr>
            <a:xfrm>
              <a:off x="2928022" y="4083050"/>
              <a:ext cx="624081" cy="400110"/>
            </a:xfrm>
            <a:prstGeom prst="rect">
              <a:avLst/>
            </a:prstGeom>
            <a:noFill/>
          </p:spPr>
          <p:txBody>
            <a:bodyPr wrap="square" rtlCol="0">
              <a:spAutoFit/>
            </a:bodyPr>
            <a:lstStyle/>
            <a:p>
              <a:r>
                <a:rPr lang="en-IN" sz="1000" dirty="0">
                  <a:latin typeface="Roboto" panose="02000000000000000000" pitchFamily="2" charset="0"/>
                  <a:ea typeface="Roboto" panose="02000000000000000000" pitchFamily="2" charset="0"/>
                  <a:cs typeface="Roboto" panose="02000000000000000000" pitchFamily="2" charset="0"/>
                </a:rPr>
                <a:t>Sprint cycle</a:t>
              </a:r>
            </a:p>
          </p:txBody>
        </p:sp>
        <p:sp>
          <p:nvSpPr>
            <p:cNvPr id="137" name="TextBox 136">
              <a:extLst>
                <a:ext uri="{FF2B5EF4-FFF2-40B4-BE49-F238E27FC236}">
                  <a16:creationId xmlns:a16="http://schemas.microsoft.com/office/drawing/2014/main" id="{986D7C7A-A63D-40F4-B4FF-CDBBD5402030}"/>
                </a:ext>
              </a:extLst>
            </p:cNvPr>
            <p:cNvSpPr txBox="1"/>
            <p:nvPr/>
          </p:nvSpPr>
          <p:spPr>
            <a:xfrm>
              <a:off x="4580420" y="4083050"/>
              <a:ext cx="624081" cy="400110"/>
            </a:xfrm>
            <a:prstGeom prst="rect">
              <a:avLst/>
            </a:prstGeom>
            <a:noFill/>
          </p:spPr>
          <p:txBody>
            <a:bodyPr wrap="square" rtlCol="0">
              <a:spAutoFit/>
            </a:bodyPr>
            <a:lstStyle/>
            <a:p>
              <a:r>
                <a:rPr lang="en-IN" sz="1000" dirty="0">
                  <a:latin typeface="Roboto" panose="02000000000000000000" pitchFamily="2" charset="0"/>
                  <a:ea typeface="Roboto" panose="02000000000000000000" pitchFamily="2" charset="0"/>
                  <a:cs typeface="Roboto" panose="02000000000000000000" pitchFamily="2" charset="0"/>
                </a:rPr>
                <a:t>Sprint cycle</a:t>
              </a:r>
            </a:p>
          </p:txBody>
        </p:sp>
        <p:grpSp>
          <p:nvGrpSpPr>
            <p:cNvPr id="144" name="Group 143">
              <a:extLst>
                <a:ext uri="{FF2B5EF4-FFF2-40B4-BE49-F238E27FC236}">
                  <a16:creationId xmlns:a16="http://schemas.microsoft.com/office/drawing/2014/main" id="{50EFCF8D-CEF4-4003-B3D9-D9458D842AF6}"/>
                </a:ext>
              </a:extLst>
            </p:cNvPr>
            <p:cNvGrpSpPr/>
            <p:nvPr/>
          </p:nvGrpSpPr>
          <p:grpSpPr>
            <a:xfrm>
              <a:off x="1159952" y="3705707"/>
              <a:ext cx="882963" cy="896769"/>
              <a:chOff x="1159952" y="3705707"/>
              <a:chExt cx="882963" cy="896769"/>
            </a:xfrm>
          </p:grpSpPr>
          <p:sp>
            <p:nvSpPr>
              <p:cNvPr id="138" name="TextBox 137">
                <a:extLst>
                  <a:ext uri="{FF2B5EF4-FFF2-40B4-BE49-F238E27FC236}">
                    <a16:creationId xmlns:a16="http://schemas.microsoft.com/office/drawing/2014/main" id="{10BD3A1F-24DF-42C7-B4E0-5309A937003D}"/>
                  </a:ext>
                </a:extLst>
              </p:cNvPr>
              <p:cNvSpPr txBox="1"/>
              <p:nvPr/>
            </p:nvSpPr>
            <p:spPr>
              <a:xfrm>
                <a:off x="1576675" y="3877159"/>
                <a:ext cx="466240" cy="184666"/>
              </a:xfrm>
              <a:prstGeom prst="rect">
                <a:avLst/>
              </a:prstGeom>
              <a:noFill/>
            </p:spPr>
            <p:txBody>
              <a:bodyPr wrap="square" rtlCol="0">
                <a:spAutoFit/>
              </a:bodyPr>
              <a:lstStyle/>
              <a:p>
                <a:r>
                  <a:rPr lang="en-IN" sz="600" dirty="0">
                    <a:latin typeface="Roboto" panose="02000000000000000000" pitchFamily="2" charset="0"/>
                    <a:ea typeface="Roboto" panose="02000000000000000000" pitchFamily="2" charset="0"/>
                    <a:cs typeface="Roboto" panose="02000000000000000000" pitchFamily="2" charset="0"/>
                  </a:rPr>
                  <a:t>Deploy</a:t>
                </a:r>
              </a:p>
            </p:txBody>
          </p:sp>
          <p:sp>
            <p:nvSpPr>
              <p:cNvPr id="141" name="TextBox 140">
                <a:extLst>
                  <a:ext uri="{FF2B5EF4-FFF2-40B4-BE49-F238E27FC236}">
                    <a16:creationId xmlns:a16="http://schemas.microsoft.com/office/drawing/2014/main" id="{894D0405-9EAB-42F7-A9BB-FB075C5BB630}"/>
                  </a:ext>
                </a:extLst>
              </p:cNvPr>
              <p:cNvSpPr txBox="1"/>
              <p:nvPr/>
            </p:nvSpPr>
            <p:spPr>
              <a:xfrm>
                <a:off x="1159952" y="4105722"/>
                <a:ext cx="305702" cy="354696"/>
              </a:xfrm>
              <a:prstGeom prst="rect">
                <a:avLst/>
              </a:prstGeom>
              <a:noFill/>
            </p:spPr>
            <p:txBody>
              <a:bodyPr wrap="none" rtlCol="0">
                <a:prstTxWarp prst="textArchUp">
                  <a:avLst>
                    <a:gd name="adj" fmla="val 9094388"/>
                  </a:avLst>
                </a:prstTxWarp>
                <a:spAutoFit/>
              </a:bodyPr>
              <a:lstStyle/>
              <a:p>
                <a:r>
                  <a:rPr lang="en-IN" sz="600" dirty="0">
                    <a:solidFill>
                      <a:schemeClr val="bg1"/>
                    </a:solidFill>
                    <a:latin typeface="Roboto" panose="02000000000000000000" pitchFamily="2" charset="0"/>
                    <a:ea typeface="Roboto" panose="02000000000000000000" pitchFamily="2" charset="0"/>
                    <a:cs typeface="Roboto" panose="02000000000000000000" pitchFamily="2" charset="0"/>
                  </a:rPr>
                  <a:t>Test</a:t>
                </a:r>
              </a:p>
            </p:txBody>
          </p:sp>
          <p:sp>
            <p:nvSpPr>
              <p:cNvPr id="142" name="TextBox 141">
                <a:extLst>
                  <a:ext uri="{FF2B5EF4-FFF2-40B4-BE49-F238E27FC236}">
                    <a16:creationId xmlns:a16="http://schemas.microsoft.com/office/drawing/2014/main" id="{B770A340-982F-4A0F-95CB-71B11EAFA6B0}"/>
                  </a:ext>
                </a:extLst>
              </p:cNvPr>
              <p:cNvSpPr txBox="1"/>
              <p:nvPr/>
            </p:nvSpPr>
            <p:spPr>
              <a:xfrm rot="15873345">
                <a:off x="1342813" y="4148706"/>
                <a:ext cx="401953" cy="505588"/>
              </a:xfrm>
              <a:prstGeom prst="rect">
                <a:avLst/>
              </a:prstGeom>
              <a:noFill/>
            </p:spPr>
            <p:txBody>
              <a:bodyPr wrap="none" rtlCol="0">
                <a:prstTxWarp prst="textArchDown">
                  <a:avLst>
                    <a:gd name="adj" fmla="val 1686006"/>
                  </a:avLst>
                </a:prstTxWarp>
                <a:spAutoFit/>
              </a:bodyPr>
              <a:lstStyle/>
              <a:p>
                <a:r>
                  <a:rPr lang="en-IN" sz="600" dirty="0">
                    <a:solidFill>
                      <a:schemeClr val="bg1"/>
                    </a:solidFill>
                    <a:latin typeface="Roboto" panose="02000000000000000000" pitchFamily="2" charset="0"/>
                    <a:ea typeface="Roboto" panose="02000000000000000000" pitchFamily="2" charset="0"/>
                    <a:cs typeface="Roboto" panose="02000000000000000000" pitchFamily="2" charset="0"/>
                  </a:rPr>
                  <a:t>Develop</a:t>
                </a:r>
              </a:p>
            </p:txBody>
          </p:sp>
          <p:sp>
            <p:nvSpPr>
              <p:cNvPr id="143" name="TextBox 142">
                <a:extLst>
                  <a:ext uri="{FF2B5EF4-FFF2-40B4-BE49-F238E27FC236}">
                    <a16:creationId xmlns:a16="http://schemas.microsoft.com/office/drawing/2014/main" id="{01710EEB-AC67-47D1-A99C-F8E4EC76B93D}"/>
                  </a:ext>
                </a:extLst>
              </p:cNvPr>
              <p:cNvSpPr txBox="1"/>
              <p:nvPr/>
            </p:nvSpPr>
            <p:spPr>
              <a:xfrm>
                <a:off x="1209960" y="3705707"/>
                <a:ext cx="466240" cy="184666"/>
              </a:xfrm>
              <a:prstGeom prst="rect">
                <a:avLst/>
              </a:prstGeom>
              <a:noFill/>
            </p:spPr>
            <p:txBody>
              <a:bodyPr wrap="square" rtlCol="0">
                <a:spAutoFit/>
              </a:bodyPr>
              <a:lstStyle/>
              <a:p>
                <a:r>
                  <a:rPr lang="en-IN" sz="600" dirty="0">
                    <a:latin typeface="Roboto" panose="02000000000000000000" pitchFamily="2" charset="0"/>
                    <a:ea typeface="Roboto" panose="02000000000000000000" pitchFamily="2" charset="0"/>
                    <a:cs typeface="Roboto" panose="02000000000000000000" pitchFamily="2" charset="0"/>
                  </a:rPr>
                  <a:t>Design</a:t>
                </a:r>
              </a:p>
            </p:txBody>
          </p:sp>
        </p:grpSp>
        <p:grpSp>
          <p:nvGrpSpPr>
            <p:cNvPr id="145" name="Group 144">
              <a:extLst>
                <a:ext uri="{FF2B5EF4-FFF2-40B4-BE49-F238E27FC236}">
                  <a16:creationId xmlns:a16="http://schemas.microsoft.com/office/drawing/2014/main" id="{A4C4B150-5669-4545-9605-ECBFE2CFA476}"/>
                </a:ext>
              </a:extLst>
            </p:cNvPr>
            <p:cNvGrpSpPr/>
            <p:nvPr/>
          </p:nvGrpSpPr>
          <p:grpSpPr>
            <a:xfrm>
              <a:off x="2836362" y="3705707"/>
              <a:ext cx="882963" cy="896769"/>
              <a:chOff x="1159952" y="3705707"/>
              <a:chExt cx="882963" cy="896769"/>
            </a:xfrm>
          </p:grpSpPr>
          <p:sp>
            <p:nvSpPr>
              <p:cNvPr id="146" name="TextBox 145">
                <a:extLst>
                  <a:ext uri="{FF2B5EF4-FFF2-40B4-BE49-F238E27FC236}">
                    <a16:creationId xmlns:a16="http://schemas.microsoft.com/office/drawing/2014/main" id="{2C110828-DC9D-485D-AE0A-6757061E35A0}"/>
                  </a:ext>
                </a:extLst>
              </p:cNvPr>
              <p:cNvSpPr txBox="1"/>
              <p:nvPr/>
            </p:nvSpPr>
            <p:spPr>
              <a:xfrm>
                <a:off x="1576675" y="3877159"/>
                <a:ext cx="466240" cy="184666"/>
              </a:xfrm>
              <a:prstGeom prst="rect">
                <a:avLst/>
              </a:prstGeom>
              <a:noFill/>
            </p:spPr>
            <p:txBody>
              <a:bodyPr wrap="square" rtlCol="0">
                <a:spAutoFit/>
              </a:bodyPr>
              <a:lstStyle/>
              <a:p>
                <a:r>
                  <a:rPr lang="en-IN" sz="600" dirty="0">
                    <a:latin typeface="Roboto" panose="02000000000000000000" pitchFamily="2" charset="0"/>
                    <a:ea typeface="Roboto" panose="02000000000000000000" pitchFamily="2" charset="0"/>
                    <a:cs typeface="Roboto" panose="02000000000000000000" pitchFamily="2" charset="0"/>
                  </a:rPr>
                  <a:t>Deploy</a:t>
                </a:r>
              </a:p>
            </p:txBody>
          </p:sp>
          <p:sp>
            <p:nvSpPr>
              <p:cNvPr id="147" name="TextBox 146">
                <a:extLst>
                  <a:ext uri="{FF2B5EF4-FFF2-40B4-BE49-F238E27FC236}">
                    <a16:creationId xmlns:a16="http://schemas.microsoft.com/office/drawing/2014/main" id="{9212D80D-FA9B-4FF0-A58D-7B87C53031DA}"/>
                  </a:ext>
                </a:extLst>
              </p:cNvPr>
              <p:cNvSpPr txBox="1"/>
              <p:nvPr/>
            </p:nvSpPr>
            <p:spPr>
              <a:xfrm>
                <a:off x="1159952" y="4105722"/>
                <a:ext cx="305702" cy="354696"/>
              </a:xfrm>
              <a:prstGeom prst="rect">
                <a:avLst/>
              </a:prstGeom>
              <a:noFill/>
            </p:spPr>
            <p:txBody>
              <a:bodyPr wrap="none" rtlCol="0">
                <a:prstTxWarp prst="textArchUp">
                  <a:avLst>
                    <a:gd name="adj" fmla="val 9094388"/>
                  </a:avLst>
                </a:prstTxWarp>
                <a:spAutoFit/>
              </a:bodyPr>
              <a:lstStyle/>
              <a:p>
                <a:r>
                  <a:rPr lang="en-IN" sz="600" dirty="0">
                    <a:solidFill>
                      <a:schemeClr val="bg1"/>
                    </a:solidFill>
                    <a:latin typeface="Roboto" panose="02000000000000000000" pitchFamily="2" charset="0"/>
                    <a:ea typeface="Roboto" panose="02000000000000000000" pitchFamily="2" charset="0"/>
                    <a:cs typeface="Roboto" panose="02000000000000000000" pitchFamily="2" charset="0"/>
                  </a:rPr>
                  <a:t>Test</a:t>
                </a:r>
              </a:p>
            </p:txBody>
          </p:sp>
          <p:sp>
            <p:nvSpPr>
              <p:cNvPr id="148" name="TextBox 147">
                <a:extLst>
                  <a:ext uri="{FF2B5EF4-FFF2-40B4-BE49-F238E27FC236}">
                    <a16:creationId xmlns:a16="http://schemas.microsoft.com/office/drawing/2014/main" id="{E90E5411-71A3-4E10-B35E-61D60E7665F4}"/>
                  </a:ext>
                </a:extLst>
              </p:cNvPr>
              <p:cNvSpPr txBox="1"/>
              <p:nvPr/>
            </p:nvSpPr>
            <p:spPr>
              <a:xfrm rot="15873345">
                <a:off x="1342813" y="4148706"/>
                <a:ext cx="401953" cy="505588"/>
              </a:xfrm>
              <a:prstGeom prst="rect">
                <a:avLst/>
              </a:prstGeom>
              <a:noFill/>
            </p:spPr>
            <p:txBody>
              <a:bodyPr wrap="none" rtlCol="0">
                <a:prstTxWarp prst="textArchDown">
                  <a:avLst>
                    <a:gd name="adj" fmla="val 1686006"/>
                  </a:avLst>
                </a:prstTxWarp>
                <a:spAutoFit/>
              </a:bodyPr>
              <a:lstStyle/>
              <a:p>
                <a:r>
                  <a:rPr lang="en-IN" sz="600" dirty="0">
                    <a:solidFill>
                      <a:schemeClr val="bg1"/>
                    </a:solidFill>
                    <a:latin typeface="Roboto" panose="02000000000000000000" pitchFamily="2" charset="0"/>
                    <a:ea typeface="Roboto" panose="02000000000000000000" pitchFamily="2" charset="0"/>
                    <a:cs typeface="Roboto" panose="02000000000000000000" pitchFamily="2" charset="0"/>
                  </a:rPr>
                  <a:t>Develop</a:t>
                </a:r>
              </a:p>
            </p:txBody>
          </p:sp>
          <p:sp>
            <p:nvSpPr>
              <p:cNvPr id="149" name="TextBox 148">
                <a:extLst>
                  <a:ext uri="{FF2B5EF4-FFF2-40B4-BE49-F238E27FC236}">
                    <a16:creationId xmlns:a16="http://schemas.microsoft.com/office/drawing/2014/main" id="{82CBA90E-AFA5-4418-8A45-16B8466F365C}"/>
                  </a:ext>
                </a:extLst>
              </p:cNvPr>
              <p:cNvSpPr txBox="1"/>
              <p:nvPr/>
            </p:nvSpPr>
            <p:spPr>
              <a:xfrm>
                <a:off x="1209960" y="3705707"/>
                <a:ext cx="466240" cy="184666"/>
              </a:xfrm>
              <a:prstGeom prst="rect">
                <a:avLst/>
              </a:prstGeom>
              <a:noFill/>
            </p:spPr>
            <p:txBody>
              <a:bodyPr wrap="square" rtlCol="0">
                <a:spAutoFit/>
              </a:bodyPr>
              <a:lstStyle/>
              <a:p>
                <a:r>
                  <a:rPr lang="en-IN" sz="600" dirty="0">
                    <a:latin typeface="Roboto" panose="02000000000000000000" pitchFamily="2" charset="0"/>
                    <a:ea typeface="Roboto" panose="02000000000000000000" pitchFamily="2" charset="0"/>
                    <a:cs typeface="Roboto" panose="02000000000000000000" pitchFamily="2" charset="0"/>
                  </a:rPr>
                  <a:t>Design</a:t>
                </a:r>
              </a:p>
            </p:txBody>
          </p:sp>
        </p:grpSp>
        <p:grpSp>
          <p:nvGrpSpPr>
            <p:cNvPr id="150" name="Group 149">
              <a:extLst>
                <a:ext uri="{FF2B5EF4-FFF2-40B4-BE49-F238E27FC236}">
                  <a16:creationId xmlns:a16="http://schemas.microsoft.com/office/drawing/2014/main" id="{7A1ECEF4-E28B-4102-94CF-5A4A6A629D29}"/>
                </a:ext>
              </a:extLst>
            </p:cNvPr>
            <p:cNvGrpSpPr/>
            <p:nvPr/>
          </p:nvGrpSpPr>
          <p:grpSpPr>
            <a:xfrm>
              <a:off x="4498488" y="3705707"/>
              <a:ext cx="882963" cy="896769"/>
              <a:chOff x="1159952" y="3705707"/>
              <a:chExt cx="882963" cy="896769"/>
            </a:xfrm>
          </p:grpSpPr>
          <p:sp>
            <p:nvSpPr>
              <p:cNvPr id="151" name="TextBox 150">
                <a:extLst>
                  <a:ext uri="{FF2B5EF4-FFF2-40B4-BE49-F238E27FC236}">
                    <a16:creationId xmlns:a16="http://schemas.microsoft.com/office/drawing/2014/main" id="{0549BCB1-9F7D-46CA-8936-B28117802FAE}"/>
                  </a:ext>
                </a:extLst>
              </p:cNvPr>
              <p:cNvSpPr txBox="1"/>
              <p:nvPr/>
            </p:nvSpPr>
            <p:spPr>
              <a:xfrm>
                <a:off x="1576675" y="3877159"/>
                <a:ext cx="466240" cy="184666"/>
              </a:xfrm>
              <a:prstGeom prst="rect">
                <a:avLst/>
              </a:prstGeom>
              <a:noFill/>
            </p:spPr>
            <p:txBody>
              <a:bodyPr wrap="square" rtlCol="0">
                <a:spAutoFit/>
              </a:bodyPr>
              <a:lstStyle/>
              <a:p>
                <a:r>
                  <a:rPr lang="en-IN" sz="600" dirty="0">
                    <a:latin typeface="Roboto" panose="02000000000000000000" pitchFamily="2" charset="0"/>
                    <a:ea typeface="Roboto" panose="02000000000000000000" pitchFamily="2" charset="0"/>
                    <a:cs typeface="Roboto" panose="02000000000000000000" pitchFamily="2" charset="0"/>
                  </a:rPr>
                  <a:t>Deploy</a:t>
                </a:r>
              </a:p>
            </p:txBody>
          </p:sp>
          <p:sp>
            <p:nvSpPr>
              <p:cNvPr id="152" name="TextBox 151">
                <a:extLst>
                  <a:ext uri="{FF2B5EF4-FFF2-40B4-BE49-F238E27FC236}">
                    <a16:creationId xmlns:a16="http://schemas.microsoft.com/office/drawing/2014/main" id="{A7E50A3C-3E0F-4500-8BBD-9FD08CD64468}"/>
                  </a:ext>
                </a:extLst>
              </p:cNvPr>
              <p:cNvSpPr txBox="1"/>
              <p:nvPr/>
            </p:nvSpPr>
            <p:spPr>
              <a:xfrm>
                <a:off x="1159952" y="4105722"/>
                <a:ext cx="305702" cy="354696"/>
              </a:xfrm>
              <a:prstGeom prst="rect">
                <a:avLst/>
              </a:prstGeom>
              <a:noFill/>
            </p:spPr>
            <p:txBody>
              <a:bodyPr wrap="none" rtlCol="0">
                <a:prstTxWarp prst="textArchUp">
                  <a:avLst>
                    <a:gd name="adj" fmla="val 9094388"/>
                  </a:avLst>
                </a:prstTxWarp>
                <a:spAutoFit/>
              </a:bodyPr>
              <a:lstStyle/>
              <a:p>
                <a:r>
                  <a:rPr lang="en-IN" sz="600" dirty="0">
                    <a:solidFill>
                      <a:schemeClr val="bg1"/>
                    </a:solidFill>
                    <a:latin typeface="Roboto" panose="02000000000000000000" pitchFamily="2" charset="0"/>
                    <a:ea typeface="Roboto" panose="02000000000000000000" pitchFamily="2" charset="0"/>
                    <a:cs typeface="Roboto" panose="02000000000000000000" pitchFamily="2" charset="0"/>
                  </a:rPr>
                  <a:t>Test</a:t>
                </a:r>
              </a:p>
            </p:txBody>
          </p:sp>
          <p:sp>
            <p:nvSpPr>
              <p:cNvPr id="153" name="TextBox 152">
                <a:extLst>
                  <a:ext uri="{FF2B5EF4-FFF2-40B4-BE49-F238E27FC236}">
                    <a16:creationId xmlns:a16="http://schemas.microsoft.com/office/drawing/2014/main" id="{C8DDE401-789D-4E9B-B68A-DF52DD77E723}"/>
                  </a:ext>
                </a:extLst>
              </p:cNvPr>
              <p:cNvSpPr txBox="1"/>
              <p:nvPr/>
            </p:nvSpPr>
            <p:spPr>
              <a:xfrm rot="15873345">
                <a:off x="1342813" y="4148706"/>
                <a:ext cx="401953" cy="505588"/>
              </a:xfrm>
              <a:prstGeom prst="rect">
                <a:avLst/>
              </a:prstGeom>
              <a:noFill/>
            </p:spPr>
            <p:txBody>
              <a:bodyPr wrap="none" rtlCol="0">
                <a:prstTxWarp prst="textArchDown">
                  <a:avLst>
                    <a:gd name="adj" fmla="val 1686006"/>
                  </a:avLst>
                </a:prstTxWarp>
                <a:spAutoFit/>
              </a:bodyPr>
              <a:lstStyle/>
              <a:p>
                <a:r>
                  <a:rPr lang="en-IN" sz="600" dirty="0">
                    <a:solidFill>
                      <a:schemeClr val="bg1"/>
                    </a:solidFill>
                    <a:latin typeface="Roboto" panose="02000000000000000000" pitchFamily="2" charset="0"/>
                    <a:ea typeface="Roboto" panose="02000000000000000000" pitchFamily="2" charset="0"/>
                    <a:cs typeface="Roboto" panose="02000000000000000000" pitchFamily="2" charset="0"/>
                  </a:rPr>
                  <a:t>Develop</a:t>
                </a:r>
              </a:p>
            </p:txBody>
          </p:sp>
          <p:sp>
            <p:nvSpPr>
              <p:cNvPr id="154" name="TextBox 153">
                <a:extLst>
                  <a:ext uri="{FF2B5EF4-FFF2-40B4-BE49-F238E27FC236}">
                    <a16:creationId xmlns:a16="http://schemas.microsoft.com/office/drawing/2014/main" id="{D3B1D7F2-272F-4EA1-9E68-610A8544C71C}"/>
                  </a:ext>
                </a:extLst>
              </p:cNvPr>
              <p:cNvSpPr txBox="1"/>
              <p:nvPr/>
            </p:nvSpPr>
            <p:spPr>
              <a:xfrm>
                <a:off x="1209960" y="3705707"/>
                <a:ext cx="466240" cy="184666"/>
              </a:xfrm>
              <a:prstGeom prst="rect">
                <a:avLst/>
              </a:prstGeom>
              <a:noFill/>
            </p:spPr>
            <p:txBody>
              <a:bodyPr wrap="square" rtlCol="0">
                <a:spAutoFit/>
              </a:bodyPr>
              <a:lstStyle/>
              <a:p>
                <a:r>
                  <a:rPr lang="en-IN" sz="600" dirty="0">
                    <a:latin typeface="Roboto" panose="02000000000000000000" pitchFamily="2" charset="0"/>
                    <a:ea typeface="Roboto" panose="02000000000000000000" pitchFamily="2" charset="0"/>
                    <a:cs typeface="Roboto" panose="02000000000000000000" pitchFamily="2" charset="0"/>
                  </a:rPr>
                  <a:t>Design</a:t>
                </a:r>
              </a:p>
            </p:txBody>
          </p:sp>
        </p:grpSp>
      </p:grpSp>
      <p:sp>
        <p:nvSpPr>
          <p:cNvPr id="156" name="TextBox 155">
            <a:extLst>
              <a:ext uri="{FF2B5EF4-FFF2-40B4-BE49-F238E27FC236}">
                <a16:creationId xmlns:a16="http://schemas.microsoft.com/office/drawing/2014/main" id="{4017E1E4-85BC-4754-9D2C-C33B8C3E7361}"/>
              </a:ext>
            </a:extLst>
          </p:cNvPr>
          <p:cNvSpPr txBox="1"/>
          <p:nvPr/>
        </p:nvSpPr>
        <p:spPr>
          <a:xfrm>
            <a:off x="273476" y="3239500"/>
            <a:ext cx="800219" cy="430887"/>
          </a:xfrm>
          <a:prstGeom prst="rect">
            <a:avLst/>
          </a:prstGeom>
          <a:noFill/>
        </p:spPr>
        <p:txBody>
          <a:bodyPr wrap="none" rtlCol="0">
            <a:spAutoFit/>
          </a:bodyPr>
          <a:lstStyle/>
          <a:p>
            <a:r>
              <a:rPr lang="en-IN" sz="1050" dirty="0">
                <a:latin typeface="Roboto" panose="02000000000000000000" pitchFamily="2" charset="0"/>
                <a:ea typeface="Roboto" panose="02000000000000000000" pitchFamily="2" charset="0"/>
                <a:cs typeface="Roboto" panose="02000000000000000000" pitchFamily="2" charset="0"/>
              </a:rPr>
              <a:t>Customer</a:t>
            </a:r>
          </a:p>
          <a:p>
            <a:r>
              <a:rPr lang="en-IN" sz="1050" dirty="0">
                <a:latin typeface="Roboto" panose="02000000000000000000" pitchFamily="2" charset="0"/>
                <a:ea typeface="Roboto" panose="02000000000000000000" pitchFamily="2" charset="0"/>
                <a:cs typeface="Roboto" panose="02000000000000000000" pitchFamily="2" charset="0"/>
              </a:rPr>
              <a:t>feedback</a:t>
            </a:r>
          </a:p>
        </p:txBody>
      </p:sp>
      <p:cxnSp>
        <p:nvCxnSpPr>
          <p:cNvPr id="158" name="Straight Connector 157">
            <a:extLst>
              <a:ext uri="{FF2B5EF4-FFF2-40B4-BE49-F238E27FC236}">
                <a16:creationId xmlns:a16="http://schemas.microsoft.com/office/drawing/2014/main" id="{04F87C74-90BF-4111-B026-CB6B3072714F}"/>
              </a:ext>
            </a:extLst>
          </p:cNvPr>
          <p:cNvCxnSpPr/>
          <p:nvPr/>
        </p:nvCxnSpPr>
        <p:spPr>
          <a:xfrm flipV="1">
            <a:off x="368726" y="1369803"/>
            <a:ext cx="1060309" cy="404833"/>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59" name="Straight Connector 158">
            <a:extLst>
              <a:ext uri="{FF2B5EF4-FFF2-40B4-BE49-F238E27FC236}">
                <a16:creationId xmlns:a16="http://schemas.microsoft.com/office/drawing/2014/main" id="{11EAD4DA-B260-4D20-8674-4DBD613925DF}"/>
              </a:ext>
            </a:extLst>
          </p:cNvPr>
          <p:cNvCxnSpPr>
            <a:cxnSpLocks/>
          </p:cNvCxnSpPr>
          <p:nvPr/>
        </p:nvCxnSpPr>
        <p:spPr>
          <a:xfrm>
            <a:off x="3377373" y="1387280"/>
            <a:ext cx="1756913" cy="381216"/>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92232473"/>
      </p:ext>
    </p:extLst>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9" name="Group 58"/>
          <p:cNvGrpSpPr/>
          <p:nvPr/>
        </p:nvGrpSpPr>
        <p:grpSpPr>
          <a:xfrm>
            <a:off x="470464" y="716080"/>
            <a:ext cx="8426659" cy="324779"/>
            <a:chOff x="893915" y="464620"/>
            <a:chExt cx="7548004" cy="324779"/>
          </a:xfrm>
        </p:grpSpPr>
        <p:sp>
          <p:nvSpPr>
            <p:cNvPr id="2" name="Round Diagonal Corner Rectangle 1"/>
            <p:cNvSpPr/>
            <p:nvPr/>
          </p:nvSpPr>
          <p:spPr>
            <a:xfrm>
              <a:off x="893915" y="464620"/>
              <a:ext cx="7548004" cy="324779"/>
            </a:xfrm>
            <a:prstGeom prst="round2DiagRect">
              <a:avLst>
                <a:gd name="adj1" fmla="val 26236"/>
                <a:gd name="adj2" fmla="val 1257"/>
              </a:avLst>
            </a:prstGeom>
            <a:solidFill>
              <a:schemeClr val="accent1"/>
            </a:solidFill>
            <a:ln w="12700" cap="flat" cmpd="sng" algn="ctr">
              <a:solidFill>
                <a:schemeClr val="accent1">
                  <a:lumMod val="40000"/>
                  <a:lumOff val="60000"/>
                </a:schemeClr>
              </a:solidFill>
              <a:prstDash val="solid"/>
            </a:ln>
            <a:effectLst>
              <a:outerShdw blurRad="50800" dist="38100" dir="5400000" algn="t" rotWithShape="0">
                <a:prstClr val="black">
                  <a:alpha val="25000"/>
                </a:prstClr>
              </a:outerShdw>
            </a:effectLst>
          </p:spPr>
          <p:txBody>
            <a:bodyPr lIns="68580" tIns="34290" rIns="68580" bIns="34290" rtlCol="0" anchor="ctr"/>
            <a:lstStyle/>
            <a:p>
              <a:pPr algn="ctr" defTabSz="914378">
                <a:defRPr/>
              </a:pPr>
              <a:endParaRPr lang="en-US" sz="1200" kern="0" dirty="0">
                <a:solidFill>
                  <a:prstClr val="white"/>
                </a:solidFill>
                <a:latin typeface="Calibri"/>
              </a:endParaRPr>
            </a:p>
          </p:txBody>
        </p:sp>
        <p:sp>
          <p:nvSpPr>
            <p:cNvPr id="3" name="Rectangle 2"/>
            <p:cNvSpPr/>
            <p:nvPr/>
          </p:nvSpPr>
          <p:spPr>
            <a:xfrm>
              <a:off x="1804808" y="601583"/>
              <a:ext cx="14183" cy="187816"/>
            </a:xfrm>
            <a:prstGeom prst="rect">
              <a:avLst/>
            </a:prstGeom>
            <a:solidFill>
              <a:srgbClr val="FFFFFF"/>
            </a:solidFill>
            <a:ln w="25400" cap="flat" cmpd="sng" algn="ctr">
              <a:noFill/>
              <a:prstDash val="solid"/>
            </a:ln>
            <a:effectLst/>
          </p:spPr>
          <p:txBody>
            <a:bodyPr lIns="68580" tIns="34290" rIns="68580" bIns="34290" rtlCol="0" anchor="ctr"/>
            <a:lstStyle/>
            <a:p>
              <a:pPr algn="ctr" defTabSz="914378">
                <a:defRPr/>
              </a:pPr>
              <a:endParaRPr lang="en-US" sz="1200" kern="0">
                <a:solidFill>
                  <a:prstClr val="white"/>
                </a:solidFill>
                <a:latin typeface="Calibri"/>
              </a:endParaRPr>
            </a:p>
          </p:txBody>
        </p:sp>
        <p:sp>
          <p:nvSpPr>
            <p:cNvPr id="4" name="Rectangle 3"/>
            <p:cNvSpPr/>
            <p:nvPr/>
          </p:nvSpPr>
          <p:spPr>
            <a:xfrm>
              <a:off x="2799304" y="601583"/>
              <a:ext cx="14183" cy="187816"/>
            </a:xfrm>
            <a:prstGeom prst="rect">
              <a:avLst/>
            </a:prstGeom>
            <a:solidFill>
              <a:srgbClr val="FFFFFF"/>
            </a:solidFill>
            <a:ln w="25400" cap="flat" cmpd="sng" algn="ctr">
              <a:noFill/>
              <a:prstDash val="solid"/>
            </a:ln>
            <a:effectLst/>
          </p:spPr>
          <p:txBody>
            <a:bodyPr lIns="68580" tIns="34290" rIns="68580" bIns="34290" rtlCol="0" anchor="ctr"/>
            <a:lstStyle/>
            <a:p>
              <a:pPr algn="ctr" defTabSz="914378">
                <a:defRPr/>
              </a:pPr>
              <a:endParaRPr lang="en-US" sz="1200" kern="0">
                <a:solidFill>
                  <a:prstClr val="white"/>
                </a:solidFill>
                <a:latin typeface="Calibri"/>
              </a:endParaRPr>
            </a:p>
          </p:txBody>
        </p:sp>
        <p:sp>
          <p:nvSpPr>
            <p:cNvPr id="5" name="Rectangle 4"/>
            <p:cNvSpPr/>
            <p:nvPr/>
          </p:nvSpPr>
          <p:spPr>
            <a:xfrm>
              <a:off x="4758699" y="601583"/>
              <a:ext cx="14183" cy="187816"/>
            </a:xfrm>
            <a:prstGeom prst="rect">
              <a:avLst/>
            </a:prstGeom>
            <a:solidFill>
              <a:srgbClr val="FFFFFF"/>
            </a:solidFill>
            <a:ln w="25400" cap="flat" cmpd="sng" algn="ctr">
              <a:noFill/>
              <a:prstDash val="solid"/>
            </a:ln>
            <a:effectLst/>
          </p:spPr>
          <p:txBody>
            <a:bodyPr lIns="68580" tIns="34290" rIns="68580" bIns="34290" rtlCol="0" anchor="ctr"/>
            <a:lstStyle/>
            <a:p>
              <a:pPr algn="ctr" defTabSz="914378">
                <a:defRPr/>
              </a:pPr>
              <a:endParaRPr lang="en-US" sz="1200" kern="0">
                <a:solidFill>
                  <a:prstClr val="white"/>
                </a:solidFill>
                <a:latin typeface="Calibri"/>
              </a:endParaRPr>
            </a:p>
          </p:txBody>
        </p:sp>
        <p:sp>
          <p:nvSpPr>
            <p:cNvPr id="6" name="Rectangle 5"/>
            <p:cNvSpPr/>
            <p:nvPr/>
          </p:nvSpPr>
          <p:spPr>
            <a:xfrm>
              <a:off x="5665773" y="601583"/>
              <a:ext cx="14183" cy="187816"/>
            </a:xfrm>
            <a:prstGeom prst="rect">
              <a:avLst/>
            </a:prstGeom>
            <a:solidFill>
              <a:srgbClr val="FFFFFF"/>
            </a:solidFill>
            <a:ln w="25400" cap="flat" cmpd="sng" algn="ctr">
              <a:noFill/>
              <a:prstDash val="solid"/>
            </a:ln>
            <a:effectLst/>
          </p:spPr>
          <p:txBody>
            <a:bodyPr lIns="68580" tIns="34290" rIns="68580" bIns="34290" rtlCol="0" anchor="ctr"/>
            <a:lstStyle/>
            <a:p>
              <a:pPr algn="ctr" defTabSz="914378">
                <a:defRPr/>
              </a:pPr>
              <a:endParaRPr lang="en-US" sz="1200" kern="0">
                <a:solidFill>
                  <a:prstClr val="white"/>
                </a:solidFill>
                <a:latin typeface="Calibri"/>
              </a:endParaRPr>
            </a:p>
          </p:txBody>
        </p:sp>
        <p:sp>
          <p:nvSpPr>
            <p:cNvPr id="7" name="Rectangle 6"/>
            <p:cNvSpPr/>
            <p:nvPr/>
          </p:nvSpPr>
          <p:spPr>
            <a:xfrm>
              <a:off x="6508356" y="561579"/>
              <a:ext cx="14183" cy="187816"/>
            </a:xfrm>
            <a:prstGeom prst="rect">
              <a:avLst/>
            </a:prstGeom>
            <a:solidFill>
              <a:srgbClr val="FFFFFF"/>
            </a:solidFill>
            <a:ln w="25400" cap="flat" cmpd="sng" algn="ctr">
              <a:noFill/>
              <a:prstDash val="solid"/>
            </a:ln>
            <a:effectLst/>
          </p:spPr>
          <p:txBody>
            <a:bodyPr lIns="68580" tIns="34290" rIns="68580" bIns="34290" rtlCol="0" anchor="ctr"/>
            <a:lstStyle/>
            <a:p>
              <a:pPr algn="ctr" defTabSz="914378">
                <a:defRPr/>
              </a:pPr>
              <a:endParaRPr lang="en-US" sz="1200" kern="0">
                <a:solidFill>
                  <a:prstClr val="white"/>
                </a:solidFill>
                <a:latin typeface="Calibri"/>
              </a:endParaRPr>
            </a:p>
          </p:txBody>
        </p:sp>
        <p:sp>
          <p:nvSpPr>
            <p:cNvPr id="8" name="Rectangle 7"/>
            <p:cNvSpPr/>
            <p:nvPr/>
          </p:nvSpPr>
          <p:spPr>
            <a:xfrm>
              <a:off x="7479923" y="601583"/>
              <a:ext cx="14183" cy="187816"/>
            </a:xfrm>
            <a:prstGeom prst="rect">
              <a:avLst/>
            </a:prstGeom>
            <a:solidFill>
              <a:srgbClr val="FFFFFF"/>
            </a:solidFill>
            <a:ln w="25400" cap="flat" cmpd="sng" algn="ctr">
              <a:noFill/>
              <a:prstDash val="solid"/>
            </a:ln>
            <a:effectLst/>
          </p:spPr>
          <p:txBody>
            <a:bodyPr lIns="68580" tIns="34290" rIns="68580" bIns="34290" rtlCol="0" anchor="ctr"/>
            <a:lstStyle/>
            <a:p>
              <a:pPr algn="ctr" defTabSz="914378">
                <a:defRPr/>
              </a:pPr>
              <a:endParaRPr lang="en-US" sz="1200" kern="0">
                <a:solidFill>
                  <a:prstClr val="white"/>
                </a:solidFill>
                <a:latin typeface="Calibri"/>
              </a:endParaRPr>
            </a:p>
          </p:txBody>
        </p:sp>
        <p:sp>
          <p:nvSpPr>
            <p:cNvPr id="11" name="Rectangle 10"/>
            <p:cNvSpPr/>
            <p:nvPr/>
          </p:nvSpPr>
          <p:spPr>
            <a:xfrm>
              <a:off x="3716166" y="601583"/>
              <a:ext cx="14183" cy="187816"/>
            </a:xfrm>
            <a:prstGeom prst="rect">
              <a:avLst/>
            </a:prstGeom>
            <a:solidFill>
              <a:srgbClr val="FFFFFF"/>
            </a:solidFill>
            <a:ln w="25400" cap="flat" cmpd="sng" algn="ctr">
              <a:noFill/>
              <a:prstDash val="solid"/>
            </a:ln>
            <a:effectLst/>
          </p:spPr>
          <p:txBody>
            <a:bodyPr lIns="68580" tIns="34290" rIns="68580" bIns="34290" rtlCol="0" anchor="ctr"/>
            <a:lstStyle/>
            <a:p>
              <a:pPr algn="ctr" defTabSz="914378">
                <a:defRPr/>
              </a:pPr>
              <a:endParaRPr lang="en-US" sz="1200" kern="0">
                <a:solidFill>
                  <a:prstClr val="white"/>
                </a:solidFill>
                <a:latin typeface="Calibri"/>
              </a:endParaRPr>
            </a:p>
          </p:txBody>
        </p:sp>
        <p:sp>
          <p:nvSpPr>
            <p:cNvPr id="12" name="TextBox 11"/>
            <p:cNvSpPr txBox="1"/>
            <p:nvPr/>
          </p:nvSpPr>
          <p:spPr>
            <a:xfrm>
              <a:off x="1026054" y="510824"/>
              <a:ext cx="654830" cy="253916"/>
            </a:xfrm>
            <a:prstGeom prst="rect">
              <a:avLst/>
            </a:prstGeom>
            <a:noFill/>
          </p:spPr>
          <p:txBody>
            <a:bodyPr wrap="square" lIns="68580" tIns="34290" rIns="68580" bIns="34290" rtlCol="0">
              <a:spAutoFit/>
            </a:bodyPr>
            <a:lstStyle/>
            <a:p>
              <a:pPr algn="ctr" defTabSz="914378"/>
              <a:r>
                <a:rPr lang="en-GB" sz="1200" b="1" dirty="0">
                  <a:solidFill>
                    <a:srgbClr val="FFFFFF"/>
                  </a:solidFill>
                  <a:latin typeface="Calibri"/>
                </a:rPr>
                <a:t>M1 S1</a:t>
              </a:r>
            </a:p>
          </p:txBody>
        </p:sp>
        <p:sp>
          <p:nvSpPr>
            <p:cNvPr id="13" name="TextBox 12"/>
            <p:cNvSpPr txBox="1"/>
            <p:nvPr/>
          </p:nvSpPr>
          <p:spPr>
            <a:xfrm>
              <a:off x="1942915" y="510824"/>
              <a:ext cx="654830" cy="253916"/>
            </a:xfrm>
            <a:prstGeom prst="rect">
              <a:avLst/>
            </a:prstGeom>
            <a:noFill/>
          </p:spPr>
          <p:txBody>
            <a:bodyPr wrap="square" lIns="68580" tIns="34290" rIns="68580" bIns="34290" rtlCol="0">
              <a:spAutoFit/>
            </a:bodyPr>
            <a:lstStyle/>
            <a:p>
              <a:pPr algn="ctr" defTabSz="914378"/>
              <a:r>
                <a:rPr lang="en-GB" sz="1200" b="1" dirty="0">
                  <a:solidFill>
                    <a:srgbClr val="FFFFFF"/>
                  </a:solidFill>
                  <a:latin typeface="Calibri"/>
                </a:rPr>
                <a:t>M1 S2</a:t>
              </a:r>
            </a:p>
          </p:txBody>
        </p:sp>
        <p:sp>
          <p:nvSpPr>
            <p:cNvPr id="14" name="TextBox 13"/>
            <p:cNvSpPr txBox="1"/>
            <p:nvPr/>
          </p:nvSpPr>
          <p:spPr>
            <a:xfrm>
              <a:off x="2937411" y="510824"/>
              <a:ext cx="654830" cy="253916"/>
            </a:xfrm>
            <a:prstGeom prst="rect">
              <a:avLst/>
            </a:prstGeom>
            <a:noFill/>
          </p:spPr>
          <p:txBody>
            <a:bodyPr wrap="square" lIns="68580" tIns="34290" rIns="68580" bIns="34290" rtlCol="0">
              <a:spAutoFit/>
            </a:bodyPr>
            <a:lstStyle/>
            <a:p>
              <a:pPr algn="ctr" defTabSz="914378"/>
              <a:r>
                <a:rPr lang="en-GB" sz="1200" b="1" dirty="0">
                  <a:solidFill>
                    <a:srgbClr val="FFFFFF"/>
                  </a:solidFill>
                  <a:latin typeface="Calibri"/>
                </a:rPr>
                <a:t>M2 S3</a:t>
              </a:r>
            </a:p>
          </p:txBody>
        </p:sp>
        <p:sp>
          <p:nvSpPr>
            <p:cNvPr id="15" name="TextBox 14"/>
            <p:cNvSpPr txBox="1"/>
            <p:nvPr/>
          </p:nvSpPr>
          <p:spPr>
            <a:xfrm>
              <a:off x="3854273" y="510824"/>
              <a:ext cx="780502" cy="253916"/>
            </a:xfrm>
            <a:prstGeom prst="rect">
              <a:avLst/>
            </a:prstGeom>
            <a:noFill/>
          </p:spPr>
          <p:txBody>
            <a:bodyPr wrap="square" lIns="68580" tIns="34290" rIns="68580" bIns="34290" rtlCol="0">
              <a:spAutoFit/>
            </a:bodyPr>
            <a:lstStyle/>
            <a:p>
              <a:pPr algn="ctr" defTabSz="914378"/>
              <a:r>
                <a:rPr lang="en-GB" sz="1200" b="1" dirty="0">
                  <a:solidFill>
                    <a:srgbClr val="FFFFFF"/>
                  </a:solidFill>
                  <a:latin typeface="Calibri"/>
                </a:rPr>
                <a:t>M2 S4</a:t>
              </a:r>
            </a:p>
          </p:txBody>
        </p:sp>
        <p:sp>
          <p:nvSpPr>
            <p:cNvPr id="16" name="TextBox 15"/>
            <p:cNvSpPr txBox="1"/>
            <p:nvPr/>
          </p:nvSpPr>
          <p:spPr>
            <a:xfrm>
              <a:off x="4896806" y="510824"/>
              <a:ext cx="645043" cy="253916"/>
            </a:xfrm>
            <a:prstGeom prst="rect">
              <a:avLst/>
            </a:prstGeom>
            <a:noFill/>
          </p:spPr>
          <p:txBody>
            <a:bodyPr wrap="square" lIns="68580" tIns="34290" rIns="68580" bIns="34290" rtlCol="0">
              <a:spAutoFit/>
            </a:bodyPr>
            <a:lstStyle/>
            <a:p>
              <a:pPr algn="ctr" defTabSz="914378"/>
              <a:r>
                <a:rPr lang="en-GB" sz="1200" b="1" dirty="0">
                  <a:solidFill>
                    <a:srgbClr val="FFFFFF"/>
                  </a:solidFill>
                  <a:latin typeface="Calibri"/>
                </a:rPr>
                <a:t>M3 S5</a:t>
              </a:r>
            </a:p>
          </p:txBody>
        </p:sp>
        <p:sp>
          <p:nvSpPr>
            <p:cNvPr id="17" name="TextBox 16"/>
            <p:cNvSpPr txBox="1"/>
            <p:nvPr/>
          </p:nvSpPr>
          <p:spPr>
            <a:xfrm>
              <a:off x="5803881" y="510824"/>
              <a:ext cx="645043" cy="253916"/>
            </a:xfrm>
            <a:prstGeom prst="rect">
              <a:avLst/>
            </a:prstGeom>
            <a:noFill/>
          </p:spPr>
          <p:txBody>
            <a:bodyPr wrap="square" lIns="68580" tIns="34290" rIns="68580" bIns="34290" rtlCol="0">
              <a:spAutoFit/>
            </a:bodyPr>
            <a:lstStyle/>
            <a:p>
              <a:pPr algn="ctr" defTabSz="914378"/>
              <a:r>
                <a:rPr lang="en-GB" sz="1200" b="1" dirty="0">
                  <a:solidFill>
                    <a:srgbClr val="FFFFFF"/>
                  </a:solidFill>
                  <a:latin typeface="Calibri"/>
                </a:rPr>
                <a:t>M3 S6</a:t>
              </a:r>
            </a:p>
          </p:txBody>
        </p:sp>
        <p:sp>
          <p:nvSpPr>
            <p:cNvPr id="18" name="TextBox 17"/>
            <p:cNvSpPr txBox="1"/>
            <p:nvPr/>
          </p:nvSpPr>
          <p:spPr>
            <a:xfrm>
              <a:off x="6710955" y="510824"/>
              <a:ext cx="645043" cy="253916"/>
            </a:xfrm>
            <a:prstGeom prst="rect">
              <a:avLst/>
            </a:prstGeom>
            <a:noFill/>
          </p:spPr>
          <p:txBody>
            <a:bodyPr wrap="square" lIns="68580" tIns="34290" rIns="68580" bIns="34290" rtlCol="0">
              <a:spAutoFit/>
            </a:bodyPr>
            <a:lstStyle/>
            <a:p>
              <a:pPr algn="ctr" defTabSz="914378"/>
              <a:r>
                <a:rPr lang="en-GB" sz="1200" b="1" dirty="0">
                  <a:solidFill>
                    <a:srgbClr val="FFFFFF"/>
                  </a:solidFill>
                  <a:latin typeface="Calibri"/>
                </a:rPr>
                <a:t>M4 S7</a:t>
              </a:r>
            </a:p>
          </p:txBody>
        </p:sp>
        <p:sp>
          <p:nvSpPr>
            <p:cNvPr id="19" name="TextBox 18"/>
            <p:cNvSpPr txBox="1"/>
            <p:nvPr/>
          </p:nvSpPr>
          <p:spPr>
            <a:xfrm>
              <a:off x="7618023" y="510824"/>
              <a:ext cx="645043" cy="253916"/>
            </a:xfrm>
            <a:prstGeom prst="rect">
              <a:avLst/>
            </a:prstGeom>
            <a:noFill/>
          </p:spPr>
          <p:txBody>
            <a:bodyPr wrap="square" lIns="68580" tIns="34290" rIns="68580" bIns="34290" rtlCol="0">
              <a:spAutoFit/>
            </a:bodyPr>
            <a:lstStyle/>
            <a:p>
              <a:pPr algn="ctr" defTabSz="914378"/>
              <a:r>
                <a:rPr lang="en-GB" sz="1200" b="1" dirty="0">
                  <a:solidFill>
                    <a:srgbClr val="FFFFFF"/>
                  </a:solidFill>
                  <a:latin typeface="Calibri"/>
                </a:rPr>
                <a:t>M4 S8</a:t>
              </a:r>
            </a:p>
          </p:txBody>
        </p:sp>
      </p:grpSp>
      <p:sp>
        <p:nvSpPr>
          <p:cNvPr id="20" name="Rounded Rectangle 19"/>
          <p:cNvSpPr/>
          <p:nvPr/>
        </p:nvSpPr>
        <p:spPr>
          <a:xfrm>
            <a:off x="726064" y="1725052"/>
            <a:ext cx="1857195" cy="248896"/>
          </a:xfrm>
          <a:prstGeom prst="roundRect">
            <a:avLst/>
          </a:prstGeom>
          <a:solidFill>
            <a:srgbClr val="CC0000"/>
          </a:solidFill>
          <a:ln w="9525" cap="flat" cmpd="sng" algn="ctr">
            <a:gradFill flip="none" rotWithShape="1">
              <a:gsLst>
                <a:gs pos="0">
                  <a:srgbClr val="BF0103">
                    <a:lumMod val="40000"/>
                    <a:lumOff val="60000"/>
                  </a:srgbClr>
                </a:gs>
                <a:gs pos="100000">
                  <a:srgbClr val="BF0103">
                    <a:lumMod val="40000"/>
                    <a:lumOff val="60000"/>
                  </a:srgbClr>
                </a:gs>
                <a:gs pos="50000">
                  <a:srgbClr val="BF0103">
                    <a:lumMod val="20000"/>
                    <a:lumOff val="80000"/>
                  </a:srgbClr>
                </a:gs>
              </a:gsLst>
              <a:lin ang="0" scaled="1"/>
              <a:tileRect/>
            </a:gradFill>
            <a:prstDash val="solid"/>
          </a:ln>
          <a:effectLst/>
        </p:spPr>
        <p:txBody>
          <a:bodyPr lIns="68580" tIns="34290" rIns="68580" bIns="34290" rtlCol="0" anchor="ctr"/>
          <a:lstStyle/>
          <a:p>
            <a:pPr algn="ctr" defTabSz="914378">
              <a:defRPr/>
            </a:pPr>
            <a:r>
              <a:rPr lang="en-US" sz="1200" kern="0" dirty="0">
                <a:solidFill>
                  <a:prstClr val="white"/>
                </a:solidFill>
                <a:latin typeface="Calibri"/>
              </a:rPr>
              <a:t>Design Sprints</a:t>
            </a:r>
          </a:p>
        </p:txBody>
      </p:sp>
      <p:cxnSp>
        <p:nvCxnSpPr>
          <p:cNvPr id="21" name="Straight Connector 20"/>
          <p:cNvCxnSpPr/>
          <p:nvPr/>
        </p:nvCxnSpPr>
        <p:spPr>
          <a:xfrm rot="5400000">
            <a:off x="2133459" y="2071128"/>
            <a:ext cx="914400" cy="1588"/>
          </a:xfrm>
          <a:prstGeom prst="line">
            <a:avLst/>
          </a:prstGeom>
          <a:ln w="6350">
            <a:solidFill>
              <a:schemeClr val="tx2">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23" name="Rounded Rectangle 22"/>
          <p:cNvSpPr/>
          <p:nvPr/>
        </p:nvSpPr>
        <p:spPr>
          <a:xfrm>
            <a:off x="1542989" y="1989032"/>
            <a:ext cx="5179388" cy="271067"/>
          </a:xfrm>
          <a:prstGeom prst="roundRect">
            <a:avLst/>
          </a:prstGeom>
          <a:solidFill>
            <a:srgbClr val="00B050"/>
          </a:solidFill>
          <a:ln w="9525" cap="flat" cmpd="sng" algn="ctr">
            <a:gradFill flip="none" rotWithShape="1">
              <a:gsLst>
                <a:gs pos="0">
                  <a:srgbClr val="70AD46">
                    <a:lumMod val="60000"/>
                    <a:lumOff val="40000"/>
                  </a:srgbClr>
                </a:gs>
                <a:gs pos="50000">
                  <a:srgbClr val="70AD46">
                    <a:lumMod val="20000"/>
                    <a:lumOff val="80000"/>
                  </a:srgbClr>
                </a:gs>
                <a:gs pos="100000">
                  <a:srgbClr val="70AD46">
                    <a:lumMod val="60000"/>
                    <a:lumOff val="40000"/>
                  </a:srgbClr>
                </a:gs>
              </a:gsLst>
              <a:lin ang="0" scaled="1"/>
              <a:tileRect/>
            </a:gradFill>
            <a:prstDash val="solid"/>
          </a:ln>
          <a:effectLst/>
        </p:spPr>
        <p:txBody>
          <a:bodyPr lIns="68580" tIns="34290" rIns="68580" bIns="34290" rtlCol="0" anchor="ctr"/>
          <a:lstStyle/>
          <a:p>
            <a:pPr algn="ctr" defTabSz="914378">
              <a:defRPr/>
            </a:pPr>
            <a:r>
              <a:rPr lang="en-US" sz="1200" kern="0" dirty="0">
                <a:solidFill>
                  <a:prstClr val="white"/>
                </a:solidFill>
                <a:latin typeface="Calibri"/>
              </a:rPr>
              <a:t>Development Sprints</a:t>
            </a:r>
          </a:p>
        </p:txBody>
      </p:sp>
      <p:cxnSp>
        <p:nvCxnSpPr>
          <p:cNvPr id="25" name="Straight Connector 24"/>
          <p:cNvCxnSpPr/>
          <p:nvPr/>
        </p:nvCxnSpPr>
        <p:spPr>
          <a:xfrm>
            <a:off x="477838" y="1096408"/>
            <a:ext cx="0" cy="880993"/>
          </a:xfrm>
          <a:prstGeom prst="line">
            <a:avLst/>
          </a:prstGeom>
          <a:ln w="6350">
            <a:solidFill>
              <a:schemeClr val="tx2">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flipH="1">
            <a:off x="3651385" y="1019615"/>
            <a:ext cx="7538" cy="2882494"/>
          </a:xfrm>
          <a:prstGeom prst="line">
            <a:avLst/>
          </a:prstGeom>
          <a:ln w="6350">
            <a:solidFill>
              <a:schemeClr val="tx2">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30" name="Rounded Rectangle 29"/>
          <p:cNvSpPr/>
          <p:nvPr/>
        </p:nvSpPr>
        <p:spPr>
          <a:xfrm>
            <a:off x="1521970" y="2285369"/>
            <a:ext cx="1091521" cy="425798"/>
          </a:xfrm>
          <a:prstGeom prst="roundRect">
            <a:avLst/>
          </a:prstGeom>
          <a:solidFill>
            <a:schemeClr val="accent1">
              <a:lumMod val="20000"/>
              <a:lumOff val="80000"/>
            </a:schemeClr>
          </a:solidFill>
          <a:ln w="9525" cap="flat" cmpd="sng" algn="ctr">
            <a:gradFill flip="none" rotWithShape="1">
              <a:gsLst>
                <a:gs pos="0">
                  <a:srgbClr val="70AD46">
                    <a:lumMod val="60000"/>
                    <a:lumOff val="40000"/>
                  </a:srgbClr>
                </a:gs>
                <a:gs pos="50000">
                  <a:srgbClr val="70AD46">
                    <a:lumMod val="20000"/>
                    <a:lumOff val="80000"/>
                  </a:srgbClr>
                </a:gs>
                <a:gs pos="100000">
                  <a:srgbClr val="70AD46">
                    <a:lumMod val="60000"/>
                    <a:lumOff val="40000"/>
                  </a:srgbClr>
                </a:gs>
              </a:gsLst>
              <a:lin ang="0" scaled="1"/>
              <a:tileRect/>
            </a:gradFill>
            <a:prstDash val="dashDot"/>
          </a:ln>
          <a:effectLst/>
        </p:spPr>
        <p:txBody>
          <a:bodyPr lIns="68580" tIns="34290" rIns="68580" bIns="34290" rtlCol="0" anchor="ctr"/>
          <a:lstStyle/>
          <a:p>
            <a:pPr algn="ctr" defTabSz="914378">
              <a:defRPr/>
            </a:pPr>
            <a:r>
              <a:rPr lang="en-US" sz="1000" kern="0" dirty="0">
                <a:latin typeface="Calibri"/>
              </a:rPr>
              <a:t>Implementation</a:t>
            </a:r>
          </a:p>
          <a:p>
            <a:pPr algn="ctr" defTabSz="914378">
              <a:defRPr/>
            </a:pPr>
            <a:r>
              <a:rPr lang="en-US" sz="1000" kern="0" dirty="0">
                <a:latin typeface="Calibri"/>
              </a:rPr>
              <a:t>IT1 Modules</a:t>
            </a:r>
          </a:p>
        </p:txBody>
      </p:sp>
      <p:sp>
        <p:nvSpPr>
          <p:cNvPr id="32" name="Rounded Rectangle 31"/>
          <p:cNvSpPr/>
          <p:nvPr/>
        </p:nvSpPr>
        <p:spPr>
          <a:xfrm>
            <a:off x="380770" y="2314056"/>
            <a:ext cx="1062848" cy="430132"/>
          </a:xfrm>
          <a:prstGeom prst="roundRect">
            <a:avLst/>
          </a:prstGeom>
          <a:solidFill>
            <a:schemeClr val="accent1">
              <a:lumMod val="20000"/>
              <a:lumOff val="80000"/>
            </a:schemeClr>
          </a:solidFill>
          <a:ln w="9525" cap="flat" cmpd="sng" algn="ctr">
            <a:gradFill flip="none" rotWithShape="1">
              <a:gsLst>
                <a:gs pos="0">
                  <a:srgbClr val="70AD46">
                    <a:lumMod val="60000"/>
                    <a:lumOff val="40000"/>
                  </a:srgbClr>
                </a:gs>
                <a:gs pos="50000">
                  <a:srgbClr val="70AD46">
                    <a:lumMod val="20000"/>
                    <a:lumOff val="80000"/>
                  </a:srgbClr>
                </a:gs>
                <a:gs pos="100000">
                  <a:srgbClr val="70AD46">
                    <a:lumMod val="60000"/>
                    <a:lumOff val="40000"/>
                  </a:srgbClr>
                </a:gs>
              </a:gsLst>
              <a:lin ang="0" scaled="1"/>
              <a:tileRect/>
            </a:gradFill>
            <a:prstDash val="dashDot"/>
          </a:ln>
          <a:effectLst/>
        </p:spPr>
        <p:txBody>
          <a:bodyPr lIns="68580" tIns="34290" rIns="68580" bIns="34290" rtlCol="0" anchor="ctr"/>
          <a:lstStyle/>
          <a:p>
            <a:pPr defTabSz="914378">
              <a:defRPr/>
            </a:pPr>
            <a:r>
              <a:rPr lang="en-US" sz="1050" kern="0" dirty="0">
                <a:latin typeface="Calibri"/>
              </a:rPr>
              <a:t>Requirements Documentation</a:t>
            </a:r>
          </a:p>
        </p:txBody>
      </p:sp>
      <p:cxnSp>
        <p:nvCxnSpPr>
          <p:cNvPr id="34" name="Straight Connector 33"/>
          <p:cNvCxnSpPr>
            <a:cxnSpLocks/>
            <a:endCxn id="30" idx="1"/>
          </p:cNvCxnSpPr>
          <p:nvPr/>
        </p:nvCxnSpPr>
        <p:spPr>
          <a:xfrm flipH="1">
            <a:off x="1521970" y="-161996"/>
            <a:ext cx="11894" cy="2660264"/>
          </a:xfrm>
          <a:prstGeom prst="line">
            <a:avLst/>
          </a:prstGeom>
          <a:ln w="6350">
            <a:solidFill>
              <a:schemeClr val="tx2">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a:cxnSpLocks/>
          </p:cNvCxnSpPr>
          <p:nvPr/>
        </p:nvCxnSpPr>
        <p:spPr>
          <a:xfrm>
            <a:off x="747272" y="1040859"/>
            <a:ext cx="0" cy="661670"/>
          </a:xfrm>
          <a:prstGeom prst="line">
            <a:avLst/>
          </a:prstGeom>
          <a:ln w="6350">
            <a:solidFill>
              <a:schemeClr val="tx2">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36" name="TextBox 35"/>
          <p:cNvSpPr txBox="1"/>
          <p:nvPr/>
        </p:nvSpPr>
        <p:spPr>
          <a:xfrm>
            <a:off x="470464" y="1314809"/>
            <a:ext cx="311313" cy="207749"/>
          </a:xfrm>
          <a:prstGeom prst="rect">
            <a:avLst/>
          </a:prstGeom>
          <a:noFill/>
        </p:spPr>
        <p:txBody>
          <a:bodyPr wrap="square" lIns="68580" tIns="34290" rIns="68580" bIns="34290" rtlCol="0">
            <a:spAutoFit/>
          </a:bodyPr>
          <a:lstStyle/>
          <a:p>
            <a:pPr algn="ctr" defTabSz="914378"/>
            <a:r>
              <a:rPr lang="en-GB" sz="900" b="1" dirty="0">
                <a:solidFill>
                  <a:srgbClr val="BF0103"/>
                </a:solidFill>
                <a:latin typeface="Rockwell" pitchFamily="18" charset="0"/>
              </a:rPr>
              <a:t>S0</a:t>
            </a:r>
          </a:p>
        </p:txBody>
      </p:sp>
      <p:sp>
        <p:nvSpPr>
          <p:cNvPr id="40" name="Rounded Rectangle 39"/>
          <p:cNvSpPr/>
          <p:nvPr/>
        </p:nvSpPr>
        <p:spPr>
          <a:xfrm rot="16200000">
            <a:off x="-296068" y="1641954"/>
            <a:ext cx="1008176" cy="278657"/>
          </a:xfrm>
          <a:prstGeom prst="roundRect">
            <a:avLst/>
          </a:prstGeom>
          <a:solidFill>
            <a:srgbClr val="ED7D31"/>
          </a:solidFill>
          <a:ln w="9525" cap="flat" cmpd="sng" algn="ctr">
            <a:noFill/>
            <a:prstDash val="solid"/>
          </a:ln>
          <a:effectLst>
            <a:outerShdw blurRad="50800" dist="38100" dir="5400000" algn="t" rotWithShape="0">
              <a:prstClr val="black">
                <a:alpha val="25000"/>
              </a:prstClr>
            </a:outerShdw>
          </a:effectLst>
        </p:spPr>
        <p:txBody>
          <a:bodyPr lIns="68580" tIns="34290" rIns="68580" bIns="34290" rtlCol="0" anchor="ctr"/>
          <a:lstStyle/>
          <a:p>
            <a:pPr algn="ctr" defTabSz="914378">
              <a:defRPr/>
            </a:pPr>
            <a:r>
              <a:rPr lang="en-US" sz="1200" b="1" kern="0" dirty="0">
                <a:solidFill>
                  <a:prstClr val="white"/>
                </a:solidFill>
                <a:latin typeface="Calibri"/>
              </a:rPr>
              <a:t>Sprints</a:t>
            </a:r>
          </a:p>
        </p:txBody>
      </p:sp>
      <p:grpSp>
        <p:nvGrpSpPr>
          <p:cNvPr id="9" name="Group 8">
            <a:extLst>
              <a:ext uri="{FF2B5EF4-FFF2-40B4-BE49-F238E27FC236}">
                <a16:creationId xmlns:a16="http://schemas.microsoft.com/office/drawing/2014/main" id="{5F241E29-8B09-49F2-A7A2-A33F49D19B46}"/>
              </a:ext>
            </a:extLst>
          </p:cNvPr>
          <p:cNvGrpSpPr/>
          <p:nvPr/>
        </p:nvGrpSpPr>
        <p:grpSpPr>
          <a:xfrm>
            <a:off x="641453" y="1309432"/>
            <a:ext cx="3186315" cy="211382"/>
            <a:chOff x="648690" y="1025034"/>
            <a:chExt cx="3186315" cy="211382"/>
          </a:xfrm>
        </p:grpSpPr>
        <p:sp>
          <p:nvSpPr>
            <p:cNvPr id="37" name="TextBox 36"/>
            <p:cNvSpPr txBox="1"/>
            <p:nvPr/>
          </p:nvSpPr>
          <p:spPr>
            <a:xfrm>
              <a:off x="648690" y="1025034"/>
              <a:ext cx="314150" cy="211382"/>
            </a:xfrm>
            <a:prstGeom prst="rect">
              <a:avLst/>
            </a:prstGeom>
            <a:noFill/>
          </p:spPr>
          <p:txBody>
            <a:bodyPr wrap="square" lIns="68580" tIns="34290" rIns="68580" bIns="34290" rtlCol="0">
              <a:spAutoFit/>
            </a:bodyPr>
            <a:lstStyle/>
            <a:p>
              <a:pPr algn="ctr" defTabSz="914378"/>
              <a:r>
                <a:rPr lang="en-GB" sz="900" b="1" dirty="0">
                  <a:solidFill>
                    <a:srgbClr val="BF0103"/>
                  </a:solidFill>
                  <a:latin typeface="Rockwell" pitchFamily="18" charset="0"/>
                </a:rPr>
                <a:t>S1</a:t>
              </a:r>
            </a:p>
          </p:txBody>
        </p:sp>
        <p:sp>
          <p:nvSpPr>
            <p:cNvPr id="38" name="TextBox 37"/>
            <p:cNvSpPr txBox="1"/>
            <p:nvPr/>
          </p:nvSpPr>
          <p:spPr>
            <a:xfrm>
              <a:off x="1399555" y="1025034"/>
              <a:ext cx="314150" cy="211382"/>
            </a:xfrm>
            <a:prstGeom prst="rect">
              <a:avLst/>
            </a:prstGeom>
            <a:noFill/>
          </p:spPr>
          <p:txBody>
            <a:bodyPr wrap="square" lIns="68580" tIns="34290" rIns="68580" bIns="34290" rtlCol="0">
              <a:spAutoFit/>
            </a:bodyPr>
            <a:lstStyle/>
            <a:p>
              <a:pPr algn="ctr" defTabSz="914378"/>
              <a:r>
                <a:rPr lang="en-GB" sz="900" b="1" dirty="0">
                  <a:solidFill>
                    <a:srgbClr val="BF0103"/>
                  </a:solidFill>
                  <a:latin typeface="Rockwell" pitchFamily="18" charset="0"/>
                </a:rPr>
                <a:t>S2</a:t>
              </a:r>
            </a:p>
          </p:txBody>
        </p:sp>
        <p:sp>
          <p:nvSpPr>
            <p:cNvPr id="39" name="TextBox 38"/>
            <p:cNvSpPr txBox="1"/>
            <p:nvPr/>
          </p:nvSpPr>
          <p:spPr>
            <a:xfrm>
              <a:off x="2492530" y="1025034"/>
              <a:ext cx="314150" cy="211382"/>
            </a:xfrm>
            <a:prstGeom prst="rect">
              <a:avLst/>
            </a:prstGeom>
            <a:noFill/>
          </p:spPr>
          <p:txBody>
            <a:bodyPr wrap="square" lIns="68580" tIns="34290" rIns="68580" bIns="34290" rtlCol="0">
              <a:spAutoFit/>
            </a:bodyPr>
            <a:lstStyle/>
            <a:p>
              <a:pPr algn="ctr" defTabSz="914378"/>
              <a:r>
                <a:rPr lang="en-GB" sz="900" b="1" dirty="0">
                  <a:solidFill>
                    <a:srgbClr val="BF0103"/>
                  </a:solidFill>
                  <a:latin typeface="Rockwell" pitchFamily="18" charset="0"/>
                </a:rPr>
                <a:t>S3</a:t>
              </a:r>
            </a:p>
          </p:txBody>
        </p:sp>
        <p:sp>
          <p:nvSpPr>
            <p:cNvPr id="41" name="TextBox 40"/>
            <p:cNvSpPr txBox="1"/>
            <p:nvPr/>
          </p:nvSpPr>
          <p:spPr>
            <a:xfrm>
              <a:off x="3520855" y="1025034"/>
              <a:ext cx="314150" cy="211382"/>
            </a:xfrm>
            <a:prstGeom prst="rect">
              <a:avLst/>
            </a:prstGeom>
            <a:noFill/>
          </p:spPr>
          <p:txBody>
            <a:bodyPr wrap="square" lIns="68580" tIns="34290" rIns="68580" bIns="34290" rtlCol="0">
              <a:spAutoFit/>
            </a:bodyPr>
            <a:lstStyle/>
            <a:p>
              <a:pPr algn="ctr" defTabSz="914378"/>
              <a:r>
                <a:rPr lang="en-GB" sz="900" b="1" dirty="0">
                  <a:solidFill>
                    <a:srgbClr val="BF0103"/>
                  </a:solidFill>
                  <a:latin typeface="Rockwell" pitchFamily="18" charset="0"/>
                </a:rPr>
                <a:t>S4</a:t>
              </a:r>
            </a:p>
          </p:txBody>
        </p:sp>
      </p:grpSp>
      <p:sp>
        <p:nvSpPr>
          <p:cNvPr id="104" name="Right Arrow 103"/>
          <p:cNvSpPr/>
          <p:nvPr/>
        </p:nvSpPr>
        <p:spPr bwMode="auto">
          <a:xfrm>
            <a:off x="7866667" y="1052122"/>
            <a:ext cx="1306082" cy="351834"/>
          </a:xfrm>
          <a:prstGeom prst="rightArrow">
            <a:avLst/>
          </a:prstGeom>
          <a:solidFill>
            <a:schemeClr val="accent1">
              <a:lumMod val="20000"/>
              <a:lumOff val="80000"/>
            </a:schemeClr>
          </a:solidFill>
          <a:ln w="6350" cap="flat" cmpd="sng" algn="ctr">
            <a:solidFill>
              <a:schemeClr val="tx1"/>
            </a:solidFill>
            <a:prstDash val="dashDot"/>
            <a:miter lim="800000"/>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14378"/>
            <a:r>
              <a:rPr lang="en-US" sz="1050" kern="0" dirty="0">
                <a:latin typeface="Segoe UI" panose="020B0502040204020203" pitchFamily="34" charset="0"/>
                <a:cs typeface="Segoe UI" panose="020B0502040204020203" pitchFamily="34" charset="0"/>
              </a:rPr>
              <a:t>Future Phases</a:t>
            </a:r>
          </a:p>
        </p:txBody>
      </p:sp>
      <p:cxnSp>
        <p:nvCxnSpPr>
          <p:cNvPr id="107" name="Straight Connector 106"/>
          <p:cNvCxnSpPr/>
          <p:nvPr/>
        </p:nvCxnSpPr>
        <p:spPr>
          <a:xfrm rot="5400000">
            <a:off x="4377995" y="2066772"/>
            <a:ext cx="914400" cy="1588"/>
          </a:xfrm>
          <a:prstGeom prst="line">
            <a:avLst/>
          </a:prstGeom>
          <a:ln w="6350">
            <a:solidFill>
              <a:schemeClr val="tx2">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09" name="Straight Connector 108"/>
          <p:cNvCxnSpPr/>
          <p:nvPr/>
        </p:nvCxnSpPr>
        <p:spPr>
          <a:xfrm flipH="1">
            <a:off x="4834400" y="1036503"/>
            <a:ext cx="7538" cy="2882494"/>
          </a:xfrm>
          <a:prstGeom prst="line">
            <a:avLst/>
          </a:prstGeom>
          <a:ln w="6350">
            <a:solidFill>
              <a:schemeClr val="tx2">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73" name="Rounded Rectangle 72"/>
          <p:cNvSpPr/>
          <p:nvPr/>
        </p:nvSpPr>
        <p:spPr>
          <a:xfrm>
            <a:off x="5890545" y="2283202"/>
            <a:ext cx="1948431" cy="430132"/>
          </a:xfrm>
          <a:prstGeom prst="roundRect">
            <a:avLst/>
          </a:prstGeom>
          <a:solidFill>
            <a:schemeClr val="accent1">
              <a:lumMod val="20000"/>
              <a:lumOff val="80000"/>
            </a:schemeClr>
          </a:solidFill>
          <a:ln w="9525" cap="flat" cmpd="sng" algn="ctr">
            <a:gradFill flip="none" rotWithShape="1">
              <a:gsLst>
                <a:gs pos="0">
                  <a:srgbClr val="70AD46">
                    <a:lumMod val="60000"/>
                    <a:lumOff val="40000"/>
                  </a:srgbClr>
                </a:gs>
                <a:gs pos="50000">
                  <a:srgbClr val="70AD46">
                    <a:lumMod val="20000"/>
                    <a:lumOff val="80000"/>
                  </a:srgbClr>
                </a:gs>
                <a:gs pos="100000">
                  <a:srgbClr val="70AD46">
                    <a:lumMod val="60000"/>
                    <a:lumOff val="40000"/>
                  </a:srgbClr>
                </a:gs>
              </a:gsLst>
              <a:lin ang="0" scaled="1"/>
              <a:tileRect/>
            </a:gradFill>
            <a:prstDash val="dashDot"/>
          </a:ln>
          <a:effectLst/>
        </p:spPr>
        <p:txBody>
          <a:bodyPr lIns="68580" tIns="34290" rIns="68580" bIns="34290" rtlCol="0" anchor="ctr"/>
          <a:lstStyle/>
          <a:p>
            <a:pPr defTabSz="914378">
              <a:defRPr/>
            </a:pPr>
            <a:r>
              <a:rPr lang="en-US" sz="1050" kern="0" dirty="0">
                <a:latin typeface="Calibri"/>
              </a:rPr>
              <a:t>        Prod Environment Setup</a:t>
            </a:r>
          </a:p>
        </p:txBody>
      </p:sp>
      <p:grpSp>
        <p:nvGrpSpPr>
          <p:cNvPr id="68" name="Group 67">
            <a:extLst>
              <a:ext uri="{FF2B5EF4-FFF2-40B4-BE49-F238E27FC236}">
                <a16:creationId xmlns:a16="http://schemas.microsoft.com/office/drawing/2014/main" id="{618E3E95-EBAD-4C8C-AF3F-D46BB4481281}"/>
              </a:ext>
            </a:extLst>
          </p:cNvPr>
          <p:cNvGrpSpPr/>
          <p:nvPr/>
        </p:nvGrpSpPr>
        <p:grpSpPr>
          <a:xfrm>
            <a:off x="4783191" y="1261913"/>
            <a:ext cx="3186315" cy="225083"/>
            <a:chOff x="648690" y="1011333"/>
            <a:chExt cx="3186315" cy="225083"/>
          </a:xfrm>
        </p:grpSpPr>
        <p:sp>
          <p:nvSpPr>
            <p:cNvPr id="70" name="TextBox 69">
              <a:extLst>
                <a:ext uri="{FF2B5EF4-FFF2-40B4-BE49-F238E27FC236}">
                  <a16:creationId xmlns:a16="http://schemas.microsoft.com/office/drawing/2014/main" id="{ADDCF040-323F-4EA6-B19C-AC4405BB8C6B}"/>
                </a:ext>
              </a:extLst>
            </p:cNvPr>
            <p:cNvSpPr txBox="1"/>
            <p:nvPr/>
          </p:nvSpPr>
          <p:spPr>
            <a:xfrm>
              <a:off x="648690" y="1025034"/>
              <a:ext cx="314150" cy="211382"/>
            </a:xfrm>
            <a:prstGeom prst="rect">
              <a:avLst/>
            </a:prstGeom>
            <a:noFill/>
          </p:spPr>
          <p:txBody>
            <a:bodyPr wrap="square" lIns="68580" tIns="34290" rIns="68580" bIns="34290" rtlCol="0">
              <a:spAutoFit/>
            </a:bodyPr>
            <a:lstStyle/>
            <a:p>
              <a:pPr algn="ctr" defTabSz="914378"/>
              <a:r>
                <a:rPr lang="en-GB" sz="900" b="1" dirty="0">
                  <a:solidFill>
                    <a:srgbClr val="BF0103"/>
                  </a:solidFill>
                  <a:latin typeface="Rockwell" pitchFamily="18" charset="0"/>
                </a:rPr>
                <a:t>S5</a:t>
              </a:r>
            </a:p>
          </p:txBody>
        </p:sp>
        <p:sp>
          <p:nvSpPr>
            <p:cNvPr id="71" name="TextBox 70">
              <a:extLst>
                <a:ext uri="{FF2B5EF4-FFF2-40B4-BE49-F238E27FC236}">
                  <a16:creationId xmlns:a16="http://schemas.microsoft.com/office/drawing/2014/main" id="{D4C9591B-C6B6-4A7E-8A66-2CEAE290FFF2}"/>
                </a:ext>
              </a:extLst>
            </p:cNvPr>
            <p:cNvSpPr txBox="1"/>
            <p:nvPr/>
          </p:nvSpPr>
          <p:spPr>
            <a:xfrm>
              <a:off x="1548789" y="1011333"/>
              <a:ext cx="314150" cy="211382"/>
            </a:xfrm>
            <a:prstGeom prst="rect">
              <a:avLst/>
            </a:prstGeom>
            <a:noFill/>
          </p:spPr>
          <p:txBody>
            <a:bodyPr wrap="square" lIns="68580" tIns="34290" rIns="68580" bIns="34290" rtlCol="0">
              <a:spAutoFit/>
            </a:bodyPr>
            <a:lstStyle/>
            <a:p>
              <a:pPr algn="ctr" defTabSz="914378"/>
              <a:r>
                <a:rPr lang="en-GB" sz="900" b="1" dirty="0">
                  <a:solidFill>
                    <a:srgbClr val="BF0103"/>
                  </a:solidFill>
                  <a:latin typeface="Rockwell" pitchFamily="18" charset="0"/>
                </a:rPr>
                <a:t>S6</a:t>
              </a:r>
            </a:p>
          </p:txBody>
        </p:sp>
        <p:sp>
          <p:nvSpPr>
            <p:cNvPr id="76" name="TextBox 75">
              <a:extLst>
                <a:ext uri="{FF2B5EF4-FFF2-40B4-BE49-F238E27FC236}">
                  <a16:creationId xmlns:a16="http://schemas.microsoft.com/office/drawing/2014/main" id="{A7C6D08C-0F72-4B4D-BC67-50CEEF766542}"/>
                </a:ext>
              </a:extLst>
            </p:cNvPr>
            <p:cNvSpPr txBox="1"/>
            <p:nvPr/>
          </p:nvSpPr>
          <p:spPr>
            <a:xfrm>
              <a:off x="2492530" y="1025034"/>
              <a:ext cx="314150" cy="211382"/>
            </a:xfrm>
            <a:prstGeom prst="rect">
              <a:avLst/>
            </a:prstGeom>
            <a:noFill/>
          </p:spPr>
          <p:txBody>
            <a:bodyPr wrap="square" lIns="68580" tIns="34290" rIns="68580" bIns="34290" rtlCol="0">
              <a:spAutoFit/>
            </a:bodyPr>
            <a:lstStyle/>
            <a:p>
              <a:pPr algn="ctr" defTabSz="914378"/>
              <a:r>
                <a:rPr lang="en-GB" sz="900" b="1" dirty="0">
                  <a:solidFill>
                    <a:srgbClr val="BF0103"/>
                  </a:solidFill>
                  <a:latin typeface="Rockwell" pitchFamily="18" charset="0"/>
                </a:rPr>
                <a:t>S7</a:t>
              </a:r>
            </a:p>
          </p:txBody>
        </p:sp>
        <p:sp>
          <p:nvSpPr>
            <p:cNvPr id="77" name="TextBox 76">
              <a:extLst>
                <a:ext uri="{FF2B5EF4-FFF2-40B4-BE49-F238E27FC236}">
                  <a16:creationId xmlns:a16="http://schemas.microsoft.com/office/drawing/2014/main" id="{EC7CCE66-6DAF-49C1-84D4-18F455AE4AAF}"/>
                </a:ext>
              </a:extLst>
            </p:cNvPr>
            <p:cNvSpPr txBox="1"/>
            <p:nvPr/>
          </p:nvSpPr>
          <p:spPr>
            <a:xfrm>
              <a:off x="3520855" y="1025034"/>
              <a:ext cx="314150" cy="211382"/>
            </a:xfrm>
            <a:prstGeom prst="rect">
              <a:avLst/>
            </a:prstGeom>
            <a:noFill/>
          </p:spPr>
          <p:txBody>
            <a:bodyPr wrap="square" lIns="68580" tIns="34290" rIns="68580" bIns="34290" rtlCol="0">
              <a:spAutoFit/>
            </a:bodyPr>
            <a:lstStyle/>
            <a:p>
              <a:pPr algn="ctr" defTabSz="914378"/>
              <a:r>
                <a:rPr lang="en-GB" sz="900" b="1" dirty="0">
                  <a:solidFill>
                    <a:srgbClr val="BF0103"/>
                  </a:solidFill>
                  <a:latin typeface="Rockwell" pitchFamily="18" charset="0"/>
                </a:rPr>
                <a:t>S8</a:t>
              </a:r>
            </a:p>
          </p:txBody>
        </p:sp>
      </p:grpSp>
      <p:sp>
        <p:nvSpPr>
          <p:cNvPr id="78" name="Rounded Rectangle 27">
            <a:extLst>
              <a:ext uri="{FF2B5EF4-FFF2-40B4-BE49-F238E27FC236}">
                <a16:creationId xmlns:a16="http://schemas.microsoft.com/office/drawing/2014/main" id="{82F321D2-799D-43C8-894A-60FDC879806D}"/>
              </a:ext>
            </a:extLst>
          </p:cNvPr>
          <p:cNvSpPr/>
          <p:nvPr/>
        </p:nvSpPr>
        <p:spPr>
          <a:xfrm rot="16200000">
            <a:off x="1466731" y="3590524"/>
            <a:ext cx="2632893" cy="278657"/>
          </a:xfrm>
          <a:prstGeom prst="roundRect">
            <a:avLst/>
          </a:prstGeom>
          <a:solidFill>
            <a:srgbClr val="ED7D31"/>
          </a:solidFill>
          <a:ln w="9525" cap="flat" cmpd="sng" algn="ctr">
            <a:noFill/>
            <a:prstDash val="solid"/>
          </a:ln>
          <a:effectLst>
            <a:outerShdw blurRad="50800" dist="38100" dir="5400000" algn="t" rotWithShape="0">
              <a:prstClr val="black">
                <a:alpha val="25000"/>
              </a:prstClr>
            </a:outerShdw>
          </a:effectLst>
        </p:spPr>
        <p:txBody>
          <a:bodyPr lIns="68580" tIns="34290" rIns="68580" bIns="34290" rtlCol="0" anchor="ctr"/>
          <a:lstStyle/>
          <a:p>
            <a:pPr algn="ctr" defTabSz="914378"/>
            <a:r>
              <a:rPr lang="en-US" sz="1200" b="1" kern="0" dirty="0">
                <a:solidFill>
                  <a:prstClr val="white"/>
                </a:solidFill>
                <a:latin typeface="Calibri"/>
              </a:rPr>
              <a:t>Iteration 2</a:t>
            </a:r>
          </a:p>
        </p:txBody>
      </p:sp>
      <p:grpSp>
        <p:nvGrpSpPr>
          <p:cNvPr id="81" name="Group 80">
            <a:extLst>
              <a:ext uri="{FF2B5EF4-FFF2-40B4-BE49-F238E27FC236}">
                <a16:creationId xmlns:a16="http://schemas.microsoft.com/office/drawing/2014/main" id="{4387798F-5730-4D41-82A2-21D10F0F693C}"/>
              </a:ext>
            </a:extLst>
          </p:cNvPr>
          <p:cNvGrpSpPr/>
          <p:nvPr/>
        </p:nvGrpSpPr>
        <p:grpSpPr>
          <a:xfrm>
            <a:off x="318682" y="2863517"/>
            <a:ext cx="1214631" cy="2112513"/>
            <a:chOff x="347347" y="2649682"/>
            <a:chExt cx="1472827" cy="2112513"/>
          </a:xfrm>
        </p:grpSpPr>
        <p:sp>
          <p:nvSpPr>
            <p:cNvPr id="82" name="Line Callout 2 (Accent Bar) 60">
              <a:extLst>
                <a:ext uri="{FF2B5EF4-FFF2-40B4-BE49-F238E27FC236}">
                  <a16:creationId xmlns:a16="http://schemas.microsoft.com/office/drawing/2014/main" id="{02BFBEB7-23B3-4889-B571-BD899F8AF2E6}"/>
                </a:ext>
              </a:extLst>
            </p:cNvPr>
            <p:cNvSpPr/>
            <p:nvPr/>
          </p:nvSpPr>
          <p:spPr bwMode="auto">
            <a:xfrm>
              <a:off x="347347" y="3078747"/>
              <a:ext cx="1294897" cy="1683448"/>
            </a:xfrm>
            <a:prstGeom prst="accentCallout2">
              <a:avLst>
                <a:gd name="adj1" fmla="val -605"/>
                <a:gd name="adj2" fmla="val 5299"/>
                <a:gd name="adj3" fmla="val -19126"/>
                <a:gd name="adj4" fmla="val 31953"/>
                <a:gd name="adj5" fmla="val -19749"/>
                <a:gd name="adj6" fmla="val 32141"/>
              </a:avLst>
            </a:prstGeom>
            <a:solidFill>
              <a:srgbClr val="FFFFFF"/>
            </a:solidFill>
            <a:ln w="6350" cap="flat" cmpd="sng" algn="ctr">
              <a:solidFill>
                <a:schemeClr val="accent5"/>
              </a:solidFill>
              <a:prstDash val="solid"/>
              <a:miter lim="800000"/>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defTabSz="914378"/>
              <a:r>
                <a:rPr lang="en-US" sz="800" b="1" kern="0" dirty="0">
                  <a:latin typeface="Segoe UI" panose="020B0502040204020203" pitchFamily="34" charset="0"/>
                  <a:cs typeface="Segoe UI" panose="020B0502040204020203" pitchFamily="34" charset="0"/>
                </a:rPr>
                <a:t>Activities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Use Case </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UX Design </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Review </a:t>
              </a:r>
            </a:p>
            <a:p>
              <a:pPr defTabSz="914378"/>
              <a:endParaRPr lang="en-US" sz="800" kern="0" dirty="0">
                <a:latin typeface="Segoe UI" panose="020B0502040204020203" pitchFamily="34" charset="0"/>
                <a:cs typeface="Segoe UI" panose="020B0502040204020203" pitchFamily="34" charset="0"/>
              </a:endParaRPr>
            </a:p>
            <a:p>
              <a:pPr defTabSz="914378"/>
              <a:r>
                <a:rPr lang="en-US" sz="800" b="1" kern="0" dirty="0">
                  <a:latin typeface="Segoe UI" panose="020B0502040204020203" pitchFamily="34" charset="0"/>
                  <a:cs typeface="Segoe UI" panose="020B0502040204020203" pitchFamily="34" charset="0"/>
                </a:rPr>
                <a:t>Artifacts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Use Cases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Design Prototype</a:t>
              </a:r>
            </a:p>
            <a:p>
              <a:pPr defTabSz="914378"/>
              <a:endParaRPr lang="en-US" sz="800" kern="0" dirty="0">
                <a:latin typeface="Segoe UI" panose="020B0502040204020203" pitchFamily="34" charset="0"/>
                <a:cs typeface="Segoe UI" panose="020B0502040204020203" pitchFamily="34" charset="0"/>
              </a:endParaRPr>
            </a:p>
          </p:txBody>
        </p:sp>
        <p:sp>
          <p:nvSpPr>
            <p:cNvPr id="83" name="Rounded Rectangle 88">
              <a:extLst>
                <a:ext uri="{FF2B5EF4-FFF2-40B4-BE49-F238E27FC236}">
                  <a16:creationId xmlns:a16="http://schemas.microsoft.com/office/drawing/2014/main" id="{43DA025D-8219-4CD7-8B54-B3FB006C73E4}"/>
                </a:ext>
              </a:extLst>
            </p:cNvPr>
            <p:cNvSpPr/>
            <p:nvPr/>
          </p:nvSpPr>
          <p:spPr>
            <a:xfrm>
              <a:off x="771964" y="2649682"/>
              <a:ext cx="1048210" cy="353700"/>
            </a:xfrm>
            <a:prstGeom prst="roundRect">
              <a:avLst/>
            </a:prstGeom>
            <a:solidFill>
              <a:schemeClr val="accent1">
                <a:lumMod val="20000"/>
                <a:lumOff val="80000"/>
              </a:schemeClr>
            </a:solidFill>
            <a:ln w="9525" cap="flat" cmpd="sng" algn="ctr">
              <a:solidFill>
                <a:schemeClr val="accent1">
                  <a:lumMod val="40000"/>
                  <a:lumOff val="60000"/>
                </a:schemeClr>
              </a:solidFill>
              <a:prstDash val="dashDot"/>
            </a:ln>
            <a:effectLst/>
          </p:spPr>
          <p:txBody>
            <a:bodyPr lIns="68580" tIns="34290" rIns="68580" bIns="34290" rtlCol="0" anchor="ctr"/>
            <a:lstStyle/>
            <a:p>
              <a:pPr defTabSz="914378">
                <a:defRPr/>
              </a:pPr>
              <a:r>
                <a:rPr lang="en-US" sz="1050" kern="0" dirty="0">
                  <a:latin typeface="Calibri"/>
                </a:rPr>
                <a:t>Use Case</a:t>
              </a:r>
            </a:p>
          </p:txBody>
        </p:sp>
      </p:grpSp>
      <p:cxnSp>
        <p:nvCxnSpPr>
          <p:cNvPr id="84" name="Straight Connector 83">
            <a:extLst>
              <a:ext uri="{FF2B5EF4-FFF2-40B4-BE49-F238E27FC236}">
                <a16:creationId xmlns:a16="http://schemas.microsoft.com/office/drawing/2014/main" id="{E7000C3A-4156-4239-A4E7-817A4539E179}"/>
              </a:ext>
            </a:extLst>
          </p:cNvPr>
          <p:cNvCxnSpPr/>
          <p:nvPr/>
        </p:nvCxnSpPr>
        <p:spPr>
          <a:xfrm flipH="1">
            <a:off x="6729915" y="1010242"/>
            <a:ext cx="7538" cy="2882494"/>
          </a:xfrm>
          <a:prstGeom prst="line">
            <a:avLst/>
          </a:prstGeom>
          <a:ln w="6350">
            <a:solidFill>
              <a:schemeClr val="tx2">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grpSp>
        <p:nvGrpSpPr>
          <p:cNvPr id="88" name="Group 87">
            <a:extLst>
              <a:ext uri="{FF2B5EF4-FFF2-40B4-BE49-F238E27FC236}">
                <a16:creationId xmlns:a16="http://schemas.microsoft.com/office/drawing/2014/main" id="{87B3F88A-A8E7-4579-9A96-1617E633434F}"/>
              </a:ext>
            </a:extLst>
          </p:cNvPr>
          <p:cNvGrpSpPr/>
          <p:nvPr/>
        </p:nvGrpSpPr>
        <p:grpSpPr>
          <a:xfrm>
            <a:off x="5678550" y="2836479"/>
            <a:ext cx="1485345" cy="2112513"/>
            <a:chOff x="347347" y="2649682"/>
            <a:chExt cx="1472827" cy="2112513"/>
          </a:xfrm>
        </p:grpSpPr>
        <p:sp>
          <p:nvSpPr>
            <p:cNvPr id="90" name="Line Callout 2 (Accent Bar) 60">
              <a:extLst>
                <a:ext uri="{FF2B5EF4-FFF2-40B4-BE49-F238E27FC236}">
                  <a16:creationId xmlns:a16="http://schemas.microsoft.com/office/drawing/2014/main" id="{79664944-14D3-4591-8A64-67D94831D1D3}"/>
                </a:ext>
              </a:extLst>
            </p:cNvPr>
            <p:cNvSpPr/>
            <p:nvPr/>
          </p:nvSpPr>
          <p:spPr bwMode="auto">
            <a:xfrm>
              <a:off x="347347" y="3078747"/>
              <a:ext cx="1294897" cy="1683448"/>
            </a:xfrm>
            <a:prstGeom prst="accentCallout2">
              <a:avLst>
                <a:gd name="adj1" fmla="val -605"/>
                <a:gd name="adj2" fmla="val 5299"/>
                <a:gd name="adj3" fmla="val -19126"/>
                <a:gd name="adj4" fmla="val 31953"/>
                <a:gd name="adj5" fmla="val -19749"/>
                <a:gd name="adj6" fmla="val 32141"/>
              </a:avLst>
            </a:prstGeom>
            <a:solidFill>
              <a:srgbClr val="FFFFFF"/>
            </a:solidFill>
            <a:ln w="6350" cap="flat" cmpd="sng" algn="ctr">
              <a:solidFill>
                <a:schemeClr val="accent5"/>
              </a:solidFill>
              <a:prstDash val="solid"/>
              <a:miter lim="800000"/>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defTabSz="914378"/>
              <a:r>
                <a:rPr lang="en-US" sz="800" b="1" kern="0" dirty="0">
                  <a:latin typeface="Segoe UI" panose="020B0502040204020203" pitchFamily="34" charset="0"/>
                  <a:cs typeface="Segoe UI" panose="020B0502040204020203" pitchFamily="34" charset="0"/>
                </a:rPr>
                <a:t>Activities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Implement IT3 Modules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Feed Back / Changes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User Guide</a:t>
              </a:r>
            </a:p>
            <a:p>
              <a:pPr defTabSz="914378"/>
              <a:endParaRPr lang="en-US" sz="800" kern="0" dirty="0">
                <a:latin typeface="Segoe UI" panose="020B0502040204020203" pitchFamily="34" charset="0"/>
                <a:cs typeface="Segoe UI" panose="020B0502040204020203" pitchFamily="34" charset="0"/>
              </a:endParaRPr>
            </a:p>
            <a:p>
              <a:pPr defTabSz="914378"/>
              <a:r>
                <a:rPr lang="en-US" sz="800" b="1" kern="0" dirty="0">
                  <a:latin typeface="Segoe UI" panose="020B0502040204020203" pitchFamily="34" charset="0"/>
                  <a:cs typeface="Segoe UI" panose="020B0502040204020203" pitchFamily="34" charset="0"/>
                </a:rPr>
                <a:t>Artifacts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IT3 Modules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User Guide</a:t>
              </a:r>
            </a:p>
            <a:p>
              <a:pPr defTabSz="914378"/>
              <a:endParaRPr lang="en-US" sz="800" kern="0" dirty="0">
                <a:latin typeface="Segoe UI" panose="020B0502040204020203" pitchFamily="34" charset="0"/>
                <a:cs typeface="Segoe UI" panose="020B0502040204020203" pitchFamily="34" charset="0"/>
              </a:endParaRPr>
            </a:p>
          </p:txBody>
        </p:sp>
        <p:sp>
          <p:nvSpPr>
            <p:cNvPr id="91" name="Rounded Rectangle 88">
              <a:extLst>
                <a:ext uri="{FF2B5EF4-FFF2-40B4-BE49-F238E27FC236}">
                  <a16:creationId xmlns:a16="http://schemas.microsoft.com/office/drawing/2014/main" id="{D8C10DEA-4B08-448F-BB8D-4EB2C2EFEA95}"/>
                </a:ext>
              </a:extLst>
            </p:cNvPr>
            <p:cNvSpPr/>
            <p:nvPr/>
          </p:nvSpPr>
          <p:spPr>
            <a:xfrm>
              <a:off x="771964" y="2649682"/>
              <a:ext cx="1048210" cy="353700"/>
            </a:xfrm>
            <a:prstGeom prst="roundRect">
              <a:avLst/>
            </a:prstGeom>
            <a:solidFill>
              <a:schemeClr val="accent1">
                <a:lumMod val="20000"/>
                <a:lumOff val="80000"/>
              </a:schemeClr>
            </a:solidFill>
            <a:ln w="9525" cap="flat" cmpd="sng" algn="ctr">
              <a:gradFill flip="none" rotWithShape="1">
                <a:gsLst>
                  <a:gs pos="0">
                    <a:srgbClr val="70AD46">
                      <a:lumMod val="60000"/>
                      <a:lumOff val="40000"/>
                    </a:srgbClr>
                  </a:gs>
                  <a:gs pos="50000">
                    <a:srgbClr val="70AD46">
                      <a:lumMod val="20000"/>
                      <a:lumOff val="80000"/>
                    </a:srgbClr>
                  </a:gs>
                  <a:gs pos="100000">
                    <a:srgbClr val="70AD46">
                      <a:lumMod val="60000"/>
                      <a:lumOff val="40000"/>
                    </a:srgbClr>
                  </a:gs>
                </a:gsLst>
                <a:lin ang="0" scaled="1"/>
                <a:tileRect/>
              </a:gradFill>
              <a:prstDash val="dashDot"/>
            </a:ln>
            <a:effectLst/>
          </p:spPr>
          <p:txBody>
            <a:bodyPr lIns="68580" tIns="34290" rIns="68580" bIns="34290" rtlCol="0" anchor="ctr"/>
            <a:lstStyle/>
            <a:p>
              <a:pPr defTabSz="914378">
                <a:defRPr/>
              </a:pPr>
              <a:r>
                <a:rPr lang="en-US" sz="1050" kern="0" dirty="0">
                  <a:latin typeface="Calibri"/>
                </a:rPr>
                <a:t>Implementation</a:t>
              </a:r>
            </a:p>
          </p:txBody>
        </p:sp>
      </p:grpSp>
      <p:grpSp>
        <p:nvGrpSpPr>
          <p:cNvPr id="96" name="Group 95">
            <a:extLst>
              <a:ext uri="{FF2B5EF4-FFF2-40B4-BE49-F238E27FC236}">
                <a16:creationId xmlns:a16="http://schemas.microsoft.com/office/drawing/2014/main" id="{16B8B4F1-9F30-46C4-83C8-370586282716}"/>
              </a:ext>
            </a:extLst>
          </p:cNvPr>
          <p:cNvGrpSpPr/>
          <p:nvPr/>
        </p:nvGrpSpPr>
        <p:grpSpPr>
          <a:xfrm>
            <a:off x="7866667" y="2901078"/>
            <a:ext cx="1127520" cy="2112513"/>
            <a:chOff x="347347" y="2649682"/>
            <a:chExt cx="1472827" cy="2112513"/>
          </a:xfrm>
        </p:grpSpPr>
        <p:sp>
          <p:nvSpPr>
            <p:cNvPr id="102" name="Line Callout 2 (Accent Bar) 60">
              <a:extLst>
                <a:ext uri="{FF2B5EF4-FFF2-40B4-BE49-F238E27FC236}">
                  <a16:creationId xmlns:a16="http://schemas.microsoft.com/office/drawing/2014/main" id="{EA10423D-6195-40BD-9D77-BF4368F94492}"/>
                </a:ext>
              </a:extLst>
            </p:cNvPr>
            <p:cNvSpPr/>
            <p:nvPr/>
          </p:nvSpPr>
          <p:spPr bwMode="auto">
            <a:xfrm>
              <a:off x="347347" y="3078747"/>
              <a:ext cx="1294897" cy="1683448"/>
            </a:xfrm>
            <a:prstGeom prst="accentCallout2">
              <a:avLst>
                <a:gd name="adj1" fmla="val -605"/>
                <a:gd name="adj2" fmla="val 5299"/>
                <a:gd name="adj3" fmla="val -19126"/>
                <a:gd name="adj4" fmla="val 31953"/>
                <a:gd name="adj5" fmla="val -19749"/>
                <a:gd name="adj6" fmla="val 32141"/>
              </a:avLst>
            </a:prstGeom>
            <a:solidFill>
              <a:srgbClr val="FFFFFF"/>
            </a:solidFill>
            <a:ln w="6350" cap="flat" cmpd="sng" algn="ctr">
              <a:solidFill>
                <a:schemeClr val="accent5"/>
              </a:solidFill>
              <a:prstDash val="solid"/>
              <a:miter lim="800000"/>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defTabSz="914378"/>
              <a:r>
                <a:rPr lang="en-US" sz="800" b="1" kern="0" dirty="0">
                  <a:latin typeface="Segoe UI" panose="020B0502040204020203" pitchFamily="34" charset="0"/>
                  <a:cs typeface="Segoe UI" panose="020B0502040204020203" pitchFamily="34" charset="0"/>
                </a:rPr>
                <a:t>Activities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Test / Change</a:t>
              </a:r>
            </a:p>
            <a:p>
              <a:pPr defTabSz="914378"/>
              <a:endParaRPr lang="en-US" sz="800" kern="0" dirty="0">
                <a:latin typeface="Segoe UI" panose="020B0502040204020203" pitchFamily="34" charset="0"/>
                <a:cs typeface="Segoe UI" panose="020B0502040204020203" pitchFamily="34" charset="0"/>
              </a:endParaRPr>
            </a:p>
            <a:p>
              <a:pPr defTabSz="914378"/>
              <a:r>
                <a:rPr lang="en-US" sz="800" b="1" kern="0" dirty="0">
                  <a:latin typeface="Segoe UI" panose="020B0502040204020203" pitchFamily="34" charset="0"/>
                  <a:cs typeface="Segoe UI" panose="020B0502040204020203" pitchFamily="34" charset="0"/>
                </a:rPr>
                <a:t>Artifacts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ATP results</a:t>
              </a:r>
            </a:p>
            <a:p>
              <a:pPr defTabSz="914378"/>
              <a:endParaRPr lang="en-US" sz="800" kern="0" dirty="0">
                <a:latin typeface="Segoe UI" panose="020B0502040204020203" pitchFamily="34" charset="0"/>
                <a:cs typeface="Segoe UI" panose="020B0502040204020203" pitchFamily="34" charset="0"/>
              </a:endParaRPr>
            </a:p>
          </p:txBody>
        </p:sp>
        <p:sp>
          <p:nvSpPr>
            <p:cNvPr id="103" name="Rounded Rectangle 88">
              <a:extLst>
                <a:ext uri="{FF2B5EF4-FFF2-40B4-BE49-F238E27FC236}">
                  <a16:creationId xmlns:a16="http://schemas.microsoft.com/office/drawing/2014/main" id="{26B1373C-169A-42A0-B251-A50A5461773F}"/>
                </a:ext>
              </a:extLst>
            </p:cNvPr>
            <p:cNvSpPr/>
            <p:nvPr/>
          </p:nvSpPr>
          <p:spPr>
            <a:xfrm>
              <a:off x="771964" y="2649682"/>
              <a:ext cx="1048210" cy="353700"/>
            </a:xfrm>
            <a:prstGeom prst="roundRect">
              <a:avLst/>
            </a:prstGeom>
            <a:solidFill>
              <a:schemeClr val="accent1">
                <a:lumMod val="20000"/>
                <a:lumOff val="80000"/>
              </a:schemeClr>
            </a:solidFill>
            <a:ln w="9525" cap="flat" cmpd="sng" algn="ctr">
              <a:gradFill flip="none" rotWithShape="1">
                <a:gsLst>
                  <a:gs pos="0">
                    <a:srgbClr val="70AD46">
                      <a:lumMod val="60000"/>
                      <a:lumOff val="40000"/>
                    </a:srgbClr>
                  </a:gs>
                  <a:gs pos="50000">
                    <a:srgbClr val="70AD46">
                      <a:lumMod val="20000"/>
                      <a:lumOff val="80000"/>
                    </a:srgbClr>
                  </a:gs>
                  <a:gs pos="100000">
                    <a:srgbClr val="70AD46">
                      <a:lumMod val="60000"/>
                      <a:lumOff val="40000"/>
                    </a:srgbClr>
                  </a:gs>
                </a:gsLst>
                <a:lin ang="0" scaled="1"/>
                <a:tileRect/>
              </a:gradFill>
              <a:prstDash val="dashDot"/>
            </a:ln>
            <a:effectLst/>
          </p:spPr>
          <p:txBody>
            <a:bodyPr lIns="68580" tIns="34290" rIns="68580" bIns="34290" rtlCol="0" anchor="ctr"/>
            <a:lstStyle/>
            <a:p>
              <a:pPr defTabSz="914378">
                <a:defRPr/>
              </a:pPr>
              <a:r>
                <a:rPr lang="en-US" sz="1050" kern="0" dirty="0">
                  <a:latin typeface="Calibri"/>
                </a:rPr>
                <a:t>Verification</a:t>
              </a:r>
            </a:p>
          </p:txBody>
        </p:sp>
      </p:grpSp>
      <p:sp>
        <p:nvSpPr>
          <p:cNvPr id="114" name="Rounded Rectangle 107">
            <a:extLst>
              <a:ext uri="{FF2B5EF4-FFF2-40B4-BE49-F238E27FC236}">
                <a16:creationId xmlns:a16="http://schemas.microsoft.com/office/drawing/2014/main" id="{F39BC78B-72E3-4B85-9119-864319AD6897}"/>
              </a:ext>
            </a:extLst>
          </p:cNvPr>
          <p:cNvSpPr/>
          <p:nvPr/>
        </p:nvSpPr>
        <p:spPr>
          <a:xfrm>
            <a:off x="5810931" y="1654792"/>
            <a:ext cx="3100003" cy="274986"/>
          </a:xfrm>
          <a:prstGeom prst="roundRect">
            <a:avLst/>
          </a:prstGeom>
          <a:solidFill>
            <a:srgbClr val="00B050"/>
          </a:solidFill>
          <a:ln w="9525" cap="flat" cmpd="sng" algn="ctr">
            <a:gradFill flip="none" rotWithShape="1">
              <a:gsLst>
                <a:gs pos="0">
                  <a:srgbClr val="70AD46">
                    <a:lumMod val="60000"/>
                    <a:lumOff val="40000"/>
                  </a:srgbClr>
                </a:gs>
                <a:gs pos="50000">
                  <a:srgbClr val="70AD46">
                    <a:lumMod val="20000"/>
                    <a:lumOff val="80000"/>
                  </a:srgbClr>
                </a:gs>
                <a:gs pos="100000">
                  <a:srgbClr val="70AD46">
                    <a:lumMod val="60000"/>
                    <a:lumOff val="40000"/>
                  </a:srgbClr>
                </a:gs>
              </a:gsLst>
              <a:lin ang="0" scaled="1"/>
              <a:tileRect/>
            </a:gradFill>
            <a:prstDash val="solid"/>
          </a:ln>
          <a:effectLst/>
        </p:spPr>
        <p:txBody>
          <a:bodyPr lIns="68580" tIns="34290" rIns="68580" bIns="34290" rtlCol="0" anchor="ctr"/>
          <a:lstStyle/>
          <a:p>
            <a:pPr algn="ctr" defTabSz="914378">
              <a:defRPr/>
            </a:pPr>
            <a:r>
              <a:rPr lang="en-US" sz="1200" kern="0" dirty="0">
                <a:solidFill>
                  <a:prstClr val="white"/>
                </a:solidFill>
                <a:latin typeface="Calibri"/>
              </a:rPr>
              <a:t>Production Movement Sprints</a:t>
            </a:r>
          </a:p>
        </p:txBody>
      </p:sp>
      <p:sp>
        <p:nvSpPr>
          <p:cNvPr id="67" name="Rectangle 66">
            <a:extLst>
              <a:ext uri="{FF2B5EF4-FFF2-40B4-BE49-F238E27FC236}">
                <a16:creationId xmlns:a16="http://schemas.microsoft.com/office/drawing/2014/main" id="{0FAE5F2E-302D-413C-A3D4-415807BD77F1}"/>
              </a:ext>
            </a:extLst>
          </p:cNvPr>
          <p:cNvSpPr/>
          <p:nvPr/>
        </p:nvSpPr>
        <p:spPr>
          <a:xfrm>
            <a:off x="1788913" y="286954"/>
            <a:ext cx="5572020" cy="430887"/>
          </a:xfrm>
          <a:prstGeom prst="rect">
            <a:avLst/>
          </a:prstGeom>
        </p:spPr>
        <p:txBody>
          <a:bodyPr wrap="square" lIns="0">
            <a:spAutoFit/>
          </a:bodyPr>
          <a:lstStyle/>
          <a:p>
            <a:pPr algn="ctr"/>
            <a:r>
              <a:rPr lang="en-US" sz="2200" b="1" dirty="0">
                <a:solidFill>
                  <a:schemeClr val="accent1"/>
                </a:solidFill>
                <a:latin typeface="Raleway SemiBold" panose="020B0503030101060003" pitchFamily="34" charset="77"/>
              </a:rPr>
              <a:t>Sample </a:t>
            </a:r>
            <a:r>
              <a:rPr lang="en-US" sz="2200" b="1" dirty="0">
                <a:solidFill>
                  <a:schemeClr val="tx1">
                    <a:lumMod val="90000"/>
                    <a:lumOff val="10000"/>
                  </a:schemeClr>
                </a:solidFill>
                <a:latin typeface="Raleway SemiBold" panose="020B0503030101060003" pitchFamily="34" charset="77"/>
              </a:rPr>
              <a:t>Project Timeline</a:t>
            </a:r>
          </a:p>
        </p:txBody>
      </p:sp>
      <p:sp>
        <p:nvSpPr>
          <p:cNvPr id="72" name="TextBox 71">
            <a:extLst>
              <a:ext uri="{FF2B5EF4-FFF2-40B4-BE49-F238E27FC236}">
                <a16:creationId xmlns:a16="http://schemas.microsoft.com/office/drawing/2014/main" id="{A58EDD76-93A4-402E-BC09-AB4F9E9B84D2}"/>
              </a:ext>
            </a:extLst>
          </p:cNvPr>
          <p:cNvSpPr txBox="1"/>
          <p:nvPr/>
        </p:nvSpPr>
        <p:spPr>
          <a:xfrm>
            <a:off x="3494638" y="69247"/>
            <a:ext cx="2154725" cy="161583"/>
          </a:xfrm>
          <a:prstGeom prst="rect">
            <a:avLst/>
          </a:prstGeom>
          <a:noFill/>
        </p:spPr>
        <p:txBody>
          <a:bodyPr wrap="square" lIns="0" tIns="0" rIns="0" bIns="0" rtlCol="0">
            <a:spAutoFit/>
          </a:bodyPr>
          <a:lstStyle/>
          <a:p>
            <a:pPr algn="ctr"/>
            <a:r>
              <a:rPr lang="en-US" sz="1050" dirty="0">
                <a:solidFill>
                  <a:srgbClr val="FFFFFF"/>
                </a:solidFill>
                <a:latin typeface="Raleway Medium" panose="020B0503030101060003" pitchFamily="34" charset="77"/>
                <a:ea typeface="Roboto" panose="02000000000000000000" pitchFamily="2" charset="0"/>
                <a:cs typeface="Open Sans" panose="020B0606030504020204" pitchFamily="34" charset="0"/>
              </a:rPr>
              <a:t>Timeline</a:t>
            </a:r>
          </a:p>
        </p:txBody>
      </p:sp>
      <p:grpSp>
        <p:nvGrpSpPr>
          <p:cNvPr id="10" name="Group 9">
            <a:extLst>
              <a:ext uri="{FF2B5EF4-FFF2-40B4-BE49-F238E27FC236}">
                <a16:creationId xmlns:a16="http://schemas.microsoft.com/office/drawing/2014/main" id="{68E719DC-D9E6-4917-99F6-0C880425CB7F}"/>
              </a:ext>
            </a:extLst>
          </p:cNvPr>
          <p:cNvGrpSpPr/>
          <p:nvPr/>
        </p:nvGrpSpPr>
        <p:grpSpPr>
          <a:xfrm>
            <a:off x="1195979" y="3027926"/>
            <a:ext cx="1472742" cy="2112513"/>
            <a:chOff x="347347" y="2649682"/>
            <a:chExt cx="1466030" cy="2112513"/>
          </a:xfrm>
        </p:grpSpPr>
        <p:sp>
          <p:nvSpPr>
            <p:cNvPr id="61" name="Line Callout 2 (Accent Bar) 60"/>
            <p:cNvSpPr/>
            <p:nvPr/>
          </p:nvSpPr>
          <p:spPr bwMode="auto">
            <a:xfrm>
              <a:off x="347347" y="3078747"/>
              <a:ext cx="1294897" cy="1683448"/>
            </a:xfrm>
            <a:prstGeom prst="accentCallout2">
              <a:avLst>
                <a:gd name="adj1" fmla="val -605"/>
                <a:gd name="adj2" fmla="val 5299"/>
                <a:gd name="adj3" fmla="val -19126"/>
                <a:gd name="adj4" fmla="val 31953"/>
                <a:gd name="adj5" fmla="val -19749"/>
                <a:gd name="adj6" fmla="val 32141"/>
              </a:avLst>
            </a:prstGeom>
            <a:solidFill>
              <a:srgbClr val="FFFFFF"/>
            </a:solidFill>
            <a:ln w="6350" cap="flat" cmpd="sng" algn="ctr">
              <a:solidFill>
                <a:schemeClr val="accent5"/>
              </a:solidFill>
              <a:prstDash val="solid"/>
              <a:miter lim="800000"/>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defTabSz="914378"/>
              <a:r>
                <a:rPr lang="en-US" sz="800" b="1" kern="0" dirty="0">
                  <a:latin typeface="Segoe UI" panose="020B0502040204020203" pitchFamily="34" charset="0"/>
                  <a:cs typeface="Segoe UI" panose="020B0502040204020203" pitchFamily="34" charset="0"/>
                </a:rPr>
                <a:t>Activities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Implement PH1 Modules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Deployment</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User Guide</a:t>
              </a:r>
            </a:p>
            <a:p>
              <a:pPr defTabSz="914378"/>
              <a:endParaRPr lang="en-US" sz="800" kern="0" dirty="0">
                <a:latin typeface="Segoe UI" panose="020B0502040204020203" pitchFamily="34" charset="0"/>
                <a:cs typeface="Segoe UI" panose="020B0502040204020203" pitchFamily="34" charset="0"/>
              </a:endParaRPr>
            </a:p>
            <a:p>
              <a:pPr defTabSz="914378"/>
              <a:r>
                <a:rPr lang="en-US" sz="800" b="1" kern="0" dirty="0">
                  <a:latin typeface="Segoe UI" panose="020B0502040204020203" pitchFamily="34" charset="0"/>
                  <a:cs typeface="Segoe UI" panose="020B0502040204020203" pitchFamily="34" charset="0"/>
                </a:rPr>
                <a:t>Artifacts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IT1 Modules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User Guide</a:t>
              </a:r>
            </a:p>
            <a:p>
              <a:pPr defTabSz="914378"/>
              <a:endParaRPr lang="en-US" sz="800" kern="0" dirty="0">
                <a:latin typeface="Segoe UI" panose="020B0502040204020203" pitchFamily="34" charset="0"/>
                <a:cs typeface="Segoe UI" panose="020B0502040204020203" pitchFamily="34" charset="0"/>
              </a:endParaRPr>
            </a:p>
          </p:txBody>
        </p:sp>
        <p:sp>
          <p:nvSpPr>
            <p:cNvPr id="89" name="Rounded Rectangle 88"/>
            <p:cNvSpPr/>
            <p:nvPr/>
          </p:nvSpPr>
          <p:spPr>
            <a:xfrm>
              <a:off x="771964" y="2649682"/>
              <a:ext cx="1041413" cy="353700"/>
            </a:xfrm>
            <a:prstGeom prst="roundRect">
              <a:avLst/>
            </a:prstGeom>
            <a:solidFill>
              <a:schemeClr val="accent1">
                <a:lumMod val="20000"/>
                <a:lumOff val="80000"/>
              </a:schemeClr>
            </a:solidFill>
            <a:ln w="9525" cap="flat" cmpd="sng" algn="ctr">
              <a:gradFill flip="none" rotWithShape="1">
                <a:gsLst>
                  <a:gs pos="0">
                    <a:srgbClr val="70AD46">
                      <a:lumMod val="60000"/>
                      <a:lumOff val="40000"/>
                    </a:srgbClr>
                  </a:gs>
                  <a:gs pos="50000">
                    <a:srgbClr val="70AD46">
                      <a:lumMod val="20000"/>
                      <a:lumOff val="80000"/>
                    </a:srgbClr>
                  </a:gs>
                  <a:gs pos="100000">
                    <a:srgbClr val="70AD46">
                      <a:lumMod val="60000"/>
                      <a:lumOff val="40000"/>
                    </a:srgbClr>
                  </a:gs>
                </a:gsLst>
                <a:lin ang="0" scaled="1"/>
                <a:tileRect/>
              </a:gradFill>
              <a:prstDash val="dashDot"/>
            </a:ln>
            <a:effectLst/>
          </p:spPr>
          <p:txBody>
            <a:bodyPr lIns="68580" tIns="34290" rIns="68580" bIns="34290" rtlCol="0" anchor="ctr"/>
            <a:lstStyle/>
            <a:p>
              <a:pPr defTabSz="914378">
                <a:defRPr/>
              </a:pPr>
              <a:r>
                <a:rPr lang="en-US" sz="1050" kern="0" dirty="0">
                  <a:latin typeface="Calibri"/>
                </a:rPr>
                <a:t>Implementation</a:t>
              </a:r>
            </a:p>
          </p:txBody>
        </p:sp>
      </p:grpSp>
      <p:grpSp>
        <p:nvGrpSpPr>
          <p:cNvPr id="93" name="Group 92">
            <a:extLst>
              <a:ext uri="{FF2B5EF4-FFF2-40B4-BE49-F238E27FC236}">
                <a16:creationId xmlns:a16="http://schemas.microsoft.com/office/drawing/2014/main" id="{7C22E445-7E50-481C-8EF6-DCC2C73C490F}"/>
              </a:ext>
            </a:extLst>
          </p:cNvPr>
          <p:cNvGrpSpPr/>
          <p:nvPr/>
        </p:nvGrpSpPr>
        <p:grpSpPr>
          <a:xfrm>
            <a:off x="2990474" y="2836479"/>
            <a:ext cx="2135341" cy="2112513"/>
            <a:chOff x="347347" y="2649682"/>
            <a:chExt cx="1466030" cy="2112513"/>
          </a:xfrm>
        </p:grpSpPr>
        <p:sp>
          <p:nvSpPr>
            <p:cNvPr id="94" name="Line Callout 2 (Accent Bar) 60">
              <a:extLst>
                <a:ext uri="{FF2B5EF4-FFF2-40B4-BE49-F238E27FC236}">
                  <a16:creationId xmlns:a16="http://schemas.microsoft.com/office/drawing/2014/main" id="{0D6D6DE6-15CC-4EA8-95D3-83D258E818AD}"/>
                </a:ext>
              </a:extLst>
            </p:cNvPr>
            <p:cNvSpPr/>
            <p:nvPr/>
          </p:nvSpPr>
          <p:spPr bwMode="auto">
            <a:xfrm>
              <a:off x="347347" y="3078747"/>
              <a:ext cx="1294897" cy="1683448"/>
            </a:xfrm>
            <a:prstGeom prst="accentCallout2">
              <a:avLst>
                <a:gd name="adj1" fmla="val -605"/>
                <a:gd name="adj2" fmla="val 5299"/>
                <a:gd name="adj3" fmla="val -19126"/>
                <a:gd name="adj4" fmla="val 31953"/>
                <a:gd name="adj5" fmla="val -19749"/>
                <a:gd name="adj6" fmla="val 32141"/>
              </a:avLst>
            </a:prstGeom>
            <a:solidFill>
              <a:srgbClr val="FFFFFF"/>
            </a:solidFill>
            <a:ln w="6350" cap="flat" cmpd="sng" algn="ctr">
              <a:solidFill>
                <a:schemeClr val="accent5"/>
              </a:solidFill>
              <a:prstDash val="solid"/>
              <a:miter lim="800000"/>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defTabSz="914378"/>
              <a:r>
                <a:rPr lang="en-US" sz="800" b="1" kern="0" dirty="0">
                  <a:latin typeface="Segoe UI" panose="020B0502040204020203" pitchFamily="34" charset="0"/>
                  <a:cs typeface="Segoe UI" panose="020B0502040204020203" pitchFamily="34" charset="0"/>
                </a:rPr>
                <a:t>Activities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Implement IT2 Modules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Deployment</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User Guide</a:t>
              </a:r>
            </a:p>
            <a:p>
              <a:pPr defTabSz="914378"/>
              <a:endParaRPr lang="en-US" sz="800" kern="0" dirty="0">
                <a:latin typeface="Segoe UI" panose="020B0502040204020203" pitchFamily="34" charset="0"/>
                <a:cs typeface="Segoe UI" panose="020B0502040204020203" pitchFamily="34" charset="0"/>
              </a:endParaRPr>
            </a:p>
            <a:p>
              <a:pPr defTabSz="914378"/>
              <a:r>
                <a:rPr lang="en-US" sz="800" b="1" kern="0" dirty="0">
                  <a:latin typeface="Segoe UI" panose="020B0502040204020203" pitchFamily="34" charset="0"/>
                  <a:cs typeface="Segoe UI" panose="020B0502040204020203" pitchFamily="34" charset="0"/>
                </a:rPr>
                <a:t>Artifacts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IT2 Modules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User Guide</a:t>
              </a:r>
            </a:p>
            <a:p>
              <a:pPr defTabSz="914378"/>
              <a:endParaRPr lang="en-US" sz="800" kern="0" dirty="0">
                <a:latin typeface="Segoe UI" panose="020B0502040204020203" pitchFamily="34" charset="0"/>
                <a:cs typeface="Segoe UI" panose="020B0502040204020203" pitchFamily="34" charset="0"/>
              </a:endParaRPr>
            </a:p>
          </p:txBody>
        </p:sp>
        <p:sp>
          <p:nvSpPr>
            <p:cNvPr id="95" name="Rounded Rectangle 88">
              <a:extLst>
                <a:ext uri="{FF2B5EF4-FFF2-40B4-BE49-F238E27FC236}">
                  <a16:creationId xmlns:a16="http://schemas.microsoft.com/office/drawing/2014/main" id="{B3824BDA-759E-45EE-967D-EC117BCC8A4D}"/>
                </a:ext>
              </a:extLst>
            </p:cNvPr>
            <p:cNvSpPr/>
            <p:nvPr/>
          </p:nvSpPr>
          <p:spPr>
            <a:xfrm>
              <a:off x="771964" y="2649682"/>
              <a:ext cx="1041413" cy="353700"/>
            </a:xfrm>
            <a:prstGeom prst="roundRect">
              <a:avLst/>
            </a:prstGeom>
            <a:solidFill>
              <a:schemeClr val="accent1">
                <a:lumMod val="20000"/>
                <a:lumOff val="80000"/>
              </a:schemeClr>
            </a:solidFill>
            <a:ln w="9525" cap="flat" cmpd="sng" algn="ctr">
              <a:gradFill flip="none" rotWithShape="1">
                <a:gsLst>
                  <a:gs pos="0">
                    <a:srgbClr val="70AD46">
                      <a:lumMod val="60000"/>
                      <a:lumOff val="40000"/>
                    </a:srgbClr>
                  </a:gs>
                  <a:gs pos="50000">
                    <a:srgbClr val="70AD46">
                      <a:lumMod val="20000"/>
                      <a:lumOff val="80000"/>
                    </a:srgbClr>
                  </a:gs>
                  <a:gs pos="100000">
                    <a:srgbClr val="70AD46">
                      <a:lumMod val="60000"/>
                      <a:lumOff val="40000"/>
                    </a:srgbClr>
                  </a:gs>
                </a:gsLst>
                <a:lin ang="0" scaled="1"/>
                <a:tileRect/>
              </a:gradFill>
              <a:prstDash val="dashDot"/>
            </a:ln>
            <a:effectLst/>
          </p:spPr>
          <p:txBody>
            <a:bodyPr lIns="68580" tIns="34290" rIns="68580" bIns="34290" rtlCol="0" anchor="ctr"/>
            <a:lstStyle/>
            <a:p>
              <a:pPr defTabSz="914378">
                <a:defRPr/>
              </a:pPr>
              <a:r>
                <a:rPr lang="en-US" sz="1050" kern="0" dirty="0">
                  <a:latin typeface="Calibri"/>
                </a:rPr>
                <a:t>Implementation</a:t>
              </a:r>
            </a:p>
          </p:txBody>
        </p:sp>
      </p:grpSp>
      <p:sp>
        <p:nvSpPr>
          <p:cNvPr id="97" name="Rounded Rectangle 27">
            <a:extLst>
              <a:ext uri="{FF2B5EF4-FFF2-40B4-BE49-F238E27FC236}">
                <a16:creationId xmlns:a16="http://schemas.microsoft.com/office/drawing/2014/main" id="{A13316E7-3369-4710-942E-DA1A44F5C7C7}"/>
              </a:ext>
            </a:extLst>
          </p:cNvPr>
          <p:cNvSpPr/>
          <p:nvPr/>
        </p:nvSpPr>
        <p:spPr>
          <a:xfrm rot="16200000">
            <a:off x="4208719" y="3654868"/>
            <a:ext cx="2632893" cy="278657"/>
          </a:xfrm>
          <a:prstGeom prst="roundRect">
            <a:avLst/>
          </a:prstGeom>
          <a:solidFill>
            <a:srgbClr val="ED7D31"/>
          </a:solidFill>
          <a:ln w="9525" cap="flat" cmpd="sng" algn="ctr">
            <a:noFill/>
            <a:prstDash val="solid"/>
          </a:ln>
          <a:effectLst>
            <a:outerShdw blurRad="50800" dist="38100" dir="5400000" algn="t" rotWithShape="0">
              <a:prstClr val="black">
                <a:alpha val="25000"/>
              </a:prstClr>
            </a:outerShdw>
          </a:effectLst>
        </p:spPr>
        <p:txBody>
          <a:bodyPr lIns="68580" tIns="34290" rIns="68580" bIns="34290" rtlCol="0" anchor="ctr"/>
          <a:lstStyle/>
          <a:p>
            <a:pPr algn="ctr" defTabSz="914378"/>
            <a:r>
              <a:rPr lang="en-US" sz="1200" b="1" kern="0" dirty="0">
                <a:solidFill>
                  <a:prstClr val="white"/>
                </a:solidFill>
                <a:latin typeface="Calibri"/>
              </a:rPr>
              <a:t>Iteration 3</a:t>
            </a:r>
          </a:p>
        </p:txBody>
      </p:sp>
      <p:sp>
        <p:nvSpPr>
          <p:cNvPr id="28" name="Rounded Rectangle 27"/>
          <p:cNvSpPr/>
          <p:nvPr/>
        </p:nvSpPr>
        <p:spPr>
          <a:xfrm rot="16200000">
            <a:off x="-1108429" y="3547527"/>
            <a:ext cx="2632893" cy="278657"/>
          </a:xfrm>
          <a:prstGeom prst="roundRect">
            <a:avLst/>
          </a:prstGeom>
          <a:solidFill>
            <a:srgbClr val="ED7D31"/>
          </a:solidFill>
          <a:ln w="9525" cap="flat" cmpd="sng" algn="ctr">
            <a:noFill/>
            <a:prstDash val="solid"/>
          </a:ln>
          <a:effectLst>
            <a:outerShdw blurRad="50800" dist="38100" dir="5400000" algn="t" rotWithShape="0">
              <a:prstClr val="black">
                <a:alpha val="25000"/>
              </a:prstClr>
            </a:outerShdw>
          </a:effectLst>
        </p:spPr>
        <p:txBody>
          <a:bodyPr lIns="68580" tIns="34290" rIns="68580" bIns="34290" rtlCol="0" anchor="ctr"/>
          <a:lstStyle/>
          <a:p>
            <a:pPr algn="ctr" defTabSz="914378"/>
            <a:r>
              <a:rPr lang="en-US" sz="1200" b="1" kern="0" dirty="0">
                <a:solidFill>
                  <a:prstClr val="white"/>
                </a:solidFill>
                <a:latin typeface="Calibri"/>
              </a:rPr>
              <a:t>Iteration 1</a:t>
            </a:r>
          </a:p>
        </p:txBody>
      </p:sp>
      <p:sp>
        <p:nvSpPr>
          <p:cNvPr id="74" name="Rounded Rectangle 29">
            <a:extLst>
              <a:ext uri="{FF2B5EF4-FFF2-40B4-BE49-F238E27FC236}">
                <a16:creationId xmlns:a16="http://schemas.microsoft.com/office/drawing/2014/main" id="{811F8220-8113-4922-961B-298ADEAED286}"/>
              </a:ext>
            </a:extLst>
          </p:cNvPr>
          <p:cNvSpPr/>
          <p:nvPr/>
        </p:nvSpPr>
        <p:spPr>
          <a:xfrm>
            <a:off x="3056974" y="2273800"/>
            <a:ext cx="2162034" cy="425798"/>
          </a:xfrm>
          <a:prstGeom prst="roundRect">
            <a:avLst/>
          </a:prstGeom>
          <a:solidFill>
            <a:schemeClr val="accent1">
              <a:lumMod val="20000"/>
              <a:lumOff val="80000"/>
            </a:schemeClr>
          </a:solidFill>
          <a:ln w="9525" cap="flat" cmpd="sng" algn="ctr">
            <a:gradFill flip="none" rotWithShape="1">
              <a:gsLst>
                <a:gs pos="0">
                  <a:srgbClr val="70AD46">
                    <a:lumMod val="60000"/>
                    <a:lumOff val="40000"/>
                  </a:srgbClr>
                </a:gs>
                <a:gs pos="50000">
                  <a:srgbClr val="70AD46">
                    <a:lumMod val="20000"/>
                    <a:lumOff val="80000"/>
                  </a:srgbClr>
                </a:gs>
                <a:gs pos="100000">
                  <a:srgbClr val="70AD46">
                    <a:lumMod val="60000"/>
                    <a:lumOff val="40000"/>
                  </a:srgbClr>
                </a:gs>
              </a:gsLst>
              <a:lin ang="0" scaled="1"/>
              <a:tileRect/>
            </a:gradFill>
            <a:prstDash val="dashDot"/>
          </a:ln>
          <a:effectLst/>
        </p:spPr>
        <p:txBody>
          <a:bodyPr lIns="68580" tIns="34290" rIns="68580" bIns="34290" rtlCol="0" anchor="ctr"/>
          <a:lstStyle/>
          <a:p>
            <a:pPr algn="ctr" defTabSz="914378">
              <a:defRPr/>
            </a:pPr>
            <a:r>
              <a:rPr lang="en-US" sz="1000" kern="0" dirty="0">
                <a:latin typeface="Calibri"/>
              </a:rPr>
              <a:t>Implementation  IT1 Modules</a:t>
            </a:r>
          </a:p>
        </p:txBody>
      </p:sp>
      <p:sp>
        <p:nvSpPr>
          <p:cNvPr id="85" name="Rounded Rectangle 29">
            <a:extLst>
              <a:ext uri="{FF2B5EF4-FFF2-40B4-BE49-F238E27FC236}">
                <a16:creationId xmlns:a16="http://schemas.microsoft.com/office/drawing/2014/main" id="{99966AB6-64F2-48E7-8EF6-F5A77A196823}"/>
              </a:ext>
            </a:extLst>
          </p:cNvPr>
          <p:cNvSpPr/>
          <p:nvPr/>
        </p:nvSpPr>
        <p:spPr>
          <a:xfrm>
            <a:off x="7989356" y="2247963"/>
            <a:ext cx="1091521" cy="425798"/>
          </a:xfrm>
          <a:prstGeom prst="roundRect">
            <a:avLst/>
          </a:prstGeom>
          <a:solidFill>
            <a:schemeClr val="accent1">
              <a:lumMod val="20000"/>
              <a:lumOff val="80000"/>
            </a:schemeClr>
          </a:solidFill>
          <a:ln w="9525" cap="flat" cmpd="sng" algn="ctr">
            <a:gradFill flip="none" rotWithShape="1">
              <a:gsLst>
                <a:gs pos="0">
                  <a:srgbClr val="70AD46">
                    <a:lumMod val="60000"/>
                    <a:lumOff val="40000"/>
                  </a:srgbClr>
                </a:gs>
                <a:gs pos="50000">
                  <a:srgbClr val="70AD46">
                    <a:lumMod val="20000"/>
                    <a:lumOff val="80000"/>
                  </a:srgbClr>
                </a:gs>
                <a:gs pos="100000">
                  <a:srgbClr val="70AD46">
                    <a:lumMod val="60000"/>
                    <a:lumOff val="40000"/>
                  </a:srgbClr>
                </a:gs>
              </a:gsLst>
              <a:lin ang="0" scaled="1"/>
              <a:tileRect/>
            </a:gradFill>
            <a:prstDash val="dashDot"/>
          </a:ln>
          <a:effectLst/>
        </p:spPr>
        <p:txBody>
          <a:bodyPr lIns="68580" tIns="34290" rIns="68580" bIns="34290" rtlCol="0" anchor="ctr"/>
          <a:lstStyle/>
          <a:p>
            <a:pPr algn="ctr" defTabSz="914378">
              <a:defRPr/>
            </a:pPr>
            <a:r>
              <a:rPr lang="en-US" sz="1000" kern="0" dirty="0">
                <a:latin typeface="Calibri"/>
              </a:rPr>
              <a:t>Acceptance</a:t>
            </a:r>
          </a:p>
        </p:txBody>
      </p:sp>
      <p:grpSp>
        <p:nvGrpSpPr>
          <p:cNvPr id="86" name="Group 85">
            <a:extLst>
              <a:ext uri="{FF2B5EF4-FFF2-40B4-BE49-F238E27FC236}">
                <a16:creationId xmlns:a16="http://schemas.microsoft.com/office/drawing/2014/main" id="{7D769846-B137-4EFD-A558-D76B7E5658E5}"/>
              </a:ext>
            </a:extLst>
          </p:cNvPr>
          <p:cNvGrpSpPr/>
          <p:nvPr/>
        </p:nvGrpSpPr>
        <p:grpSpPr>
          <a:xfrm>
            <a:off x="6654956" y="3130983"/>
            <a:ext cx="1214631" cy="1920790"/>
            <a:chOff x="347347" y="2649682"/>
            <a:chExt cx="1472827" cy="2112513"/>
          </a:xfrm>
        </p:grpSpPr>
        <p:sp>
          <p:nvSpPr>
            <p:cNvPr id="87" name="Line Callout 2 (Accent Bar) 60">
              <a:extLst>
                <a:ext uri="{FF2B5EF4-FFF2-40B4-BE49-F238E27FC236}">
                  <a16:creationId xmlns:a16="http://schemas.microsoft.com/office/drawing/2014/main" id="{1FEC28E8-23CB-47AF-85F4-AF5265A579F0}"/>
                </a:ext>
              </a:extLst>
            </p:cNvPr>
            <p:cNvSpPr/>
            <p:nvPr/>
          </p:nvSpPr>
          <p:spPr bwMode="auto">
            <a:xfrm>
              <a:off x="347347" y="3078747"/>
              <a:ext cx="1294897" cy="1683448"/>
            </a:xfrm>
            <a:prstGeom prst="accentCallout2">
              <a:avLst>
                <a:gd name="adj1" fmla="val -605"/>
                <a:gd name="adj2" fmla="val 5299"/>
                <a:gd name="adj3" fmla="val -19126"/>
                <a:gd name="adj4" fmla="val 31953"/>
                <a:gd name="adj5" fmla="val -19749"/>
                <a:gd name="adj6" fmla="val 32141"/>
              </a:avLst>
            </a:prstGeom>
            <a:solidFill>
              <a:srgbClr val="FFFFFF"/>
            </a:solidFill>
            <a:ln w="6350" cap="flat" cmpd="sng" algn="ctr">
              <a:solidFill>
                <a:schemeClr val="accent5"/>
              </a:solidFill>
              <a:prstDash val="solid"/>
              <a:miter lim="800000"/>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defTabSz="914378"/>
              <a:r>
                <a:rPr lang="en-US" sz="800" b="1" kern="0" dirty="0">
                  <a:latin typeface="Segoe UI" panose="020B0502040204020203" pitchFamily="34" charset="0"/>
                  <a:cs typeface="Segoe UI" panose="020B0502040204020203" pitchFamily="34" charset="0"/>
                </a:rPr>
                <a:t>Activities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Deployment</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Release</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Operation</a:t>
              </a:r>
            </a:p>
            <a:p>
              <a:pPr defTabSz="914378"/>
              <a:endParaRPr lang="en-US" sz="800" kern="0" dirty="0">
                <a:latin typeface="Segoe UI" panose="020B0502040204020203" pitchFamily="34" charset="0"/>
                <a:cs typeface="Segoe UI" panose="020B0502040204020203" pitchFamily="34" charset="0"/>
              </a:endParaRPr>
            </a:p>
            <a:p>
              <a:pPr defTabSz="914378"/>
              <a:r>
                <a:rPr lang="en-US" sz="800" b="1" kern="0" dirty="0">
                  <a:latin typeface="Segoe UI" panose="020B0502040204020203" pitchFamily="34" charset="0"/>
                  <a:cs typeface="Segoe UI" panose="020B0502040204020203" pitchFamily="34" charset="0"/>
                </a:rPr>
                <a:t>Artifacts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Production App</a:t>
              </a:r>
            </a:p>
            <a:p>
              <a:pPr defTabSz="914378"/>
              <a:endParaRPr lang="en-US" sz="800" kern="0" dirty="0">
                <a:latin typeface="Segoe UI" panose="020B0502040204020203" pitchFamily="34" charset="0"/>
                <a:cs typeface="Segoe UI" panose="020B0502040204020203" pitchFamily="34" charset="0"/>
              </a:endParaRPr>
            </a:p>
          </p:txBody>
        </p:sp>
        <p:sp>
          <p:nvSpPr>
            <p:cNvPr id="98" name="Rounded Rectangle 88">
              <a:extLst>
                <a:ext uri="{FF2B5EF4-FFF2-40B4-BE49-F238E27FC236}">
                  <a16:creationId xmlns:a16="http://schemas.microsoft.com/office/drawing/2014/main" id="{AFCE4095-6E75-47CE-B7D3-A444144FA22D}"/>
                </a:ext>
              </a:extLst>
            </p:cNvPr>
            <p:cNvSpPr/>
            <p:nvPr/>
          </p:nvSpPr>
          <p:spPr>
            <a:xfrm>
              <a:off x="771964" y="2649682"/>
              <a:ext cx="1048210" cy="353700"/>
            </a:xfrm>
            <a:prstGeom prst="roundRect">
              <a:avLst/>
            </a:prstGeom>
            <a:solidFill>
              <a:schemeClr val="accent1">
                <a:lumMod val="20000"/>
                <a:lumOff val="80000"/>
              </a:schemeClr>
            </a:solidFill>
            <a:ln w="9525" cap="flat" cmpd="sng" algn="ctr">
              <a:gradFill flip="none" rotWithShape="1">
                <a:gsLst>
                  <a:gs pos="0">
                    <a:srgbClr val="70AD46">
                      <a:lumMod val="60000"/>
                      <a:lumOff val="40000"/>
                    </a:srgbClr>
                  </a:gs>
                  <a:gs pos="50000">
                    <a:srgbClr val="70AD46">
                      <a:lumMod val="20000"/>
                      <a:lumOff val="80000"/>
                    </a:srgbClr>
                  </a:gs>
                  <a:gs pos="100000">
                    <a:srgbClr val="70AD46">
                      <a:lumMod val="60000"/>
                      <a:lumOff val="40000"/>
                    </a:srgbClr>
                  </a:gs>
                </a:gsLst>
                <a:lin ang="0" scaled="1"/>
                <a:tileRect/>
              </a:gradFill>
              <a:prstDash val="dashDot"/>
            </a:ln>
            <a:effectLst/>
          </p:spPr>
          <p:txBody>
            <a:bodyPr lIns="68580" tIns="34290" rIns="68580" bIns="34290" rtlCol="0" anchor="ctr"/>
            <a:lstStyle/>
            <a:p>
              <a:pPr defTabSz="914378">
                <a:defRPr/>
              </a:pPr>
              <a:r>
                <a:rPr lang="en-US" sz="1050" kern="0" dirty="0">
                  <a:latin typeface="Calibri"/>
                </a:rPr>
                <a:t>Deployment</a:t>
              </a:r>
            </a:p>
          </p:txBody>
        </p:sp>
      </p:grpSp>
      <p:sp>
        <p:nvSpPr>
          <p:cNvPr id="75" name="TextBox 74">
            <a:extLst>
              <a:ext uri="{FF2B5EF4-FFF2-40B4-BE49-F238E27FC236}">
                <a16:creationId xmlns:a16="http://schemas.microsoft.com/office/drawing/2014/main" id="{5C35B843-2001-4B21-A97A-8EEE7A5D6076}"/>
              </a:ext>
            </a:extLst>
          </p:cNvPr>
          <p:cNvSpPr txBox="1"/>
          <p:nvPr/>
        </p:nvSpPr>
        <p:spPr>
          <a:xfrm>
            <a:off x="6042537" y="4871696"/>
            <a:ext cx="2641309" cy="173124"/>
          </a:xfrm>
          <a:prstGeom prst="rect">
            <a:avLst/>
          </a:prstGeom>
          <a:noFill/>
        </p:spPr>
        <p:txBody>
          <a:bodyPr wrap="square" rtlCol="0">
            <a:spAutoFit/>
          </a:bodyPr>
          <a:lstStyle/>
          <a:p>
            <a:r>
              <a:rPr lang="en-US" sz="525" cap="small" dirty="0">
                <a:latin typeface="Arial"/>
              </a:rPr>
              <a:t>© 2021 Synectiks. All Rights Reserved. Proprietary and Confidential.</a:t>
            </a:r>
          </a:p>
        </p:txBody>
      </p:sp>
    </p:spTree>
    <p:extLst>
      <p:ext uri="{BB962C8B-B14F-4D97-AF65-F5344CB8AC3E}">
        <p14:creationId xmlns:p14="http://schemas.microsoft.com/office/powerpoint/2010/main" val="59869952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57C478D541D6174AA77107583A259864" ma:contentTypeVersion="4" ma:contentTypeDescription="Create a new document." ma:contentTypeScope="" ma:versionID="6aa4fae692c1ff43e35373b033661ad6">
  <xsd:schema xmlns:xsd="http://www.w3.org/2001/XMLSchema" xmlns:xs="http://www.w3.org/2001/XMLSchema" xmlns:p="http://schemas.microsoft.com/office/2006/metadata/properties" xmlns:ns2="ff405f1e-6196-4298-8e35-fbecc950cb7b" targetNamespace="http://schemas.microsoft.com/office/2006/metadata/properties" ma:root="true" ma:fieldsID="98c1a472ba01282ba882d7e661592592" ns2:_="">
    <xsd:import namespace="ff405f1e-6196-4298-8e35-fbecc950cb7b"/>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f405f1e-6196-4298-8e35-fbecc950cb7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321F4AC2-0AEA-4354-802A-609AA4E08D71}">
  <ds:schemaRefs>
    <ds:schemaRef ds:uri="http://schemas.microsoft.com/sharepoint/v3/contenttype/forms"/>
  </ds:schemaRefs>
</ds:datastoreItem>
</file>

<file path=customXml/itemProps2.xml><?xml version="1.0" encoding="utf-8"?>
<ds:datastoreItem xmlns:ds="http://schemas.openxmlformats.org/officeDocument/2006/customXml" ds:itemID="{7820D18E-F63F-49C2-965E-6C5E03B4CC8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f405f1e-6196-4298-8e35-fbecc950cb7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B51BF9A0-A380-42E8-B81F-03D2471160C1}">
  <ds:schemaRefs>
    <ds:schemaRef ds:uri="http://purl.org/dc/terms/"/>
    <ds:schemaRef ds:uri="http://www.w3.org/XML/1998/namespace"/>
    <ds:schemaRef ds:uri="http://schemas.microsoft.com/office/2006/metadata/properties"/>
    <ds:schemaRef ds:uri="http://schemas.microsoft.com/office/2006/documentManagement/types"/>
    <ds:schemaRef ds:uri="http://purl.org/dc/elements/1.1/"/>
    <ds:schemaRef ds:uri="http://purl.org/dc/dcmitype/"/>
    <ds:schemaRef ds:uri="http://schemas.microsoft.com/office/infopath/2007/PartnerControls"/>
    <ds:schemaRef ds:uri="http://schemas.openxmlformats.org/package/2006/metadata/core-properties"/>
  </ds:schemaRefs>
</ds:datastoreItem>
</file>

<file path=docProps/app.xml><?xml version="1.0" encoding="utf-8"?>
<Properties xmlns="http://schemas.openxmlformats.org/officeDocument/2006/extended-properties" xmlns:vt="http://schemas.openxmlformats.org/officeDocument/2006/docPropsVTypes">
  <Template>Slice</Template>
  <TotalTime>1120</TotalTime>
  <Words>1095</Words>
  <Application>Microsoft Office PowerPoint</Application>
  <PresentationFormat>On-screen Show (16:9)</PresentationFormat>
  <Paragraphs>314</Paragraphs>
  <Slides>8</Slides>
  <Notes>3</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8</vt:i4>
      </vt:variant>
    </vt:vector>
  </HeadingPairs>
  <TitlesOfParts>
    <vt:vector size="19" baseType="lpstr">
      <vt:lpstr>Arial</vt:lpstr>
      <vt:lpstr>Calibri</vt:lpstr>
      <vt:lpstr>Calibri Light</vt:lpstr>
      <vt:lpstr>Raleway ExtraBold</vt:lpstr>
      <vt:lpstr>Raleway Medium</vt:lpstr>
      <vt:lpstr>Raleway SemiBold</vt:lpstr>
      <vt:lpstr>Roboto</vt:lpstr>
      <vt:lpstr>Rockwell</vt:lpstr>
      <vt:lpstr>Segoe UI</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High-level future state road map</dc:title>
  <dc:creator>Akbar Khan</dc:creator>
  <cp:lastModifiedBy>Papu Bhattacharya</cp:lastModifiedBy>
  <cp:revision>101</cp:revision>
  <dcterms:created xsi:type="dcterms:W3CDTF">2020-06-25T11:39:16Z</dcterms:created>
  <dcterms:modified xsi:type="dcterms:W3CDTF">2021-09-29T07:51:08Z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0x01010057C478D541D6174AA77107583A259864</vt:lpwstr>
  </property>
</Properties>
</file>