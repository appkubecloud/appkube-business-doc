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36" r:id="rId6"/>
    <p:sldId id="341" r:id="rId7"/>
    <p:sldId id="339" r:id="rId8"/>
    <p:sldId id="353" r:id="rId9"/>
    <p:sldId id="350" r:id="rId10"/>
    <p:sldId id="351" r:id="rId11"/>
    <p:sldId id="356" r:id="rId12"/>
    <p:sldId id="354" r:id="rId13"/>
    <p:sldId id="355" r:id="rId14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5" autoAdjust="0"/>
    <p:restoredTop sz="94291" autoAdjust="0"/>
  </p:normalViewPr>
  <p:slideViewPr>
    <p:cSldViewPr snapToGrid="0">
      <p:cViewPr varScale="1">
        <p:scale>
          <a:sx n="105" d="100"/>
          <a:sy n="105" d="100"/>
        </p:scale>
        <p:origin x="244" y="56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2/11/2019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2/11/2019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93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41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675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66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89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607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126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07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2018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 dirty="0"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synectiks is confidential and proprietary to synectiks (“confidential information”). The information and any pricing data submitted here is non-binding and for evaluation purposes only and is subject to adjustment or modification by synectiks after its review, consideration, and negotiation of the terms and conditions of a definitive final contract. The data and information contained herein may not be reproduced, published or distributed to, or for, any third parties without the express prior written consent of synectiks.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C4959-E598-4FD7-8281-789FFD1B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085"/>
            <a:ext cx="9144000" cy="432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27165" y="1319204"/>
            <a:ext cx="8261334" cy="177048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700" b="1" cap="small" dirty="0">
                <a:solidFill>
                  <a:srgbClr val="414141"/>
                </a:solidFill>
              </a:rPr>
              <a:t>Realtime Monitoring Solution</a:t>
            </a:r>
          </a:p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sz="2700" b="1" u="none" strike="noStrike" kern="1200" cap="small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For</a:t>
            </a:r>
          </a:p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700" b="1" cap="small" dirty="0">
                <a:solidFill>
                  <a:srgbClr val="414141"/>
                </a:solidFill>
                <a:latin typeface="Arial"/>
              </a:rPr>
              <a:t>Hospital Management System</a:t>
            </a:r>
          </a:p>
          <a:p>
            <a:pPr marL="280987" lvl="1" indent="0" algn="ctr">
              <a:spcBef>
                <a:spcPts val="600"/>
              </a:spcBef>
              <a:spcAft>
                <a:spcPts val="0"/>
              </a:spcAft>
              <a:buNone/>
              <a:defRPr/>
            </a:pPr>
            <a:endParaRPr kumimoji="0" lang="en-US" sz="1800" b="1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604718"/>
            <a:ext cx="8252081" cy="295465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Provide actionable insights of IT resources and business processes by providing real time analytics that helps increase performance, manage variations and improve patient outcome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Open platform for beautiful Analytic &amp; Monitoring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Single source of truth for Real time , OLAP , Relational Data. 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Any source , any data , scripted data collections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1800" dirty="0">
                <a:cs typeface="Helvetica"/>
              </a:rPr>
              <a:t>Integrated policy based Alert processing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Synectiks Solution Highlights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475747" cy="252962"/>
          </a:xfrm>
        </p:spPr>
        <p:txBody>
          <a:bodyPr/>
          <a:lstStyle/>
          <a:p>
            <a:r>
              <a:rPr lang="en-US" sz="1800" b="1" cap="small" dirty="0">
                <a:solidFill>
                  <a:srgbClr val="92D050"/>
                </a:solidFill>
                <a:latin typeface="Helvetica" panose="020B0604020202020204" pitchFamily="2" charset="0"/>
              </a:rPr>
              <a:t>Fernandes Hospital Use Cases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986692"/>
            <a:ext cx="8252081" cy="34301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8" marR="0" lvl="0" indent="-2809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C0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Key Use Cases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Site wise network in/out traffic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Server &amp; Database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System availability &amp; Performance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Patient Volume/ Demographics / Contribution Margin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Revenue Pipeline Monitoring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rgbClr val="414141"/>
                </a:solidFill>
                <a:latin typeface="Arial"/>
              </a:rPr>
              <a:t>Power / Inventory Usage Analytics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Operations / Clinical / Financial Variations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/>
              </a:rPr>
              <a:t>Service Desk / </a:t>
            </a:r>
            <a:r>
              <a:rPr lang="en-US" sz="1800" dirty="0">
                <a:solidFill>
                  <a:srgbClr val="414141"/>
                </a:solidFill>
                <a:latin typeface="Arial"/>
              </a:rPr>
              <a:t> Branding efficiencies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301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91"/>
            <a:ext cx="9144001" cy="4591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857" y="1763742"/>
            <a:ext cx="88338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cap="small" dirty="0">
                <a:solidFill>
                  <a:schemeClr val="bg1"/>
                </a:solidFill>
                <a:latin typeface="+mj-lt"/>
                <a:cs typeface="Helvetica Light"/>
              </a:rPr>
              <a:t>Synectiks Solution</a:t>
            </a:r>
          </a:p>
        </p:txBody>
      </p:sp>
    </p:spTree>
    <p:extLst>
      <p:ext uri="{BB962C8B-B14F-4D97-AF65-F5344CB8AC3E}">
        <p14:creationId xmlns:p14="http://schemas.microsoft.com/office/powerpoint/2010/main" val="90214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Visibility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451F5-8C23-4659-BCA8-B69F6B23D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2"/>
            <a:ext cx="8688500" cy="43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5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32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Operation Control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21199-D6CF-4A33-9F07-3BB9F805D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7282"/>
            <a:ext cx="8688499" cy="43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0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92D865-6C0D-4C84-B519-FE6E1E2C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083"/>
            <a:ext cx="9144000" cy="455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64DC02-EB30-49FE-B30E-85BB26A27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2377"/>
            <a:ext cx="9104638" cy="461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6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CDA67-E1AF-4F4A-9DF0-A59EE2E8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434"/>
            <a:ext cx="9144000" cy="49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5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A34570-70DF-446D-9248-D59C15574E63}"/>
</file>

<file path=docProps/app.xml><?xml version="1.0" encoding="utf-8"?>
<Properties xmlns="http://schemas.openxmlformats.org/officeDocument/2006/extended-properties" xmlns:vt="http://schemas.openxmlformats.org/officeDocument/2006/docPropsVTypes">
  <TotalTime>42658</TotalTime>
  <Words>239</Words>
  <Application>Microsoft Office PowerPoint</Application>
  <PresentationFormat>On-screen Show (16:9)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Helvetica</vt:lpstr>
      <vt:lpstr>Wingdings</vt:lpstr>
      <vt:lpstr>Office Theme</vt:lpstr>
      <vt:lpstr>PowerPoint Presentation</vt:lpstr>
      <vt:lpstr>PowerPoint Presentation</vt:lpstr>
      <vt:lpstr>Synectiks Solution Highlights</vt:lpstr>
      <vt:lpstr>Fernandes Hospital Use Cases</vt:lpstr>
      <vt:lpstr>PowerPoint Presentation</vt:lpstr>
      <vt:lpstr>Visibility</vt:lpstr>
      <vt:lpstr>Operation Control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71</cp:revision>
  <cp:lastPrinted>2016-12-06T22:14:27Z</cp:lastPrinted>
  <dcterms:created xsi:type="dcterms:W3CDTF">2014-11-12T22:29:05Z</dcterms:created>
  <dcterms:modified xsi:type="dcterms:W3CDTF">2019-02-11T11:43:09Z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