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-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07B78-2297-5BF6-BB1E-ED5B7709BA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F6D954-9F6D-D02B-C082-46CD2DE396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FB046-A7E0-BFD3-78D0-98935C1CA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0DEB-D8A7-46F9-8F91-BB2445F653C9}" type="datetimeFigureOut">
              <a:rPr lang="en-IN" smtClean="0"/>
              <a:t>14-06-2023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399E2-49F4-6274-D815-CB840884A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C3681-52E2-E8C7-07E8-C6068E937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6108C-3B4A-40D6-BC12-E1E5A1C0E3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4385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7F3D5-3B26-B921-AE4F-FFE797ABC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DCA94-934A-5614-1C6A-48CD02188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8799D-786C-4008-2918-C8EF4231C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0DEB-D8A7-46F9-8F91-BB2445F653C9}" type="datetimeFigureOut">
              <a:rPr lang="en-IN" smtClean="0"/>
              <a:t>14-06-2023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12077-5E46-B404-1BCF-C480ECA3C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C6D73-F614-9C82-5861-A20C9A77B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6108C-3B4A-40D6-BC12-E1E5A1C0E3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262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0885A-5C83-CB7F-EC3C-4F6104DB8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FE78AD-9A96-6C2D-70C5-EA7CB472F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473CD-CDFD-A716-F84E-256E4C30F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0DEB-D8A7-46F9-8F91-BB2445F653C9}" type="datetimeFigureOut">
              <a:rPr lang="en-IN" smtClean="0"/>
              <a:t>14-06-2023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AD273-720D-03C1-D943-C4170A635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ACDFA-2398-19A7-CDEA-65402E1AD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6108C-3B4A-40D6-BC12-E1E5A1C0E3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664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FFFB9-1B6B-FD9F-C98B-24170ADC2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67732-D383-F915-21DC-C189FC7955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66D46D-B2D2-C29D-E9F8-059B42F05F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C65E83-5A02-93C4-C09E-E3D16A9DC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0DEB-D8A7-46F9-8F91-BB2445F653C9}" type="datetimeFigureOut">
              <a:rPr lang="en-IN" smtClean="0"/>
              <a:t>14-06-2023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7262C1-74CE-2821-3044-2A350BB97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B8FEDA-0265-B551-4231-2589AEFAA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6108C-3B4A-40D6-BC12-E1E5A1C0E3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6541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24C6F-8428-3525-7225-7930131C9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72011D-B4E9-00A3-A24D-FFCDBF130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437841-E2DE-9766-AFD5-C17A60EBF9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E9CE3D-7E36-0338-8C94-04512788DC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9BA8DF-D885-D04D-64B6-369D5449A9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897442-5220-2B30-6107-2B2D90652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0DEB-D8A7-46F9-8F91-BB2445F653C9}" type="datetimeFigureOut">
              <a:rPr lang="en-IN" smtClean="0"/>
              <a:t>14-06-2023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E26C74-4746-B33A-B124-CD227EFF0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6D9FAC-8A1F-3FDD-DE1B-6C6BBB750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6108C-3B4A-40D6-BC12-E1E5A1C0E3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6019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8CB5E-3F93-14DA-3683-960A59AF7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5A284-B582-ED3C-7CE6-B9026B32C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0DEB-D8A7-46F9-8F91-BB2445F653C9}" type="datetimeFigureOut">
              <a:rPr lang="en-IN" smtClean="0"/>
              <a:t>14-06-2023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6DDCC8-9577-A237-5F1F-661AEBA0F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9D6C93-2EB6-0B62-45BB-50F8604DA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6108C-3B4A-40D6-BC12-E1E5A1C0E3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5954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643104-C39D-1989-D655-BDF843C9D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0DEB-D8A7-46F9-8F91-BB2445F653C9}" type="datetimeFigureOut">
              <a:rPr lang="en-IN" smtClean="0"/>
              <a:t>14-06-2023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38D878-15CF-1496-695B-0C85B6A85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C85705-89F2-5166-98B5-04FBD3C1C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6108C-3B4A-40D6-BC12-E1E5A1C0E3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0380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F5B6B-1AB3-09BE-1456-6AFB219AC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030DB-28CA-DC05-4875-71859C139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9AD96D-54D0-D7AE-17C0-0C9E063B85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EA1C97-32F4-CEFA-65B9-F8716B056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0DEB-D8A7-46F9-8F91-BB2445F653C9}" type="datetimeFigureOut">
              <a:rPr lang="en-IN" smtClean="0"/>
              <a:t>14-06-2023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DACFD0-D9A2-FEC8-BB33-93FFC9B64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FD52A4-52D8-2C40-9332-993017CE0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6108C-3B4A-40D6-BC12-E1E5A1C0E3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3099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52310-E57F-9066-A8CB-19DE8F23C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89C277-FB65-7486-7C47-70AFA41AD7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A23A9-E5A9-B9C0-ABFA-AC6D4C6598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1CD766-75F1-295F-AD4D-2CE6BB80B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0DEB-D8A7-46F9-8F91-BB2445F653C9}" type="datetimeFigureOut">
              <a:rPr lang="en-IN" smtClean="0"/>
              <a:t>14-06-2023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AFA53C-52E1-9184-CBAF-3D7D834C0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DD5EED-D4A1-84E3-2E30-5E2272E55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6108C-3B4A-40D6-BC12-E1E5A1C0E3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492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0E30F-CA1E-3DD7-BBCC-0ECE8E1C9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4004AC-7DE5-0739-0888-81D6AAA5BE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AA527-5C8C-F2B5-88C0-48AE26BC4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0DEB-D8A7-46F9-8F91-BB2445F653C9}" type="datetimeFigureOut">
              <a:rPr lang="en-IN" smtClean="0"/>
              <a:t>14-06-2023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AF45D-DDD4-2E6E-D97E-7FA5DEACC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B1112-A88E-8032-66AE-F2FA6860C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6108C-3B4A-40D6-BC12-E1E5A1C0E3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353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9144AD-0B3F-9893-4BC4-79AF6440B0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F8206D-7F4E-F76D-B70B-57FD87288C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429EF-41E9-E37E-910C-C88E58F2F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0DEB-D8A7-46F9-8F91-BB2445F653C9}" type="datetimeFigureOut">
              <a:rPr lang="en-IN" smtClean="0"/>
              <a:t>14-06-2023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2FCAF-3C05-035D-71AA-22129FE34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5BCC9-5022-1BF2-5D5E-A2B831205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6108C-3B4A-40D6-BC12-E1E5A1C0E3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1864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420704-B04F-8247-47C0-5469FE766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46C14-5472-DBC5-F74E-D7EF662FA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B1E9B-7D0B-0329-2A8A-98AE008CC4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B0DEB-D8A7-46F9-8F91-BB2445F653C9}" type="datetimeFigureOut">
              <a:rPr lang="en-IN" smtClean="0"/>
              <a:t>14-06-2023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46EDA-177B-46EC-082B-BD58721AD3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6BE56-4DF1-4216-9C4E-8C5842B4E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76108C-3B4A-40D6-BC12-E1E5A1C0E3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313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9E01685-A145-D2B1-D753-252D5E733770}"/>
              </a:ext>
            </a:extLst>
          </p:cNvPr>
          <p:cNvSpPr/>
          <p:nvPr/>
        </p:nvSpPr>
        <p:spPr>
          <a:xfrm>
            <a:off x="4023360" y="3688080"/>
            <a:ext cx="2326640" cy="206248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 descr="A picture containing screenshot, design&#10;&#10;Description automatically generated">
            <a:extLst>
              <a:ext uri="{FF2B5EF4-FFF2-40B4-BE49-F238E27FC236}">
                <a16:creationId xmlns:a16="http://schemas.microsoft.com/office/drawing/2014/main" id="{94145047-252F-EC34-FB3F-37CDAA8D8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8320" y="1061720"/>
            <a:ext cx="792480" cy="792480"/>
          </a:xfrm>
          <a:prstGeom prst="rect">
            <a:avLst/>
          </a:prstGeom>
        </p:spPr>
      </p:pic>
      <p:pic>
        <p:nvPicPr>
          <p:cNvPr id="10" name="Picture 9" descr="A picture containing screenshot, design&#10;&#10;Description automatically generated">
            <a:extLst>
              <a:ext uri="{FF2B5EF4-FFF2-40B4-BE49-F238E27FC236}">
                <a16:creationId xmlns:a16="http://schemas.microsoft.com/office/drawing/2014/main" id="{F9020300-54C4-E679-4229-C074BCBA5E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095" y="797334"/>
            <a:ext cx="1056866" cy="1056866"/>
          </a:xfrm>
          <a:prstGeom prst="rect">
            <a:avLst/>
          </a:prstGeom>
        </p:spPr>
      </p:pic>
      <p:pic>
        <p:nvPicPr>
          <p:cNvPr id="12" name="Picture 11" descr="A picture containing screenshot, colorfulness, graphics, rectangle&#10;&#10;Description automatically generated">
            <a:extLst>
              <a:ext uri="{FF2B5EF4-FFF2-40B4-BE49-F238E27FC236}">
                <a16:creationId xmlns:a16="http://schemas.microsoft.com/office/drawing/2014/main" id="{9A9FBD23-6264-20F0-75C9-45D18F546F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0141" y="4480941"/>
            <a:ext cx="553950" cy="553950"/>
          </a:xfrm>
          <a:prstGeom prst="rect">
            <a:avLst/>
          </a:prstGeom>
        </p:spPr>
      </p:pic>
      <p:pic>
        <p:nvPicPr>
          <p:cNvPr id="14" name="Picture 13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64CA1B40-BD0D-D1CB-5D83-196D7B537E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435295" y="4475479"/>
            <a:ext cx="660705" cy="660705"/>
          </a:xfrm>
          <a:prstGeom prst="rect">
            <a:avLst/>
          </a:prstGeom>
        </p:spPr>
      </p:pic>
      <p:pic>
        <p:nvPicPr>
          <p:cNvPr id="16" name="Picture 15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AF7CDCC8-99A3-A472-8195-C182801FD5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9122" y="3679685"/>
            <a:ext cx="2070875" cy="2070875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59CE0A9-1BBC-3B9A-8DAB-65F2F5AAB90D}"/>
              </a:ext>
            </a:extLst>
          </p:cNvPr>
          <p:cNvCxnSpPr>
            <a:cxnSpLocks/>
          </p:cNvCxnSpPr>
          <p:nvPr/>
        </p:nvCxnSpPr>
        <p:spPr>
          <a:xfrm flipH="1">
            <a:off x="6350000" y="5136184"/>
            <a:ext cx="40067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248B483-0630-4695-C92D-E6CADC96B083}"/>
              </a:ext>
            </a:extLst>
          </p:cNvPr>
          <p:cNvCxnSpPr>
            <a:cxnSpLocks/>
          </p:cNvCxnSpPr>
          <p:nvPr/>
        </p:nvCxnSpPr>
        <p:spPr>
          <a:xfrm flipH="1" flipV="1">
            <a:off x="5435295" y="1944303"/>
            <a:ext cx="0" cy="17353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825D2CA-FEE4-CF16-6F9E-D02576A09553}"/>
              </a:ext>
            </a:extLst>
          </p:cNvPr>
          <p:cNvCxnSpPr/>
          <p:nvPr/>
        </p:nvCxnSpPr>
        <p:spPr>
          <a:xfrm>
            <a:off x="6208295" y="1597794"/>
            <a:ext cx="43217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C67C0BB-49DF-70DC-B74E-FE2C79CB773A}"/>
              </a:ext>
            </a:extLst>
          </p:cNvPr>
          <p:cNvCxnSpPr/>
          <p:nvPr/>
        </p:nvCxnSpPr>
        <p:spPr>
          <a:xfrm>
            <a:off x="1771048" y="529389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BC05D91-B1F3-BEA7-1BE5-EBAE701383CE}"/>
              </a:ext>
            </a:extLst>
          </p:cNvPr>
          <p:cNvCxnSpPr>
            <a:cxnSpLocks/>
          </p:cNvCxnSpPr>
          <p:nvPr/>
        </p:nvCxnSpPr>
        <p:spPr>
          <a:xfrm flipH="1">
            <a:off x="6208295" y="1325767"/>
            <a:ext cx="43217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2BF9336-CC0C-EEAE-4E9E-A71CD3CED439}"/>
              </a:ext>
            </a:extLst>
          </p:cNvPr>
          <p:cNvCxnSpPr>
            <a:cxnSpLocks/>
          </p:cNvCxnSpPr>
          <p:nvPr/>
        </p:nvCxnSpPr>
        <p:spPr>
          <a:xfrm flipH="1">
            <a:off x="5616571" y="1952698"/>
            <a:ext cx="0" cy="17353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79F3740-24F1-571C-BD41-C091E133D78F}"/>
              </a:ext>
            </a:extLst>
          </p:cNvPr>
          <p:cNvCxnSpPr>
            <a:cxnSpLocks/>
          </p:cNvCxnSpPr>
          <p:nvPr/>
        </p:nvCxnSpPr>
        <p:spPr>
          <a:xfrm>
            <a:off x="6349999" y="4805831"/>
            <a:ext cx="40067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5804DDC-6BE4-611B-5F38-48641133ECD0}"/>
              </a:ext>
            </a:extLst>
          </p:cNvPr>
          <p:cNvSpPr txBox="1"/>
          <p:nvPr/>
        </p:nvSpPr>
        <p:spPr>
          <a:xfrm>
            <a:off x="4903920" y="5758955"/>
            <a:ext cx="19980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Unique IDs for all the Doorbells will be stored in DB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FEAE08-2E3E-AA8D-F85E-BA084503E0BA}"/>
              </a:ext>
            </a:extLst>
          </p:cNvPr>
          <p:cNvSpPr txBox="1"/>
          <p:nvPr/>
        </p:nvSpPr>
        <p:spPr>
          <a:xfrm>
            <a:off x="2159115" y="5758955"/>
            <a:ext cx="19980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Servers helps in establishing the communication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9165E2D-9467-3670-C57A-8ACC56078664}"/>
              </a:ext>
            </a:extLst>
          </p:cNvPr>
          <p:cNvSpPr txBox="1"/>
          <p:nvPr/>
        </p:nvSpPr>
        <p:spPr>
          <a:xfrm>
            <a:off x="1020205" y="1925359"/>
            <a:ext cx="44150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Request reaches the </a:t>
            </a:r>
            <a:r>
              <a:rPr lang="en-IN" dirty="0" err="1"/>
              <a:t>Wifi</a:t>
            </a:r>
            <a:r>
              <a:rPr lang="en-IN" dirty="0"/>
              <a:t> network of the specific Doorbell based on the Unique ID and IP details stored during the configuration of Doorbell(Need to confirm whether IP requires to establish the communication with router)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788073F-4498-617B-6474-EDB19350F81E}"/>
              </a:ext>
            </a:extLst>
          </p:cNvPr>
          <p:cNvSpPr txBox="1"/>
          <p:nvPr/>
        </p:nvSpPr>
        <p:spPr>
          <a:xfrm>
            <a:off x="6597318" y="1734074"/>
            <a:ext cx="44150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If the </a:t>
            </a:r>
            <a:r>
              <a:rPr lang="en-IN" dirty="0" err="1"/>
              <a:t>Wifi</a:t>
            </a:r>
            <a:r>
              <a:rPr lang="en-IN" dirty="0"/>
              <a:t> is supplied with internet facility doorbell must establish a communication with Mobile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ADB5EB7-75AB-FD0E-2447-58F90C119B1E}"/>
              </a:ext>
            </a:extLst>
          </p:cNvPr>
          <p:cNvSpPr txBox="1"/>
          <p:nvPr/>
        </p:nvSpPr>
        <p:spPr>
          <a:xfrm>
            <a:off x="6435274" y="560158"/>
            <a:ext cx="44150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Doorbell Responds with the specific requested commands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4A35EF-516A-A8C1-31E0-058A879B13A8}"/>
              </a:ext>
            </a:extLst>
          </p:cNvPr>
          <p:cNvSpPr txBox="1"/>
          <p:nvPr/>
        </p:nvSpPr>
        <p:spPr>
          <a:xfrm>
            <a:off x="5765647" y="2782267"/>
            <a:ext cx="21366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Response must reach the mobile over an internet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097E6C2-3A81-2063-A3E3-FA925240F7FF}"/>
              </a:ext>
            </a:extLst>
          </p:cNvPr>
          <p:cNvSpPr txBox="1"/>
          <p:nvPr/>
        </p:nvSpPr>
        <p:spPr>
          <a:xfrm>
            <a:off x="7507935" y="5103701"/>
            <a:ext cx="2805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Unique </a:t>
            </a:r>
            <a:r>
              <a:rPr lang="en-IN" dirty="0" err="1"/>
              <a:t>ID+Username+Password</a:t>
            </a:r>
            <a:endParaRPr lang="en-IN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0F3D696-C391-2C5E-C65E-E7D2C83ACA0F}"/>
              </a:ext>
            </a:extLst>
          </p:cNvPr>
          <p:cNvSpPr txBox="1"/>
          <p:nvPr/>
        </p:nvSpPr>
        <p:spPr>
          <a:xfrm>
            <a:off x="7842182" y="4420258"/>
            <a:ext cx="2136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2838275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91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Kiran Reddy</dc:creator>
  <cp:lastModifiedBy>Kiran Reddy</cp:lastModifiedBy>
  <cp:revision>1</cp:revision>
  <dcterms:created xsi:type="dcterms:W3CDTF">2023-06-14T17:11:47Z</dcterms:created>
  <dcterms:modified xsi:type="dcterms:W3CDTF">2023-06-14T17:29:04Z</dcterms:modified>
</cp:coreProperties>
</file>