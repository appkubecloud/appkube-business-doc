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9"/>
  </p:notesMasterIdLst>
  <p:handoutMasterIdLst>
    <p:handoutMasterId r:id="rId10"/>
  </p:handoutMasterIdLst>
  <p:sldIdLst>
    <p:sldId id="360" r:id="rId5"/>
    <p:sldId id="387" r:id="rId6"/>
    <p:sldId id="264" r:id="rId7"/>
    <p:sldId id="388" r:id="rId8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436"/>
    <a:srgbClr val="DA291C"/>
    <a:srgbClr val="6DD9FF"/>
    <a:srgbClr val="5F5E5F"/>
    <a:srgbClr val="919D9D"/>
    <a:srgbClr val="F3F4F0"/>
    <a:srgbClr val="F3FDD3"/>
    <a:srgbClr val="000000"/>
    <a:srgbClr val="F37021"/>
    <a:srgbClr val="CCE0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291" autoAdjust="0"/>
  </p:normalViewPr>
  <p:slideViewPr>
    <p:cSldViewPr snapToGrid="0">
      <p:cViewPr varScale="1">
        <p:scale>
          <a:sx n="108" d="100"/>
          <a:sy n="108" d="100"/>
        </p:scale>
        <p:origin x="64" y="196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6/27/2023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6/27/2023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8BC4-A547-4D3A-B6AA-E8386FC03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E963-94FB-4E7F-8ED9-DABC5B5A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F490-324D-4289-B024-6675AD95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AA4F-B2B7-4D4F-A263-B329CDE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5013-8926-4B30-8D77-BD3EFC8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4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1420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9-77D6-44FE-8CCC-2849646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2073-29E1-4E94-AB0A-04E1B38C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732-F87F-40A5-BEB1-D27D4BF0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2FC0-84F5-4474-80AE-8961864D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57BC-E475-4DCE-A61C-29BAF7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42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EF5-DFED-4C21-888D-D7BED2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11A-5EB3-4490-9307-70D935F7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E1F54-CA9E-4C4D-9C51-0D92F37A3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464EB-5873-4C58-942F-292D8550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9439-6DD3-4668-8CF0-4688B7B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EB6FD-D6B1-4F02-98D2-4C363CF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4107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5A2E-BAA3-4E34-B724-80A1F0D2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9807-C8BB-4234-8860-3F68BE08D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EDF8-3BFA-49F6-99AF-2BE841385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D341-B7E4-44B0-9D48-BEF005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030-77F2-4ADB-9944-3AF52585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9B3C9-487B-4040-805A-A310B4B6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9871-48F8-4850-9F26-89D0E1FE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9C7D0-4810-44BC-B20D-5EF9FBFE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71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320-690D-49B4-91F5-C81F2B3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612F1-84F3-44A8-81AE-49EAE40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FF993-8FCA-48CF-B85F-80B0E64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CB4D-B770-49B5-9D96-451D90E9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44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289ED-BC44-42E9-A1FE-AB2AD213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124C0-8767-4C67-A78E-32ADC58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12F6-0C46-4CDE-8FFD-3DA06D7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975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26-D23F-4D83-93BC-B89EDD4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DA66-B8C4-4614-AE44-7E1C453D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6DCCE-D0B2-4282-84F1-11D675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502F-D39D-4EBB-BF29-F535F25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705-95C1-46CD-87DA-00463E40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34521-9210-42EA-A79B-1CD85AA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162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AA4B-24BF-4290-9C02-3CB84746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D23B6-AA70-482B-A6AE-B8E5ACAF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E2872-1849-4BEF-B7B0-26378805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3588-CC90-4BAF-8FE0-1103BE11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C51A-B2CE-4CAC-A3F9-AC3F8B0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2259-6DCB-4E0A-A386-8A50ED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913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C70-26BC-4EE2-8107-1D6068F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28FD-A093-41E0-9199-9737B37C7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F7E2-DFB9-4894-B6EE-C0A70D8C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D0A-9BB8-461B-AB3D-F750A02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4A06-BDCF-42CC-953D-0F78B9A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7237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C359-4D48-4680-B1E0-00CB3C23C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4572-3123-4FB2-98FC-1DAC45C9E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1ABD-D28A-4AE4-8B55-6862AE38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F08A-35EB-470E-94EB-4704B8F6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F89D-1A84-46DE-987B-3CCC9E80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64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429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3C52-4500-4CA3-A206-F85571BA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60867-C9D9-4675-A550-02D62B46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B27E-4705-4E1E-9CA1-00FDD5D33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D98AD-7C5B-4994-98B8-765221AB7D4C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0698-B20A-4D82-AA53-61843F48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147F-9946-473B-98F7-7A14B0D3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6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799272"/>
            <a:ext cx="91440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chemeClr val="bg1"/>
                </a:solidFill>
                <a:latin typeface="Raleway Medium" panose="020B0603030101060003" pitchFamily="34" charset="0"/>
              </a:rPr>
              <a:t>Open Products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rgbClr val="DA291C"/>
                </a:solidFill>
                <a:latin typeface="Raleway ExtraBold" panose="020B0903030101060003" pitchFamily="34" charset="0"/>
              </a:rPr>
              <a:t>Enterprise Transformation</a:t>
            </a: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451541" y="1786181"/>
            <a:ext cx="1785098" cy="3449696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7831520" y="0"/>
            <a:ext cx="685800" cy="33334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7" y="220967"/>
            <a:ext cx="1331785" cy="158477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6391126" y="4143218"/>
            <a:ext cx="16062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15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15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4214061" y="3690687"/>
            <a:ext cx="1019677" cy="6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7B0A0-5621-4BF7-A5AB-F5232AFED085}"/>
              </a:ext>
            </a:extLst>
          </p:cNvPr>
          <p:cNvSpPr txBox="1"/>
          <p:nvPr/>
        </p:nvSpPr>
        <p:spPr>
          <a:xfrm>
            <a:off x="1701622" y="11553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anose="020B0003030101060003" pitchFamily="34" charset="0"/>
                <a:cs typeface="Segoe UI" panose="020B0502040204020203" pitchFamily="34" charset="0"/>
              </a:rPr>
              <a:t>Delivering TAAS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F68983-4822-09E2-EE3F-9E9FAD795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" y="1003455"/>
            <a:ext cx="9144000" cy="29714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77BC88-329F-C957-C9AA-E5CB2227830F}"/>
              </a:ext>
            </a:extLst>
          </p:cNvPr>
          <p:cNvSpPr txBox="1"/>
          <p:nvPr/>
        </p:nvSpPr>
        <p:spPr>
          <a:xfrm>
            <a:off x="755117" y="271370"/>
            <a:ext cx="7810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Device Registration in Cloud</a:t>
            </a:r>
          </a:p>
        </p:txBody>
      </p:sp>
    </p:spTree>
    <p:extLst>
      <p:ext uri="{BB962C8B-B14F-4D97-AF65-F5344CB8AC3E}">
        <p14:creationId xmlns:p14="http://schemas.microsoft.com/office/powerpoint/2010/main" val="228866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35D9D5B4-B80C-3A16-7C5D-D9A323D9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783" y="0"/>
            <a:ext cx="540443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47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BC88-329F-C957-C9AA-E5CB2227830F}"/>
              </a:ext>
            </a:extLst>
          </p:cNvPr>
          <p:cNvSpPr txBox="1"/>
          <p:nvPr/>
        </p:nvSpPr>
        <p:spPr>
          <a:xfrm>
            <a:off x="755117" y="271370"/>
            <a:ext cx="7810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Associate Device to Specific End User </a:t>
            </a:r>
          </a:p>
        </p:txBody>
      </p:sp>
    </p:spTree>
    <p:extLst>
      <p:ext uri="{BB962C8B-B14F-4D97-AF65-F5344CB8AC3E}">
        <p14:creationId xmlns:p14="http://schemas.microsoft.com/office/powerpoint/2010/main" val="697960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044F30-6B1E-4C15-80A9-7FE40FEE09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14120</TotalTime>
  <Words>34</Words>
  <Application>Microsoft Office PowerPoint</Application>
  <PresentationFormat>On-screen Show (16:9)</PresentationFormat>
  <Paragraphs>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Raleway</vt:lpstr>
      <vt:lpstr>Raleway ExtraBold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98</cp:revision>
  <dcterms:created xsi:type="dcterms:W3CDTF">2020-09-08T11:22:38Z</dcterms:created>
  <dcterms:modified xsi:type="dcterms:W3CDTF">2023-06-27T13:25:46Z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