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404" r:id="rId5"/>
    <p:sldId id="403" r:id="rId6"/>
    <p:sldId id="402" r:id="rId7"/>
    <p:sldId id="405" r:id="rId8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59" autoAdjust="0"/>
  </p:normalViewPr>
  <p:slideViewPr>
    <p:cSldViewPr snapToGrid="0">
      <p:cViewPr varScale="1">
        <p:scale>
          <a:sx n="97" d="100"/>
          <a:sy n="97" d="100"/>
        </p:scale>
        <p:origin x="183" y="82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4/1/2020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4/1/2020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12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85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2019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Platform Architecture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6D299C-BCAB-4437-B9BA-8F240C710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0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Access &amp; </a:t>
            </a:r>
            <a:r>
              <a:rPr lang="en-US" altLang="ru-RU" sz="2400" dirty="0" err="1">
                <a:latin typeface="Raleway ExtraBold" panose="020B0903030101060003" pitchFamily="34" charset="0"/>
              </a:rPr>
              <a:t>OpEx</a:t>
            </a:r>
            <a:r>
              <a:rPr lang="en-US" altLang="ru-RU" sz="2400" dirty="0">
                <a:latin typeface="Raleway ExtraBold" panose="020B0903030101060003" pitchFamily="34" charset="0"/>
              </a:rPr>
              <a:t> 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D13BF3-6E00-4E3C-892E-7DFAA4A7591D}"/>
              </a:ext>
            </a:extLst>
          </p:cNvPr>
          <p:cNvSpPr txBox="1"/>
          <p:nvPr/>
        </p:nvSpPr>
        <p:spPr>
          <a:xfrm>
            <a:off x="155643" y="525294"/>
            <a:ext cx="881974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IAM user with CloudWatch API + …  Read Access /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access though access key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Public URL+ (password +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Mfa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 or  (VPN + URL+ Password) or (VPN +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Jumpbox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+ password)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Cost – API + Data Transfer ( 20 GB/ Day + 1 Million Requests / Day )  ~ 200$/Month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8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Log Manager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E78722-7090-4D4A-9869-9F1F401C0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14" y="370015"/>
            <a:ext cx="8274995" cy="455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Alert Manager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168417-E4E0-4035-A87D-9EE83825D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14"/>
            <a:ext cx="9144000" cy="477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8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DFD760-3671-41D3-8583-8807BB5131C5}"/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schemas.microsoft.com/office/2006/metadata/properties"/>
    <ds:schemaRef ds:uri="http://purl.org/dc/elements/1.1/"/>
    <ds:schemaRef ds:uri="5acf12f0-ea3e-4c9d-a767-3aa0f3b33160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7a43c2af-ef50-4599-bf97-6a2bd9850d1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26409</TotalTime>
  <Words>371</Words>
  <Application>Microsoft Office PowerPoint</Application>
  <PresentationFormat>On-screen Show (16:9)</PresentationFormat>
  <Paragraphs>54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Raleway ExtraBold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307</cp:revision>
  <cp:lastPrinted>2016-12-06T22:14:27Z</cp:lastPrinted>
  <dcterms:created xsi:type="dcterms:W3CDTF">2014-11-12T22:29:05Z</dcterms:created>
  <dcterms:modified xsi:type="dcterms:W3CDTF">2020-04-09T10:58:16Z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