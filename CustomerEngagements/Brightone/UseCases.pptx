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415" r:id="rId5"/>
    <p:sldId id="420" r:id="rId6"/>
    <p:sldId id="421" r:id="rId7"/>
    <p:sldId id="422" r:id="rId8"/>
    <p:sldId id="423" r:id="rId9"/>
    <p:sldId id="416" r:id="rId10"/>
    <p:sldId id="417" r:id="rId11"/>
    <p:sldId id="418" r:id="rId12"/>
    <p:sldId id="419" r:id="rId13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D0DA"/>
    <a:srgbClr val="34B2E4"/>
    <a:srgbClr val="E23936"/>
    <a:srgbClr val="FE912A"/>
    <a:srgbClr val="E34856"/>
    <a:srgbClr val="8B103E"/>
    <a:srgbClr val="065381"/>
    <a:srgbClr val="FCC601"/>
    <a:srgbClr val="DD382B"/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259" autoAdjust="0"/>
  </p:normalViewPr>
  <p:slideViewPr>
    <p:cSldViewPr snapToGrid="0">
      <p:cViewPr varScale="1">
        <p:scale>
          <a:sx n="97" d="100"/>
          <a:sy n="97" d="100"/>
        </p:scale>
        <p:origin x="183" y="82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4/24/2020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4/24/2020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70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66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3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94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70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715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857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83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52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60192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kern="1200" cap="small" baseline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2019 SYNECTIKS. all rights reserved.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5070-596F-4EA7-B9EA-0907061F1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A01B8-B8FC-4B6F-80F1-7D9899A5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01" r:id="rId2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AWS-RDS-POSTGRESQL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015614"/>
              </p:ext>
            </p:extLst>
          </p:nvPr>
        </p:nvGraphicFramePr>
        <p:xfrm>
          <a:off x="207524" y="391240"/>
          <a:ext cx="8480975" cy="45182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Monitor the Storage space usage of AWS RDS </a:t>
                      </a:r>
                      <a:r>
                        <a:rPr lang="en-US" sz="2000" b="1" i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postgresql</a:t>
                      </a: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database and generate alert depending on usage rule.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KPI Based – Have dashboards to monitor the filesystem and disk usage of  AWS RDS instance  and make sure that we alert rules placed against those KPI dashboards.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AWS RDS – Storage Consumption  monitoring dashboards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AWS RDS Dashboard  (monitoring of </a:t>
                      </a:r>
                      <a:r>
                        <a:rPr lang="en-US" sz="1000" u="sng" dirty="0" err="1"/>
                        <a:t>Stoarge</a:t>
                      </a:r>
                      <a:r>
                        <a:rPr lang="en-US" sz="1000" u="sng" dirty="0"/>
                        <a:t> Consumption)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Storage usage &gt; 90% </a:t>
                      </a:r>
                    </a:p>
                    <a:p>
                      <a:r>
                        <a:rPr lang="en-US" sz="1000" dirty="0"/>
                        <a:t>&lt;Resource Group&gt;&lt;Resource&gt;&lt;Source-Type&gt;&lt;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</a:t>
                      </a:r>
                      <a:r>
                        <a:rPr lang="en-US" sz="1000" dirty="0" err="1"/>
                        <a:t>kpi</a:t>
                      </a:r>
                      <a:r>
                        <a:rPr lang="en-US" sz="1000" dirty="0"/>
                        <a:t> dashboard of alert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which database filesystem getting filled 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 and Perform storage expansion Workflows based on ticket approval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48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AWS-RDS-POSTGRESQL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845458"/>
              </p:ext>
            </p:extLst>
          </p:nvPr>
        </p:nvGraphicFramePr>
        <p:xfrm>
          <a:off x="207524" y="391240"/>
          <a:ext cx="8480975" cy="45182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Monitor the CPU usage of AWS RDS </a:t>
                      </a:r>
                      <a:r>
                        <a:rPr lang="en-US" sz="2000" b="1" i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postgresql</a:t>
                      </a: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database and generate alert depending on usage rule.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KPI Based – Have dashboards to monitor the CPU usage of  AWS RDS instance  and make sure that we alert rules placed against those KPI dashboards.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AWS RDS – Storage Consumption  monitoring dashboards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AWS RDS Dashboard  (monitoring of CPU utilization)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Max CPU usage &gt; 40% </a:t>
                      </a:r>
                    </a:p>
                    <a:p>
                      <a:r>
                        <a:rPr lang="en-US" sz="1000" dirty="0"/>
                        <a:t>&lt;Resource Group&gt;&lt;Resource&gt;&lt;Source-Type&gt;&lt;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</a:t>
                      </a:r>
                      <a:r>
                        <a:rPr lang="en-US" sz="1000" dirty="0" err="1"/>
                        <a:t>kpi</a:t>
                      </a:r>
                      <a:r>
                        <a:rPr lang="en-US" sz="1000" dirty="0"/>
                        <a:t> dashboard of alert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which database CPU utilization is high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Look at other KPI ‘s like concurrent connections to see that time no of active connections.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44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AWS-RDS-POSTGRESQL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646602"/>
              </p:ext>
            </p:extLst>
          </p:nvPr>
        </p:nvGraphicFramePr>
        <p:xfrm>
          <a:off x="207524" y="391240"/>
          <a:ext cx="8480975" cy="45182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Monitor the average read/ write latency of </a:t>
                      </a:r>
                      <a:r>
                        <a:rPr lang="en-US" sz="2000" b="1" i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postgresql</a:t>
                      </a: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database and generate alert depending on usage rule.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KPI Based – Have dashboards to monitor the Read/Write latency of  AWS RDS instance  and make sure that we alert rules placed against those KPI dashboards.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AWS RDS – Read/ write latency dashboards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AWS RDS Dashboard  (monitoring of Read Write Latency)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Max latency &gt; 10 </a:t>
                      </a:r>
                      <a:r>
                        <a:rPr lang="en-US" sz="1000" dirty="0" err="1"/>
                        <a:t>ms</a:t>
                      </a:r>
                      <a:endParaRPr lang="en-US" sz="1000" dirty="0"/>
                    </a:p>
                    <a:p>
                      <a:r>
                        <a:rPr lang="en-US" sz="1000" dirty="0"/>
                        <a:t>&lt;Resource Group&gt;&lt;Resource&gt;&lt;Source-Type&gt;&lt;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</a:t>
                      </a:r>
                      <a:r>
                        <a:rPr lang="en-US" sz="1000" dirty="0" err="1"/>
                        <a:t>kpi</a:t>
                      </a:r>
                      <a:r>
                        <a:rPr lang="en-US" sz="1000" dirty="0"/>
                        <a:t> dashboard of alert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which database read / write </a:t>
                      </a:r>
                      <a:r>
                        <a:rPr lang="en-US" sz="1000" dirty="0" err="1"/>
                        <a:t>latecy</a:t>
                      </a:r>
                      <a:r>
                        <a:rPr lang="en-US" sz="1000" dirty="0"/>
                        <a:t> is high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Look at the disk speed and network speed to do a deep dive.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736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AWS-RDS-POSTGRESQL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949847"/>
              </p:ext>
            </p:extLst>
          </p:nvPr>
        </p:nvGraphicFramePr>
        <p:xfrm>
          <a:off x="207524" y="391240"/>
          <a:ext cx="8480975" cy="45182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Monitor the concurrent connections AWS RDS </a:t>
                      </a:r>
                      <a:r>
                        <a:rPr lang="en-US" sz="2000" b="1" i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postgresql</a:t>
                      </a: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database and generate alert depending on usage rule.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KPI Based – Have dashboards to monitor the concurrent connection AWS RDS instance  and make sure that we alert rules placed against those KPI dashboards.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AWS RDS – Concurrent connections  monitoring dashboards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AWS RDS Dashboard  (monitoring of concurrent connections)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Max connections &gt; 30</a:t>
                      </a:r>
                    </a:p>
                    <a:p>
                      <a:r>
                        <a:rPr lang="en-US" sz="1000" dirty="0"/>
                        <a:t>&lt;Resource Group&gt;&lt;Resource&gt;&lt;Source-Type&gt;&lt;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</a:t>
                      </a:r>
                      <a:r>
                        <a:rPr lang="en-US" sz="1000" dirty="0" err="1"/>
                        <a:t>kpi</a:t>
                      </a:r>
                      <a:r>
                        <a:rPr lang="en-US" sz="1000" dirty="0"/>
                        <a:t> dashboard of alert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which database concurrent connection is high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Look at the database which apps are holding the connections, any app that is constantly holding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93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AWS-RDS-POSTGRESQL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/>
        </p:nvGraphicFramePr>
        <p:xfrm>
          <a:off x="207524" y="391240"/>
          <a:ext cx="8480975" cy="45182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Monitor the concurrent connections AWS RDS </a:t>
                      </a:r>
                      <a:r>
                        <a:rPr lang="en-US" sz="2000" b="1" i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postgresql</a:t>
                      </a: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database and generate alert depending on usage rule.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KPI Based – Have dashboards to monitor the concurrent connection AWS RDS instance  and make sure that we alert rules placed against those KPI dashboards.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AWS RDS – Concurrent connections  monitoring dashboards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AWS RDS Dashboard  (monitoring of concurrent connections)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Max connections &gt; 30</a:t>
                      </a:r>
                    </a:p>
                    <a:p>
                      <a:r>
                        <a:rPr lang="en-US" sz="1000" dirty="0"/>
                        <a:t>&lt;Resource Group&gt;&lt;Resource&gt;&lt;Source-Type&gt;&lt;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</a:t>
                      </a:r>
                      <a:r>
                        <a:rPr lang="en-US" sz="1000" dirty="0" err="1"/>
                        <a:t>kpi</a:t>
                      </a:r>
                      <a:r>
                        <a:rPr lang="en-US" sz="1000" dirty="0"/>
                        <a:t> dashboard of alert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which database concurrent connection is high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Look at the database which apps are holding the connections, any app that is constantly holding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00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–RDS-POSTGRESQL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776A0B-0E22-4CD1-895A-F74BD36A9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653" y="391240"/>
            <a:ext cx="6420708" cy="448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38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–RDS-POSTGRESQL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B7B9E5-A3DB-47E3-84DD-7AD12F02A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78" y="291416"/>
            <a:ext cx="7512217" cy="456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48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–RDS-POSTGRESQL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C47F43-F141-4496-AD11-43EF0536A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06" y="312983"/>
            <a:ext cx="7509387" cy="451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63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–RDS-POSTGRESQL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26ACC-2565-4090-A0D7-9E378BE44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50" y="344609"/>
            <a:ext cx="7474244" cy="448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45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1BF9A0-A380-42E8-B81F-03D2471160C1}">
  <ds:schemaRefs>
    <ds:schemaRef ds:uri="http://schemas.microsoft.com/office/2006/metadata/properties"/>
    <ds:schemaRef ds:uri="http://purl.org/dc/elements/1.1/"/>
    <ds:schemaRef ds:uri="5acf12f0-ea3e-4c9d-a767-3aa0f3b33160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7a43c2af-ef50-4599-bf97-6a2bd9850d12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E4FE6DD-318F-48C8-8638-AB3524F0D9B5}"/>
</file>

<file path=docProps/app.xml><?xml version="1.0" encoding="utf-8"?>
<Properties xmlns="http://schemas.openxmlformats.org/officeDocument/2006/extended-properties" xmlns:vt="http://schemas.openxmlformats.org/officeDocument/2006/docPropsVTypes">
  <TotalTime>26568</TotalTime>
  <Words>924</Words>
  <Application>Microsoft Office PowerPoint</Application>
  <PresentationFormat>On-screen Show (16:9)</PresentationFormat>
  <Paragraphs>141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Raleway ExtraBold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SYNECTIKS INC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SYNECTIKS</dc:title>
  <dc:creator>SV</dc:creator>
  <cp:lastModifiedBy>Papu Bhattacharya</cp:lastModifiedBy>
  <cp:revision>333</cp:revision>
  <cp:lastPrinted>2016-12-06T22:14:27Z</cp:lastPrinted>
  <dcterms:created xsi:type="dcterms:W3CDTF">2014-11-12T22:29:05Z</dcterms:created>
  <dcterms:modified xsi:type="dcterms:W3CDTF">2020-04-23T20:47:44Z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  <property fmtid="{D5CDD505-2E9C-101B-9397-08002B2CF9AE}" pid="3" name="IsMyDocuments">
    <vt:bool>true</vt:bool>
  </property>
</Properties>
</file>