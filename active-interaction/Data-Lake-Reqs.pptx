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04" r:id="rId4"/>
  </p:sldMasterIdLst>
  <p:notesMasterIdLst>
    <p:notesMasterId r:id="rId12"/>
  </p:notesMasterIdLst>
  <p:handoutMasterIdLst>
    <p:handoutMasterId r:id="rId13"/>
  </p:handoutMasterIdLst>
  <p:sldIdLst>
    <p:sldId id="360" r:id="rId5"/>
    <p:sldId id="945" r:id="rId6"/>
    <p:sldId id="950" r:id="rId7"/>
    <p:sldId id="949" r:id="rId8"/>
    <p:sldId id="946" r:id="rId9"/>
    <p:sldId id="947" r:id="rId10"/>
    <p:sldId id="948" r:id="rId11"/>
  </p:sldIdLst>
  <p:sldSz cx="9144000" cy="5143500" type="screen16x9"/>
  <p:notesSz cx="9601200" cy="7315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08" userDrawn="1">
          <p15:clr>
            <a:srgbClr val="A4A3A4"/>
          </p15:clr>
        </p15:guide>
        <p15:guide id="2" pos="355">
          <p15:clr>
            <a:srgbClr val="A4A3A4"/>
          </p15:clr>
        </p15:guide>
        <p15:guide id="3" orient="horz" pos="1212" userDrawn="1">
          <p15:clr>
            <a:srgbClr val="A4A3A4"/>
          </p15:clr>
        </p15:guide>
        <p15:guide id="4" orient="horz" pos="948" userDrawn="1">
          <p15:clr>
            <a:srgbClr val="A4A3A4"/>
          </p15:clr>
        </p15:guide>
        <p15:guide id="5" orient="horz" pos="2964" userDrawn="1">
          <p15:clr>
            <a:srgbClr val="A4A3A4"/>
          </p15:clr>
        </p15:guide>
        <p15:guide id="6" orient="horz" pos="516" userDrawn="1">
          <p15:clr>
            <a:srgbClr val="A4A3A4"/>
          </p15:clr>
        </p15:guide>
        <p15:guide id="7" orient="horz" pos="1190">
          <p15:clr>
            <a:srgbClr val="A4A3A4"/>
          </p15:clr>
        </p15:guide>
        <p15:guide id="8" orient="horz" pos="750">
          <p15:clr>
            <a:srgbClr val="A4A3A4"/>
          </p15:clr>
        </p15:guide>
        <p15:guide id="9" orient="horz" pos="2916">
          <p15:clr>
            <a:srgbClr val="A4A3A4"/>
          </p15:clr>
        </p15:guide>
        <p15:guide id="10" pos="145">
          <p15:clr>
            <a:srgbClr val="A4A3A4"/>
          </p15:clr>
        </p15:guide>
        <p15:guide id="11" pos="5617">
          <p15:clr>
            <a:srgbClr val="A4A3A4"/>
          </p15:clr>
        </p15:guide>
        <p15:guide id="12" pos="288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 userDrawn="1">
          <p15:clr>
            <a:srgbClr val="A4A3A4"/>
          </p15:clr>
        </p15:guide>
        <p15:guide id="2" pos="2304" userDrawn="1">
          <p15:clr>
            <a:srgbClr val="A4A3A4"/>
          </p15:clr>
        </p15:guide>
        <p15:guide id="3" orient="horz" pos="2304">
          <p15:clr>
            <a:srgbClr val="A4A3A4"/>
          </p15:clr>
        </p15:guide>
        <p15:guide id="4" pos="302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irban Banerjee" initials="AB" lastIdx="1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2436"/>
    <a:srgbClr val="DA291C"/>
    <a:srgbClr val="6DD9FF"/>
    <a:srgbClr val="5F5E5F"/>
    <a:srgbClr val="919D9D"/>
    <a:srgbClr val="F3F4F0"/>
    <a:srgbClr val="F3FDD3"/>
    <a:srgbClr val="000000"/>
    <a:srgbClr val="F37021"/>
    <a:srgbClr val="CCE0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291" autoAdjust="0"/>
  </p:normalViewPr>
  <p:slideViewPr>
    <p:cSldViewPr snapToGrid="0">
      <p:cViewPr varScale="1">
        <p:scale>
          <a:sx n="105" d="100"/>
          <a:sy n="105" d="100"/>
        </p:scale>
        <p:origin x="144" y="72"/>
      </p:cViewPr>
      <p:guideLst>
        <p:guide orient="horz" pos="708"/>
        <p:guide pos="355"/>
        <p:guide orient="horz" pos="1212"/>
        <p:guide orient="horz" pos="948"/>
        <p:guide orient="horz" pos="2964"/>
        <p:guide orient="horz" pos="516"/>
        <p:guide orient="horz" pos="1190"/>
        <p:guide orient="horz" pos="750"/>
        <p:guide orient="horz" pos="2916"/>
        <p:guide pos="145"/>
        <p:guide pos="5617"/>
        <p:guide pos="2881"/>
      </p:guideLst>
    </p:cSldViewPr>
  </p:slideViewPr>
  <p:outlineViewPr>
    <p:cViewPr>
      <p:scale>
        <a:sx n="33" d="100"/>
        <a:sy n="33" d="100"/>
      </p:scale>
      <p:origin x="0" y="174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5490"/>
    </p:cViewPr>
  </p:sorterViewPr>
  <p:notesViewPr>
    <p:cSldViewPr snapToGrid="0">
      <p:cViewPr varScale="1">
        <p:scale>
          <a:sx n="98" d="100"/>
          <a:sy n="98" d="100"/>
        </p:scale>
        <p:origin x="3516" y="72"/>
      </p:cViewPr>
      <p:guideLst>
        <p:guide orient="horz" pos="3024"/>
        <p:guide pos="2304"/>
        <p:guide orient="horz" pos="2304"/>
        <p:guide pos="302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438459" y="0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/>
          <a:lstStyle>
            <a:lvl1pPr algn="r">
              <a:defRPr sz="1300"/>
            </a:lvl1pPr>
          </a:lstStyle>
          <a:p>
            <a:fld id="{1B9E88C5-C104-1D4D-887E-00A617007132}" type="datetimeFigureOut">
              <a:rPr lang="en-US" smtClean="0"/>
              <a:pPr/>
              <a:t>4/18/2023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948171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438459" y="6948171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 anchor="b"/>
          <a:lstStyle>
            <a:lvl1pPr algn="r">
              <a:defRPr sz="1300"/>
            </a:lvl1pPr>
          </a:lstStyle>
          <a:p>
            <a:fld id="{AE1561C0-4582-414D-9482-B90AA17E592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036734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438459" y="0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/>
          <a:lstStyle>
            <a:lvl1pPr algn="r">
              <a:defRPr sz="1300"/>
            </a:lvl1pPr>
          </a:lstStyle>
          <a:p>
            <a:fld id="{0F237061-72E3-FC45-B1DA-EE364FA20673}" type="datetimeFigureOut">
              <a:rPr lang="en-US" smtClean="0"/>
              <a:pPr/>
              <a:t>4/18/2023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2200" y="549275"/>
            <a:ext cx="4876800" cy="2743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48" tIns="48325" rIns="96648" bIns="48325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60121" y="3474720"/>
            <a:ext cx="7680960" cy="3291840"/>
          </a:xfrm>
          <a:prstGeom prst="rect">
            <a:avLst/>
          </a:prstGeom>
        </p:spPr>
        <p:txBody>
          <a:bodyPr vert="horz" lIns="96648" tIns="48325" rIns="96648" bIns="48325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948171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438459" y="6948171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 anchor="b"/>
          <a:lstStyle>
            <a:lvl1pPr algn="r">
              <a:defRPr sz="1300"/>
            </a:lvl1pPr>
          </a:lstStyle>
          <a:p>
            <a:fld id="{11D4D097-0016-D44A-A908-ADB1EED4D5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465252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54283D-B617-4C0C-8B6C-DC7F41934E18}" type="slidenum">
              <a:rPr lang="ru-RU" smtClean="0"/>
              <a:pPr>
                <a:defRPr/>
              </a:pPr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346987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25309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0449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03278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79928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58444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38442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38BC4-A547-4D3A-B6AA-E8386FC03A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8DE963-94FB-4E7F-8ED9-DABC5B5A78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D3F490-324D-4289-B024-6675AD95A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4/18/2023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07AA4F-B2B7-4D4F-A263-B329CDEE7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E05013-8926-4B30-8D77-BD3EFC814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786420"/>
      </p:ext>
    </p:extLst>
  </p:cSld>
  <p:clrMapOvr>
    <a:masterClrMapping/>
  </p:clrMapOvr>
  <p:hf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046DB-24D7-437D-8EC1-CEFC7CBD7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20DDBB-FA4B-4012-9257-B11F5E3D5D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F2F17C-148F-44BD-872F-A575D02DD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4/18/2023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1486F3-D503-48BB-AC96-52E4E6D41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3797D4-869E-46DD-BFF4-2B38220D4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614203"/>
      </p:ext>
    </p:extLst>
  </p:cSld>
  <p:clrMapOvr>
    <a:masterClrMapping/>
  </p:clrMapOvr>
  <p:hf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9D5C9-77D6-44FE-8CCC-284964621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6D2073-29E1-4E94-AB0A-04E1B38C08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422732-F87F-40A5-BEB1-D27D4BF04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4/18/2023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A52FC0-84F5-4474-80AE-8961864D8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1057BC-E475-4DCE-A61C-29BAF7CAD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124232"/>
      </p:ext>
    </p:extLst>
  </p:cSld>
  <p:clrMapOvr>
    <a:masterClrMapping/>
  </p:clrMapOvr>
  <p:hf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1AEF5-DFED-4C21-888D-D7BED2D2B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BE111A-5EB3-4490-9307-70D935F75B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5E1F54-CA9E-4C4D-9C51-0D92F37A3C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8464EB-5873-4C58-942F-292D85500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4/18/2023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3F9439-6DD3-4668-8CF0-4688B7BC4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2EB6FD-D6B1-4F02-98D2-4C363CFC6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541076"/>
      </p:ext>
    </p:extLst>
  </p:cSld>
  <p:clrMapOvr>
    <a:masterClrMapping/>
  </p:clrMapOvr>
  <p:hf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35A2E-BAA3-4E34-B724-80A1F0D2F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4A9807-C8BB-4234-8860-3F68BE08D2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6AEDF8-3BFA-49F6-99AF-2BE8413853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EFD341-B7E4-44B0-9D48-BEF005DD12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F43030-77F2-4ADB-9944-3AF5258546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69B3C9-487B-4040-805A-A310B4B63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4/18/2023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3A9871-48F8-4850-9F26-89D0E1FEA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99C7D0-4810-44BC-B20D-5EF9FBFEB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13712"/>
      </p:ext>
    </p:extLst>
  </p:cSld>
  <p:clrMapOvr>
    <a:masterClrMapping/>
  </p:clrMapOvr>
  <p:hf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EC320-690D-49B4-91F5-C81F2B383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2612F1-84F3-44A8-81AE-49EAE40E6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4/18/2023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4FF993-8FCA-48CF-B85F-80B0E64BA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53CB4D-B770-49B5-9D96-451D90E91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894405"/>
      </p:ext>
    </p:extLst>
  </p:cSld>
  <p:clrMapOvr>
    <a:masterClrMapping/>
  </p:clrMapOvr>
  <p:hf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2289ED-BC44-42E9-A1FE-AB2AD213A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4/18/2023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5124C0-8767-4C67-A78E-32ADC58C4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C312F6-0C46-4CDE-8FFD-3DA06D75D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619756"/>
      </p:ext>
    </p:extLst>
  </p:cSld>
  <p:clrMapOvr>
    <a:masterClrMapping/>
  </p:clrMapOvr>
  <p:hf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CDD26-D23F-4D83-93BC-B89EDD45D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0BDA66-B8C4-4614-AE44-7E1C453D91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C6DCCE-D0B2-4282-84F1-11D675F3A2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F7502F-D39D-4EBB-BF29-F535F25A3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4/18/2023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ED6705-95C1-46CD-87DA-00463E402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34521-9210-42EA-A79B-1CD85AA87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216245"/>
      </p:ext>
    </p:extLst>
  </p:cSld>
  <p:clrMapOvr>
    <a:masterClrMapping/>
  </p:clrMapOvr>
  <p:hf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3AA4B-24BF-4290-9C02-3CB84746B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0D23B6-AA70-482B-A6AE-B8E5ACAFB1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2E2872-1849-4BEF-B7B0-2637880583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D03588-CC90-4BAF-8FE0-1103BE110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4/18/2023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BFC51A-B2CE-4CAC-A3F9-AC3F8B083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5A2259-6DCB-4E0A-A386-8A50ED45F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399134"/>
      </p:ext>
    </p:extLst>
  </p:cSld>
  <p:clrMapOvr>
    <a:masterClrMapping/>
  </p:clrMapOvr>
  <p:hf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9EC70-26BC-4EE2-8107-1D6068F2A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A128FD-A093-41E0-9199-9737B37C77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0F7E2-DFB9-4894-B6EE-C0A70D8CF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4/18/2023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7ECD0A-9BB8-461B-AB3D-F750A02CD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F24A06-BDCF-42CC-953D-0F78B9AF9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272374"/>
      </p:ext>
    </p:extLst>
  </p:cSld>
  <p:clrMapOvr>
    <a:masterClrMapping/>
  </p:clrMapOvr>
  <p:hf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1AC359-4D48-4680-B1E0-00CB3C23C0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774572-3123-4FB2-98FC-1DAC45C9E5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A41ABD-D28A-4AE4-8B55-6862AE38A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4/18/2023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3F08A-35EB-470E-94EB-4704B8F66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B5F89D-1A84-46DE-987B-3CCC9E806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996417"/>
      </p:ext>
    </p:extLst>
  </p:cSld>
  <p:clrMapOvr>
    <a:masterClrMapping/>
  </p:clrMapOvr>
  <p:hf hdr="0" ft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51435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564298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EC3C52-4500-4CA3-A206-F85571BA3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660867-C9D9-4675-A550-02D62B46F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92B27E-4705-4E1E-9CA1-00FDD5D330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FD98AD-7C5B-4994-98B8-765221AB7D4C}" type="datetimeFigureOut">
              <a:rPr lang="en-US" smtClean="0"/>
              <a:t>4/18/2023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570698-B20A-4D82-AA53-61843F48A3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4B147F-9946-473B-98F7-7A14B0D350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53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hf hdr="0" ft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7E520EA-5F2A-4D8A-BD76-DAD2517D46BD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8862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 sz="13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DFADA0-5E43-48D1-BDC7-1C83EA8674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" y="799272"/>
            <a:ext cx="9144001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dirty="0">
                <a:solidFill>
                  <a:schemeClr val="bg1"/>
                </a:solidFill>
                <a:latin typeface="Raleway Medium" panose="020B0603030101060003" pitchFamily="34" charset="0"/>
              </a:rPr>
              <a:t>Open Products Accelerating 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dirty="0">
                <a:solidFill>
                  <a:srgbClr val="DA291C"/>
                </a:solidFill>
                <a:latin typeface="Raleway ExtraBold" panose="020B0903030101060003" pitchFamily="34" charset="0"/>
              </a:rPr>
              <a:t>Enterprise Transformation</a:t>
            </a:r>
          </a:p>
        </p:txBody>
      </p:sp>
      <p:grpSp>
        <p:nvGrpSpPr>
          <p:cNvPr id="36864" name="Group 36863">
            <a:extLst>
              <a:ext uri="{FF2B5EF4-FFF2-40B4-BE49-F238E27FC236}">
                <a16:creationId xmlns:a16="http://schemas.microsoft.com/office/drawing/2014/main" id="{EF8582F1-C5DB-4534-89E0-07978C7C0FAC}"/>
              </a:ext>
            </a:extLst>
          </p:cNvPr>
          <p:cNvGrpSpPr/>
          <p:nvPr/>
        </p:nvGrpSpPr>
        <p:grpSpPr>
          <a:xfrm>
            <a:off x="451541" y="1786181"/>
            <a:ext cx="1785098" cy="3449696"/>
            <a:chOff x="591895" y="2381574"/>
            <a:chExt cx="2380130" cy="4599595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8B5294FF-0750-4E16-9783-831B09A1BD47}"/>
                </a:ext>
              </a:extLst>
            </p:cNvPr>
            <p:cNvSpPr/>
            <p:nvPr/>
          </p:nvSpPr>
          <p:spPr>
            <a:xfrm>
              <a:off x="591895" y="3218137"/>
              <a:ext cx="2380130" cy="3763032"/>
            </a:xfrm>
            <a:custGeom>
              <a:avLst/>
              <a:gdLst>
                <a:gd name="connsiteX0" fmla="*/ 847165 w 1603937"/>
                <a:gd name="connsiteY0" fmla="*/ 0 h 2003612"/>
                <a:gd name="connsiteX1" fmla="*/ 860612 w 1603937"/>
                <a:gd name="connsiteY1" fmla="*/ 94129 h 2003612"/>
                <a:gd name="connsiteX2" fmla="*/ 820271 w 1603937"/>
                <a:gd name="connsiteY2" fmla="*/ 389965 h 2003612"/>
                <a:gd name="connsiteX3" fmla="*/ 766483 w 1603937"/>
                <a:gd name="connsiteY3" fmla="*/ 470647 h 2003612"/>
                <a:gd name="connsiteX4" fmla="*/ 726142 w 1603937"/>
                <a:gd name="connsiteY4" fmla="*/ 510988 h 2003612"/>
                <a:gd name="connsiteX5" fmla="*/ 672353 w 1603937"/>
                <a:gd name="connsiteY5" fmla="*/ 524435 h 2003612"/>
                <a:gd name="connsiteX6" fmla="*/ 537883 w 1603937"/>
                <a:gd name="connsiteY6" fmla="*/ 564776 h 2003612"/>
                <a:gd name="connsiteX7" fmla="*/ 510989 w 1603937"/>
                <a:gd name="connsiteY7" fmla="*/ 591671 h 2003612"/>
                <a:gd name="connsiteX8" fmla="*/ 174812 w 1603937"/>
                <a:gd name="connsiteY8" fmla="*/ 578224 h 2003612"/>
                <a:gd name="connsiteX9" fmla="*/ 80683 w 1603937"/>
                <a:gd name="connsiteY9" fmla="*/ 537882 h 2003612"/>
                <a:gd name="connsiteX10" fmla="*/ 40342 w 1603937"/>
                <a:gd name="connsiteY10" fmla="*/ 524435 h 2003612"/>
                <a:gd name="connsiteX11" fmla="*/ 13447 w 1603937"/>
                <a:gd name="connsiteY11" fmla="*/ 443753 h 2003612"/>
                <a:gd name="connsiteX12" fmla="*/ 0 w 1603937"/>
                <a:gd name="connsiteY12" fmla="*/ 403412 h 2003612"/>
                <a:gd name="connsiteX13" fmla="*/ 13447 w 1603937"/>
                <a:gd name="connsiteY13" fmla="*/ 215153 h 2003612"/>
                <a:gd name="connsiteX14" fmla="*/ 53789 w 1603937"/>
                <a:gd name="connsiteY14" fmla="*/ 188259 h 2003612"/>
                <a:gd name="connsiteX15" fmla="*/ 134471 w 1603937"/>
                <a:gd name="connsiteY15" fmla="*/ 147918 h 2003612"/>
                <a:gd name="connsiteX16" fmla="*/ 484095 w 1603937"/>
                <a:gd name="connsiteY16" fmla="*/ 161365 h 2003612"/>
                <a:gd name="connsiteX17" fmla="*/ 510989 w 1603937"/>
                <a:gd name="connsiteY17" fmla="*/ 201706 h 2003612"/>
                <a:gd name="connsiteX18" fmla="*/ 551330 w 1603937"/>
                <a:gd name="connsiteY18" fmla="*/ 215153 h 2003612"/>
                <a:gd name="connsiteX19" fmla="*/ 605118 w 1603937"/>
                <a:gd name="connsiteY19" fmla="*/ 255494 h 2003612"/>
                <a:gd name="connsiteX20" fmla="*/ 672353 w 1603937"/>
                <a:gd name="connsiteY20" fmla="*/ 349624 h 2003612"/>
                <a:gd name="connsiteX21" fmla="*/ 712695 w 1603937"/>
                <a:gd name="connsiteY21" fmla="*/ 363071 h 2003612"/>
                <a:gd name="connsiteX22" fmla="*/ 766483 w 1603937"/>
                <a:gd name="connsiteY22" fmla="*/ 389965 h 2003612"/>
                <a:gd name="connsiteX23" fmla="*/ 806824 w 1603937"/>
                <a:gd name="connsiteY23" fmla="*/ 430306 h 2003612"/>
                <a:gd name="connsiteX24" fmla="*/ 860612 w 1603937"/>
                <a:gd name="connsiteY24" fmla="*/ 443753 h 2003612"/>
                <a:gd name="connsiteX25" fmla="*/ 900953 w 1603937"/>
                <a:gd name="connsiteY25" fmla="*/ 457200 h 2003612"/>
                <a:gd name="connsiteX26" fmla="*/ 1371600 w 1603937"/>
                <a:gd name="connsiteY26" fmla="*/ 403412 h 2003612"/>
                <a:gd name="connsiteX27" fmla="*/ 1385047 w 1603937"/>
                <a:gd name="connsiteY27" fmla="*/ 349624 h 2003612"/>
                <a:gd name="connsiteX28" fmla="*/ 1371600 w 1603937"/>
                <a:gd name="connsiteY28" fmla="*/ 174812 h 2003612"/>
                <a:gd name="connsiteX29" fmla="*/ 981636 w 1603937"/>
                <a:gd name="connsiteY29" fmla="*/ 201706 h 2003612"/>
                <a:gd name="connsiteX30" fmla="*/ 954742 w 1603937"/>
                <a:gd name="connsiteY30" fmla="*/ 242047 h 2003612"/>
                <a:gd name="connsiteX31" fmla="*/ 887506 w 1603937"/>
                <a:gd name="connsiteY31" fmla="*/ 309282 h 2003612"/>
                <a:gd name="connsiteX32" fmla="*/ 860612 w 1603937"/>
                <a:gd name="connsiteY32" fmla="*/ 389965 h 2003612"/>
                <a:gd name="connsiteX33" fmla="*/ 833718 w 1603937"/>
                <a:gd name="connsiteY33" fmla="*/ 430306 h 2003612"/>
                <a:gd name="connsiteX34" fmla="*/ 820271 w 1603937"/>
                <a:gd name="connsiteY34" fmla="*/ 470647 h 2003612"/>
                <a:gd name="connsiteX35" fmla="*/ 766483 w 1603937"/>
                <a:gd name="connsiteY35" fmla="*/ 551329 h 2003612"/>
                <a:gd name="connsiteX36" fmla="*/ 739589 w 1603937"/>
                <a:gd name="connsiteY36" fmla="*/ 591671 h 2003612"/>
                <a:gd name="connsiteX37" fmla="*/ 685800 w 1603937"/>
                <a:gd name="connsiteY37" fmla="*/ 658906 h 2003612"/>
                <a:gd name="connsiteX38" fmla="*/ 645459 w 1603937"/>
                <a:gd name="connsiteY38" fmla="*/ 712694 h 2003612"/>
                <a:gd name="connsiteX39" fmla="*/ 605118 w 1603937"/>
                <a:gd name="connsiteY39" fmla="*/ 726141 h 2003612"/>
                <a:gd name="connsiteX40" fmla="*/ 443753 w 1603937"/>
                <a:gd name="connsiteY40" fmla="*/ 712694 h 2003612"/>
                <a:gd name="connsiteX41" fmla="*/ 430306 w 1603937"/>
                <a:gd name="connsiteY41" fmla="*/ 672353 h 2003612"/>
                <a:gd name="connsiteX42" fmla="*/ 403412 w 1603937"/>
                <a:gd name="connsiteY42" fmla="*/ 618565 h 2003612"/>
                <a:gd name="connsiteX43" fmla="*/ 376518 w 1603937"/>
                <a:gd name="connsiteY43" fmla="*/ 537882 h 2003612"/>
                <a:gd name="connsiteX44" fmla="*/ 430306 w 1603937"/>
                <a:gd name="connsiteY44" fmla="*/ 349624 h 2003612"/>
                <a:gd name="connsiteX45" fmla="*/ 484095 w 1603937"/>
                <a:gd name="connsiteY45" fmla="*/ 363071 h 2003612"/>
                <a:gd name="connsiteX46" fmla="*/ 524436 w 1603937"/>
                <a:gd name="connsiteY46" fmla="*/ 416859 h 2003612"/>
                <a:gd name="connsiteX47" fmla="*/ 564777 w 1603937"/>
                <a:gd name="connsiteY47" fmla="*/ 457200 h 2003612"/>
                <a:gd name="connsiteX48" fmla="*/ 591671 w 1603937"/>
                <a:gd name="connsiteY48" fmla="*/ 537882 h 2003612"/>
                <a:gd name="connsiteX49" fmla="*/ 618565 w 1603937"/>
                <a:gd name="connsiteY49" fmla="*/ 578224 h 2003612"/>
                <a:gd name="connsiteX50" fmla="*/ 658906 w 1603937"/>
                <a:gd name="connsiteY50" fmla="*/ 672353 h 2003612"/>
                <a:gd name="connsiteX51" fmla="*/ 672353 w 1603937"/>
                <a:gd name="connsiteY51" fmla="*/ 712694 h 2003612"/>
                <a:gd name="connsiteX52" fmla="*/ 685800 w 1603937"/>
                <a:gd name="connsiteY52" fmla="*/ 766482 h 2003612"/>
                <a:gd name="connsiteX53" fmla="*/ 712695 w 1603937"/>
                <a:gd name="connsiteY53" fmla="*/ 793376 h 2003612"/>
                <a:gd name="connsiteX54" fmla="*/ 766483 w 1603937"/>
                <a:gd name="connsiteY54" fmla="*/ 860612 h 2003612"/>
                <a:gd name="connsiteX55" fmla="*/ 793377 w 1603937"/>
                <a:gd name="connsiteY55" fmla="*/ 900953 h 2003612"/>
                <a:gd name="connsiteX56" fmla="*/ 874059 w 1603937"/>
                <a:gd name="connsiteY56" fmla="*/ 968188 h 2003612"/>
                <a:gd name="connsiteX57" fmla="*/ 1385047 w 1603937"/>
                <a:gd name="connsiteY57" fmla="*/ 954741 h 2003612"/>
                <a:gd name="connsiteX58" fmla="*/ 1452283 w 1603937"/>
                <a:gd name="connsiteY58" fmla="*/ 887506 h 2003612"/>
                <a:gd name="connsiteX59" fmla="*/ 1519518 w 1603937"/>
                <a:gd name="connsiteY59" fmla="*/ 793376 h 2003612"/>
                <a:gd name="connsiteX60" fmla="*/ 1546412 w 1603937"/>
                <a:gd name="connsiteY60" fmla="*/ 699247 h 2003612"/>
                <a:gd name="connsiteX61" fmla="*/ 1519518 w 1603937"/>
                <a:gd name="connsiteY61" fmla="*/ 443753 h 2003612"/>
                <a:gd name="connsiteX62" fmla="*/ 1479177 w 1603937"/>
                <a:gd name="connsiteY62" fmla="*/ 416859 h 2003612"/>
                <a:gd name="connsiteX63" fmla="*/ 1411942 w 1603937"/>
                <a:gd name="connsiteY63" fmla="*/ 363071 h 2003612"/>
                <a:gd name="connsiteX64" fmla="*/ 1290918 w 1603937"/>
                <a:gd name="connsiteY64" fmla="*/ 389965 h 2003612"/>
                <a:gd name="connsiteX65" fmla="*/ 1223683 w 1603937"/>
                <a:gd name="connsiteY65" fmla="*/ 470647 h 2003612"/>
                <a:gd name="connsiteX66" fmla="*/ 1183342 w 1603937"/>
                <a:gd name="connsiteY66" fmla="*/ 497541 h 2003612"/>
                <a:gd name="connsiteX67" fmla="*/ 1143000 w 1603937"/>
                <a:gd name="connsiteY67" fmla="*/ 578224 h 2003612"/>
                <a:gd name="connsiteX68" fmla="*/ 1116106 w 1603937"/>
                <a:gd name="connsiteY68" fmla="*/ 618565 h 2003612"/>
                <a:gd name="connsiteX69" fmla="*/ 1089212 w 1603937"/>
                <a:gd name="connsiteY69" fmla="*/ 699247 h 2003612"/>
                <a:gd name="connsiteX70" fmla="*/ 1062318 w 1603937"/>
                <a:gd name="connsiteY70" fmla="*/ 779929 h 2003612"/>
                <a:gd name="connsiteX71" fmla="*/ 1048871 w 1603937"/>
                <a:gd name="connsiteY71" fmla="*/ 820271 h 2003612"/>
                <a:gd name="connsiteX72" fmla="*/ 1062318 w 1603937"/>
                <a:gd name="connsiteY72" fmla="*/ 1021976 h 2003612"/>
                <a:gd name="connsiteX73" fmla="*/ 1089212 w 1603937"/>
                <a:gd name="connsiteY73" fmla="*/ 1102659 h 2003612"/>
                <a:gd name="connsiteX74" fmla="*/ 1183342 w 1603937"/>
                <a:gd name="connsiteY74" fmla="*/ 1183341 h 2003612"/>
                <a:gd name="connsiteX75" fmla="*/ 1223683 w 1603937"/>
                <a:gd name="connsiteY75" fmla="*/ 1223682 h 2003612"/>
                <a:gd name="connsiteX76" fmla="*/ 1304365 w 1603937"/>
                <a:gd name="connsiteY76" fmla="*/ 1277471 h 2003612"/>
                <a:gd name="connsiteX77" fmla="*/ 1573306 w 1603937"/>
                <a:gd name="connsiteY77" fmla="*/ 1250576 h 2003612"/>
                <a:gd name="connsiteX78" fmla="*/ 1532965 w 1603937"/>
                <a:gd name="connsiteY78" fmla="*/ 712694 h 2003612"/>
                <a:gd name="connsiteX79" fmla="*/ 1465730 w 1603937"/>
                <a:gd name="connsiteY79" fmla="*/ 645459 h 2003612"/>
                <a:gd name="connsiteX80" fmla="*/ 1385047 w 1603937"/>
                <a:gd name="connsiteY80" fmla="*/ 591671 h 2003612"/>
                <a:gd name="connsiteX81" fmla="*/ 1331259 w 1603937"/>
                <a:gd name="connsiteY81" fmla="*/ 551329 h 2003612"/>
                <a:gd name="connsiteX82" fmla="*/ 1277471 w 1603937"/>
                <a:gd name="connsiteY82" fmla="*/ 578224 h 2003612"/>
                <a:gd name="connsiteX83" fmla="*/ 1264024 w 1603937"/>
                <a:gd name="connsiteY83" fmla="*/ 618565 h 2003612"/>
                <a:gd name="connsiteX84" fmla="*/ 1237130 w 1603937"/>
                <a:gd name="connsiteY84" fmla="*/ 672353 h 2003612"/>
                <a:gd name="connsiteX85" fmla="*/ 1196789 w 1603937"/>
                <a:gd name="connsiteY85" fmla="*/ 766482 h 2003612"/>
                <a:gd name="connsiteX86" fmla="*/ 1169895 w 1603937"/>
                <a:gd name="connsiteY86" fmla="*/ 806824 h 2003612"/>
                <a:gd name="connsiteX87" fmla="*/ 1102659 w 1603937"/>
                <a:gd name="connsiteY87" fmla="*/ 981635 h 2003612"/>
                <a:gd name="connsiteX88" fmla="*/ 1035424 w 1603937"/>
                <a:gd name="connsiteY88" fmla="*/ 1116106 h 2003612"/>
                <a:gd name="connsiteX89" fmla="*/ 995083 w 1603937"/>
                <a:gd name="connsiteY89" fmla="*/ 1156447 h 2003612"/>
                <a:gd name="connsiteX90" fmla="*/ 941295 w 1603937"/>
                <a:gd name="connsiteY90" fmla="*/ 1169894 h 2003612"/>
                <a:gd name="connsiteX91" fmla="*/ 510989 w 1603937"/>
                <a:gd name="connsiteY91" fmla="*/ 1156447 h 2003612"/>
                <a:gd name="connsiteX92" fmla="*/ 470647 w 1603937"/>
                <a:gd name="connsiteY92" fmla="*/ 1129553 h 2003612"/>
                <a:gd name="connsiteX93" fmla="*/ 376518 w 1603937"/>
                <a:gd name="connsiteY93" fmla="*/ 1062318 h 2003612"/>
                <a:gd name="connsiteX94" fmla="*/ 349624 w 1603937"/>
                <a:gd name="connsiteY94" fmla="*/ 1021976 h 2003612"/>
                <a:gd name="connsiteX95" fmla="*/ 255495 w 1603937"/>
                <a:gd name="connsiteY95" fmla="*/ 981635 h 2003612"/>
                <a:gd name="connsiteX96" fmla="*/ 174812 w 1603937"/>
                <a:gd name="connsiteY96" fmla="*/ 874059 h 2003612"/>
                <a:gd name="connsiteX97" fmla="*/ 121024 w 1603937"/>
                <a:gd name="connsiteY97" fmla="*/ 793376 h 2003612"/>
                <a:gd name="connsiteX98" fmla="*/ 134471 w 1603937"/>
                <a:gd name="connsiteY98" fmla="*/ 699247 h 2003612"/>
                <a:gd name="connsiteX99" fmla="*/ 242047 w 1603937"/>
                <a:gd name="connsiteY99" fmla="*/ 672353 h 2003612"/>
                <a:gd name="connsiteX100" fmla="*/ 497542 w 1603937"/>
                <a:gd name="connsiteY100" fmla="*/ 699247 h 2003612"/>
                <a:gd name="connsiteX101" fmla="*/ 591671 w 1603937"/>
                <a:gd name="connsiteY101" fmla="*/ 726141 h 2003612"/>
                <a:gd name="connsiteX102" fmla="*/ 632012 w 1603937"/>
                <a:gd name="connsiteY102" fmla="*/ 779929 h 2003612"/>
                <a:gd name="connsiteX103" fmla="*/ 658906 w 1603937"/>
                <a:gd name="connsiteY103" fmla="*/ 860612 h 2003612"/>
                <a:gd name="connsiteX104" fmla="*/ 685800 w 1603937"/>
                <a:gd name="connsiteY104" fmla="*/ 1223682 h 2003612"/>
                <a:gd name="connsiteX105" fmla="*/ 712695 w 1603937"/>
                <a:gd name="connsiteY105" fmla="*/ 1277471 h 2003612"/>
                <a:gd name="connsiteX106" fmla="*/ 766483 w 1603937"/>
                <a:gd name="connsiteY106" fmla="*/ 1331259 h 2003612"/>
                <a:gd name="connsiteX107" fmla="*/ 847165 w 1603937"/>
                <a:gd name="connsiteY107" fmla="*/ 1425388 h 2003612"/>
                <a:gd name="connsiteX108" fmla="*/ 1129553 w 1603937"/>
                <a:gd name="connsiteY108" fmla="*/ 1398494 h 2003612"/>
                <a:gd name="connsiteX109" fmla="*/ 1156447 w 1603937"/>
                <a:gd name="connsiteY109" fmla="*/ 1331259 h 2003612"/>
                <a:gd name="connsiteX110" fmla="*/ 1183342 w 1603937"/>
                <a:gd name="connsiteY110" fmla="*/ 1223682 h 2003612"/>
                <a:gd name="connsiteX111" fmla="*/ 1210236 w 1603937"/>
                <a:gd name="connsiteY111" fmla="*/ 1008529 h 2003612"/>
                <a:gd name="connsiteX112" fmla="*/ 1183342 w 1603937"/>
                <a:gd name="connsiteY112" fmla="*/ 712694 h 2003612"/>
                <a:gd name="connsiteX113" fmla="*/ 1143000 w 1603937"/>
                <a:gd name="connsiteY113" fmla="*/ 699247 h 2003612"/>
                <a:gd name="connsiteX114" fmla="*/ 1075765 w 1603937"/>
                <a:gd name="connsiteY114" fmla="*/ 658906 h 2003612"/>
                <a:gd name="connsiteX115" fmla="*/ 1008530 w 1603937"/>
                <a:gd name="connsiteY115" fmla="*/ 645459 h 2003612"/>
                <a:gd name="connsiteX116" fmla="*/ 954742 w 1603937"/>
                <a:gd name="connsiteY116" fmla="*/ 632012 h 2003612"/>
                <a:gd name="connsiteX117" fmla="*/ 564777 w 1603937"/>
                <a:gd name="connsiteY117" fmla="*/ 645459 h 2003612"/>
                <a:gd name="connsiteX118" fmla="*/ 524436 w 1603937"/>
                <a:gd name="connsiteY118" fmla="*/ 685800 h 2003612"/>
                <a:gd name="connsiteX119" fmla="*/ 497542 w 1603937"/>
                <a:gd name="connsiteY119" fmla="*/ 739588 h 2003612"/>
                <a:gd name="connsiteX120" fmla="*/ 470647 w 1603937"/>
                <a:gd name="connsiteY120" fmla="*/ 779929 h 2003612"/>
                <a:gd name="connsiteX121" fmla="*/ 430306 w 1603937"/>
                <a:gd name="connsiteY121" fmla="*/ 847165 h 2003612"/>
                <a:gd name="connsiteX122" fmla="*/ 416859 w 1603937"/>
                <a:gd name="connsiteY122" fmla="*/ 900953 h 2003612"/>
                <a:gd name="connsiteX123" fmla="*/ 403412 w 1603937"/>
                <a:gd name="connsiteY123" fmla="*/ 941294 h 2003612"/>
                <a:gd name="connsiteX124" fmla="*/ 376518 w 1603937"/>
                <a:gd name="connsiteY124" fmla="*/ 1143000 h 2003612"/>
                <a:gd name="connsiteX125" fmla="*/ 457200 w 1603937"/>
                <a:gd name="connsiteY125" fmla="*/ 1479176 h 2003612"/>
                <a:gd name="connsiteX126" fmla="*/ 551330 w 1603937"/>
                <a:gd name="connsiteY126" fmla="*/ 1532965 h 2003612"/>
                <a:gd name="connsiteX127" fmla="*/ 658906 w 1603937"/>
                <a:gd name="connsiteY127" fmla="*/ 1559859 h 2003612"/>
                <a:gd name="connsiteX128" fmla="*/ 1183342 w 1603937"/>
                <a:gd name="connsiteY128" fmla="*/ 1519518 h 2003612"/>
                <a:gd name="connsiteX129" fmla="*/ 1210236 w 1603937"/>
                <a:gd name="connsiteY129" fmla="*/ 1479176 h 2003612"/>
                <a:gd name="connsiteX130" fmla="*/ 1250577 w 1603937"/>
                <a:gd name="connsiteY130" fmla="*/ 1425388 h 2003612"/>
                <a:gd name="connsiteX131" fmla="*/ 1277471 w 1603937"/>
                <a:gd name="connsiteY131" fmla="*/ 1344706 h 2003612"/>
                <a:gd name="connsiteX132" fmla="*/ 1304365 w 1603937"/>
                <a:gd name="connsiteY132" fmla="*/ 1250576 h 2003612"/>
                <a:gd name="connsiteX133" fmla="*/ 1196789 w 1603937"/>
                <a:gd name="connsiteY133" fmla="*/ 793376 h 2003612"/>
                <a:gd name="connsiteX134" fmla="*/ 1156447 w 1603937"/>
                <a:gd name="connsiteY134" fmla="*/ 766482 h 2003612"/>
                <a:gd name="connsiteX135" fmla="*/ 1089212 w 1603937"/>
                <a:gd name="connsiteY135" fmla="*/ 779929 h 2003612"/>
                <a:gd name="connsiteX136" fmla="*/ 1062318 w 1603937"/>
                <a:gd name="connsiteY136" fmla="*/ 860612 h 2003612"/>
                <a:gd name="connsiteX137" fmla="*/ 1048871 w 1603937"/>
                <a:gd name="connsiteY137" fmla="*/ 900953 h 2003612"/>
                <a:gd name="connsiteX138" fmla="*/ 1062318 w 1603937"/>
                <a:gd name="connsiteY138" fmla="*/ 1156447 h 2003612"/>
                <a:gd name="connsiteX139" fmla="*/ 1102659 w 1603937"/>
                <a:gd name="connsiteY139" fmla="*/ 1196788 h 2003612"/>
                <a:gd name="connsiteX140" fmla="*/ 1210236 w 1603937"/>
                <a:gd name="connsiteY140" fmla="*/ 1317812 h 2003612"/>
                <a:gd name="connsiteX141" fmla="*/ 1264024 w 1603937"/>
                <a:gd name="connsiteY141" fmla="*/ 1344706 h 2003612"/>
                <a:gd name="connsiteX142" fmla="*/ 1385047 w 1603937"/>
                <a:gd name="connsiteY142" fmla="*/ 1411941 h 2003612"/>
                <a:gd name="connsiteX143" fmla="*/ 1411942 w 1603937"/>
                <a:gd name="connsiteY143" fmla="*/ 1452282 h 2003612"/>
                <a:gd name="connsiteX144" fmla="*/ 1425389 w 1603937"/>
                <a:gd name="connsiteY144" fmla="*/ 1492624 h 2003612"/>
                <a:gd name="connsiteX145" fmla="*/ 1452283 w 1603937"/>
                <a:gd name="connsiteY145" fmla="*/ 1613647 h 2003612"/>
                <a:gd name="connsiteX146" fmla="*/ 1465730 w 1603937"/>
                <a:gd name="connsiteY146" fmla="*/ 1653988 h 2003612"/>
                <a:gd name="connsiteX147" fmla="*/ 1479177 w 1603937"/>
                <a:gd name="connsiteY147" fmla="*/ 1734671 h 2003612"/>
                <a:gd name="connsiteX148" fmla="*/ 1492624 w 1603937"/>
                <a:gd name="connsiteY148" fmla="*/ 1775012 h 2003612"/>
                <a:gd name="connsiteX149" fmla="*/ 1465730 w 1603937"/>
                <a:gd name="connsiteY149" fmla="*/ 1936376 h 2003612"/>
                <a:gd name="connsiteX150" fmla="*/ 1438836 w 1603937"/>
                <a:gd name="connsiteY150" fmla="*/ 1976718 h 2003612"/>
                <a:gd name="connsiteX151" fmla="*/ 1425389 w 1603937"/>
                <a:gd name="connsiteY151" fmla="*/ 2003612 h 2003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</a:cxnLst>
              <a:rect l="l" t="t" r="r" b="b"/>
              <a:pathLst>
                <a:path w="1603937" h="2003612">
                  <a:moveTo>
                    <a:pt x="847165" y="0"/>
                  </a:moveTo>
                  <a:cubicBezTo>
                    <a:pt x="851647" y="31376"/>
                    <a:pt x="860612" y="62434"/>
                    <a:pt x="860612" y="94129"/>
                  </a:cubicBezTo>
                  <a:cubicBezTo>
                    <a:pt x="860612" y="126098"/>
                    <a:pt x="863885" y="324543"/>
                    <a:pt x="820271" y="389965"/>
                  </a:cubicBezTo>
                  <a:cubicBezTo>
                    <a:pt x="802342" y="416859"/>
                    <a:pt x="789339" y="447791"/>
                    <a:pt x="766483" y="470647"/>
                  </a:cubicBezTo>
                  <a:cubicBezTo>
                    <a:pt x="753036" y="484094"/>
                    <a:pt x="742653" y="501553"/>
                    <a:pt x="726142" y="510988"/>
                  </a:cubicBezTo>
                  <a:cubicBezTo>
                    <a:pt x="710096" y="520157"/>
                    <a:pt x="690055" y="519124"/>
                    <a:pt x="672353" y="524435"/>
                  </a:cubicBezTo>
                  <a:cubicBezTo>
                    <a:pt x="508654" y="573544"/>
                    <a:pt x="661864" y="533781"/>
                    <a:pt x="537883" y="564776"/>
                  </a:cubicBezTo>
                  <a:cubicBezTo>
                    <a:pt x="528918" y="573741"/>
                    <a:pt x="523659" y="591202"/>
                    <a:pt x="510989" y="591671"/>
                  </a:cubicBezTo>
                  <a:cubicBezTo>
                    <a:pt x="398917" y="595822"/>
                    <a:pt x="286676" y="586215"/>
                    <a:pt x="174812" y="578224"/>
                  </a:cubicBezTo>
                  <a:cubicBezTo>
                    <a:pt x="149587" y="576422"/>
                    <a:pt x="98878" y="545680"/>
                    <a:pt x="80683" y="537882"/>
                  </a:cubicBezTo>
                  <a:cubicBezTo>
                    <a:pt x="67655" y="532298"/>
                    <a:pt x="53789" y="528917"/>
                    <a:pt x="40342" y="524435"/>
                  </a:cubicBezTo>
                  <a:lnTo>
                    <a:pt x="13447" y="443753"/>
                  </a:lnTo>
                  <a:lnTo>
                    <a:pt x="0" y="403412"/>
                  </a:lnTo>
                  <a:cubicBezTo>
                    <a:pt x="4482" y="340659"/>
                    <a:pt x="-1812" y="276187"/>
                    <a:pt x="13447" y="215153"/>
                  </a:cubicBezTo>
                  <a:cubicBezTo>
                    <a:pt x="17367" y="199474"/>
                    <a:pt x="39334" y="195487"/>
                    <a:pt x="53789" y="188259"/>
                  </a:cubicBezTo>
                  <a:cubicBezTo>
                    <a:pt x="165131" y="132589"/>
                    <a:pt x="18864" y="224989"/>
                    <a:pt x="134471" y="147918"/>
                  </a:cubicBezTo>
                  <a:cubicBezTo>
                    <a:pt x="251012" y="152400"/>
                    <a:pt x="368640" y="144871"/>
                    <a:pt x="484095" y="161365"/>
                  </a:cubicBezTo>
                  <a:cubicBezTo>
                    <a:pt x="500094" y="163651"/>
                    <a:pt x="498369" y="191610"/>
                    <a:pt x="510989" y="201706"/>
                  </a:cubicBezTo>
                  <a:cubicBezTo>
                    <a:pt x="522057" y="210561"/>
                    <a:pt x="537883" y="210671"/>
                    <a:pt x="551330" y="215153"/>
                  </a:cubicBezTo>
                  <a:cubicBezTo>
                    <a:pt x="569259" y="228600"/>
                    <a:pt x="589271" y="239647"/>
                    <a:pt x="605118" y="255494"/>
                  </a:cubicBezTo>
                  <a:cubicBezTo>
                    <a:pt x="654170" y="304546"/>
                    <a:pt x="608827" y="296686"/>
                    <a:pt x="672353" y="349624"/>
                  </a:cubicBezTo>
                  <a:cubicBezTo>
                    <a:pt x="683242" y="358698"/>
                    <a:pt x="699666" y="357487"/>
                    <a:pt x="712695" y="363071"/>
                  </a:cubicBezTo>
                  <a:cubicBezTo>
                    <a:pt x="731120" y="370967"/>
                    <a:pt x="750171" y="378314"/>
                    <a:pt x="766483" y="389965"/>
                  </a:cubicBezTo>
                  <a:cubicBezTo>
                    <a:pt x="781958" y="401018"/>
                    <a:pt x="790313" y="420871"/>
                    <a:pt x="806824" y="430306"/>
                  </a:cubicBezTo>
                  <a:cubicBezTo>
                    <a:pt x="822870" y="439475"/>
                    <a:pt x="842842" y="438676"/>
                    <a:pt x="860612" y="443753"/>
                  </a:cubicBezTo>
                  <a:cubicBezTo>
                    <a:pt x="874241" y="447647"/>
                    <a:pt x="887506" y="452718"/>
                    <a:pt x="900953" y="457200"/>
                  </a:cubicBezTo>
                  <a:cubicBezTo>
                    <a:pt x="999770" y="454206"/>
                    <a:pt x="1302053" y="565689"/>
                    <a:pt x="1371600" y="403412"/>
                  </a:cubicBezTo>
                  <a:cubicBezTo>
                    <a:pt x="1378880" y="386425"/>
                    <a:pt x="1380565" y="367553"/>
                    <a:pt x="1385047" y="349624"/>
                  </a:cubicBezTo>
                  <a:cubicBezTo>
                    <a:pt x="1380565" y="291353"/>
                    <a:pt x="1426471" y="194931"/>
                    <a:pt x="1371600" y="174812"/>
                  </a:cubicBezTo>
                  <a:cubicBezTo>
                    <a:pt x="1249268" y="129957"/>
                    <a:pt x="1110270" y="180959"/>
                    <a:pt x="981636" y="201706"/>
                  </a:cubicBezTo>
                  <a:cubicBezTo>
                    <a:pt x="965681" y="204279"/>
                    <a:pt x="965384" y="229884"/>
                    <a:pt x="954742" y="242047"/>
                  </a:cubicBezTo>
                  <a:cubicBezTo>
                    <a:pt x="933870" y="265900"/>
                    <a:pt x="887506" y="309282"/>
                    <a:pt x="887506" y="309282"/>
                  </a:cubicBezTo>
                  <a:cubicBezTo>
                    <a:pt x="878541" y="336176"/>
                    <a:pt x="876337" y="366377"/>
                    <a:pt x="860612" y="389965"/>
                  </a:cubicBezTo>
                  <a:cubicBezTo>
                    <a:pt x="851647" y="403412"/>
                    <a:pt x="840946" y="415851"/>
                    <a:pt x="833718" y="430306"/>
                  </a:cubicBezTo>
                  <a:cubicBezTo>
                    <a:pt x="827379" y="442984"/>
                    <a:pt x="827155" y="458256"/>
                    <a:pt x="820271" y="470647"/>
                  </a:cubicBezTo>
                  <a:cubicBezTo>
                    <a:pt x="804574" y="498902"/>
                    <a:pt x="784412" y="524435"/>
                    <a:pt x="766483" y="551329"/>
                  </a:cubicBezTo>
                  <a:lnTo>
                    <a:pt x="739589" y="591671"/>
                  </a:lnTo>
                  <a:cubicBezTo>
                    <a:pt x="673098" y="691409"/>
                    <a:pt x="749669" y="582264"/>
                    <a:pt x="685800" y="658906"/>
                  </a:cubicBezTo>
                  <a:cubicBezTo>
                    <a:pt x="671452" y="676123"/>
                    <a:pt x="662676" y="698346"/>
                    <a:pt x="645459" y="712694"/>
                  </a:cubicBezTo>
                  <a:cubicBezTo>
                    <a:pt x="634570" y="721768"/>
                    <a:pt x="618565" y="721659"/>
                    <a:pt x="605118" y="726141"/>
                  </a:cubicBezTo>
                  <a:cubicBezTo>
                    <a:pt x="551330" y="721659"/>
                    <a:pt x="495341" y="728567"/>
                    <a:pt x="443753" y="712694"/>
                  </a:cubicBezTo>
                  <a:cubicBezTo>
                    <a:pt x="430205" y="708526"/>
                    <a:pt x="435890" y="685381"/>
                    <a:pt x="430306" y="672353"/>
                  </a:cubicBezTo>
                  <a:cubicBezTo>
                    <a:pt x="422410" y="653928"/>
                    <a:pt x="410857" y="637177"/>
                    <a:pt x="403412" y="618565"/>
                  </a:cubicBezTo>
                  <a:cubicBezTo>
                    <a:pt x="392883" y="592244"/>
                    <a:pt x="376518" y="537882"/>
                    <a:pt x="376518" y="537882"/>
                  </a:cubicBezTo>
                  <a:cubicBezTo>
                    <a:pt x="378729" y="511346"/>
                    <a:pt x="348822" y="361264"/>
                    <a:pt x="430306" y="349624"/>
                  </a:cubicBezTo>
                  <a:cubicBezTo>
                    <a:pt x="448602" y="347010"/>
                    <a:pt x="466165" y="358589"/>
                    <a:pt x="484095" y="363071"/>
                  </a:cubicBezTo>
                  <a:cubicBezTo>
                    <a:pt x="497542" y="381000"/>
                    <a:pt x="509851" y="399843"/>
                    <a:pt x="524436" y="416859"/>
                  </a:cubicBezTo>
                  <a:cubicBezTo>
                    <a:pt x="536812" y="431298"/>
                    <a:pt x="555542" y="440576"/>
                    <a:pt x="564777" y="457200"/>
                  </a:cubicBezTo>
                  <a:cubicBezTo>
                    <a:pt x="578544" y="481981"/>
                    <a:pt x="582706" y="510988"/>
                    <a:pt x="591671" y="537882"/>
                  </a:cubicBezTo>
                  <a:cubicBezTo>
                    <a:pt x="596782" y="553214"/>
                    <a:pt x="609600" y="564777"/>
                    <a:pt x="618565" y="578224"/>
                  </a:cubicBezTo>
                  <a:cubicBezTo>
                    <a:pt x="646551" y="690168"/>
                    <a:pt x="612474" y="579489"/>
                    <a:pt x="658906" y="672353"/>
                  </a:cubicBezTo>
                  <a:cubicBezTo>
                    <a:pt x="665245" y="685031"/>
                    <a:pt x="668459" y="699065"/>
                    <a:pt x="672353" y="712694"/>
                  </a:cubicBezTo>
                  <a:cubicBezTo>
                    <a:pt x="677430" y="730464"/>
                    <a:pt x="677535" y="749952"/>
                    <a:pt x="685800" y="766482"/>
                  </a:cubicBezTo>
                  <a:cubicBezTo>
                    <a:pt x="691470" y="777822"/>
                    <a:pt x="703730" y="784411"/>
                    <a:pt x="712695" y="793376"/>
                  </a:cubicBezTo>
                  <a:cubicBezTo>
                    <a:pt x="738873" y="871913"/>
                    <a:pt x="705659" y="799788"/>
                    <a:pt x="766483" y="860612"/>
                  </a:cubicBezTo>
                  <a:cubicBezTo>
                    <a:pt x="777911" y="872040"/>
                    <a:pt x="783031" y="888538"/>
                    <a:pt x="793377" y="900953"/>
                  </a:cubicBezTo>
                  <a:cubicBezTo>
                    <a:pt x="825732" y="939780"/>
                    <a:pt x="834393" y="941744"/>
                    <a:pt x="874059" y="968188"/>
                  </a:cubicBezTo>
                  <a:lnTo>
                    <a:pt x="1385047" y="954741"/>
                  </a:lnTo>
                  <a:cubicBezTo>
                    <a:pt x="1416438" y="950361"/>
                    <a:pt x="1433266" y="912862"/>
                    <a:pt x="1452283" y="887506"/>
                  </a:cubicBezTo>
                  <a:cubicBezTo>
                    <a:pt x="1461423" y="875319"/>
                    <a:pt x="1509685" y="813043"/>
                    <a:pt x="1519518" y="793376"/>
                  </a:cubicBezTo>
                  <a:cubicBezTo>
                    <a:pt x="1529164" y="774084"/>
                    <a:pt x="1542103" y="716481"/>
                    <a:pt x="1546412" y="699247"/>
                  </a:cubicBezTo>
                  <a:cubicBezTo>
                    <a:pt x="1537447" y="614082"/>
                    <a:pt x="1539353" y="527059"/>
                    <a:pt x="1519518" y="443753"/>
                  </a:cubicBezTo>
                  <a:cubicBezTo>
                    <a:pt x="1515775" y="428031"/>
                    <a:pt x="1490605" y="428287"/>
                    <a:pt x="1479177" y="416859"/>
                  </a:cubicBezTo>
                  <a:cubicBezTo>
                    <a:pt x="1418353" y="356035"/>
                    <a:pt x="1490478" y="389250"/>
                    <a:pt x="1411942" y="363071"/>
                  </a:cubicBezTo>
                  <a:cubicBezTo>
                    <a:pt x="1371601" y="372036"/>
                    <a:pt x="1330123" y="376897"/>
                    <a:pt x="1290918" y="389965"/>
                  </a:cubicBezTo>
                  <a:cubicBezTo>
                    <a:pt x="1230435" y="410126"/>
                    <a:pt x="1262099" y="424547"/>
                    <a:pt x="1223683" y="470647"/>
                  </a:cubicBezTo>
                  <a:cubicBezTo>
                    <a:pt x="1213337" y="483062"/>
                    <a:pt x="1196789" y="488576"/>
                    <a:pt x="1183342" y="497541"/>
                  </a:cubicBezTo>
                  <a:cubicBezTo>
                    <a:pt x="1106271" y="613143"/>
                    <a:pt x="1198669" y="466885"/>
                    <a:pt x="1143000" y="578224"/>
                  </a:cubicBezTo>
                  <a:cubicBezTo>
                    <a:pt x="1135773" y="592679"/>
                    <a:pt x="1122670" y="603797"/>
                    <a:pt x="1116106" y="618565"/>
                  </a:cubicBezTo>
                  <a:cubicBezTo>
                    <a:pt x="1104592" y="644470"/>
                    <a:pt x="1098177" y="672353"/>
                    <a:pt x="1089212" y="699247"/>
                  </a:cubicBezTo>
                  <a:lnTo>
                    <a:pt x="1062318" y="779929"/>
                  </a:lnTo>
                  <a:lnTo>
                    <a:pt x="1048871" y="820271"/>
                  </a:lnTo>
                  <a:cubicBezTo>
                    <a:pt x="1053353" y="887506"/>
                    <a:pt x="1052788" y="955269"/>
                    <a:pt x="1062318" y="1021976"/>
                  </a:cubicBezTo>
                  <a:cubicBezTo>
                    <a:pt x="1066327" y="1050040"/>
                    <a:pt x="1069166" y="1082613"/>
                    <a:pt x="1089212" y="1102659"/>
                  </a:cubicBezTo>
                  <a:cubicBezTo>
                    <a:pt x="1189312" y="1202759"/>
                    <a:pt x="1062588" y="1079839"/>
                    <a:pt x="1183342" y="1183341"/>
                  </a:cubicBezTo>
                  <a:cubicBezTo>
                    <a:pt x="1197781" y="1195717"/>
                    <a:pt x="1208672" y="1212007"/>
                    <a:pt x="1223683" y="1223682"/>
                  </a:cubicBezTo>
                  <a:cubicBezTo>
                    <a:pt x="1249197" y="1243526"/>
                    <a:pt x="1304365" y="1277471"/>
                    <a:pt x="1304365" y="1277471"/>
                  </a:cubicBezTo>
                  <a:cubicBezTo>
                    <a:pt x="1394012" y="1268506"/>
                    <a:pt x="1533848" y="1331570"/>
                    <a:pt x="1573306" y="1250576"/>
                  </a:cubicBezTo>
                  <a:cubicBezTo>
                    <a:pt x="1592651" y="1210867"/>
                    <a:pt x="1648651" y="844907"/>
                    <a:pt x="1532965" y="712694"/>
                  </a:cubicBezTo>
                  <a:cubicBezTo>
                    <a:pt x="1512094" y="688841"/>
                    <a:pt x="1490261" y="665529"/>
                    <a:pt x="1465730" y="645459"/>
                  </a:cubicBezTo>
                  <a:cubicBezTo>
                    <a:pt x="1440713" y="624991"/>
                    <a:pt x="1410905" y="611065"/>
                    <a:pt x="1385047" y="591671"/>
                  </a:cubicBezTo>
                  <a:lnTo>
                    <a:pt x="1331259" y="551329"/>
                  </a:lnTo>
                  <a:cubicBezTo>
                    <a:pt x="1313330" y="560294"/>
                    <a:pt x="1291645" y="564049"/>
                    <a:pt x="1277471" y="578224"/>
                  </a:cubicBezTo>
                  <a:cubicBezTo>
                    <a:pt x="1267448" y="588247"/>
                    <a:pt x="1269608" y="605537"/>
                    <a:pt x="1264024" y="618565"/>
                  </a:cubicBezTo>
                  <a:cubicBezTo>
                    <a:pt x="1256128" y="636990"/>
                    <a:pt x="1245425" y="654104"/>
                    <a:pt x="1237130" y="672353"/>
                  </a:cubicBezTo>
                  <a:cubicBezTo>
                    <a:pt x="1223004" y="703430"/>
                    <a:pt x="1212055" y="735949"/>
                    <a:pt x="1196789" y="766482"/>
                  </a:cubicBezTo>
                  <a:cubicBezTo>
                    <a:pt x="1189561" y="780937"/>
                    <a:pt x="1176373" y="792017"/>
                    <a:pt x="1169895" y="806824"/>
                  </a:cubicBezTo>
                  <a:cubicBezTo>
                    <a:pt x="1144871" y="864021"/>
                    <a:pt x="1125287" y="923448"/>
                    <a:pt x="1102659" y="981635"/>
                  </a:cubicBezTo>
                  <a:cubicBezTo>
                    <a:pt x="1081287" y="1036590"/>
                    <a:pt x="1071695" y="1067745"/>
                    <a:pt x="1035424" y="1116106"/>
                  </a:cubicBezTo>
                  <a:cubicBezTo>
                    <a:pt x="1024014" y="1131320"/>
                    <a:pt x="1011594" y="1147012"/>
                    <a:pt x="995083" y="1156447"/>
                  </a:cubicBezTo>
                  <a:cubicBezTo>
                    <a:pt x="979037" y="1165616"/>
                    <a:pt x="959224" y="1165412"/>
                    <a:pt x="941295" y="1169894"/>
                  </a:cubicBezTo>
                  <a:cubicBezTo>
                    <a:pt x="797860" y="1165412"/>
                    <a:pt x="653970" y="1168702"/>
                    <a:pt x="510989" y="1156447"/>
                  </a:cubicBezTo>
                  <a:cubicBezTo>
                    <a:pt x="494886" y="1155067"/>
                    <a:pt x="483798" y="1138947"/>
                    <a:pt x="470647" y="1129553"/>
                  </a:cubicBezTo>
                  <a:cubicBezTo>
                    <a:pt x="353874" y="1046144"/>
                    <a:pt x="471603" y="1125708"/>
                    <a:pt x="376518" y="1062318"/>
                  </a:cubicBezTo>
                  <a:cubicBezTo>
                    <a:pt x="367553" y="1048871"/>
                    <a:pt x="361052" y="1033404"/>
                    <a:pt x="349624" y="1021976"/>
                  </a:cubicBezTo>
                  <a:cubicBezTo>
                    <a:pt x="318670" y="991022"/>
                    <a:pt x="296643" y="991922"/>
                    <a:pt x="255495" y="981635"/>
                  </a:cubicBezTo>
                  <a:cubicBezTo>
                    <a:pt x="228601" y="945776"/>
                    <a:pt x="199675" y="911355"/>
                    <a:pt x="174812" y="874059"/>
                  </a:cubicBezTo>
                  <a:lnTo>
                    <a:pt x="121024" y="793376"/>
                  </a:lnTo>
                  <a:cubicBezTo>
                    <a:pt x="125506" y="762000"/>
                    <a:pt x="112059" y="721659"/>
                    <a:pt x="134471" y="699247"/>
                  </a:cubicBezTo>
                  <a:cubicBezTo>
                    <a:pt x="160607" y="673111"/>
                    <a:pt x="242047" y="672353"/>
                    <a:pt x="242047" y="672353"/>
                  </a:cubicBezTo>
                  <a:cubicBezTo>
                    <a:pt x="327212" y="681318"/>
                    <a:pt x="412626" y="688171"/>
                    <a:pt x="497542" y="699247"/>
                  </a:cubicBezTo>
                  <a:cubicBezTo>
                    <a:pt x="525281" y="702865"/>
                    <a:pt x="564322" y="717025"/>
                    <a:pt x="591671" y="726141"/>
                  </a:cubicBezTo>
                  <a:cubicBezTo>
                    <a:pt x="605118" y="744070"/>
                    <a:pt x="621989" y="759883"/>
                    <a:pt x="632012" y="779929"/>
                  </a:cubicBezTo>
                  <a:cubicBezTo>
                    <a:pt x="644690" y="805285"/>
                    <a:pt x="658906" y="860612"/>
                    <a:pt x="658906" y="860612"/>
                  </a:cubicBezTo>
                  <a:cubicBezTo>
                    <a:pt x="659068" y="864347"/>
                    <a:pt x="649848" y="1127813"/>
                    <a:pt x="685800" y="1223682"/>
                  </a:cubicBezTo>
                  <a:cubicBezTo>
                    <a:pt x="692839" y="1242452"/>
                    <a:pt x="700667" y="1261434"/>
                    <a:pt x="712695" y="1277471"/>
                  </a:cubicBezTo>
                  <a:cubicBezTo>
                    <a:pt x="727909" y="1297756"/>
                    <a:pt x="751269" y="1310974"/>
                    <a:pt x="766483" y="1331259"/>
                  </a:cubicBezTo>
                  <a:cubicBezTo>
                    <a:pt x="845590" y="1436736"/>
                    <a:pt x="730170" y="1337642"/>
                    <a:pt x="847165" y="1425388"/>
                  </a:cubicBezTo>
                  <a:cubicBezTo>
                    <a:pt x="941294" y="1416423"/>
                    <a:pt x="1039094" y="1426025"/>
                    <a:pt x="1129553" y="1398494"/>
                  </a:cubicBezTo>
                  <a:cubicBezTo>
                    <a:pt x="1152645" y="1391466"/>
                    <a:pt x="1147971" y="1353860"/>
                    <a:pt x="1156447" y="1331259"/>
                  </a:cubicBezTo>
                  <a:cubicBezTo>
                    <a:pt x="1170889" y="1292748"/>
                    <a:pt x="1177167" y="1266904"/>
                    <a:pt x="1183342" y="1223682"/>
                  </a:cubicBezTo>
                  <a:cubicBezTo>
                    <a:pt x="1193563" y="1152133"/>
                    <a:pt x="1210236" y="1008529"/>
                    <a:pt x="1210236" y="1008529"/>
                  </a:cubicBezTo>
                  <a:cubicBezTo>
                    <a:pt x="1201271" y="909917"/>
                    <a:pt x="1204377" y="809452"/>
                    <a:pt x="1183342" y="712694"/>
                  </a:cubicBezTo>
                  <a:cubicBezTo>
                    <a:pt x="1180331" y="698843"/>
                    <a:pt x="1155678" y="705586"/>
                    <a:pt x="1143000" y="699247"/>
                  </a:cubicBezTo>
                  <a:cubicBezTo>
                    <a:pt x="1119623" y="687559"/>
                    <a:pt x="1100032" y="668613"/>
                    <a:pt x="1075765" y="658906"/>
                  </a:cubicBezTo>
                  <a:cubicBezTo>
                    <a:pt x="1054544" y="650418"/>
                    <a:pt x="1030841" y="650417"/>
                    <a:pt x="1008530" y="645459"/>
                  </a:cubicBezTo>
                  <a:cubicBezTo>
                    <a:pt x="990489" y="641450"/>
                    <a:pt x="972671" y="636494"/>
                    <a:pt x="954742" y="632012"/>
                  </a:cubicBezTo>
                  <a:cubicBezTo>
                    <a:pt x="824754" y="636494"/>
                    <a:pt x="693838" y="629326"/>
                    <a:pt x="564777" y="645459"/>
                  </a:cubicBezTo>
                  <a:cubicBezTo>
                    <a:pt x="545907" y="647818"/>
                    <a:pt x="535489" y="670325"/>
                    <a:pt x="524436" y="685800"/>
                  </a:cubicBezTo>
                  <a:cubicBezTo>
                    <a:pt x="512785" y="702112"/>
                    <a:pt x="507488" y="722184"/>
                    <a:pt x="497542" y="739588"/>
                  </a:cubicBezTo>
                  <a:cubicBezTo>
                    <a:pt x="489524" y="753620"/>
                    <a:pt x="479213" y="766224"/>
                    <a:pt x="470647" y="779929"/>
                  </a:cubicBezTo>
                  <a:cubicBezTo>
                    <a:pt x="456795" y="802093"/>
                    <a:pt x="443753" y="824753"/>
                    <a:pt x="430306" y="847165"/>
                  </a:cubicBezTo>
                  <a:cubicBezTo>
                    <a:pt x="425824" y="865094"/>
                    <a:pt x="421936" y="883183"/>
                    <a:pt x="416859" y="900953"/>
                  </a:cubicBezTo>
                  <a:cubicBezTo>
                    <a:pt x="412965" y="914582"/>
                    <a:pt x="405417" y="927262"/>
                    <a:pt x="403412" y="941294"/>
                  </a:cubicBezTo>
                  <a:cubicBezTo>
                    <a:pt x="368132" y="1188258"/>
                    <a:pt x="409498" y="1011079"/>
                    <a:pt x="376518" y="1143000"/>
                  </a:cubicBezTo>
                  <a:cubicBezTo>
                    <a:pt x="393311" y="1254953"/>
                    <a:pt x="378127" y="1386925"/>
                    <a:pt x="457200" y="1479176"/>
                  </a:cubicBezTo>
                  <a:cubicBezTo>
                    <a:pt x="469005" y="1492948"/>
                    <a:pt x="539169" y="1528911"/>
                    <a:pt x="551330" y="1532965"/>
                  </a:cubicBezTo>
                  <a:cubicBezTo>
                    <a:pt x="586395" y="1544653"/>
                    <a:pt x="658906" y="1559859"/>
                    <a:pt x="658906" y="1559859"/>
                  </a:cubicBezTo>
                  <a:cubicBezTo>
                    <a:pt x="783296" y="1556497"/>
                    <a:pt x="1068614" y="1662927"/>
                    <a:pt x="1183342" y="1519518"/>
                  </a:cubicBezTo>
                  <a:cubicBezTo>
                    <a:pt x="1193438" y="1506898"/>
                    <a:pt x="1200842" y="1492327"/>
                    <a:pt x="1210236" y="1479176"/>
                  </a:cubicBezTo>
                  <a:cubicBezTo>
                    <a:pt x="1223262" y="1460939"/>
                    <a:pt x="1237130" y="1443317"/>
                    <a:pt x="1250577" y="1425388"/>
                  </a:cubicBezTo>
                  <a:cubicBezTo>
                    <a:pt x="1259542" y="1398494"/>
                    <a:pt x="1270595" y="1372208"/>
                    <a:pt x="1277471" y="1344706"/>
                  </a:cubicBezTo>
                  <a:cubicBezTo>
                    <a:pt x="1294356" y="1277167"/>
                    <a:pt x="1285074" y="1308451"/>
                    <a:pt x="1304365" y="1250576"/>
                  </a:cubicBezTo>
                  <a:cubicBezTo>
                    <a:pt x="1265566" y="862588"/>
                    <a:pt x="1368617" y="922247"/>
                    <a:pt x="1196789" y="793376"/>
                  </a:cubicBezTo>
                  <a:cubicBezTo>
                    <a:pt x="1183860" y="783679"/>
                    <a:pt x="1169894" y="775447"/>
                    <a:pt x="1156447" y="766482"/>
                  </a:cubicBezTo>
                  <a:cubicBezTo>
                    <a:pt x="1134035" y="770964"/>
                    <a:pt x="1105373" y="763768"/>
                    <a:pt x="1089212" y="779929"/>
                  </a:cubicBezTo>
                  <a:cubicBezTo>
                    <a:pt x="1069166" y="799975"/>
                    <a:pt x="1071283" y="833718"/>
                    <a:pt x="1062318" y="860612"/>
                  </a:cubicBezTo>
                  <a:lnTo>
                    <a:pt x="1048871" y="900953"/>
                  </a:lnTo>
                  <a:cubicBezTo>
                    <a:pt x="1053353" y="986118"/>
                    <a:pt x="1047062" y="1072540"/>
                    <a:pt x="1062318" y="1156447"/>
                  </a:cubicBezTo>
                  <a:cubicBezTo>
                    <a:pt x="1065720" y="1175157"/>
                    <a:pt x="1090283" y="1182349"/>
                    <a:pt x="1102659" y="1196788"/>
                  </a:cubicBezTo>
                  <a:cubicBezTo>
                    <a:pt x="1132796" y="1231948"/>
                    <a:pt x="1168479" y="1296933"/>
                    <a:pt x="1210236" y="1317812"/>
                  </a:cubicBezTo>
                  <a:cubicBezTo>
                    <a:pt x="1228165" y="1326777"/>
                    <a:pt x="1246835" y="1334393"/>
                    <a:pt x="1264024" y="1344706"/>
                  </a:cubicBezTo>
                  <a:cubicBezTo>
                    <a:pt x="1379619" y="1414063"/>
                    <a:pt x="1303904" y="1384893"/>
                    <a:pt x="1385047" y="1411941"/>
                  </a:cubicBezTo>
                  <a:cubicBezTo>
                    <a:pt x="1394012" y="1425388"/>
                    <a:pt x="1404714" y="1437827"/>
                    <a:pt x="1411942" y="1452282"/>
                  </a:cubicBezTo>
                  <a:cubicBezTo>
                    <a:pt x="1418281" y="1464960"/>
                    <a:pt x="1421495" y="1478995"/>
                    <a:pt x="1425389" y="1492624"/>
                  </a:cubicBezTo>
                  <a:cubicBezTo>
                    <a:pt x="1452999" y="1589261"/>
                    <a:pt x="1424551" y="1502720"/>
                    <a:pt x="1452283" y="1613647"/>
                  </a:cubicBezTo>
                  <a:cubicBezTo>
                    <a:pt x="1455721" y="1627398"/>
                    <a:pt x="1461248" y="1640541"/>
                    <a:pt x="1465730" y="1653988"/>
                  </a:cubicBezTo>
                  <a:cubicBezTo>
                    <a:pt x="1470212" y="1680882"/>
                    <a:pt x="1473262" y="1708055"/>
                    <a:pt x="1479177" y="1734671"/>
                  </a:cubicBezTo>
                  <a:cubicBezTo>
                    <a:pt x="1482252" y="1748508"/>
                    <a:pt x="1492624" y="1760838"/>
                    <a:pt x="1492624" y="1775012"/>
                  </a:cubicBezTo>
                  <a:cubicBezTo>
                    <a:pt x="1492624" y="1804838"/>
                    <a:pt x="1486770" y="1894296"/>
                    <a:pt x="1465730" y="1936376"/>
                  </a:cubicBezTo>
                  <a:cubicBezTo>
                    <a:pt x="1458502" y="1950831"/>
                    <a:pt x="1447151" y="1962860"/>
                    <a:pt x="1438836" y="1976718"/>
                  </a:cubicBezTo>
                  <a:cubicBezTo>
                    <a:pt x="1433679" y="1985313"/>
                    <a:pt x="1429871" y="1994647"/>
                    <a:pt x="1425389" y="2003612"/>
                  </a:cubicBezTo>
                </a:path>
              </a:pathLst>
            </a:custGeom>
            <a:noFill/>
            <a:ln w="28575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5555765-277B-45E4-81FA-0DEBFB937580}"/>
                </a:ext>
              </a:extLst>
            </p:cNvPr>
            <p:cNvGrpSpPr/>
            <p:nvPr/>
          </p:nvGrpSpPr>
          <p:grpSpPr>
            <a:xfrm rot="10800000">
              <a:off x="1393816" y="2381574"/>
              <a:ext cx="914400" cy="914400"/>
              <a:chOff x="9757619" y="2093495"/>
              <a:chExt cx="914400" cy="914400"/>
            </a:xfr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path path="circle">
                <a:fillToRect l="100000" t="100000"/>
              </a:path>
            </a:gradFill>
          </p:grpSpPr>
          <p:grpSp>
            <p:nvGrpSpPr>
              <p:cNvPr id="18" name="Graphic 2" descr="Lightbulb">
                <a:extLst>
                  <a:ext uri="{FF2B5EF4-FFF2-40B4-BE49-F238E27FC236}">
                    <a16:creationId xmlns:a16="http://schemas.microsoft.com/office/drawing/2014/main" id="{13A6E969-530B-4193-995B-AE1F80BAF26B}"/>
                  </a:ext>
                </a:extLst>
              </p:cNvPr>
              <p:cNvGrpSpPr/>
              <p:nvPr/>
            </p:nvGrpSpPr>
            <p:grpSpPr>
              <a:xfrm rot="10800000">
                <a:off x="9757619" y="2093495"/>
                <a:ext cx="914400" cy="914400"/>
                <a:chOff x="9757619" y="2093495"/>
                <a:chExt cx="914400" cy="914400"/>
              </a:xfrm>
              <a:grpFill/>
            </p:grpSpPr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8B8D8659-C068-4CA9-99B2-6307F4F49F43}"/>
                    </a:ext>
                  </a:extLst>
                </p:cNvPr>
                <p:cNvSpPr/>
                <p:nvPr/>
              </p:nvSpPr>
              <p:spPr>
                <a:xfrm>
                  <a:off x="10083850" y="2695951"/>
                  <a:ext cx="257175" cy="666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57175" h="66675">
                      <a:moveTo>
                        <a:pt x="35719" y="7144"/>
                      </a:moveTo>
                      <a:lnTo>
                        <a:pt x="226219" y="7144"/>
                      </a:lnTo>
                      <a:cubicBezTo>
                        <a:pt x="242411" y="7144"/>
                        <a:pt x="254794" y="19526"/>
                        <a:pt x="254794" y="35719"/>
                      </a:cubicBezTo>
                      <a:cubicBezTo>
                        <a:pt x="254794" y="51911"/>
                        <a:pt x="242411" y="64294"/>
                        <a:pt x="226219" y="64294"/>
                      </a:cubicBezTo>
                      <a:lnTo>
                        <a:pt x="35719" y="64294"/>
                      </a:lnTo>
                      <a:cubicBezTo>
                        <a:pt x="19526" y="64294"/>
                        <a:pt x="7144" y="51911"/>
                        <a:pt x="7144" y="35719"/>
                      </a:cubicBezTo>
                      <a:cubicBezTo>
                        <a:pt x="7144" y="19526"/>
                        <a:pt x="19526" y="7144"/>
                        <a:pt x="35719" y="7144"/>
                      </a:cubicBez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 sz="1350" dirty="0"/>
                </a:p>
              </p:txBody>
            </p:sp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CB94DE0F-6ED1-4594-82D6-19A77CB1117F}"/>
                    </a:ext>
                  </a:extLst>
                </p:cNvPr>
                <p:cNvSpPr/>
                <p:nvPr/>
              </p:nvSpPr>
              <p:spPr>
                <a:xfrm>
                  <a:off x="10083850" y="2791201"/>
                  <a:ext cx="257175" cy="666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57175" h="66675">
                      <a:moveTo>
                        <a:pt x="35719" y="7144"/>
                      </a:moveTo>
                      <a:lnTo>
                        <a:pt x="226219" y="7144"/>
                      </a:lnTo>
                      <a:cubicBezTo>
                        <a:pt x="242411" y="7144"/>
                        <a:pt x="254794" y="19526"/>
                        <a:pt x="254794" y="35719"/>
                      </a:cubicBezTo>
                      <a:cubicBezTo>
                        <a:pt x="254794" y="51911"/>
                        <a:pt x="242411" y="64294"/>
                        <a:pt x="226219" y="64294"/>
                      </a:cubicBezTo>
                      <a:lnTo>
                        <a:pt x="35719" y="64294"/>
                      </a:lnTo>
                      <a:cubicBezTo>
                        <a:pt x="19526" y="64294"/>
                        <a:pt x="7144" y="51911"/>
                        <a:pt x="7144" y="35719"/>
                      </a:cubicBezTo>
                      <a:cubicBezTo>
                        <a:pt x="7144" y="19526"/>
                        <a:pt x="19526" y="7144"/>
                        <a:pt x="35719" y="7144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 sz="1350"/>
                </a:p>
              </p:txBody>
            </p:sp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CAE5DA39-4960-48C2-A455-680759D6D352}"/>
                    </a:ext>
                  </a:extLst>
                </p:cNvPr>
                <p:cNvSpPr/>
                <p:nvPr/>
              </p:nvSpPr>
              <p:spPr>
                <a:xfrm>
                  <a:off x="10145763" y="2886451"/>
                  <a:ext cx="133350" cy="666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33350" h="66675">
                      <a:moveTo>
                        <a:pt x="7144" y="7144"/>
                      </a:moveTo>
                      <a:cubicBezTo>
                        <a:pt x="10001" y="39529"/>
                        <a:pt x="36671" y="64294"/>
                        <a:pt x="69056" y="64294"/>
                      </a:cubicBezTo>
                      <a:cubicBezTo>
                        <a:pt x="101441" y="64294"/>
                        <a:pt x="128111" y="39529"/>
                        <a:pt x="130969" y="7144"/>
                      </a:cubicBezTo>
                      <a:lnTo>
                        <a:pt x="7144" y="7144"/>
                      </a:lnTo>
                      <a:close/>
                    </a:path>
                  </a:pathLst>
                </a:custGeom>
                <a:solidFill>
                  <a:schemeClr val="tx2">
                    <a:lumMod val="20000"/>
                    <a:lumOff val="80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 sz="1350" dirty="0"/>
                </a:p>
              </p:txBody>
            </p:sp>
            <p:sp>
              <p:nvSpPr>
                <p:cNvPr id="23" name="Freeform: Shape 22">
                  <a:extLst>
                    <a:ext uri="{FF2B5EF4-FFF2-40B4-BE49-F238E27FC236}">
                      <a16:creationId xmlns:a16="http://schemas.microsoft.com/office/drawing/2014/main" id="{63FE4E93-F418-4B70-BE07-048F74B44B96}"/>
                    </a:ext>
                  </a:extLst>
                </p:cNvPr>
                <p:cNvSpPr/>
                <p:nvPr/>
              </p:nvSpPr>
              <p:spPr>
                <a:xfrm>
                  <a:off x="9960025" y="2143501"/>
                  <a:ext cx="504825" cy="5238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504825" h="523875">
                      <a:moveTo>
                        <a:pt x="254794" y="7144"/>
                      </a:moveTo>
                      <a:cubicBezTo>
                        <a:pt x="254794" y="7144"/>
                        <a:pt x="254794" y="7144"/>
                        <a:pt x="254794" y="7144"/>
                      </a:cubicBezTo>
                      <a:cubicBezTo>
                        <a:pt x="254794" y="7144"/>
                        <a:pt x="254794" y="7144"/>
                        <a:pt x="254794" y="7144"/>
                      </a:cubicBezTo>
                      <a:cubicBezTo>
                        <a:pt x="119539" y="8096"/>
                        <a:pt x="10001" y="116681"/>
                        <a:pt x="7144" y="251936"/>
                      </a:cubicBezTo>
                      <a:lnTo>
                        <a:pt x="7144" y="260509"/>
                      </a:lnTo>
                      <a:cubicBezTo>
                        <a:pt x="8096" y="290036"/>
                        <a:pt x="13811" y="318611"/>
                        <a:pt x="24289" y="346234"/>
                      </a:cubicBezTo>
                      <a:cubicBezTo>
                        <a:pt x="34766" y="371951"/>
                        <a:pt x="49054" y="395764"/>
                        <a:pt x="67151" y="416719"/>
                      </a:cubicBezTo>
                      <a:cubicBezTo>
                        <a:pt x="90011" y="441484"/>
                        <a:pt x="114776" y="490061"/>
                        <a:pt x="125254" y="511016"/>
                      </a:cubicBezTo>
                      <a:cubicBezTo>
                        <a:pt x="128111" y="517684"/>
                        <a:pt x="134779" y="521494"/>
                        <a:pt x="142399" y="521494"/>
                      </a:cubicBezTo>
                      <a:lnTo>
                        <a:pt x="367189" y="521494"/>
                      </a:lnTo>
                      <a:cubicBezTo>
                        <a:pt x="374809" y="521494"/>
                        <a:pt x="381476" y="517684"/>
                        <a:pt x="384334" y="511016"/>
                      </a:cubicBezTo>
                      <a:cubicBezTo>
                        <a:pt x="394811" y="490061"/>
                        <a:pt x="419576" y="441484"/>
                        <a:pt x="442436" y="416719"/>
                      </a:cubicBezTo>
                      <a:cubicBezTo>
                        <a:pt x="460534" y="395764"/>
                        <a:pt x="475774" y="371951"/>
                        <a:pt x="485299" y="346234"/>
                      </a:cubicBezTo>
                      <a:cubicBezTo>
                        <a:pt x="495776" y="318611"/>
                        <a:pt x="501491" y="290036"/>
                        <a:pt x="502444" y="260509"/>
                      </a:cubicBezTo>
                      <a:lnTo>
                        <a:pt x="502444" y="251936"/>
                      </a:lnTo>
                      <a:cubicBezTo>
                        <a:pt x="499586" y="116681"/>
                        <a:pt x="390049" y="8096"/>
                        <a:pt x="254794" y="7144"/>
                      </a:cubicBezTo>
                      <a:close/>
                      <a:moveTo>
                        <a:pt x="445294" y="259556"/>
                      </a:moveTo>
                      <a:cubicBezTo>
                        <a:pt x="444341" y="282416"/>
                        <a:pt x="439579" y="305276"/>
                        <a:pt x="431959" y="326231"/>
                      </a:cubicBezTo>
                      <a:cubicBezTo>
                        <a:pt x="424339" y="345281"/>
                        <a:pt x="413861" y="363379"/>
                        <a:pt x="399574" y="378619"/>
                      </a:cubicBezTo>
                      <a:cubicBezTo>
                        <a:pt x="377666" y="405289"/>
                        <a:pt x="358616" y="433864"/>
                        <a:pt x="344329" y="464344"/>
                      </a:cubicBezTo>
                      <a:lnTo>
                        <a:pt x="254794" y="464344"/>
                      </a:lnTo>
                      <a:lnTo>
                        <a:pt x="166211" y="464344"/>
                      </a:lnTo>
                      <a:cubicBezTo>
                        <a:pt x="150971" y="433864"/>
                        <a:pt x="131921" y="405289"/>
                        <a:pt x="110966" y="378619"/>
                      </a:cubicBezTo>
                      <a:cubicBezTo>
                        <a:pt x="97631" y="363379"/>
                        <a:pt x="86201" y="345281"/>
                        <a:pt x="78581" y="326231"/>
                      </a:cubicBezTo>
                      <a:cubicBezTo>
                        <a:pt x="70009" y="305276"/>
                        <a:pt x="66199" y="282416"/>
                        <a:pt x="65246" y="259556"/>
                      </a:cubicBezTo>
                      <a:lnTo>
                        <a:pt x="65246" y="251936"/>
                      </a:lnTo>
                      <a:cubicBezTo>
                        <a:pt x="67151" y="148114"/>
                        <a:pt x="151924" y="64294"/>
                        <a:pt x="255746" y="63341"/>
                      </a:cubicBezTo>
                      <a:lnTo>
                        <a:pt x="255746" y="63341"/>
                      </a:lnTo>
                      <a:lnTo>
                        <a:pt x="255746" y="63341"/>
                      </a:lnTo>
                      <a:cubicBezTo>
                        <a:pt x="255746" y="63341"/>
                        <a:pt x="255746" y="63341"/>
                        <a:pt x="255746" y="63341"/>
                      </a:cubicBezTo>
                      <a:cubicBezTo>
                        <a:pt x="255746" y="63341"/>
                        <a:pt x="255746" y="63341"/>
                        <a:pt x="255746" y="63341"/>
                      </a:cubicBezTo>
                      <a:lnTo>
                        <a:pt x="255746" y="63341"/>
                      </a:lnTo>
                      <a:lnTo>
                        <a:pt x="255746" y="63341"/>
                      </a:lnTo>
                      <a:cubicBezTo>
                        <a:pt x="359569" y="64294"/>
                        <a:pt x="444341" y="147161"/>
                        <a:pt x="446246" y="251936"/>
                      </a:cubicBezTo>
                      <a:lnTo>
                        <a:pt x="446246" y="259556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 sz="1350" dirty="0"/>
                </a:p>
              </p:txBody>
            </p:sp>
          </p:grp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92455C61-0793-4DBB-8BF9-03D1BF5FF2BF}"/>
                  </a:ext>
                </a:extLst>
              </p:cNvPr>
              <p:cNvSpPr/>
              <p:nvPr/>
            </p:nvSpPr>
            <p:spPr>
              <a:xfrm>
                <a:off x="10008394" y="2462213"/>
                <a:ext cx="426244" cy="457200"/>
              </a:xfrm>
              <a:custGeom>
                <a:avLst/>
                <a:gdLst>
                  <a:gd name="connsiteX0" fmla="*/ 114300 w 426244"/>
                  <a:gd name="connsiteY0" fmla="*/ 4762 h 457200"/>
                  <a:gd name="connsiteX1" fmla="*/ 26194 w 426244"/>
                  <a:gd name="connsiteY1" fmla="*/ 130968 h 457200"/>
                  <a:gd name="connsiteX2" fmla="*/ 0 w 426244"/>
                  <a:gd name="connsiteY2" fmla="*/ 307181 h 457200"/>
                  <a:gd name="connsiteX3" fmla="*/ 119062 w 426244"/>
                  <a:gd name="connsiteY3" fmla="*/ 433387 h 457200"/>
                  <a:gd name="connsiteX4" fmla="*/ 254794 w 426244"/>
                  <a:gd name="connsiteY4" fmla="*/ 457200 h 457200"/>
                  <a:gd name="connsiteX5" fmla="*/ 369094 w 426244"/>
                  <a:gd name="connsiteY5" fmla="*/ 388143 h 457200"/>
                  <a:gd name="connsiteX6" fmla="*/ 426244 w 426244"/>
                  <a:gd name="connsiteY6" fmla="*/ 223837 h 457200"/>
                  <a:gd name="connsiteX7" fmla="*/ 381000 w 426244"/>
                  <a:gd name="connsiteY7" fmla="*/ 128587 h 457200"/>
                  <a:gd name="connsiteX8" fmla="*/ 345281 w 426244"/>
                  <a:gd name="connsiteY8" fmla="*/ 54768 h 457200"/>
                  <a:gd name="connsiteX9" fmla="*/ 302419 w 426244"/>
                  <a:gd name="connsiteY9" fmla="*/ 9525 h 457200"/>
                  <a:gd name="connsiteX10" fmla="*/ 254794 w 426244"/>
                  <a:gd name="connsiteY10" fmla="*/ 0 h 457200"/>
                  <a:gd name="connsiteX11" fmla="*/ 114300 w 426244"/>
                  <a:gd name="connsiteY11" fmla="*/ 4762 h 457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26244" h="457200">
                    <a:moveTo>
                      <a:pt x="114300" y="4762"/>
                    </a:moveTo>
                    <a:lnTo>
                      <a:pt x="26194" y="130968"/>
                    </a:lnTo>
                    <a:lnTo>
                      <a:pt x="0" y="307181"/>
                    </a:lnTo>
                    <a:lnTo>
                      <a:pt x="119062" y="433387"/>
                    </a:lnTo>
                    <a:lnTo>
                      <a:pt x="254794" y="457200"/>
                    </a:lnTo>
                    <a:lnTo>
                      <a:pt x="369094" y="388143"/>
                    </a:lnTo>
                    <a:lnTo>
                      <a:pt x="426244" y="223837"/>
                    </a:lnTo>
                    <a:lnTo>
                      <a:pt x="381000" y="128587"/>
                    </a:lnTo>
                    <a:lnTo>
                      <a:pt x="345281" y="54768"/>
                    </a:lnTo>
                    <a:lnTo>
                      <a:pt x="302419" y="9525"/>
                    </a:lnTo>
                    <a:lnTo>
                      <a:pt x="254794" y="0"/>
                    </a:lnTo>
                    <a:lnTo>
                      <a:pt x="114300" y="476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 dirty="0"/>
              </a:p>
            </p:txBody>
          </p:sp>
        </p:grp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CBE6B62-A2B2-4E0A-9208-77D5179B9475}"/>
              </a:ext>
            </a:extLst>
          </p:cNvPr>
          <p:cNvGrpSpPr/>
          <p:nvPr/>
        </p:nvGrpSpPr>
        <p:grpSpPr>
          <a:xfrm>
            <a:off x="7831520" y="0"/>
            <a:ext cx="685800" cy="3333489"/>
            <a:chOff x="9757619" y="-26894"/>
            <a:chExt cx="914400" cy="3034789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5348050-D971-41B5-AEE8-856EABC5BDBD}"/>
                </a:ext>
              </a:extLst>
            </p:cNvPr>
            <p:cNvCxnSpPr/>
            <p:nvPr/>
          </p:nvCxnSpPr>
          <p:spPr>
            <a:xfrm flipV="1">
              <a:off x="10223528" y="-26894"/>
              <a:ext cx="0" cy="218160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06EB8CE-EA91-426B-86EB-62FAC860BC63}"/>
                </a:ext>
              </a:extLst>
            </p:cNvPr>
            <p:cNvGrpSpPr/>
            <p:nvPr/>
          </p:nvGrpSpPr>
          <p:grpSpPr>
            <a:xfrm>
              <a:off x="9757619" y="2093495"/>
              <a:ext cx="914400" cy="914400"/>
              <a:chOff x="9757619" y="2093495"/>
              <a:chExt cx="914400" cy="914400"/>
            </a:xfrm>
          </p:grpSpPr>
          <p:grpSp>
            <p:nvGrpSpPr>
              <p:cNvPr id="4" name="Graphic 2" descr="Lightbulb">
                <a:extLst>
                  <a:ext uri="{FF2B5EF4-FFF2-40B4-BE49-F238E27FC236}">
                    <a16:creationId xmlns:a16="http://schemas.microsoft.com/office/drawing/2014/main" id="{FD2BB3C1-3444-4585-9E80-54FB43266207}"/>
                  </a:ext>
                </a:extLst>
              </p:cNvPr>
              <p:cNvGrpSpPr/>
              <p:nvPr/>
            </p:nvGrpSpPr>
            <p:grpSpPr>
              <a:xfrm rot="10800000">
                <a:off x="9757619" y="2093495"/>
                <a:ext cx="914400" cy="914400"/>
                <a:chOff x="9757619" y="2093495"/>
                <a:chExt cx="914400" cy="914400"/>
              </a:xfrm>
            </p:grpSpPr>
            <p:sp>
              <p:nvSpPr>
                <p:cNvPr id="7" name="Freeform: Shape 6">
                  <a:extLst>
                    <a:ext uri="{FF2B5EF4-FFF2-40B4-BE49-F238E27FC236}">
                      <a16:creationId xmlns:a16="http://schemas.microsoft.com/office/drawing/2014/main" id="{6FEA3A4F-F5F3-4DB7-8456-4768B01FDB91}"/>
                    </a:ext>
                  </a:extLst>
                </p:cNvPr>
                <p:cNvSpPr/>
                <p:nvPr/>
              </p:nvSpPr>
              <p:spPr>
                <a:xfrm>
                  <a:off x="10083850" y="2695951"/>
                  <a:ext cx="257175" cy="666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57175" h="66675">
                      <a:moveTo>
                        <a:pt x="35719" y="7144"/>
                      </a:moveTo>
                      <a:lnTo>
                        <a:pt x="226219" y="7144"/>
                      </a:lnTo>
                      <a:cubicBezTo>
                        <a:pt x="242411" y="7144"/>
                        <a:pt x="254794" y="19526"/>
                        <a:pt x="254794" y="35719"/>
                      </a:cubicBezTo>
                      <a:cubicBezTo>
                        <a:pt x="254794" y="51911"/>
                        <a:pt x="242411" y="64294"/>
                        <a:pt x="226219" y="64294"/>
                      </a:cubicBezTo>
                      <a:lnTo>
                        <a:pt x="35719" y="64294"/>
                      </a:lnTo>
                      <a:cubicBezTo>
                        <a:pt x="19526" y="64294"/>
                        <a:pt x="7144" y="51911"/>
                        <a:pt x="7144" y="35719"/>
                      </a:cubicBezTo>
                      <a:cubicBezTo>
                        <a:pt x="7144" y="19526"/>
                        <a:pt x="19526" y="7144"/>
                        <a:pt x="35719" y="7144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 w="9525" cap="flat">
                  <a:solidFill>
                    <a:srgbClr val="FFFF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 sz="1350" dirty="0"/>
                </a:p>
              </p:txBody>
            </p:sp>
            <p:sp>
              <p:nvSpPr>
                <p:cNvPr id="8" name="Freeform: Shape 7">
                  <a:extLst>
                    <a:ext uri="{FF2B5EF4-FFF2-40B4-BE49-F238E27FC236}">
                      <a16:creationId xmlns:a16="http://schemas.microsoft.com/office/drawing/2014/main" id="{5CC37F91-1EDC-4A39-B54C-5EC0BAB5E1B8}"/>
                    </a:ext>
                  </a:extLst>
                </p:cNvPr>
                <p:cNvSpPr/>
                <p:nvPr/>
              </p:nvSpPr>
              <p:spPr>
                <a:xfrm>
                  <a:off x="10083850" y="2791201"/>
                  <a:ext cx="257175" cy="666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57175" h="66675">
                      <a:moveTo>
                        <a:pt x="35719" y="7144"/>
                      </a:moveTo>
                      <a:lnTo>
                        <a:pt x="226219" y="7144"/>
                      </a:lnTo>
                      <a:cubicBezTo>
                        <a:pt x="242411" y="7144"/>
                        <a:pt x="254794" y="19526"/>
                        <a:pt x="254794" y="35719"/>
                      </a:cubicBezTo>
                      <a:cubicBezTo>
                        <a:pt x="254794" y="51911"/>
                        <a:pt x="242411" y="64294"/>
                        <a:pt x="226219" y="64294"/>
                      </a:cubicBezTo>
                      <a:lnTo>
                        <a:pt x="35719" y="64294"/>
                      </a:lnTo>
                      <a:cubicBezTo>
                        <a:pt x="19526" y="64294"/>
                        <a:pt x="7144" y="51911"/>
                        <a:pt x="7144" y="35719"/>
                      </a:cubicBezTo>
                      <a:cubicBezTo>
                        <a:pt x="7144" y="19526"/>
                        <a:pt x="19526" y="7144"/>
                        <a:pt x="35719" y="7144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 w="9525" cap="flat">
                  <a:solidFill>
                    <a:srgbClr val="FFFF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 sz="1350"/>
                </a:p>
              </p:txBody>
            </p:sp>
            <p:sp>
              <p:nvSpPr>
                <p:cNvPr id="10" name="Freeform: Shape 9">
                  <a:extLst>
                    <a:ext uri="{FF2B5EF4-FFF2-40B4-BE49-F238E27FC236}">
                      <a16:creationId xmlns:a16="http://schemas.microsoft.com/office/drawing/2014/main" id="{EB1A4252-13E8-43EB-A5F8-64A9E33EED4F}"/>
                    </a:ext>
                  </a:extLst>
                </p:cNvPr>
                <p:cNvSpPr/>
                <p:nvPr/>
              </p:nvSpPr>
              <p:spPr>
                <a:xfrm>
                  <a:off x="10145763" y="2886451"/>
                  <a:ext cx="133350" cy="666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33350" h="66675">
                      <a:moveTo>
                        <a:pt x="7144" y="7144"/>
                      </a:moveTo>
                      <a:cubicBezTo>
                        <a:pt x="10001" y="39529"/>
                        <a:pt x="36671" y="64294"/>
                        <a:pt x="69056" y="64294"/>
                      </a:cubicBezTo>
                      <a:cubicBezTo>
                        <a:pt x="101441" y="64294"/>
                        <a:pt x="128111" y="39529"/>
                        <a:pt x="130969" y="7144"/>
                      </a:cubicBezTo>
                      <a:lnTo>
                        <a:pt x="7144" y="7144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9525" cap="flat">
                  <a:solidFill>
                    <a:srgbClr val="FFFF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 sz="1350"/>
                </a:p>
              </p:txBody>
            </p:sp>
            <p:sp>
              <p:nvSpPr>
                <p:cNvPr id="11" name="Freeform: Shape 10">
                  <a:extLst>
                    <a:ext uri="{FF2B5EF4-FFF2-40B4-BE49-F238E27FC236}">
                      <a16:creationId xmlns:a16="http://schemas.microsoft.com/office/drawing/2014/main" id="{2AAC16E2-8A3E-4664-B069-26A9B96006C1}"/>
                    </a:ext>
                  </a:extLst>
                </p:cNvPr>
                <p:cNvSpPr/>
                <p:nvPr/>
              </p:nvSpPr>
              <p:spPr>
                <a:xfrm>
                  <a:off x="9960025" y="2143501"/>
                  <a:ext cx="504825" cy="5238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504825" h="523875">
                      <a:moveTo>
                        <a:pt x="254794" y="7144"/>
                      </a:moveTo>
                      <a:cubicBezTo>
                        <a:pt x="254794" y="7144"/>
                        <a:pt x="254794" y="7144"/>
                        <a:pt x="254794" y="7144"/>
                      </a:cubicBezTo>
                      <a:cubicBezTo>
                        <a:pt x="254794" y="7144"/>
                        <a:pt x="254794" y="7144"/>
                        <a:pt x="254794" y="7144"/>
                      </a:cubicBezTo>
                      <a:cubicBezTo>
                        <a:pt x="119539" y="8096"/>
                        <a:pt x="10001" y="116681"/>
                        <a:pt x="7144" y="251936"/>
                      </a:cubicBezTo>
                      <a:lnTo>
                        <a:pt x="7144" y="260509"/>
                      </a:lnTo>
                      <a:cubicBezTo>
                        <a:pt x="8096" y="290036"/>
                        <a:pt x="13811" y="318611"/>
                        <a:pt x="24289" y="346234"/>
                      </a:cubicBezTo>
                      <a:cubicBezTo>
                        <a:pt x="34766" y="371951"/>
                        <a:pt x="49054" y="395764"/>
                        <a:pt x="67151" y="416719"/>
                      </a:cubicBezTo>
                      <a:cubicBezTo>
                        <a:pt x="90011" y="441484"/>
                        <a:pt x="114776" y="490061"/>
                        <a:pt x="125254" y="511016"/>
                      </a:cubicBezTo>
                      <a:cubicBezTo>
                        <a:pt x="128111" y="517684"/>
                        <a:pt x="134779" y="521494"/>
                        <a:pt x="142399" y="521494"/>
                      </a:cubicBezTo>
                      <a:lnTo>
                        <a:pt x="367189" y="521494"/>
                      </a:lnTo>
                      <a:cubicBezTo>
                        <a:pt x="374809" y="521494"/>
                        <a:pt x="381476" y="517684"/>
                        <a:pt x="384334" y="511016"/>
                      </a:cubicBezTo>
                      <a:cubicBezTo>
                        <a:pt x="394811" y="490061"/>
                        <a:pt x="419576" y="441484"/>
                        <a:pt x="442436" y="416719"/>
                      </a:cubicBezTo>
                      <a:cubicBezTo>
                        <a:pt x="460534" y="395764"/>
                        <a:pt x="475774" y="371951"/>
                        <a:pt x="485299" y="346234"/>
                      </a:cubicBezTo>
                      <a:cubicBezTo>
                        <a:pt x="495776" y="318611"/>
                        <a:pt x="501491" y="290036"/>
                        <a:pt x="502444" y="260509"/>
                      </a:cubicBezTo>
                      <a:lnTo>
                        <a:pt x="502444" y="251936"/>
                      </a:lnTo>
                      <a:cubicBezTo>
                        <a:pt x="499586" y="116681"/>
                        <a:pt x="390049" y="8096"/>
                        <a:pt x="254794" y="7144"/>
                      </a:cubicBezTo>
                      <a:close/>
                      <a:moveTo>
                        <a:pt x="445294" y="259556"/>
                      </a:moveTo>
                      <a:cubicBezTo>
                        <a:pt x="444341" y="282416"/>
                        <a:pt x="439579" y="305276"/>
                        <a:pt x="431959" y="326231"/>
                      </a:cubicBezTo>
                      <a:cubicBezTo>
                        <a:pt x="424339" y="345281"/>
                        <a:pt x="413861" y="363379"/>
                        <a:pt x="399574" y="378619"/>
                      </a:cubicBezTo>
                      <a:cubicBezTo>
                        <a:pt x="377666" y="405289"/>
                        <a:pt x="358616" y="433864"/>
                        <a:pt x="344329" y="464344"/>
                      </a:cubicBezTo>
                      <a:lnTo>
                        <a:pt x="254794" y="464344"/>
                      </a:lnTo>
                      <a:lnTo>
                        <a:pt x="166211" y="464344"/>
                      </a:lnTo>
                      <a:cubicBezTo>
                        <a:pt x="150971" y="433864"/>
                        <a:pt x="131921" y="405289"/>
                        <a:pt x="110966" y="378619"/>
                      </a:cubicBezTo>
                      <a:cubicBezTo>
                        <a:pt x="97631" y="363379"/>
                        <a:pt x="86201" y="345281"/>
                        <a:pt x="78581" y="326231"/>
                      </a:cubicBezTo>
                      <a:cubicBezTo>
                        <a:pt x="70009" y="305276"/>
                        <a:pt x="66199" y="282416"/>
                        <a:pt x="65246" y="259556"/>
                      </a:cubicBezTo>
                      <a:lnTo>
                        <a:pt x="65246" y="251936"/>
                      </a:lnTo>
                      <a:cubicBezTo>
                        <a:pt x="67151" y="148114"/>
                        <a:pt x="151924" y="64294"/>
                        <a:pt x="255746" y="63341"/>
                      </a:cubicBezTo>
                      <a:lnTo>
                        <a:pt x="255746" y="63341"/>
                      </a:lnTo>
                      <a:lnTo>
                        <a:pt x="255746" y="63341"/>
                      </a:lnTo>
                      <a:cubicBezTo>
                        <a:pt x="255746" y="63341"/>
                        <a:pt x="255746" y="63341"/>
                        <a:pt x="255746" y="63341"/>
                      </a:cubicBezTo>
                      <a:cubicBezTo>
                        <a:pt x="255746" y="63341"/>
                        <a:pt x="255746" y="63341"/>
                        <a:pt x="255746" y="63341"/>
                      </a:cubicBezTo>
                      <a:lnTo>
                        <a:pt x="255746" y="63341"/>
                      </a:lnTo>
                      <a:lnTo>
                        <a:pt x="255746" y="63341"/>
                      </a:lnTo>
                      <a:cubicBezTo>
                        <a:pt x="359569" y="64294"/>
                        <a:pt x="444341" y="147161"/>
                        <a:pt x="446246" y="251936"/>
                      </a:cubicBezTo>
                      <a:lnTo>
                        <a:pt x="446246" y="259556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9525" cap="flat">
                  <a:solidFill>
                    <a:srgbClr val="FFFF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 sz="1350" dirty="0"/>
                </a:p>
              </p:txBody>
            </p:sp>
          </p:grp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BD76A508-0D8E-4FE9-B177-B36E6A23E986}"/>
                  </a:ext>
                </a:extLst>
              </p:cNvPr>
              <p:cNvSpPr/>
              <p:nvPr/>
            </p:nvSpPr>
            <p:spPr>
              <a:xfrm>
                <a:off x="10008394" y="2462213"/>
                <a:ext cx="426244" cy="457200"/>
              </a:xfrm>
              <a:custGeom>
                <a:avLst/>
                <a:gdLst>
                  <a:gd name="connsiteX0" fmla="*/ 114300 w 426244"/>
                  <a:gd name="connsiteY0" fmla="*/ 4762 h 457200"/>
                  <a:gd name="connsiteX1" fmla="*/ 26194 w 426244"/>
                  <a:gd name="connsiteY1" fmla="*/ 130968 h 457200"/>
                  <a:gd name="connsiteX2" fmla="*/ 0 w 426244"/>
                  <a:gd name="connsiteY2" fmla="*/ 307181 h 457200"/>
                  <a:gd name="connsiteX3" fmla="*/ 119062 w 426244"/>
                  <a:gd name="connsiteY3" fmla="*/ 433387 h 457200"/>
                  <a:gd name="connsiteX4" fmla="*/ 254794 w 426244"/>
                  <a:gd name="connsiteY4" fmla="*/ 457200 h 457200"/>
                  <a:gd name="connsiteX5" fmla="*/ 369094 w 426244"/>
                  <a:gd name="connsiteY5" fmla="*/ 388143 h 457200"/>
                  <a:gd name="connsiteX6" fmla="*/ 426244 w 426244"/>
                  <a:gd name="connsiteY6" fmla="*/ 223837 h 457200"/>
                  <a:gd name="connsiteX7" fmla="*/ 381000 w 426244"/>
                  <a:gd name="connsiteY7" fmla="*/ 128587 h 457200"/>
                  <a:gd name="connsiteX8" fmla="*/ 345281 w 426244"/>
                  <a:gd name="connsiteY8" fmla="*/ 54768 h 457200"/>
                  <a:gd name="connsiteX9" fmla="*/ 302419 w 426244"/>
                  <a:gd name="connsiteY9" fmla="*/ 9525 h 457200"/>
                  <a:gd name="connsiteX10" fmla="*/ 254794 w 426244"/>
                  <a:gd name="connsiteY10" fmla="*/ 0 h 457200"/>
                  <a:gd name="connsiteX11" fmla="*/ 114300 w 426244"/>
                  <a:gd name="connsiteY11" fmla="*/ 4762 h 457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26244" h="457200">
                    <a:moveTo>
                      <a:pt x="114300" y="4762"/>
                    </a:moveTo>
                    <a:lnTo>
                      <a:pt x="26194" y="130968"/>
                    </a:lnTo>
                    <a:lnTo>
                      <a:pt x="0" y="307181"/>
                    </a:lnTo>
                    <a:lnTo>
                      <a:pt x="119062" y="433387"/>
                    </a:lnTo>
                    <a:lnTo>
                      <a:pt x="254794" y="457200"/>
                    </a:lnTo>
                    <a:lnTo>
                      <a:pt x="369094" y="388143"/>
                    </a:lnTo>
                    <a:lnTo>
                      <a:pt x="426244" y="223837"/>
                    </a:lnTo>
                    <a:lnTo>
                      <a:pt x="381000" y="128587"/>
                    </a:lnTo>
                    <a:lnTo>
                      <a:pt x="345281" y="54768"/>
                    </a:lnTo>
                    <a:lnTo>
                      <a:pt x="302419" y="9525"/>
                    </a:lnTo>
                    <a:lnTo>
                      <a:pt x="254794" y="0"/>
                    </a:lnTo>
                    <a:lnTo>
                      <a:pt x="114300" y="4762"/>
                    </a:lnTo>
                    <a:close/>
                  </a:path>
                </a:pathLst>
              </a:custGeom>
              <a:solidFill>
                <a:srgbClr val="FFFF00"/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 dirty="0"/>
              </a:p>
            </p:txBody>
          </p:sp>
        </p:grpSp>
      </p:grpSp>
      <p:pic>
        <p:nvPicPr>
          <p:cNvPr id="36871" name="Picture 36870">
            <a:extLst>
              <a:ext uri="{FF2B5EF4-FFF2-40B4-BE49-F238E27FC236}">
                <a16:creationId xmlns:a16="http://schemas.microsoft.com/office/drawing/2014/main" id="{3A8F1B80-B132-4FBA-B4A4-D802F899D9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797" y="220967"/>
            <a:ext cx="1331785" cy="158477"/>
          </a:xfrm>
          <a:prstGeom prst="rect">
            <a:avLst/>
          </a:prstGeom>
        </p:spPr>
      </p:pic>
      <p:sp>
        <p:nvSpPr>
          <p:cNvPr id="36873" name="TextBox 36872">
            <a:extLst>
              <a:ext uri="{FF2B5EF4-FFF2-40B4-BE49-F238E27FC236}">
                <a16:creationId xmlns:a16="http://schemas.microsoft.com/office/drawing/2014/main" id="{D213D14F-503E-4E61-A079-A575362B8A1F}"/>
              </a:ext>
            </a:extLst>
          </p:cNvPr>
          <p:cNvSpPr txBox="1"/>
          <p:nvPr/>
        </p:nvSpPr>
        <p:spPr>
          <a:xfrm>
            <a:off x="6391126" y="4143218"/>
            <a:ext cx="160621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ru-RU" sz="1500" dirty="0">
                <a:solidFill>
                  <a:schemeClr val="bg1"/>
                </a:solidFill>
                <a:latin typeface="Raleway Medium" panose="020B0603030101060003" pitchFamily="34" charset="0"/>
              </a:rPr>
              <a:t>Keep it simple…</a:t>
            </a:r>
            <a:endParaRPr lang="ru-RU" altLang="ru-RU" sz="1500" dirty="0">
              <a:solidFill>
                <a:schemeClr val="bg1"/>
              </a:solidFill>
              <a:latin typeface="Raleway ExtraBold" panose="020B0903030101060003" pitchFamily="34" charset="0"/>
            </a:endParaRPr>
          </a:p>
        </p:txBody>
      </p:sp>
      <p:sp>
        <p:nvSpPr>
          <p:cNvPr id="36874" name="Rectangle 36873">
            <a:extLst>
              <a:ext uri="{FF2B5EF4-FFF2-40B4-BE49-F238E27FC236}">
                <a16:creationId xmlns:a16="http://schemas.microsoft.com/office/drawing/2014/main" id="{7969B4D2-DFDA-4EF0-ACC7-B55EC956D001}"/>
              </a:ext>
            </a:extLst>
          </p:cNvPr>
          <p:cNvSpPr/>
          <p:nvPr/>
        </p:nvSpPr>
        <p:spPr>
          <a:xfrm>
            <a:off x="4214061" y="3690687"/>
            <a:ext cx="1019677" cy="6535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DDA6AF9-CEEC-45F8-B98A-B66F266AABA9}"/>
              </a:ext>
            </a:extLst>
          </p:cNvPr>
          <p:cNvSpPr txBox="1"/>
          <p:nvPr/>
        </p:nvSpPr>
        <p:spPr>
          <a:xfrm>
            <a:off x="6178013" y="4938949"/>
            <a:ext cx="316796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cap="small" dirty="0">
                <a:solidFill>
                  <a:schemeClr val="bg1"/>
                </a:solidFill>
                <a:latin typeface="Arial"/>
              </a:rPr>
              <a:t>© 2020 SYNECTIKS. All Rights Reserved. Proprietary and Confidential.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A57B0A0-5621-4BF7-A5AB-F5232AFED085}"/>
              </a:ext>
            </a:extLst>
          </p:cNvPr>
          <p:cNvSpPr txBox="1"/>
          <p:nvPr/>
        </p:nvSpPr>
        <p:spPr>
          <a:xfrm>
            <a:off x="1701622" y="115539"/>
            <a:ext cx="6904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Raleway" panose="020B0003030101060003" pitchFamily="34" charset="0"/>
                <a:cs typeface="Segoe UI" panose="020B0502040204020203" pitchFamily="34" charset="0"/>
              </a:rPr>
              <a:t>Delivering TAAS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750">
        <p:wipe/>
      </p:transition>
    </mc:Choice>
    <mc:Fallback xmlns="">
      <p:transition spd="slow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6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1" presetClass="entr" presetSubtype="0" fill="hold" grpId="0" nodeType="click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 tmFilter="0,0; .5, 1; 1, 1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1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68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68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68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68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 tmFilter="0,0; .5, 1; 1, 1"/>
                                        <p:tgtEl>
                                          <p:spTgt spid="36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100"/>
                            </p:stCondLst>
                            <p:childTnLst>
                              <p:par>
                                <p:cTn id="32" presetID="1" presetClass="entr" presetSubtype="0" fill="hold" grpId="0" nodeType="afterEffect" nodePh="1">
                                  <p:stCondLst>
                                    <p:cond delay="5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6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6873" grpId="0"/>
      <p:bldP spid="3687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>
            <a:extLst>
              <a:ext uri="{FF2B5EF4-FFF2-40B4-BE49-F238E27FC236}">
                <a16:creationId xmlns:a16="http://schemas.microsoft.com/office/drawing/2014/main" id="{24AB4FFD-0C3F-4C30-A082-65FCFF0A8670}"/>
              </a:ext>
            </a:extLst>
          </p:cNvPr>
          <p:cNvSpPr txBox="1"/>
          <p:nvPr/>
        </p:nvSpPr>
        <p:spPr>
          <a:xfrm>
            <a:off x="6042537" y="4871696"/>
            <a:ext cx="2641309" cy="1731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25" cap="small" dirty="0">
                <a:latin typeface="Arial"/>
              </a:rPr>
              <a:t>© 2021 Synectiks. All Rights Reserved. Proprietary and Confidential.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8D9E2E-0380-4ADA-804A-3E37229CF533}"/>
              </a:ext>
            </a:extLst>
          </p:cNvPr>
          <p:cNvSpPr txBox="1"/>
          <p:nvPr/>
        </p:nvSpPr>
        <p:spPr>
          <a:xfrm>
            <a:off x="3178874" y="51663"/>
            <a:ext cx="254789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Raleway SemiBold" pitchFamily="2" charset="0"/>
                <a:ea typeface="Roboto" panose="02000000000000000000" pitchFamily="2" charset="0"/>
                <a:cs typeface="Open Sans" panose="020B0606030504020204" pitchFamily="34" charset="0"/>
              </a:rPr>
              <a:t>SLA Central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764CAD6-C017-B24C-1282-9FC2AEF12F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662" y="419100"/>
            <a:ext cx="7686675" cy="430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382733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>
            <a:extLst>
              <a:ext uri="{FF2B5EF4-FFF2-40B4-BE49-F238E27FC236}">
                <a16:creationId xmlns:a16="http://schemas.microsoft.com/office/drawing/2014/main" id="{24AB4FFD-0C3F-4C30-A082-65FCFF0A8670}"/>
              </a:ext>
            </a:extLst>
          </p:cNvPr>
          <p:cNvSpPr txBox="1"/>
          <p:nvPr/>
        </p:nvSpPr>
        <p:spPr>
          <a:xfrm>
            <a:off x="6042537" y="4871696"/>
            <a:ext cx="2641309" cy="1731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25" cap="small" dirty="0">
                <a:latin typeface="Arial"/>
              </a:rPr>
              <a:t>© 2021 Synectiks. All Rights Reserved. Proprietary and Confidential.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8D9E2E-0380-4ADA-804A-3E37229CF533}"/>
              </a:ext>
            </a:extLst>
          </p:cNvPr>
          <p:cNvSpPr txBox="1"/>
          <p:nvPr/>
        </p:nvSpPr>
        <p:spPr>
          <a:xfrm>
            <a:off x="3178874" y="51663"/>
            <a:ext cx="254789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Raleway SemiBold" pitchFamily="2" charset="0"/>
                <a:ea typeface="Roboto" panose="02000000000000000000" pitchFamily="2" charset="0"/>
                <a:cs typeface="Open Sans" panose="020B0606030504020204" pitchFamily="34" charset="0"/>
              </a:rPr>
              <a:t>SLA Central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27E95E9-7227-44C9-B9B7-EEE8BF46DA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612" y="400050"/>
            <a:ext cx="7724775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557586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>
            <a:extLst>
              <a:ext uri="{FF2B5EF4-FFF2-40B4-BE49-F238E27FC236}">
                <a16:creationId xmlns:a16="http://schemas.microsoft.com/office/drawing/2014/main" id="{24AB4FFD-0C3F-4C30-A082-65FCFF0A8670}"/>
              </a:ext>
            </a:extLst>
          </p:cNvPr>
          <p:cNvSpPr txBox="1"/>
          <p:nvPr/>
        </p:nvSpPr>
        <p:spPr>
          <a:xfrm>
            <a:off x="6042537" y="4871696"/>
            <a:ext cx="2641309" cy="1731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25" cap="small" dirty="0">
                <a:latin typeface="Arial"/>
              </a:rPr>
              <a:t>© 2021 Synectiks. All Rights Reserved. Proprietary and Confidential.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8D9E2E-0380-4ADA-804A-3E37229CF533}"/>
              </a:ext>
            </a:extLst>
          </p:cNvPr>
          <p:cNvSpPr txBox="1"/>
          <p:nvPr/>
        </p:nvSpPr>
        <p:spPr>
          <a:xfrm>
            <a:off x="3178874" y="51663"/>
            <a:ext cx="254789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Raleway SemiBold" pitchFamily="2" charset="0"/>
                <a:ea typeface="Roboto" panose="02000000000000000000" pitchFamily="2" charset="0"/>
                <a:cs typeface="Open Sans" panose="020B0606030504020204" pitchFamily="34" charset="0"/>
              </a:rPr>
              <a:t>SLA Central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1DB3BC-7CC1-476E-0674-0312594D87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0"/>
            <a:ext cx="8058150" cy="4979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760235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>
            <a:extLst>
              <a:ext uri="{FF2B5EF4-FFF2-40B4-BE49-F238E27FC236}">
                <a16:creationId xmlns:a16="http://schemas.microsoft.com/office/drawing/2014/main" id="{24AB4FFD-0C3F-4C30-A082-65FCFF0A8670}"/>
              </a:ext>
            </a:extLst>
          </p:cNvPr>
          <p:cNvSpPr txBox="1"/>
          <p:nvPr/>
        </p:nvSpPr>
        <p:spPr>
          <a:xfrm>
            <a:off x="6042537" y="4871696"/>
            <a:ext cx="2641309" cy="1731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25" cap="small" dirty="0">
                <a:latin typeface="Arial"/>
              </a:rPr>
              <a:t>© 2021 Synectiks. All Rights Reserved. Proprietary and Confidential.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8D9E2E-0380-4ADA-804A-3E37229CF533}"/>
              </a:ext>
            </a:extLst>
          </p:cNvPr>
          <p:cNvSpPr txBox="1"/>
          <p:nvPr/>
        </p:nvSpPr>
        <p:spPr>
          <a:xfrm>
            <a:off x="3178874" y="51663"/>
            <a:ext cx="254789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Raleway SemiBold" pitchFamily="2" charset="0"/>
                <a:ea typeface="Roboto" panose="02000000000000000000" pitchFamily="2" charset="0"/>
                <a:cs typeface="Open Sans" panose="020B0606030504020204" pitchFamily="34" charset="0"/>
              </a:rPr>
              <a:t>SLA Central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55CE8E3-C54C-5D7D-C42B-9934FA7C5D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87" y="804862"/>
            <a:ext cx="8886825" cy="3533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093332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>
            <a:extLst>
              <a:ext uri="{FF2B5EF4-FFF2-40B4-BE49-F238E27FC236}">
                <a16:creationId xmlns:a16="http://schemas.microsoft.com/office/drawing/2014/main" id="{24AB4FFD-0C3F-4C30-A082-65FCFF0A8670}"/>
              </a:ext>
            </a:extLst>
          </p:cNvPr>
          <p:cNvSpPr txBox="1"/>
          <p:nvPr/>
        </p:nvSpPr>
        <p:spPr>
          <a:xfrm>
            <a:off x="6042537" y="4871696"/>
            <a:ext cx="2641309" cy="1731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25" cap="small" dirty="0">
                <a:latin typeface="Arial"/>
              </a:rPr>
              <a:t>© 2021 Synectiks. All Rights Reserved. Proprietary and Confidential.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8D9E2E-0380-4ADA-804A-3E37229CF533}"/>
              </a:ext>
            </a:extLst>
          </p:cNvPr>
          <p:cNvSpPr txBox="1"/>
          <p:nvPr/>
        </p:nvSpPr>
        <p:spPr>
          <a:xfrm>
            <a:off x="3178874" y="51663"/>
            <a:ext cx="254789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Raleway SemiBold" pitchFamily="2" charset="0"/>
                <a:ea typeface="Roboto" panose="02000000000000000000" pitchFamily="2" charset="0"/>
                <a:cs typeface="Open Sans" panose="020B0606030504020204" pitchFamily="34" charset="0"/>
              </a:rPr>
              <a:t>SLA Central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3CE5ECD-830B-2E22-0DE2-B1614D4395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903" y="0"/>
            <a:ext cx="819219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993387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>
            <a:extLst>
              <a:ext uri="{FF2B5EF4-FFF2-40B4-BE49-F238E27FC236}">
                <a16:creationId xmlns:a16="http://schemas.microsoft.com/office/drawing/2014/main" id="{24AB4FFD-0C3F-4C30-A082-65FCFF0A8670}"/>
              </a:ext>
            </a:extLst>
          </p:cNvPr>
          <p:cNvSpPr txBox="1"/>
          <p:nvPr/>
        </p:nvSpPr>
        <p:spPr>
          <a:xfrm>
            <a:off x="6042537" y="4871696"/>
            <a:ext cx="2641309" cy="1731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25" cap="small" dirty="0">
                <a:latin typeface="Arial"/>
              </a:rPr>
              <a:t>© 2021 Synectiks. All Rights Reserved. Proprietary and Confidential.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8D9E2E-0380-4ADA-804A-3E37229CF533}"/>
              </a:ext>
            </a:extLst>
          </p:cNvPr>
          <p:cNvSpPr txBox="1"/>
          <p:nvPr/>
        </p:nvSpPr>
        <p:spPr>
          <a:xfrm>
            <a:off x="3178874" y="51663"/>
            <a:ext cx="254789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Raleway SemiBold" pitchFamily="2" charset="0"/>
                <a:ea typeface="Roboto" panose="02000000000000000000" pitchFamily="2" charset="0"/>
                <a:cs typeface="Open Sans" panose="020B0606030504020204" pitchFamily="34" charset="0"/>
              </a:rPr>
              <a:t>SLA Central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A6AD10-00B8-AC9A-41F7-B2F743D13C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237" y="1271587"/>
            <a:ext cx="8391525" cy="260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006764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C317F0AD02050489CEA68A8CF25C850" ma:contentTypeVersion="11" ma:contentTypeDescription="Create a new document." ma:contentTypeScope="" ma:versionID="2827eb6fcaaf4b88c7eb97ba38a93524">
  <xsd:schema xmlns:xsd="http://www.w3.org/2001/XMLSchema" xmlns:xs="http://www.w3.org/2001/XMLSchema" xmlns:p="http://schemas.microsoft.com/office/2006/metadata/properties" xmlns:ns2="dcca88f8-a7ae-4cfc-9184-d6b131f630bb" xmlns:ns3="c5a4b99e-4ccc-4a5c-98e4-7ab8633fd4df" targetNamespace="http://schemas.microsoft.com/office/2006/metadata/properties" ma:root="true" ma:fieldsID="8696a21874c65674d225a4f02c8f2095" ns2:_="" ns3:_="">
    <xsd:import namespace="dcca88f8-a7ae-4cfc-9184-d6b131f630bb"/>
    <xsd:import namespace="c5a4b99e-4ccc-4a5c-98e4-7ab8633fd4d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ca88f8-a7ae-4cfc-9184-d6b131f630b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a4b99e-4ccc-4a5c-98e4-7ab8633fd4d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3044F30-6B1E-4C15-80A9-7FE40FEE09C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cca88f8-a7ae-4cfc-9184-d6b131f630bb"/>
    <ds:schemaRef ds:uri="c5a4b99e-4ccc-4a5c-98e4-7ab8633fd4d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51BF9A0-A380-42E8-B81F-03D2471160C1}">
  <ds:schemaRefs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321F4AC2-0AEA-4354-802A-609AA4E08D7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12392</TotalTime>
  <Words>114</Words>
  <Application>Microsoft Office PowerPoint</Application>
  <PresentationFormat>On-screen Show (16:9)</PresentationFormat>
  <Paragraphs>24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Arial</vt:lpstr>
      <vt:lpstr>Calibri</vt:lpstr>
      <vt:lpstr>Calibri Light</vt:lpstr>
      <vt:lpstr>Raleway</vt:lpstr>
      <vt:lpstr>Raleway ExtraBold</vt:lpstr>
      <vt:lpstr>Raleway Medium</vt:lpstr>
      <vt:lpstr>Raleway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Akbar Khan</dc:creator>
  <cp:lastModifiedBy>Papu Bhattacharya</cp:lastModifiedBy>
  <cp:revision>88</cp:revision>
  <dcterms:created xsi:type="dcterms:W3CDTF">2020-09-08T11:22:38Z</dcterms:created>
  <dcterms:modified xsi:type="dcterms:W3CDTF">2023-04-18T06:05:36Z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0x0101002C317F0AD02050489CEA68A8CF25C850</vt:lpwstr>
  </property>
</Properties>
</file>